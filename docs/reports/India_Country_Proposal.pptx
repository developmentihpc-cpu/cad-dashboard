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embeddings/oleObject1.bin" ContentType="application/vnd.openxmlformats-officedocument.oleObject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28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8" r:id="rId21"/>
    <p:sldId id="272" r:id="rId22"/>
    <p:sldId id="273" r:id="rId23"/>
    <p:sldId id="274" r:id="rId24"/>
    <p:sldId id="275" r:id="rId25"/>
    <p:sldId id="276" r:id="rId26"/>
    <p:sldId id="277" r:id="rId2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4025A6B-C331-4780-8428-00857C9DCBED}" v="31" dt="2026-07-19T14:15:54.645"/>
    <p1510:client id="{784B13A8-8DA3-44E5-8688-6A1276211760}" v="4843" dt="2026-07-19T16:26:52.33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010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37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Relationship Id="rId33" Type="http://schemas.microsoft.com/office/2016/11/relationships/changesInfo" Target="changesInfos/changesInfo1.xml"/><Relationship Id="rId34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ayah Abdulhakeem Kamkar" userId="fe09df7a-02cc-4ebc-a782-b5294a02ed9d" providerId="ADAL" clId="{1C280E7A-D203-4910-B04F-81743BA7246E}"/>
    <pc:docChg chg="undo custSel addSld delSld modSld modMainMaster">
      <pc:chgData name="Aayah Abdulhakeem Kamkar" userId="fe09df7a-02cc-4ebc-a782-b5294a02ed9d" providerId="ADAL" clId="{1C280E7A-D203-4910-B04F-81743BA7246E}" dt="2026-07-19T16:26:52.336" v="4763"/>
      <pc:docMkLst>
        <pc:docMk/>
      </pc:docMkLst>
      <pc:sldChg chg="modSp mod">
        <pc:chgData name="Aayah Abdulhakeem Kamkar" userId="fe09df7a-02cc-4ebc-a782-b5294a02ed9d" providerId="ADAL" clId="{1C280E7A-D203-4910-B04F-81743BA7246E}" dt="2026-07-19T14:15:29.451" v="67" actId="404"/>
        <pc:sldMkLst>
          <pc:docMk/>
          <pc:sldMk cId="0" sldId="256"/>
        </pc:sldMkLst>
        <pc:spChg chg="mod">
          <ac:chgData name="Aayah Abdulhakeem Kamkar" userId="fe09df7a-02cc-4ebc-a782-b5294a02ed9d" providerId="ADAL" clId="{1C280E7A-D203-4910-B04F-81743BA7246E}" dt="2026-07-19T14:14:00.624" v="1" actId="14100"/>
          <ac:spMkLst>
            <pc:docMk/>
            <pc:sldMk cId="0" sldId="256"/>
            <ac:spMk id="22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14:54.373" v="29" actId="1036"/>
          <ac:spMkLst>
            <pc:docMk/>
            <pc:sldMk cId="0" sldId="256"/>
            <ac:spMk id="27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15:07.708" v="34" actId="1035"/>
          <ac:spMkLst>
            <pc:docMk/>
            <pc:sldMk cId="0" sldId="256"/>
            <ac:spMk id="28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14:16.280" v="6" actId="404"/>
          <ac:spMkLst>
            <pc:docMk/>
            <pc:sldMk cId="0" sldId="256"/>
            <ac:spMk id="29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14:54.373" v="29" actId="1036"/>
          <ac:spMkLst>
            <pc:docMk/>
            <pc:sldMk cId="0" sldId="256"/>
            <ac:spMk id="31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15:07.708" v="34" actId="1035"/>
          <ac:spMkLst>
            <pc:docMk/>
            <pc:sldMk cId="0" sldId="256"/>
            <ac:spMk id="32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14:16.280" v="6" actId="404"/>
          <ac:spMkLst>
            <pc:docMk/>
            <pc:sldMk cId="0" sldId="256"/>
            <ac:spMk id="33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14:54.373" v="29" actId="1036"/>
          <ac:spMkLst>
            <pc:docMk/>
            <pc:sldMk cId="0" sldId="256"/>
            <ac:spMk id="35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15:07.708" v="34" actId="1035"/>
          <ac:spMkLst>
            <pc:docMk/>
            <pc:sldMk cId="0" sldId="256"/>
            <ac:spMk id="36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14:16.280" v="6" actId="404"/>
          <ac:spMkLst>
            <pc:docMk/>
            <pc:sldMk cId="0" sldId="256"/>
            <ac:spMk id="37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14:54.373" v="29" actId="1036"/>
          <ac:spMkLst>
            <pc:docMk/>
            <pc:sldMk cId="0" sldId="256"/>
            <ac:spMk id="42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15:07.708" v="34" actId="1035"/>
          <ac:spMkLst>
            <pc:docMk/>
            <pc:sldMk cId="0" sldId="256"/>
            <ac:spMk id="43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14:16.280" v="6" actId="404"/>
          <ac:spMkLst>
            <pc:docMk/>
            <pc:sldMk cId="0" sldId="256"/>
            <ac:spMk id="44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14:54.373" v="29" actId="1036"/>
          <ac:spMkLst>
            <pc:docMk/>
            <pc:sldMk cId="0" sldId="256"/>
            <ac:spMk id="46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15:07.708" v="34" actId="1035"/>
          <ac:spMkLst>
            <pc:docMk/>
            <pc:sldMk cId="0" sldId="256"/>
            <ac:spMk id="47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14:16.280" v="6" actId="404"/>
          <ac:spMkLst>
            <pc:docMk/>
            <pc:sldMk cId="0" sldId="256"/>
            <ac:spMk id="48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14:54.373" v="29" actId="1036"/>
          <ac:spMkLst>
            <pc:docMk/>
            <pc:sldMk cId="0" sldId="256"/>
            <ac:spMk id="50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15:07.708" v="34" actId="1035"/>
          <ac:spMkLst>
            <pc:docMk/>
            <pc:sldMk cId="0" sldId="256"/>
            <ac:spMk id="51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14:16.280" v="6" actId="404"/>
          <ac:spMkLst>
            <pc:docMk/>
            <pc:sldMk cId="0" sldId="256"/>
            <ac:spMk id="52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14:54.373" v="29" actId="1036"/>
          <ac:spMkLst>
            <pc:docMk/>
            <pc:sldMk cId="0" sldId="256"/>
            <ac:spMk id="57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15:07.708" v="34" actId="1035"/>
          <ac:spMkLst>
            <pc:docMk/>
            <pc:sldMk cId="0" sldId="256"/>
            <ac:spMk id="58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14:16.280" v="6" actId="404"/>
          <ac:spMkLst>
            <pc:docMk/>
            <pc:sldMk cId="0" sldId="256"/>
            <ac:spMk id="59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14:54.373" v="29" actId="1036"/>
          <ac:spMkLst>
            <pc:docMk/>
            <pc:sldMk cId="0" sldId="256"/>
            <ac:spMk id="61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15:07.708" v="34" actId="1035"/>
          <ac:spMkLst>
            <pc:docMk/>
            <pc:sldMk cId="0" sldId="256"/>
            <ac:spMk id="62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14:16.280" v="6" actId="404"/>
          <ac:spMkLst>
            <pc:docMk/>
            <pc:sldMk cId="0" sldId="256"/>
            <ac:spMk id="63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14:54.373" v="29" actId="1036"/>
          <ac:spMkLst>
            <pc:docMk/>
            <pc:sldMk cId="0" sldId="256"/>
            <ac:spMk id="65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15:07.708" v="34" actId="1035"/>
          <ac:spMkLst>
            <pc:docMk/>
            <pc:sldMk cId="0" sldId="256"/>
            <ac:spMk id="66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14:16.280" v="6" actId="404"/>
          <ac:spMkLst>
            <pc:docMk/>
            <pc:sldMk cId="0" sldId="256"/>
            <ac:spMk id="67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13:51.781" v="0" actId="14100"/>
          <ac:spMkLst>
            <pc:docMk/>
            <pc:sldMk cId="0" sldId="256"/>
            <ac:spMk id="69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15:29.451" v="67" actId="404"/>
          <ac:spMkLst>
            <pc:docMk/>
            <pc:sldMk cId="0" sldId="256"/>
            <ac:spMk id="75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15:29.451" v="67" actId="404"/>
          <ac:spMkLst>
            <pc:docMk/>
            <pc:sldMk cId="0" sldId="256"/>
            <ac:spMk id="76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15:29.451" v="67" actId="404"/>
          <ac:spMkLst>
            <pc:docMk/>
            <pc:sldMk cId="0" sldId="256"/>
            <ac:spMk id="79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15:29.451" v="67" actId="404"/>
          <ac:spMkLst>
            <pc:docMk/>
            <pc:sldMk cId="0" sldId="256"/>
            <ac:spMk id="80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15:29.451" v="67" actId="404"/>
          <ac:spMkLst>
            <pc:docMk/>
            <pc:sldMk cId="0" sldId="256"/>
            <ac:spMk id="84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15:29.451" v="67" actId="404"/>
          <ac:spMkLst>
            <pc:docMk/>
            <pc:sldMk cId="0" sldId="256"/>
            <ac:spMk id="87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15:29.451" v="67" actId="404"/>
          <ac:spMkLst>
            <pc:docMk/>
            <pc:sldMk cId="0" sldId="256"/>
            <ac:spMk id="88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15:29.451" v="67" actId="404"/>
          <ac:spMkLst>
            <pc:docMk/>
            <pc:sldMk cId="0" sldId="256"/>
            <ac:spMk id="92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15:29.451" v="67" actId="404"/>
          <ac:spMkLst>
            <pc:docMk/>
            <pc:sldMk cId="0" sldId="256"/>
            <ac:spMk id="95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15:29.451" v="67" actId="404"/>
          <ac:spMkLst>
            <pc:docMk/>
            <pc:sldMk cId="0" sldId="256"/>
            <ac:spMk id="96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15:23.341" v="64" actId="1037"/>
          <ac:spMkLst>
            <pc:docMk/>
            <pc:sldMk cId="0" sldId="256"/>
            <ac:spMk id="98" creationId="{00000000-0000-0000-0000-000000000000}"/>
          </ac:spMkLst>
        </pc:spChg>
      </pc:sldChg>
      <pc:sldChg chg="addSp delSp modSp add mod">
        <pc:chgData name="Aayah Abdulhakeem Kamkar" userId="fe09df7a-02cc-4ebc-a782-b5294a02ed9d" providerId="ADAL" clId="{1C280E7A-D203-4910-B04F-81743BA7246E}" dt="2026-07-19T16:17:52.837" v="4574" actId="22"/>
        <pc:sldMkLst>
          <pc:docMk/>
          <pc:sldMk cId="486096900" sldId="427"/>
        </pc:sldMkLst>
        <pc:spChg chg="mod">
          <ac:chgData name="Aayah Abdulhakeem Kamkar" userId="fe09df7a-02cc-4ebc-a782-b5294a02ed9d" providerId="ADAL" clId="{1C280E7A-D203-4910-B04F-81743BA7246E}" dt="2026-07-19T16:16:05.923" v="4513" actId="20577"/>
          <ac:spMkLst>
            <pc:docMk/>
            <pc:sldMk cId="486096900" sldId="427"/>
            <ac:spMk id="4" creationId="{2C41C4DB-EF1A-C5CF-9C96-5F91A1C2B4D1}"/>
          </ac:spMkLst>
        </pc:spChg>
        <pc:spChg chg="mod">
          <ac:chgData name="Aayah Abdulhakeem Kamkar" userId="fe09df7a-02cc-4ebc-a782-b5294a02ed9d" providerId="ADAL" clId="{1C280E7A-D203-4910-B04F-81743BA7246E}" dt="2026-07-19T16:10:41.993" v="4352" actId="20577"/>
          <ac:spMkLst>
            <pc:docMk/>
            <pc:sldMk cId="486096900" sldId="427"/>
            <ac:spMk id="14" creationId="{C68294CF-2C8A-06C6-C4ED-113FABF2236C}"/>
          </ac:spMkLst>
        </pc:spChg>
        <pc:spChg chg="mod">
          <ac:chgData name="Aayah Abdulhakeem Kamkar" userId="fe09df7a-02cc-4ebc-a782-b5294a02ed9d" providerId="ADAL" clId="{1C280E7A-D203-4910-B04F-81743BA7246E}" dt="2026-07-19T16:11:39.380" v="4359" actId="20577"/>
          <ac:spMkLst>
            <pc:docMk/>
            <pc:sldMk cId="486096900" sldId="427"/>
            <ac:spMk id="15" creationId="{71A0FA3D-95C7-0EA5-74CA-C0968F5D8B38}"/>
          </ac:spMkLst>
        </pc:spChg>
        <pc:spChg chg="mod">
          <ac:chgData name="Aayah Abdulhakeem Kamkar" userId="fe09df7a-02cc-4ebc-a782-b5294a02ed9d" providerId="ADAL" clId="{1C280E7A-D203-4910-B04F-81743BA7246E}" dt="2026-07-19T16:12:16.135" v="4413"/>
          <ac:spMkLst>
            <pc:docMk/>
            <pc:sldMk cId="486096900" sldId="427"/>
            <ac:spMk id="16" creationId="{A04DCE9A-FDE8-6816-AF0F-466E7C382C15}"/>
          </ac:spMkLst>
        </pc:spChg>
        <pc:spChg chg="mod">
          <ac:chgData name="Aayah Abdulhakeem Kamkar" userId="fe09df7a-02cc-4ebc-a782-b5294a02ed9d" providerId="ADAL" clId="{1C280E7A-D203-4910-B04F-81743BA7246E}" dt="2026-07-19T16:13:07.710" v="4425" actId="20577"/>
          <ac:spMkLst>
            <pc:docMk/>
            <pc:sldMk cId="486096900" sldId="427"/>
            <ac:spMk id="17" creationId="{CA38DF99-3F22-2195-9ED6-B2D5CA07A0A4}"/>
          </ac:spMkLst>
        </pc:spChg>
        <pc:spChg chg="mod">
          <ac:chgData name="Aayah Abdulhakeem Kamkar" userId="fe09df7a-02cc-4ebc-a782-b5294a02ed9d" providerId="ADAL" clId="{1C280E7A-D203-4910-B04F-81743BA7246E}" dt="2026-07-19T16:13:21.226" v="4438"/>
          <ac:spMkLst>
            <pc:docMk/>
            <pc:sldMk cId="486096900" sldId="427"/>
            <ac:spMk id="18" creationId="{FFC48E86-EAE4-57D5-338B-8BA6A6553CFD}"/>
          </ac:spMkLst>
        </pc:spChg>
        <pc:spChg chg="add del mod">
          <ac:chgData name="Aayah Abdulhakeem Kamkar" userId="fe09df7a-02cc-4ebc-a782-b5294a02ed9d" providerId="ADAL" clId="{1C280E7A-D203-4910-B04F-81743BA7246E}" dt="2026-07-19T16:07:31.677" v="4217" actId="478"/>
          <ac:spMkLst>
            <pc:docMk/>
            <pc:sldMk cId="486096900" sldId="427"/>
            <ac:spMk id="19" creationId="{7F27D34C-3D28-4309-AF08-2F48848BA706}"/>
          </ac:spMkLst>
        </pc:spChg>
        <pc:spChg chg="mod">
          <ac:chgData name="Aayah Abdulhakeem Kamkar" userId="fe09df7a-02cc-4ebc-a782-b5294a02ed9d" providerId="ADAL" clId="{1C280E7A-D203-4910-B04F-81743BA7246E}" dt="2026-07-19T16:11:34.064" v="4353"/>
          <ac:spMkLst>
            <pc:docMk/>
            <pc:sldMk cId="486096900" sldId="427"/>
            <ac:spMk id="21" creationId="{993D70D7-3EE0-C10A-B016-1C7F621459ED}"/>
          </ac:spMkLst>
        </pc:spChg>
        <pc:spChg chg="mod">
          <ac:chgData name="Aayah Abdulhakeem Kamkar" userId="fe09df7a-02cc-4ebc-a782-b5294a02ed9d" providerId="ADAL" clId="{1C280E7A-D203-4910-B04F-81743BA7246E}" dt="2026-07-19T16:11:44.584" v="4374" actId="20577"/>
          <ac:spMkLst>
            <pc:docMk/>
            <pc:sldMk cId="486096900" sldId="427"/>
            <ac:spMk id="22" creationId="{002EC87D-0D8A-6D56-762A-6D364A139393}"/>
          </ac:spMkLst>
        </pc:spChg>
        <pc:spChg chg="mod">
          <ac:chgData name="Aayah Abdulhakeem Kamkar" userId="fe09df7a-02cc-4ebc-a782-b5294a02ed9d" providerId="ADAL" clId="{1C280E7A-D203-4910-B04F-81743BA7246E}" dt="2026-07-19T16:12:30.345" v="4417" actId="1036"/>
          <ac:spMkLst>
            <pc:docMk/>
            <pc:sldMk cId="486096900" sldId="427"/>
            <ac:spMk id="23" creationId="{624E1C67-9DAD-3D77-0C14-277DC58DFAD5}"/>
          </ac:spMkLst>
        </pc:spChg>
        <pc:spChg chg="mod">
          <ac:chgData name="Aayah Abdulhakeem Kamkar" userId="fe09df7a-02cc-4ebc-a782-b5294a02ed9d" providerId="ADAL" clId="{1C280E7A-D203-4910-B04F-81743BA7246E}" dt="2026-07-19T16:13:10.305" v="4429" actId="20577"/>
          <ac:spMkLst>
            <pc:docMk/>
            <pc:sldMk cId="486096900" sldId="427"/>
            <ac:spMk id="24" creationId="{66DDA0EB-B558-8681-2164-238A6BF6CFC1}"/>
          </ac:spMkLst>
        </pc:spChg>
        <pc:spChg chg="mod">
          <ac:chgData name="Aayah Abdulhakeem Kamkar" userId="fe09df7a-02cc-4ebc-a782-b5294a02ed9d" providerId="ADAL" clId="{1C280E7A-D203-4910-B04F-81743BA7246E}" dt="2026-07-19T16:13:25.756" v="4439"/>
          <ac:spMkLst>
            <pc:docMk/>
            <pc:sldMk cId="486096900" sldId="427"/>
            <ac:spMk id="25" creationId="{E60BD1A7-836F-9F8C-BDE0-175313EFFBA5}"/>
          </ac:spMkLst>
        </pc:spChg>
        <pc:spChg chg="mod">
          <ac:chgData name="Aayah Abdulhakeem Kamkar" userId="fe09df7a-02cc-4ebc-a782-b5294a02ed9d" providerId="ADAL" clId="{1C280E7A-D203-4910-B04F-81743BA7246E}" dt="2026-07-19T16:11:53.857" v="4381"/>
          <ac:spMkLst>
            <pc:docMk/>
            <pc:sldMk cId="486096900" sldId="427"/>
            <ac:spMk id="28" creationId="{8A6F4C28-FA06-89AF-4399-78751B9423C4}"/>
          </ac:spMkLst>
        </pc:spChg>
        <pc:spChg chg="mod">
          <ac:chgData name="Aayah Abdulhakeem Kamkar" userId="fe09df7a-02cc-4ebc-a782-b5294a02ed9d" providerId="ADAL" clId="{1C280E7A-D203-4910-B04F-81743BA7246E}" dt="2026-07-19T16:11:48.242" v="4380" actId="20577"/>
          <ac:spMkLst>
            <pc:docMk/>
            <pc:sldMk cId="486096900" sldId="427"/>
            <ac:spMk id="29" creationId="{1784E589-20C0-317F-E2AF-0895E83C6BC4}"/>
          </ac:spMkLst>
        </pc:spChg>
        <pc:spChg chg="mod">
          <ac:chgData name="Aayah Abdulhakeem Kamkar" userId="fe09df7a-02cc-4ebc-a782-b5294a02ed9d" providerId="ADAL" clId="{1C280E7A-D203-4910-B04F-81743BA7246E}" dt="2026-07-19T16:12:36.913" v="4418"/>
          <ac:spMkLst>
            <pc:docMk/>
            <pc:sldMk cId="486096900" sldId="427"/>
            <ac:spMk id="30" creationId="{04260EA4-D5BC-2C38-9805-9DA7C408C347}"/>
          </ac:spMkLst>
        </pc:spChg>
        <pc:spChg chg="mod">
          <ac:chgData name="Aayah Abdulhakeem Kamkar" userId="fe09df7a-02cc-4ebc-a782-b5294a02ed9d" providerId="ADAL" clId="{1C280E7A-D203-4910-B04F-81743BA7246E}" dt="2026-07-19T16:13:12.261" v="4433" actId="20577"/>
          <ac:spMkLst>
            <pc:docMk/>
            <pc:sldMk cId="486096900" sldId="427"/>
            <ac:spMk id="31" creationId="{B1173B79-D09F-BCBB-521A-9B5E0C9614B3}"/>
          </ac:spMkLst>
        </pc:spChg>
        <pc:spChg chg="mod">
          <ac:chgData name="Aayah Abdulhakeem Kamkar" userId="fe09df7a-02cc-4ebc-a782-b5294a02ed9d" providerId="ADAL" clId="{1C280E7A-D203-4910-B04F-81743BA7246E}" dt="2026-07-19T16:13:30.997" v="4440"/>
          <ac:spMkLst>
            <pc:docMk/>
            <pc:sldMk cId="486096900" sldId="427"/>
            <ac:spMk id="32" creationId="{CBB1FDB0-DC81-C961-5974-0FA7952CA0D0}"/>
          </ac:spMkLst>
        </pc:spChg>
        <pc:spChg chg="del">
          <ac:chgData name="Aayah Abdulhakeem Kamkar" userId="fe09df7a-02cc-4ebc-a782-b5294a02ed9d" providerId="ADAL" clId="{1C280E7A-D203-4910-B04F-81743BA7246E}" dt="2026-07-19T16:12:52.892" v="4421" actId="478"/>
          <ac:spMkLst>
            <pc:docMk/>
            <pc:sldMk cId="486096900" sldId="427"/>
            <ac:spMk id="34" creationId="{4AF13CFA-595C-9BED-64BF-A047E726B307}"/>
          </ac:spMkLst>
        </pc:spChg>
        <pc:spChg chg="mod">
          <ac:chgData name="Aayah Abdulhakeem Kamkar" userId="fe09df7a-02cc-4ebc-a782-b5294a02ed9d" providerId="ADAL" clId="{1C280E7A-D203-4910-B04F-81743BA7246E}" dt="2026-07-19T16:12:00.333" v="4399" actId="20577"/>
          <ac:spMkLst>
            <pc:docMk/>
            <pc:sldMk cId="486096900" sldId="427"/>
            <ac:spMk id="35" creationId="{122FD277-1670-18FE-4A86-509FF3218D7D}"/>
          </ac:spMkLst>
        </pc:spChg>
        <pc:spChg chg="mod">
          <ac:chgData name="Aayah Abdulhakeem Kamkar" userId="fe09df7a-02cc-4ebc-a782-b5294a02ed9d" providerId="ADAL" clId="{1C280E7A-D203-4910-B04F-81743BA7246E}" dt="2026-07-19T16:12:08.329" v="4412" actId="20577"/>
          <ac:spMkLst>
            <pc:docMk/>
            <pc:sldMk cId="486096900" sldId="427"/>
            <ac:spMk id="36" creationId="{ADF8DEFB-9711-3515-9E39-4124E9965C83}"/>
          </ac:spMkLst>
        </pc:spChg>
        <pc:spChg chg="mod">
          <ac:chgData name="Aayah Abdulhakeem Kamkar" userId="fe09df7a-02cc-4ebc-a782-b5294a02ed9d" providerId="ADAL" clId="{1C280E7A-D203-4910-B04F-81743BA7246E}" dt="2026-07-19T16:12:44.811" v="4420" actId="1076"/>
          <ac:spMkLst>
            <pc:docMk/>
            <pc:sldMk cId="486096900" sldId="427"/>
            <ac:spMk id="37" creationId="{E1775F79-54F5-2235-C27E-C6C9FC564C26}"/>
          </ac:spMkLst>
        </pc:spChg>
        <pc:spChg chg="mod">
          <ac:chgData name="Aayah Abdulhakeem Kamkar" userId="fe09df7a-02cc-4ebc-a782-b5294a02ed9d" providerId="ADAL" clId="{1C280E7A-D203-4910-B04F-81743BA7246E}" dt="2026-07-19T16:13:14.665" v="4437" actId="20577"/>
          <ac:spMkLst>
            <pc:docMk/>
            <pc:sldMk cId="486096900" sldId="427"/>
            <ac:spMk id="38" creationId="{A731C349-6876-3E05-DA9D-3164F59DE6F0}"/>
          </ac:spMkLst>
        </pc:spChg>
        <pc:spChg chg="mod">
          <ac:chgData name="Aayah Abdulhakeem Kamkar" userId="fe09df7a-02cc-4ebc-a782-b5294a02ed9d" providerId="ADAL" clId="{1C280E7A-D203-4910-B04F-81743BA7246E}" dt="2026-07-19T16:13:35.093" v="4441"/>
          <ac:spMkLst>
            <pc:docMk/>
            <pc:sldMk cId="486096900" sldId="427"/>
            <ac:spMk id="39" creationId="{A868D3B2-F4E0-C6EF-881B-778B0190892E}"/>
          </ac:spMkLst>
        </pc:spChg>
        <pc:spChg chg="del">
          <ac:chgData name="Aayah Abdulhakeem Kamkar" userId="fe09df7a-02cc-4ebc-a782-b5294a02ed9d" providerId="ADAL" clId="{1C280E7A-D203-4910-B04F-81743BA7246E}" dt="2026-07-19T16:12:52.892" v="4421" actId="478"/>
          <ac:spMkLst>
            <pc:docMk/>
            <pc:sldMk cId="486096900" sldId="427"/>
            <ac:spMk id="41" creationId="{82BF037D-E82B-F458-5DED-BC238DEA91C0}"/>
          </ac:spMkLst>
        </pc:spChg>
        <pc:spChg chg="del mod">
          <ac:chgData name="Aayah Abdulhakeem Kamkar" userId="fe09df7a-02cc-4ebc-a782-b5294a02ed9d" providerId="ADAL" clId="{1C280E7A-D203-4910-B04F-81743BA7246E}" dt="2026-07-19T16:12:52.892" v="4421" actId="478"/>
          <ac:spMkLst>
            <pc:docMk/>
            <pc:sldMk cId="486096900" sldId="427"/>
            <ac:spMk id="42" creationId="{1243790D-3966-E773-956B-50208DD6BC41}"/>
          </ac:spMkLst>
        </pc:spChg>
        <pc:spChg chg="del mod">
          <ac:chgData name="Aayah Abdulhakeem Kamkar" userId="fe09df7a-02cc-4ebc-a782-b5294a02ed9d" providerId="ADAL" clId="{1C280E7A-D203-4910-B04F-81743BA7246E}" dt="2026-07-19T16:12:52.892" v="4421" actId="478"/>
          <ac:spMkLst>
            <pc:docMk/>
            <pc:sldMk cId="486096900" sldId="427"/>
            <ac:spMk id="43" creationId="{8DF2AAA5-C5DB-6ED6-DF37-823DF1B3FB55}"/>
          </ac:spMkLst>
        </pc:spChg>
        <pc:spChg chg="mod">
          <ac:chgData name="Aayah Abdulhakeem Kamkar" userId="fe09df7a-02cc-4ebc-a782-b5294a02ed9d" providerId="ADAL" clId="{1C280E7A-D203-4910-B04F-81743BA7246E}" dt="2026-07-19T16:08:32.574" v="4312" actId="20577"/>
          <ac:spMkLst>
            <pc:docMk/>
            <pc:sldMk cId="486096900" sldId="427"/>
            <ac:spMk id="44" creationId="{E2A57AAC-486B-77B0-E679-DA66BDD940FD}"/>
          </ac:spMkLst>
        </pc:spChg>
        <pc:spChg chg="mod">
          <ac:chgData name="Aayah Abdulhakeem Kamkar" userId="fe09df7a-02cc-4ebc-a782-b5294a02ed9d" providerId="ADAL" clId="{1C280E7A-D203-4910-B04F-81743BA7246E}" dt="2026-07-19T16:08:42.264" v="4327" actId="20577"/>
          <ac:spMkLst>
            <pc:docMk/>
            <pc:sldMk cId="486096900" sldId="427"/>
            <ac:spMk id="45" creationId="{61AD4B5B-7B3C-1CD4-5DC0-64FC710E6C23}"/>
          </ac:spMkLst>
        </pc:spChg>
        <pc:spChg chg="del mod">
          <ac:chgData name="Aayah Abdulhakeem Kamkar" userId="fe09df7a-02cc-4ebc-a782-b5294a02ed9d" providerId="ADAL" clId="{1C280E7A-D203-4910-B04F-81743BA7246E}" dt="2026-07-19T16:12:52.892" v="4421" actId="478"/>
          <ac:spMkLst>
            <pc:docMk/>
            <pc:sldMk cId="486096900" sldId="427"/>
            <ac:spMk id="46" creationId="{51B76AE2-6F37-6CBA-FD2D-D36F76ABBAB3}"/>
          </ac:spMkLst>
        </pc:spChg>
        <pc:spChg chg="mod">
          <ac:chgData name="Aayah Abdulhakeem Kamkar" userId="fe09df7a-02cc-4ebc-a782-b5294a02ed9d" providerId="ADAL" clId="{1C280E7A-D203-4910-B04F-81743BA7246E}" dt="2026-07-19T16:08:14.815" v="4282" actId="20577"/>
          <ac:spMkLst>
            <pc:docMk/>
            <pc:sldMk cId="486096900" sldId="427"/>
            <ac:spMk id="49" creationId="{C31C3CE7-3B2D-9404-A188-D3234CBF082D}"/>
          </ac:spMkLst>
        </pc:spChg>
        <pc:spChg chg="mod">
          <ac:chgData name="Aayah Abdulhakeem Kamkar" userId="fe09df7a-02cc-4ebc-a782-b5294a02ed9d" providerId="ADAL" clId="{1C280E7A-D203-4910-B04F-81743BA7246E}" dt="2026-07-19T16:08:25.564" v="4300" actId="20577"/>
          <ac:spMkLst>
            <pc:docMk/>
            <pc:sldMk cId="486096900" sldId="427"/>
            <ac:spMk id="50" creationId="{0ACF7D6B-E38D-E5D9-4F08-F882DCB8A12F}"/>
          </ac:spMkLst>
        </pc:spChg>
        <pc:spChg chg="mod">
          <ac:chgData name="Aayah Abdulhakeem Kamkar" userId="fe09df7a-02cc-4ebc-a782-b5294a02ed9d" providerId="ADAL" clId="{1C280E7A-D203-4910-B04F-81743BA7246E}" dt="2026-07-19T16:08:35.458" v="4315" actId="20577"/>
          <ac:spMkLst>
            <pc:docMk/>
            <pc:sldMk cId="486096900" sldId="427"/>
            <ac:spMk id="51" creationId="{1D90C459-6CC6-F645-05C2-7589074CDE96}"/>
          </ac:spMkLst>
        </pc:spChg>
        <pc:spChg chg="mod">
          <ac:chgData name="Aayah Abdulhakeem Kamkar" userId="fe09df7a-02cc-4ebc-a782-b5294a02ed9d" providerId="ADAL" clId="{1C280E7A-D203-4910-B04F-81743BA7246E}" dt="2026-07-19T16:08:50.962" v="4342" actId="20577"/>
          <ac:spMkLst>
            <pc:docMk/>
            <pc:sldMk cId="486096900" sldId="427"/>
            <ac:spMk id="52" creationId="{A2FB02C0-2B2E-E11E-0BBC-572F74048120}"/>
          </ac:spMkLst>
        </pc:spChg>
        <pc:spChg chg="del mod">
          <ac:chgData name="Aayah Abdulhakeem Kamkar" userId="fe09df7a-02cc-4ebc-a782-b5294a02ed9d" providerId="ADAL" clId="{1C280E7A-D203-4910-B04F-81743BA7246E}" dt="2026-07-19T16:12:52.892" v="4421" actId="478"/>
          <ac:spMkLst>
            <pc:docMk/>
            <pc:sldMk cId="486096900" sldId="427"/>
            <ac:spMk id="53" creationId="{7FC82582-C07A-CC98-83D3-2B3C96207AAB}"/>
          </ac:spMkLst>
        </pc:spChg>
        <pc:spChg chg="add">
          <ac:chgData name="Aayah Abdulhakeem Kamkar" userId="fe09df7a-02cc-4ebc-a782-b5294a02ed9d" providerId="ADAL" clId="{1C280E7A-D203-4910-B04F-81743BA7246E}" dt="2026-07-19T16:17:52.837" v="4574" actId="22"/>
          <ac:spMkLst>
            <pc:docMk/>
            <pc:sldMk cId="486096900" sldId="427"/>
            <ac:spMk id="55" creationId="{FD01FD4D-41AC-7727-BCD5-9F80BB05B271}"/>
          </ac:spMkLst>
        </pc:spChg>
        <pc:spChg chg="del mod">
          <ac:chgData name="Aayah Abdulhakeem Kamkar" userId="fe09df7a-02cc-4ebc-a782-b5294a02ed9d" providerId="ADAL" clId="{1C280E7A-D203-4910-B04F-81743BA7246E}" dt="2026-07-19T16:12:52.892" v="4421" actId="478"/>
          <ac:spMkLst>
            <pc:docMk/>
            <pc:sldMk cId="486096900" sldId="427"/>
            <ac:spMk id="56" creationId="{7C05E5C3-D2EB-7F4A-6815-9975E35CED39}"/>
          </ac:spMkLst>
        </pc:spChg>
        <pc:spChg chg="del mod">
          <ac:chgData name="Aayah Abdulhakeem Kamkar" userId="fe09df7a-02cc-4ebc-a782-b5294a02ed9d" providerId="ADAL" clId="{1C280E7A-D203-4910-B04F-81743BA7246E}" dt="2026-07-19T16:12:52.892" v="4421" actId="478"/>
          <ac:spMkLst>
            <pc:docMk/>
            <pc:sldMk cId="486096900" sldId="427"/>
            <ac:spMk id="57" creationId="{732E858E-1677-96D5-EEEE-D60C96719A45}"/>
          </ac:spMkLst>
        </pc:spChg>
        <pc:spChg chg="del mod">
          <ac:chgData name="Aayah Abdulhakeem Kamkar" userId="fe09df7a-02cc-4ebc-a782-b5294a02ed9d" providerId="ADAL" clId="{1C280E7A-D203-4910-B04F-81743BA7246E}" dt="2026-07-19T16:12:52.892" v="4421" actId="478"/>
          <ac:spMkLst>
            <pc:docMk/>
            <pc:sldMk cId="486096900" sldId="427"/>
            <ac:spMk id="58" creationId="{EC686683-6CBF-BE5E-A89D-D724491C9CC8}"/>
          </ac:spMkLst>
        </pc:spChg>
        <pc:spChg chg="mod">
          <ac:chgData name="Aayah Abdulhakeem Kamkar" userId="fe09df7a-02cc-4ebc-a782-b5294a02ed9d" providerId="ADAL" clId="{1C280E7A-D203-4910-B04F-81743BA7246E}" dt="2026-07-19T16:08:52.581" v="4345" actId="20577"/>
          <ac:spMkLst>
            <pc:docMk/>
            <pc:sldMk cId="486096900" sldId="427"/>
            <ac:spMk id="59" creationId="{B29E0D7E-67BD-676E-B4C7-22D295591346}"/>
          </ac:spMkLst>
        </pc:spChg>
        <pc:spChg chg="mod">
          <ac:chgData name="Aayah Abdulhakeem Kamkar" userId="fe09df7a-02cc-4ebc-a782-b5294a02ed9d" providerId="ADAL" clId="{1C280E7A-D203-4910-B04F-81743BA7246E}" dt="2026-07-19T16:08:53.861" v="4348" actId="20577"/>
          <ac:spMkLst>
            <pc:docMk/>
            <pc:sldMk cId="486096900" sldId="427"/>
            <ac:spMk id="60" creationId="{A01F2726-665C-5B5A-81F8-CED0DEA9D030}"/>
          </ac:spMkLst>
        </pc:spChg>
        <pc:spChg chg="del">
          <ac:chgData name="Aayah Abdulhakeem Kamkar" userId="fe09df7a-02cc-4ebc-a782-b5294a02ed9d" providerId="ADAL" clId="{1C280E7A-D203-4910-B04F-81743BA7246E}" dt="2026-07-19T16:12:52.892" v="4421" actId="478"/>
          <ac:spMkLst>
            <pc:docMk/>
            <pc:sldMk cId="486096900" sldId="427"/>
            <ac:spMk id="62" creationId="{EFD529EC-9CD8-215E-76B4-51E889E9916C}"/>
          </ac:spMkLst>
        </pc:spChg>
        <pc:picChg chg="add mod ord">
          <ac:chgData name="Aayah Abdulhakeem Kamkar" userId="fe09df7a-02cc-4ebc-a782-b5294a02ed9d" providerId="ADAL" clId="{1C280E7A-D203-4910-B04F-81743BA7246E}" dt="2026-07-19T16:14:03.873" v="4460"/>
          <ac:picMkLst>
            <pc:docMk/>
            <pc:sldMk cId="486096900" sldId="427"/>
            <ac:picMk id="26" creationId="{82F19506-982A-8B44-6B0A-11E1A49CB3E6}"/>
          </ac:picMkLst>
        </pc:picChg>
        <pc:picChg chg="add mod ord">
          <ac:chgData name="Aayah Abdulhakeem Kamkar" userId="fe09df7a-02cc-4ebc-a782-b5294a02ed9d" providerId="ADAL" clId="{1C280E7A-D203-4910-B04F-81743BA7246E}" dt="2026-07-19T16:14:37.775" v="4475"/>
          <ac:picMkLst>
            <pc:docMk/>
            <pc:sldMk cId="486096900" sldId="427"/>
            <ac:picMk id="33" creationId="{019EF58B-C088-779C-85D3-01E131D55203}"/>
          </ac:picMkLst>
        </pc:picChg>
        <pc:picChg chg="add mod ord modCrop">
          <ac:chgData name="Aayah Abdulhakeem Kamkar" userId="fe09df7a-02cc-4ebc-a782-b5294a02ed9d" providerId="ADAL" clId="{1C280E7A-D203-4910-B04F-81743BA7246E}" dt="2026-07-19T16:15:29.808" v="4492"/>
          <ac:picMkLst>
            <pc:docMk/>
            <pc:sldMk cId="486096900" sldId="427"/>
            <ac:picMk id="40" creationId="{8121F29E-19FA-BCB3-705E-80F4E12A8783}"/>
          </ac:picMkLst>
        </pc:picChg>
        <pc:picChg chg="add mod ord">
          <ac:chgData name="Aayah Abdulhakeem Kamkar" userId="fe09df7a-02cc-4ebc-a782-b5294a02ed9d" providerId="ADAL" clId="{1C280E7A-D203-4910-B04F-81743BA7246E}" dt="2026-07-19T16:15:41.872" v="4505"/>
          <ac:picMkLst>
            <pc:docMk/>
            <pc:sldMk cId="486096900" sldId="427"/>
            <ac:picMk id="47" creationId="{E798F160-C779-FAB9-D755-2B13FCB8229D}"/>
          </ac:picMkLst>
        </pc:picChg>
        <pc:picChg chg="del mod ord">
          <ac:chgData name="Aayah Abdulhakeem Kamkar" userId="fe09df7a-02cc-4ebc-a782-b5294a02ed9d" providerId="ADAL" clId="{1C280E7A-D203-4910-B04F-81743BA7246E}" dt="2026-07-19T16:14:01.139" v="4458" actId="478"/>
          <ac:picMkLst>
            <pc:docMk/>
            <pc:sldMk cId="486096900" sldId="427"/>
            <ac:picMk id="67" creationId="{CB939E22-7696-7AE0-FED8-AC46F32FFAFE}"/>
          </ac:picMkLst>
        </pc:picChg>
        <pc:picChg chg="del mod ord">
          <ac:chgData name="Aayah Abdulhakeem Kamkar" userId="fe09df7a-02cc-4ebc-a782-b5294a02ed9d" providerId="ADAL" clId="{1C280E7A-D203-4910-B04F-81743BA7246E}" dt="2026-07-19T16:14:40.126" v="4476" actId="478"/>
          <ac:picMkLst>
            <pc:docMk/>
            <pc:sldMk cId="486096900" sldId="427"/>
            <ac:picMk id="77" creationId="{DF776112-AAB2-335B-7D66-297EB984E2C6}"/>
          </ac:picMkLst>
        </pc:picChg>
        <pc:picChg chg="del mod ord">
          <ac:chgData name="Aayah Abdulhakeem Kamkar" userId="fe09df7a-02cc-4ebc-a782-b5294a02ed9d" providerId="ADAL" clId="{1C280E7A-D203-4910-B04F-81743BA7246E}" dt="2026-07-19T16:15:39.161" v="4503" actId="478"/>
          <ac:picMkLst>
            <pc:docMk/>
            <pc:sldMk cId="486096900" sldId="427"/>
            <ac:picMk id="79" creationId="{CD7988A6-4E5E-A3E4-0881-41CD7AF4C51F}"/>
          </ac:picMkLst>
        </pc:picChg>
        <pc:picChg chg="del mod ord">
          <ac:chgData name="Aayah Abdulhakeem Kamkar" userId="fe09df7a-02cc-4ebc-a782-b5294a02ed9d" providerId="ADAL" clId="{1C280E7A-D203-4910-B04F-81743BA7246E}" dt="2026-07-19T16:15:38.125" v="4502" actId="478"/>
          <ac:picMkLst>
            <pc:docMk/>
            <pc:sldMk cId="486096900" sldId="427"/>
            <ac:picMk id="81" creationId="{BF4A3C09-0416-7193-5B38-B72E2EB38F94}"/>
          </ac:picMkLst>
        </pc:picChg>
      </pc:sldChg>
      <pc:sldChg chg="addSp delSp modSp add mod">
        <pc:chgData name="Aayah Abdulhakeem Kamkar" userId="fe09df7a-02cc-4ebc-a782-b5294a02ed9d" providerId="ADAL" clId="{1C280E7A-D203-4910-B04F-81743BA7246E}" dt="2026-07-19T16:07:23.161" v="4216" actId="20577"/>
        <pc:sldMkLst>
          <pc:docMk/>
          <pc:sldMk cId="0" sldId="433"/>
        </pc:sldMkLst>
        <pc:spChg chg="mod ord">
          <ac:chgData name="Aayah Abdulhakeem Kamkar" userId="fe09df7a-02cc-4ebc-a782-b5294a02ed9d" providerId="ADAL" clId="{1C280E7A-D203-4910-B04F-81743BA7246E}" dt="2026-07-19T16:06:13.619" v="4089"/>
          <ac:spMkLst>
            <pc:docMk/>
            <pc:sldMk cId="0" sldId="433"/>
            <ac:spMk id="2" creationId="{00000000-0000-0000-0000-000000000000}"/>
          </ac:spMkLst>
        </pc:spChg>
        <pc:spChg chg="add del mod ord">
          <ac:chgData name="Aayah Abdulhakeem Kamkar" userId="fe09df7a-02cc-4ebc-a782-b5294a02ed9d" providerId="ADAL" clId="{1C280E7A-D203-4910-B04F-81743BA7246E}" dt="2026-07-19T15:43:28.485" v="562" actId="478"/>
          <ac:spMkLst>
            <pc:docMk/>
            <pc:sldMk cId="0" sldId="433"/>
            <ac:spMk id="3" creationId="{73EDBF0A-CE8F-E663-1FFE-65C3D34A7EAB}"/>
          </ac:spMkLst>
        </pc:spChg>
        <pc:spChg chg="mod ord">
          <ac:chgData name="Aayah Abdulhakeem Kamkar" userId="fe09df7a-02cc-4ebc-a782-b5294a02ed9d" providerId="ADAL" clId="{1C280E7A-D203-4910-B04F-81743BA7246E}" dt="2026-07-19T16:07:23.161" v="4216" actId="20577"/>
          <ac:spMkLst>
            <pc:docMk/>
            <pc:sldMk cId="0" sldId="433"/>
            <ac:spMk id="4" creationId="{00000000-0000-0000-0000-000000000000}"/>
          </ac:spMkLst>
        </pc:spChg>
        <pc:spChg chg="mod ord">
          <ac:chgData name="Aayah Abdulhakeem Kamkar" userId="fe09df7a-02cc-4ebc-a782-b5294a02ed9d" providerId="ADAL" clId="{1C280E7A-D203-4910-B04F-81743BA7246E}" dt="2026-07-19T16:06:13.621" v="4093"/>
          <ac:spMkLst>
            <pc:docMk/>
            <pc:sldMk cId="0" sldId="433"/>
            <ac:spMk id="5" creationId="{00000000-0000-0000-0000-000000000000}"/>
          </ac:spMkLst>
        </pc:spChg>
        <pc:spChg chg="mod ord">
          <ac:chgData name="Aayah Abdulhakeem Kamkar" userId="fe09df7a-02cc-4ebc-a782-b5294a02ed9d" providerId="ADAL" clId="{1C280E7A-D203-4910-B04F-81743BA7246E}" dt="2026-07-19T16:06:13.621" v="4095"/>
          <ac:spMkLst>
            <pc:docMk/>
            <pc:sldMk cId="0" sldId="433"/>
            <ac:spMk id="6" creationId="{00000000-0000-0000-0000-000000000000}"/>
          </ac:spMkLst>
        </pc:spChg>
        <pc:spChg chg="mod ord">
          <ac:chgData name="Aayah Abdulhakeem Kamkar" userId="fe09df7a-02cc-4ebc-a782-b5294a02ed9d" providerId="ADAL" clId="{1C280E7A-D203-4910-B04F-81743BA7246E}" dt="2026-07-19T16:06:13.621" v="4097"/>
          <ac:spMkLst>
            <pc:docMk/>
            <pc:sldMk cId="0" sldId="433"/>
            <ac:spMk id="7" creationId="{00000000-0000-0000-0000-000000000000}"/>
          </ac:spMkLst>
        </pc:spChg>
        <pc:spChg chg="mod ord">
          <ac:chgData name="Aayah Abdulhakeem Kamkar" userId="fe09df7a-02cc-4ebc-a782-b5294a02ed9d" providerId="ADAL" clId="{1C280E7A-D203-4910-B04F-81743BA7246E}" dt="2026-07-19T16:06:13.621" v="4099"/>
          <ac:spMkLst>
            <pc:docMk/>
            <pc:sldMk cId="0" sldId="433"/>
            <ac:spMk id="8" creationId="{00000000-0000-0000-0000-000000000000}"/>
          </ac:spMkLst>
        </pc:spChg>
        <pc:spChg chg="mod ord">
          <ac:chgData name="Aayah Abdulhakeem Kamkar" userId="fe09df7a-02cc-4ebc-a782-b5294a02ed9d" providerId="ADAL" clId="{1C280E7A-D203-4910-B04F-81743BA7246E}" dt="2026-07-19T16:06:13.624" v="4101"/>
          <ac:spMkLst>
            <pc:docMk/>
            <pc:sldMk cId="0" sldId="433"/>
            <ac:spMk id="15" creationId="{00000000-0000-0000-0000-000000000000}"/>
          </ac:spMkLst>
        </pc:spChg>
        <pc:spChg chg="mod ord">
          <ac:chgData name="Aayah Abdulhakeem Kamkar" userId="fe09df7a-02cc-4ebc-a782-b5294a02ed9d" providerId="ADAL" clId="{1C280E7A-D203-4910-B04F-81743BA7246E}" dt="2026-07-19T16:06:13.624" v="4103"/>
          <ac:spMkLst>
            <pc:docMk/>
            <pc:sldMk cId="0" sldId="433"/>
            <ac:spMk id="16" creationId="{00000000-0000-0000-0000-000000000000}"/>
          </ac:spMkLst>
        </pc:spChg>
        <pc:spChg chg="mod ord">
          <ac:chgData name="Aayah Abdulhakeem Kamkar" userId="fe09df7a-02cc-4ebc-a782-b5294a02ed9d" providerId="ADAL" clId="{1C280E7A-D203-4910-B04F-81743BA7246E}" dt="2026-07-19T16:06:13.624" v="4105"/>
          <ac:spMkLst>
            <pc:docMk/>
            <pc:sldMk cId="0" sldId="433"/>
            <ac:spMk id="17" creationId="{00000000-0000-0000-0000-000000000000}"/>
          </ac:spMkLst>
        </pc:spChg>
        <pc:spChg chg="mod ord">
          <ac:chgData name="Aayah Abdulhakeem Kamkar" userId="fe09df7a-02cc-4ebc-a782-b5294a02ed9d" providerId="ADAL" clId="{1C280E7A-D203-4910-B04F-81743BA7246E}" dt="2026-07-19T16:06:13.624" v="4107"/>
          <ac:spMkLst>
            <pc:docMk/>
            <pc:sldMk cId="0" sldId="433"/>
            <ac:spMk id="18" creationId="{00000000-0000-0000-0000-000000000000}"/>
          </ac:spMkLst>
        </pc:spChg>
        <pc:spChg chg="mod ord">
          <ac:chgData name="Aayah Abdulhakeem Kamkar" userId="fe09df7a-02cc-4ebc-a782-b5294a02ed9d" providerId="ADAL" clId="{1C280E7A-D203-4910-B04F-81743BA7246E}" dt="2026-07-19T16:06:13.624" v="4109"/>
          <ac:spMkLst>
            <pc:docMk/>
            <pc:sldMk cId="0" sldId="433"/>
            <ac:spMk id="19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20:48.677" v="86" actId="164"/>
          <ac:spMkLst>
            <pc:docMk/>
            <pc:sldMk cId="0" sldId="433"/>
            <ac:spMk id="20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5:59:42.519" v="3462" actId="20577"/>
          <ac:spMkLst>
            <pc:docMk/>
            <pc:sldMk cId="0" sldId="433"/>
            <ac:spMk id="21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20:48.677" v="86" actId="164"/>
          <ac:spMkLst>
            <pc:docMk/>
            <pc:sldMk cId="0" sldId="433"/>
            <ac:spMk id="22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6:02:55.454" v="3578" actId="14100"/>
          <ac:spMkLst>
            <pc:docMk/>
            <pc:sldMk cId="0" sldId="433"/>
            <ac:spMk id="23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20:38.408" v="83" actId="164"/>
          <ac:spMkLst>
            <pc:docMk/>
            <pc:sldMk cId="0" sldId="433"/>
            <ac:spMk id="24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5:59:46.228" v="3465" actId="20577"/>
          <ac:spMkLst>
            <pc:docMk/>
            <pc:sldMk cId="0" sldId="433"/>
            <ac:spMk id="25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20:38.408" v="83" actId="164"/>
          <ac:spMkLst>
            <pc:docMk/>
            <pc:sldMk cId="0" sldId="433"/>
            <ac:spMk id="26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6:03:17.522" v="3593" actId="14100"/>
          <ac:spMkLst>
            <pc:docMk/>
            <pc:sldMk cId="0" sldId="433"/>
            <ac:spMk id="27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5:49:23.927" v="3449" actId="255"/>
          <ac:spMkLst>
            <pc:docMk/>
            <pc:sldMk cId="0" sldId="433"/>
            <ac:spMk id="28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5:59:51.520" v="3468" actId="20577"/>
          <ac:spMkLst>
            <pc:docMk/>
            <pc:sldMk cId="0" sldId="433"/>
            <ac:spMk id="29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20:35.532" v="82" actId="164"/>
          <ac:spMkLst>
            <pc:docMk/>
            <pc:sldMk cId="0" sldId="433"/>
            <ac:spMk id="30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6:03:00.146" v="3582" actId="14100"/>
          <ac:spMkLst>
            <pc:docMk/>
            <pc:sldMk cId="0" sldId="433"/>
            <ac:spMk id="31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20:32.136" v="81" actId="164"/>
          <ac:spMkLst>
            <pc:docMk/>
            <pc:sldMk cId="0" sldId="433"/>
            <ac:spMk id="32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6:00:22.358" v="3486" actId="1037"/>
          <ac:spMkLst>
            <pc:docMk/>
            <pc:sldMk cId="0" sldId="433"/>
            <ac:spMk id="33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20:32.136" v="81" actId="164"/>
          <ac:spMkLst>
            <pc:docMk/>
            <pc:sldMk cId="0" sldId="433"/>
            <ac:spMk id="34" creationId="{00000000-0000-0000-0000-000000000000}"/>
          </ac:spMkLst>
        </pc:spChg>
        <pc:spChg chg="mod ord">
          <ac:chgData name="Aayah Abdulhakeem Kamkar" userId="fe09df7a-02cc-4ebc-a782-b5294a02ed9d" providerId="ADAL" clId="{1C280E7A-D203-4910-B04F-81743BA7246E}" dt="2026-07-19T16:06:13.632" v="4117"/>
          <ac:spMkLst>
            <pc:docMk/>
            <pc:sldMk cId="0" sldId="433"/>
            <ac:spMk id="35" creationId="{00000000-0000-0000-0000-000000000000}"/>
          </ac:spMkLst>
        </pc:spChg>
        <pc:spChg chg="mod ord">
          <ac:chgData name="Aayah Abdulhakeem Kamkar" userId="fe09df7a-02cc-4ebc-a782-b5294a02ed9d" providerId="ADAL" clId="{1C280E7A-D203-4910-B04F-81743BA7246E}" dt="2026-07-19T16:06:13.632" v="4119"/>
          <ac:spMkLst>
            <pc:docMk/>
            <pc:sldMk cId="0" sldId="433"/>
            <ac:spMk id="36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22:09.800" v="104"/>
          <ac:spMkLst>
            <pc:docMk/>
            <pc:sldMk cId="0" sldId="433"/>
            <ac:spMk id="37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6:01:58.705" v="3529" actId="20577"/>
          <ac:spMkLst>
            <pc:docMk/>
            <pc:sldMk cId="0" sldId="433"/>
            <ac:spMk id="38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22:09.800" v="104"/>
          <ac:spMkLst>
            <pc:docMk/>
            <pc:sldMk cId="0" sldId="433"/>
            <ac:spMk id="39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22:09.800" v="104"/>
          <ac:spMkLst>
            <pc:docMk/>
            <pc:sldMk cId="0" sldId="433"/>
            <ac:spMk id="40" creationId="{00000000-0000-0000-0000-000000000000}"/>
          </ac:spMkLst>
        </pc:spChg>
        <pc:spChg chg="mod topLvl">
          <ac:chgData name="Aayah Abdulhakeem Kamkar" userId="fe09df7a-02cc-4ebc-a782-b5294a02ed9d" providerId="ADAL" clId="{1C280E7A-D203-4910-B04F-81743BA7246E}" dt="2026-07-19T14:21:47.850" v="99" actId="164"/>
          <ac:spMkLst>
            <pc:docMk/>
            <pc:sldMk cId="0" sldId="433"/>
            <ac:spMk id="41" creationId="{00000000-0000-0000-0000-000000000000}"/>
          </ac:spMkLst>
        </pc:spChg>
        <pc:spChg chg="mod topLvl">
          <ac:chgData name="Aayah Abdulhakeem Kamkar" userId="fe09df7a-02cc-4ebc-a782-b5294a02ed9d" providerId="ADAL" clId="{1C280E7A-D203-4910-B04F-81743BA7246E}" dt="2026-07-19T14:21:47.850" v="99" actId="164"/>
          <ac:spMkLst>
            <pc:docMk/>
            <pc:sldMk cId="0" sldId="433"/>
            <ac:spMk id="42" creationId="{00000000-0000-0000-0000-000000000000}"/>
          </ac:spMkLst>
        </pc:spChg>
        <pc:spChg chg="mod topLvl">
          <ac:chgData name="Aayah Abdulhakeem Kamkar" userId="fe09df7a-02cc-4ebc-a782-b5294a02ed9d" providerId="ADAL" clId="{1C280E7A-D203-4910-B04F-81743BA7246E}" dt="2026-07-19T14:21:47.850" v="99" actId="164"/>
          <ac:spMkLst>
            <pc:docMk/>
            <pc:sldMk cId="0" sldId="433"/>
            <ac:spMk id="43" creationId="{00000000-0000-0000-0000-000000000000}"/>
          </ac:spMkLst>
        </pc:spChg>
        <pc:spChg chg="mod topLvl">
          <ac:chgData name="Aayah Abdulhakeem Kamkar" userId="fe09df7a-02cc-4ebc-a782-b5294a02ed9d" providerId="ADAL" clId="{1C280E7A-D203-4910-B04F-81743BA7246E}" dt="2026-07-19T14:21:47.850" v="99" actId="164"/>
          <ac:spMkLst>
            <pc:docMk/>
            <pc:sldMk cId="0" sldId="433"/>
            <ac:spMk id="44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21:29.831" v="96" actId="164"/>
          <ac:spMkLst>
            <pc:docMk/>
            <pc:sldMk cId="0" sldId="433"/>
            <ac:spMk id="45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6:01:54.172" v="3526" actId="20577"/>
          <ac:spMkLst>
            <pc:docMk/>
            <pc:sldMk cId="0" sldId="433"/>
            <ac:spMk id="46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21:29.831" v="96" actId="164"/>
          <ac:spMkLst>
            <pc:docMk/>
            <pc:sldMk cId="0" sldId="433"/>
            <ac:spMk id="47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6:02:35.094" v="3558" actId="14100"/>
          <ac:spMkLst>
            <pc:docMk/>
            <pc:sldMk cId="0" sldId="433"/>
            <ac:spMk id="48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22:03.730" v="102"/>
          <ac:spMkLst>
            <pc:docMk/>
            <pc:sldMk cId="0" sldId="433"/>
            <ac:spMk id="49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22:03.730" v="102"/>
          <ac:spMkLst>
            <pc:docMk/>
            <pc:sldMk cId="0" sldId="433"/>
            <ac:spMk id="50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22:03.730" v="102"/>
          <ac:spMkLst>
            <pc:docMk/>
            <pc:sldMk cId="0" sldId="433"/>
            <ac:spMk id="51" creationId="{00000000-0000-0000-0000-000000000000}"/>
          </ac:spMkLst>
        </pc:spChg>
        <pc:spChg chg="mod ord">
          <ac:chgData name="Aayah Abdulhakeem Kamkar" userId="fe09df7a-02cc-4ebc-a782-b5294a02ed9d" providerId="ADAL" clId="{1C280E7A-D203-4910-B04F-81743BA7246E}" dt="2026-07-19T16:06:13.635" v="4127"/>
          <ac:spMkLst>
            <pc:docMk/>
            <pc:sldMk cId="0" sldId="433"/>
            <ac:spMk id="52" creationId="{00000000-0000-0000-0000-000000000000}"/>
          </ac:spMkLst>
        </pc:spChg>
        <pc:spChg chg="mod ord">
          <ac:chgData name="Aayah Abdulhakeem Kamkar" userId="fe09df7a-02cc-4ebc-a782-b5294a02ed9d" providerId="ADAL" clId="{1C280E7A-D203-4910-B04F-81743BA7246E}" dt="2026-07-19T16:06:13.635" v="4129"/>
          <ac:spMkLst>
            <pc:docMk/>
            <pc:sldMk cId="0" sldId="433"/>
            <ac:spMk id="53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23:16.697" v="117"/>
          <ac:spMkLst>
            <pc:docMk/>
            <pc:sldMk cId="0" sldId="433"/>
            <ac:spMk id="54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6:03:29.135" v="3596" actId="20577"/>
          <ac:spMkLst>
            <pc:docMk/>
            <pc:sldMk cId="0" sldId="433"/>
            <ac:spMk id="55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23:07.416" v="114"/>
          <ac:spMkLst>
            <pc:docMk/>
            <pc:sldMk cId="0" sldId="433"/>
            <ac:spMk id="56" creationId="{00000000-0000-0000-0000-000000000000}"/>
          </ac:spMkLst>
        </pc:spChg>
        <pc:spChg chg="mod topLvl">
          <ac:chgData name="Aayah Abdulhakeem Kamkar" userId="fe09df7a-02cc-4ebc-a782-b5294a02ed9d" providerId="ADAL" clId="{1C280E7A-D203-4910-B04F-81743BA7246E}" dt="2026-07-19T16:03:48.865" v="3653" actId="14100"/>
          <ac:spMkLst>
            <pc:docMk/>
            <pc:sldMk cId="0" sldId="433"/>
            <ac:spMk id="57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23:07.416" v="114"/>
          <ac:spMkLst>
            <pc:docMk/>
            <pc:sldMk cId="0" sldId="433"/>
            <ac:spMk id="58" creationId="{00000000-0000-0000-0000-000000000000}"/>
          </ac:spMkLst>
        </pc:spChg>
        <pc:spChg chg="mod ord">
          <ac:chgData name="Aayah Abdulhakeem Kamkar" userId="fe09df7a-02cc-4ebc-a782-b5294a02ed9d" providerId="ADAL" clId="{1C280E7A-D203-4910-B04F-81743BA7246E}" dt="2026-07-19T16:06:13.635" v="4131"/>
          <ac:spMkLst>
            <pc:docMk/>
            <pc:sldMk cId="0" sldId="433"/>
            <ac:spMk id="59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23:07.416" v="114"/>
          <ac:spMkLst>
            <pc:docMk/>
            <pc:sldMk cId="0" sldId="433"/>
            <ac:spMk id="60" creationId="{00000000-0000-0000-0000-000000000000}"/>
          </ac:spMkLst>
        </pc:spChg>
        <pc:spChg chg="mod ord">
          <ac:chgData name="Aayah Abdulhakeem Kamkar" userId="fe09df7a-02cc-4ebc-a782-b5294a02ed9d" providerId="ADAL" clId="{1C280E7A-D203-4910-B04F-81743BA7246E}" dt="2026-07-19T16:06:13.635" v="4133"/>
          <ac:spMkLst>
            <pc:docMk/>
            <pc:sldMk cId="0" sldId="433"/>
            <ac:spMk id="63" creationId="{00000000-0000-0000-0000-000000000000}"/>
          </ac:spMkLst>
        </pc:spChg>
        <pc:spChg chg="mod ord">
          <ac:chgData name="Aayah Abdulhakeem Kamkar" userId="fe09df7a-02cc-4ebc-a782-b5294a02ed9d" providerId="ADAL" clId="{1C280E7A-D203-4910-B04F-81743BA7246E}" dt="2026-07-19T16:06:13.635" v="4135"/>
          <ac:spMkLst>
            <pc:docMk/>
            <pc:sldMk cId="0" sldId="433"/>
            <ac:spMk id="64" creationId="{00000000-0000-0000-0000-000000000000}"/>
          </ac:spMkLst>
        </pc:spChg>
        <pc:spChg chg="mod ord">
          <ac:chgData name="Aayah Abdulhakeem Kamkar" userId="fe09df7a-02cc-4ebc-a782-b5294a02ed9d" providerId="ADAL" clId="{1C280E7A-D203-4910-B04F-81743BA7246E}" dt="2026-07-19T16:06:13.635" v="4137"/>
          <ac:spMkLst>
            <pc:docMk/>
            <pc:sldMk cId="0" sldId="433"/>
            <ac:spMk id="65" creationId="{00000000-0000-0000-0000-000000000000}"/>
          </ac:spMkLst>
        </pc:spChg>
        <pc:spChg chg="del mod ord">
          <ac:chgData name="Aayah Abdulhakeem Kamkar" userId="fe09df7a-02cc-4ebc-a782-b5294a02ed9d" providerId="ADAL" clId="{1C280E7A-D203-4910-B04F-81743BA7246E}" dt="2026-07-19T15:42:46.126" v="543" actId="478"/>
          <ac:spMkLst>
            <pc:docMk/>
            <pc:sldMk cId="0" sldId="433"/>
            <ac:spMk id="66" creationId="{00000000-0000-0000-0000-000000000000}"/>
          </ac:spMkLst>
        </pc:spChg>
        <pc:spChg chg="del mod ord">
          <ac:chgData name="Aayah Abdulhakeem Kamkar" userId="fe09df7a-02cc-4ebc-a782-b5294a02ed9d" providerId="ADAL" clId="{1C280E7A-D203-4910-B04F-81743BA7246E}" dt="2026-07-19T15:42:49.725" v="545" actId="478"/>
          <ac:spMkLst>
            <pc:docMk/>
            <pc:sldMk cId="0" sldId="433"/>
            <ac:spMk id="67" creationId="{00000000-0000-0000-0000-000000000000}"/>
          </ac:spMkLst>
        </pc:spChg>
        <pc:spChg chg="mod ord">
          <ac:chgData name="Aayah Abdulhakeem Kamkar" userId="fe09df7a-02cc-4ebc-a782-b5294a02ed9d" providerId="ADAL" clId="{1C280E7A-D203-4910-B04F-81743BA7246E}" dt="2026-07-19T15:43:00.614" v="546" actId="164"/>
          <ac:spMkLst>
            <pc:docMk/>
            <pc:sldMk cId="0" sldId="433"/>
            <ac:spMk id="68" creationId="{00000000-0000-0000-0000-000000000000}"/>
          </ac:spMkLst>
        </pc:spChg>
        <pc:spChg chg="mod ord">
          <ac:chgData name="Aayah Abdulhakeem Kamkar" userId="fe09df7a-02cc-4ebc-a782-b5294a02ed9d" providerId="ADAL" clId="{1C280E7A-D203-4910-B04F-81743BA7246E}" dt="2026-07-19T15:43:16.725" v="552" actId="20577"/>
          <ac:spMkLst>
            <pc:docMk/>
            <pc:sldMk cId="0" sldId="433"/>
            <ac:spMk id="69" creationId="{00000000-0000-0000-0000-000000000000}"/>
          </ac:spMkLst>
        </pc:spChg>
        <pc:spChg chg="mod ord">
          <ac:chgData name="Aayah Abdulhakeem Kamkar" userId="fe09df7a-02cc-4ebc-a782-b5294a02ed9d" providerId="ADAL" clId="{1C280E7A-D203-4910-B04F-81743BA7246E}" dt="2026-07-19T16:06:13.638" v="4141"/>
          <ac:spMkLst>
            <pc:docMk/>
            <pc:sldMk cId="0" sldId="433"/>
            <ac:spMk id="70" creationId="{00000000-0000-0000-0000-000000000000}"/>
          </ac:spMkLst>
        </pc:spChg>
        <pc:spChg chg="mod ord">
          <ac:chgData name="Aayah Abdulhakeem Kamkar" userId="fe09df7a-02cc-4ebc-a782-b5294a02ed9d" providerId="ADAL" clId="{1C280E7A-D203-4910-B04F-81743BA7246E}" dt="2026-07-19T16:06:13.638" v="4143"/>
          <ac:spMkLst>
            <pc:docMk/>
            <pc:sldMk cId="0" sldId="433"/>
            <ac:spMk id="71" creationId="{00000000-0000-0000-0000-000000000000}"/>
          </ac:spMkLst>
        </pc:spChg>
        <pc:spChg chg="mod ord">
          <ac:chgData name="Aayah Abdulhakeem Kamkar" userId="fe09df7a-02cc-4ebc-a782-b5294a02ed9d" providerId="ADAL" clId="{1C280E7A-D203-4910-B04F-81743BA7246E}" dt="2026-07-19T16:06:13.638" v="4145"/>
          <ac:spMkLst>
            <pc:docMk/>
            <pc:sldMk cId="0" sldId="433"/>
            <ac:spMk id="72" creationId="{00000000-0000-0000-0000-000000000000}"/>
          </ac:spMkLst>
        </pc:spChg>
        <pc:spChg chg="mod ord">
          <ac:chgData name="Aayah Abdulhakeem Kamkar" userId="fe09df7a-02cc-4ebc-a782-b5294a02ed9d" providerId="ADAL" clId="{1C280E7A-D203-4910-B04F-81743BA7246E}" dt="2026-07-19T16:06:13.638" v="4147"/>
          <ac:spMkLst>
            <pc:docMk/>
            <pc:sldMk cId="0" sldId="433"/>
            <ac:spMk id="74" creationId="{00000000-0000-0000-0000-000000000000}"/>
          </ac:spMkLst>
        </pc:spChg>
        <pc:spChg chg="mod ord">
          <ac:chgData name="Aayah Abdulhakeem Kamkar" userId="fe09df7a-02cc-4ebc-a782-b5294a02ed9d" providerId="ADAL" clId="{1C280E7A-D203-4910-B04F-81743BA7246E}" dt="2026-07-19T16:06:13.638" v="4149"/>
          <ac:spMkLst>
            <pc:docMk/>
            <pc:sldMk cId="0" sldId="433"/>
            <ac:spMk id="77" creationId="{00000000-0000-0000-0000-000000000000}"/>
          </ac:spMkLst>
        </pc:spChg>
        <pc:spChg chg="mod ord">
          <ac:chgData name="Aayah Abdulhakeem Kamkar" userId="fe09df7a-02cc-4ebc-a782-b5294a02ed9d" providerId="ADAL" clId="{1C280E7A-D203-4910-B04F-81743BA7246E}" dt="2026-07-19T16:06:29.924" v="4214" actId="20577"/>
          <ac:spMkLst>
            <pc:docMk/>
            <pc:sldMk cId="0" sldId="433"/>
            <ac:spMk id="78" creationId="{00000000-0000-0000-0000-000000000000}"/>
          </ac:spMkLst>
        </pc:spChg>
        <pc:spChg chg="mod ord">
          <ac:chgData name="Aayah Abdulhakeem Kamkar" userId="fe09df7a-02cc-4ebc-a782-b5294a02ed9d" providerId="ADAL" clId="{1C280E7A-D203-4910-B04F-81743BA7246E}" dt="2026-07-19T16:06:13.638" v="4153"/>
          <ac:spMkLst>
            <pc:docMk/>
            <pc:sldMk cId="0" sldId="433"/>
            <ac:spMk id="79" creationId="{00000000-0000-0000-0000-000000000000}"/>
          </ac:spMkLst>
        </pc:spChg>
        <pc:spChg chg="mod ord">
          <ac:chgData name="Aayah Abdulhakeem Kamkar" userId="fe09df7a-02cc-4ebc-a782-b5294a02ed9d" providerId="ADAL" clId="{1C280E7A-D203-4910-B04F-81743BA7246E}" dt="2026-07-19T16:06:13.644" v="4155"/>
          <ac:spMkLst>
            <pc:docMk/>
            <pc:sldMk cId="0" sldId="433"/>
            <ac:spMk id="80" creationId="{00000000-0000-0000-0000-000000000000}"/>
          </ac:spMkLst>
        </pc:spChg>
        <pc:spChg chg="mod ord">
          <ac:chgData name="Aayah Abdulhakeem Kamkar" userId="fe09df7a-02cc-4ebc-a782-b5294a02ed9d" providerId="ADAL" clId="{1C280E7A-D203-4910-B04F-81743BA7246E}" dt="2026-07-19T16:06:26.449" v="4212" actId="20577"/>
          <ac:spMkLst>
            <pc:docMk/>
            <pc:sldMk cId="0" sldId="433"/>
            <ac:spMk id="81" creationId="{00000000-0000-0000-0000-000000000000}"/>
          </ac:spMkLst>
        </pc:spChg>
        <pc:spChg chg="mod ord">
          <ac:chgData name="Aayah Abdulhakeem Kamkar" userId="fe09df7a-02cc-4ebc-a782-b5294a02ed9d" providerId="ADAL" clId="{1C280E7A-D203-4910-B04F-81743BA7246E}" dt="2026-07-19T16:06:13.644" v="4159"/>
          <ac:spMkLst>
            <pc:docMk/>
            <pc:sldMk cId="0" sldId="433"/>
            <ac:spMk id="82" creationId="{00000000-0000-0000-0000-000000000000}"/>
          </ac:spMkLst>
        </pc:spChg>
        <pc:spChg chg="mod ord">
          <ac:chgData name="Aayah Abdulhakeem Kamkar" userId="fe09df7a-02cc-4ebc-a782-b5294a02ed9d" providerId="ADAL" clId="{1C280E7A-D203-4910-B04F-81743BA7246E}" dt="2026-07-19T16:06:13.646" v="4161"/>
          <ac:spMkLst>
            <pc:docMk/>
            <pc:sldMk cId="0" sldId="433"/>
            <ac:spMk id="83" creationId="{00000000-0000-0000-0000-000000000000}"/>
          </ac:spMkLst>
        </pc:spChg>
        <pc:spChg chg="mod ord">
          <ac:chgData name="Aayah Abdulhakeem Kamkar" userId="fe09df7a-02cc-4ebc-a782-b5294a02ed9d" providerId="ADAL" clId="{1C280E7A-D203-4910-B04F-81743BA7246E}" dt="2026-07-19T16:06:13.646" v="4163"/>
          <ac:spMkLst>
            <pc:docMk/>
            <pc:sldMk cId="0" sldId="433"/>
            <ac:spMk id="84" creationId="{00000000-0000-0000-0000-000000000000}"/>
          </ac:spMkLst>
        </pc:spChg>
        <pc:spChg chg="mod ord">
          <ac:chgData name="Aayah Abdulhakeem Kamkar" userId="fe09df7a-02cc-4ebc-a782-b5294a02ed9d" providerId="ADAL" clId="{1C280E7A-D203-4910-B04F-81743BA7246E}" dt="2026-07-19T16:06:13.648" v="4165"/>
          <ac:spMkLst>
            <pc:docMk/>
            <pc:sldMk cId="0" sldId="433"/>
            <ac:spMk id="85" creationId="{00000000-0000-0000-0000-000000000000}"/>
          </ac:spMkLst>
        </pc:spChg>
        <pc:spChg chg="mod ord">
          <ac:chgData name="Aayah Abdulhakeem Kamkar" userId="fe09df7a-02cc-4ebc-a782-b5294a02ed9d" providerId="ADAL" clId="{1C280E7A-D203-4910-B04F-81743BA7246E}" dt="2026-07-19T16:06:13.648" v="4167"/>
          <ac:spMkLst>
            <pc:docMk/>
            <pc:sldMk cId="0" sldId="433"/>
            <ac:spMk id="86" creationId="{00000000-0000-0000-0000-000000000000}"/>
          </ac:spMkLst>
        </pc:spChg>
        <pc:spChg chg="mod ord">
          <ac:chgData name="Aayah Abdulhakeem Kamkar" userId="fe09df7a-02cc-4ebc-a782-b5294a02ed9d" providerId="ADAL" clId="{1C280E7A-D203-4910-B04F-81743BA7246E}" dt="2026-07-19T16:06:13.649" v="4169"/>
          <ac:spMkLst>
            <pc:docMk/>
            <pc:sldMk cId="0" sldId="433"/>
            <ac:spMk id="88" creationId="{00000000-0000-0000-0000-000000000000}"/>
          </ac:spMkLst>
        </pc:spChg>
        <pc:spChg chg="mod ord">
          <ac:chgData name="Aayah Abdulhakeem Kamkar" userId="fe09df7a-02cc-4ebc-a782-b5294a02ed9d" providerId="ADAL" clId="{1C280E7A-D203-4910-B04F-81743BA7246E}" dt="2026-07-19T16:06:13.649" v="4171"/>
          <ac:spMkLst>
            <pc:docMk/>
            <pc:sldMk cId="0" sldId="433"/>
            <ac:spMk id="89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6:06:13.651" v="4174"/>
          <ac:spMkLst>
            <pc:docMk/>
            <pc:sldMk cId="0" sldId="433"/>
            <ac:spMk id="91" creationId="{6D4CB4C1-6190-AD4A-CA19-3B7D27694E4C}"/>
          </ac:spMkLst>
        </pc:spChg>
        <pc:spChg chg="add del mod modVis">
          <ac:chgData name="Aayah Abdulhakeem Kamkar" userId="fe09df7a-02cc-4ebc-a782-b5294a02ed9d" providerId="ADAL" clId="{1C280E7A-D203-4910-B04F-81743BA7246E}" dt="2026-07-19T14:23:24.415" v="473"/>
          <ac:spMkLst>
            <pc:docMk/>
            <pc:sldMk cId="0" sldId="433"/>
            <ac:spMk id="92" creationId="{D3B7AFB6-756C-707F-0CD0-7BC9B8149209}"/>
          </ac:spMkLst>
        </pc:spChg>
        <pc:spChg chg="del mod">
          <ac:chgData name="Aayah Abdulhakeem Kamkar" userId="fe09df7a-02cc-4ebc-a782-b5294a02ed9d" providerId="ADAL" clId="{1C280E7A-D203-4910-B04F-81743BA7246E}" dt="2026-07-19T15:44:05.261" v="912"/>
          <ac:spMkLst>
            <pc:docMk/>
            <pc:sldMk cId="0" sldId="433"/>
            <ac:spMk id="93" creationId="{086CD0A8-609E-7C36-CFC7-E8BB75D24D3C}"/>
          </ac:spMkLst>
        </pc:spChg>
        <pc:spChg chg="mod">
          <ac:chgData name="Aayah Abdulhakeem Kamkar" userId="fe09df7a-02cc-4ebc-a782-b5294a02ed9d" providerId="ADAL" clId="{1C280E7A-D203-4910-B04F-81743BA7246E}" dt="2026-07-19T16:06:13.656" v="4180"/>
          <ac:spMkLst>
            <pc:docMk/>
            <pc:sldMk cId="0" sldId="433"/>
            <ac:spMk id="94" creationId="{FF0307C4-0A8F-8213-492F-A54CDC82D3BD}"/>
          </ac:spMkLst>
        </pc:spChg>
        <pc:spChg chg="mod">
          <ac:chgData name="Aayah Abdulhakeem Kamkar" userId="fe09df7a-02cc-4ebc-a782-b5294a02ed9d" providerId="ADAL" clId="{1C280E7A-D203-4910-B04F-81743BA7246E}" dt="2026-07-19T16:06:13.656" v="4181"/>
          <ac:spMkLst>
            <pc:docMk/>
            <pc:sldMk cId="0" sldId="433"/>
            <ac:spMk id="95" creationId="{FEA027E9-BA98-07AB-2786-A099BE80C4D0}"/>
          </ac:spMkLst>
        </pc:spChg>
        <pc:spChg chg="del mod">
          <ac:chgData name="Aayah Abdulhakeem Kamkar" userId="fe09df7a-02cc-4ebc-a782-b5294a02ed9d" providerId="ADAL" clId="{1C280E7A-D203-4910-B04F-81743BA7246E}" dt="2026-07-19T15:43:53.226" v="683"/>
          <ac:spMkLst>
            <pc:docMk/>
            <pc:sldMk cId="0" sldId="433"/>
            <ac:spMk id="96" creationId="{BA36619C-657D-B618-B95D-498C2676B49A}"/>
          </ac:spMkLst>
        </pc:spChg>
        <pc:spChg chg="mod">
          <ac:chgData name="Aayah Abdulhakeem Kamkar" userId="fe09df7a-02cc-4ebc-a782-b5294a02ed9d" providerId="ADAL" clId="{1C280E7A-D203-4910-B04F-81743BA7246E}" dt="2026-07-19T16:06:13.658" v="4182"/>
          <ac:spMkLst>
            <pc:docMk/>
            <pc:sldMk cId="0" sldId="433"/>
            <ac:spMk id="97" creationId="{72923B4D-916E-C13F-2EC9-AD6E4EA71D7C}"/>
          </ac:spMkLst>
        </pc:spChg>
        <pc:spChg chg="del mod">
          <ac:chgData name="Aayah Abdulhakeem Kamkar" userId="fe09df7a-02cc-4ebc-a782-b5294a02ed9d" providerId="ADAL" clId="{1C280E7A-D203-4910-B04F-81743BA7246E}" dt="2026-07-19T15:43:53.254" v="705"/>
          <ac:spMkLst>
            <pc:docMk/>
            <pc:sldMk cId="0" sldId="433"/>
            <ac:spMk id="98" creationId="{3DC6BCD2-A5D5-3614-B58D-84DC09F7525E}"/>
          </ac:spMkLst>
        </pc:spChg>
        <pc:spChg chg="mod">
          <ac:chgData name="Aayah Abdulhakeem Kamkar" userId="fe09df7a-02cc-4ebc-a782-b5294a02ed9d" providerId="ADAL" clId="{1C280E7A-D203-4910-B04F-81743BA7246E}" dt="2026-07-19T16:06:13.658" v="4183"/>
          <ac:spMkLst>
            <pc:docMk/>
            <pc:sldMk cId="0" sldId="433"/>
            <ac:spMk id="99" creationId="{AC956C67-8A1B-B574-5436-0BF430AEBB89}"/>
          </ac:spMkLst>
        </pc:spChg>
        <pc:spChg chg="del mod">
          <ac:chgData name="Aayah Abdulhakeem Kamkar" userId="fe09df7a-02cc-4ebc-a782-b5294a02ed9d" providerId="ADAL" clId="{1C280E7A-D203-4910-B04F-81743BA7246E}" dt="2026-07-19T15:44:05.113" v="887"/>
          <ac:spMkLst>
            <pc:docMk/>
            <pc:sldMk cId="0" sldId="433"/>
            <ac:spMk id="100" creationId="{F9DE2545-3E5E-E339-2BCF-3E63F22F26E5}"/>
          </ac:spMkLst>
        </pc:spChg>
        <pc:spChg chg="del mod">
          <ac:chgData name="Aayah Abdulhakeem Kamkar" userId="fe09df7a-02cc-4ebc-a782-b5294a02ed9d" providerId="ADAL" clId="{1C280E7A-D203-4910-B04F-81743BA7246E}" dt="2026-07-19T15:44:05.113" v="888"/>
          <ac:spMkLst>
            <pc:docMk/>
            <pc:sldMk cId="0" sldId="433"/>
            <ac:spMk id="101" creationId="{5DBB1E59-18C4-818E-C4CE-9FA0CF3E94F6}"/>
          </ac:spMkLst>
        </pc:spChg>
        <pc:spChg chg="del mod">
          <ac:chgData name="Aayah Abdulhakeem Kamkar" userId="fe09df7a-02cc-4ebc-a782-b5294a02ed9d" providerId="ADAL" clId="{1C280E7A-D203-4910-B04F-81743BA7246E}" dt="2026-07-19T15:44:05.113" v="889"/>
          <ac:spMkLst>
            <pc:docMk/>
            <pc:sldMk cId="0" sldId="433"/>
            <ac:spMk id="102" creationId="{532E0A81-F951-0577-FEC3-CE35F26888D5}"/>
          </ac:spMkLst>
        </pc:spChg>
        <pc:spChg chg="del mod">
          <ac:chgData name="Aayah Abdulhakeem Kamkar" userId="fe09df7a-02cc-4ebc-a782-b5294a02ed9d" providerId="ADAL" clId="{1C280E7A-D203-4910-B04F-81743BA7246E}" dt="2026-07-19T15:44:05.116" v="890"/>
          <ac:spMkLst>
            <pc:docMk/>
            <pc:sldMk cId="0" sldId="433"/>
            <ac:spMk id="103" creationId="{DF5B8A79-3715-2AB4-ECC4-88F51EB3CE4F}"/>
          </ac:spMkLst>
        </pc:spChg>
        <pc:spChg chg="del mod">
          <ac:chgData name="Aayah Abdulhakeem Kamkar" userId="fe09df7a-02cc-4ebc-a782-b5294a02ed9d" providerId="ADAL" clId="{1C280E7A-D203-4910-B04F-81743BA7246E}" dt="2026-07-19T15:44:05.116" v="891"/>
          <ac:spMkLst>
            <pc:docMk/>
            <pc:sldMk cId="0" sldId="433"/>
            <ac:spMk id="104" creationId="{7F34A119-7E2E-6E07-A059-2ED435628692}"/>
          </ac:spMkLst>
        </pc:spChg>
        <pc:spChg chg="add del mod ord">
          <ac:chgData name="Aayah Abdulhakeem Kamkar" userId="fe09df7a-02cc-4ebc-a782-b5294a02ed9d" providerId="ADAL" clId="{1C280E7A-D203-4910-B04F-81743BA7246E}" dt="2026-07-19T15:51:13.741" v="3453" actId="478"/>
          <ac:spMkLst>
            <pc:docMk/>
            <pc:sldMk cId="0" sldId="433"/>
            <ac:spMk id="107" creationId="{747185A9-1FFA-B855-DB9A-3B460A950C67}"/>
          </ac:spMkLst>
        </pc:spChg>
        <pc:spChg chg="add del mod ord">
          <ac:chgData name="Aayah Abdulhakeem Kamkar" userId="fe09df7a-02cc-4ebc-a782-b5294a02ed9d" providerId="ADAL" clId="{1C280E7A-D203-4910-B04F-81743BA7246E}" dt="2026-07-19T16:06:18.381" v="4210" actId="478"/>
          <ac:spMkLst>
            <pc:docMk/>
            <pc:sldMk cId="0" sldId="433"/>
            <ac:spMk id="108" creationId="{AEE76EF7-05EC-A346-A75D-4D7A890630C5}"/>
          </ac:spMkLst>
        </pc:spChg>
        <pc:spChg chg="add del mod">
          <ac:chgData name="Aayah Abdulhakeem Kamkar" userId="fe09df7a-02cc-4ebc-a782-b5294a02ed9d" providerId="ADAL" clId="{1C280E7A-D203-4910-B04F-81743BA7246E}" dt="2026-07-19T15:42:02.629" v="527" actId="478"/>
          <ac:spMkLst>
            <pc:docMk/>
            <pc:sldMk cId="0" sldId="433"/>
            <ac:spMk id="109" creationId="{C589486F-D369-053B-49F8-7ED7D30318BF}"/>
          </ac:spMkLst>
        </pc:spChg>
        <pc:spChg chg="add del mod">
          <ac:chgData name="Aayah Abdulhakeem Kamkar" userId="fe09df7a-02cc-4ebc-a782-b5294a02ed9d" providerId="ADAL" clId="{1C280E7A-D203-4910-B04F-81743BA7246E}" dt="2026-07-19T15:41:19.015" v="525" actId="478"/>
          <ac:spMkLst>
            <pc:docMk/>
            <pc:sldMk cId="0" sldId="433"/>
            <ac:spMk id="110" creationId="{ACCE1983-32D4-CB37-33DD-3530DE676DB4}"/>
          </ac:spMkLst>
        </pc:spChg>
        <pc:spChg chg="del mod">
          <ac:chgData name="Aayah Abdulhakeem Kamkar" userId="fe09df7a-02cc-4ebc-a782-b5294a02ed9d" providerId="ADAL" clId="{1C280E7A-D203-4910-B04F-81743BA7246E}" dt="2026-07-19T15:44:05.264" v="916"/>
          <ac:spMkLst>
            <pc:docMk/>
            <pc:sldMk cId="0" sldId="433"/>
            <ac:spMk id="112" creationId="{5DDA1813-29F1-2337-B690-E7EA8BC3BA02}"/>
          </ac:spMkLst>
        </pc:spChg>
        <pc:spChg chg="del mod">
          <ac:chgData name="Aayah Abdulhakeem Kamkar" userId="fe09df7a-02cc-4ebc-a782-b5294a02ed9d" providerId="ADAL" clId="{1C280E7A-D203-4910-B04F-81743BA7246E}" dt="2026-07-19T15:44:05.263" v="915"/>
          <ac:spMkLst>
            <pc:docMk/>
            <pc:sldMk cId="0" sldId="433"/>
            <ac:spMk id="113" creationId="{4C8193D6-528A-C297-5C3F-D19981697253}"/>
          </ac:spMkLst>
        </pc:spChg>
        <pc:spChg chg="del mod">
          <ac:chgData name="Aayah Abdulhakeem Kamkar" userId="fe09df7a-02cc-4ebc-a782-b5294a02ed9d" providerId="ADAL" clId="{1C280E7A-D203-4910-B04F-81743BA7246E}" dt="2026-07-19T15:44:05.263" v="914"/>
          <ac:spMkLst>
            <pc:docMk/>
            <pc:sldMk cId="0" sldId="433"/>
            <ac:spMk id="114" creationId="{3E17EF80-CF10-C58C-3540-943F9E665722}"/>
          </ac:spMkLst>
        </pc:spChg>
        <pc:spChg chg="del mod">
          <ac:chgData name="Aayah Abdulhakeem Kamkar" userId="fe09df7a-02cc-4ebc-a782-b5294a02ed9d" providerId="ADAL" clId="{1C280E7A-D203-4910-B04F-81743BA7246E}" dt="2026-07-19T15:44:05.262" v="913"/>
          <ac:spMkLst>
            <pc:docMk/>
            <pc:sldMk cId="0" sldId="433"/>
            <ac:spMk id="115" creationId="{DC0AAE73-38F7-7752-E28A-15145022DDCE}"/>
          </ac:spMkLst>
        </pc:spChg>
        <pc:spChg chg="add mod">
          <ac:chgData name="Aayah Abdulhakeem Kamkar" userId="fe09df7a-02cc-4ebc-a782-b5294a02ed9d" providerId="ADAL" clId="{1C280E7A-D203-4910-B04F-81743BA7246E}" dt="2026-07-19T16:06:13.658" v="4184"/>
          <ac:spMkLst>
            <pc:docMk/>
            <pc:sldMk cId="0" sldId="433"/>
            <ac:spMk id="116" creationId="{406026C6-F6D1-CC62-E4C8-D87EA9E39864}"/>
          </ac:spMkLst>
        </pc:spChg>
        <pc:spChg chg="add mod">
          <ac:chgData name="Aayah Abdulhakeem Kamkar" userId="fe09df7a-02cc-4ebc-a782-b5294a02ed9d" providerId="ADAL" clId="{1C280E7A-D203-4910-B04F-81743BA7246E}" dt="2026-07-19T16:06:13.658" v="4185"/>
          <ac:spMkLst>
            <pc:docMk/>
            <pc:sldMk cId="0" sldId="433"/>
            <ac:spMk id="117" creationId="{D1571AD7-ADA0-69ED-30D6-680242594208}"/>
          </ac:spMkLst>
        </pc:spChg>
        <pc:spChg chg="add mod">
          <ac:chgData name="Aayah Abdulhakeem Kamkar" userId="fe09df7a-02cc-4ebc-a782-b5294a02ed9d" providerId="ADAL" clId="{1C280E7A-D203-4910-B04F-81743BA7246E}" dt="2026-07-19T16:06:13.658" v="4186"/>
          <ac:spMkLst>
            <pc:docMk/>
            <pc:sldMk cId="0" sldId="433"/>
            <ac:spMk id="118" creationId="{2EC0D136-8272-6423-2B97-63C10438D71D}"/>
          </ac:spMkLst>
        </pc:spChg>
        <pc:spChg chg="add mod">
          <ac:chgData name="Aayah Abdulhakeem Kamkar" userId="fe09df7a-02cc-4ebc-a782-b5294a02ed9d" providerId="ADAL" clId="{1C280E7A-D203-4910-B04F-81743BA7246E}" dt="2026-07-19T16:06:13.658" v="4187"/>
          <ac:spMkLst>
            <pc:docMk/>
            <pc:sldMk cId="0" sldId="433"/>
            <ac:spMk id="119" creationId="{11D02D1A-7D80-DBFB-E275-034B616F1C45}"/>
          </ac:spMkLst>
        </pc:spChg>
        <pc:spChg chg="add del mod modVis">
          <ac:chgData name="Aayah Abdulhakeem Kamkar" userId="fe09df7a-02cc-4ebc-a782-b5294a02ed9d" providerId="ADAL" clId="{1C280E7A-D203-4910-B04F-81743BA7246E}" dt="2026-07-19T15:43:53.381" v="884"/>
          <ac:spMkLst>
            <pc:docMk/>
            <pc:sldMk cId="0" sldId="433"/>
            <ac:spMk id="120" creationId="{CB779FC9-A975-5F12-7128-886702760208}"/>
          </ac:spMkLst>
        </pc:spChg>
        <pc:spChg chg="add del mod modVis">
          <ac:chgData name="Aayah Abdulhakeem Kamkar" userId="fe09df7a-02cc-4ebc-a782-b5294a02ed9d" providerId="ADAL" clId="{1C280E7A-D203-4910-B04F-81743BA7246E}" dt="2026-07-19T15:44:06.031" v="1341"/>
          <ac:spMkLst>
            <pc:docMk/>
            <pc:sldMk cId="0" sldId="433"/>
            <ac:spMk id="122" creationId="{A115D746-FA27-FBF3-034B-7866F5AE3E78}"/>
          </ac:spMkLst>
        </pc:spChg>
        <pc:spChg chg="add mod">
          <ac:chgData name="Aayah Abdulhakeem Kamkar" userId="fe09df7a-02cc-4ebc-a782-b5294a02ed9d" providerId="ADAL" clId="{1C280E7A-D203-4910-B04F-81743BA7246E}" dt="2026-07-19T16:06:13.651" v="4175"/>
          <ac:spMkLst>
            <pc:docMk/>
            <pc:sldMk cId="0" sldId="433"/>
            <ac:spMk id="123" creationId="{E4AEDD05-9944-6F99-70A5-C8D520DD238E}"/>
          </ac:spMkLst>
        </pc:spChg>
        <pc:spChg chg="add mod">
          <ac:chgData name="Aayah Abdulhakeem Kamkar" userId="fe09df7a-02cc-4ebc-a782-b5294a02ed9d" providerId="ADAL" clId="{1C280E7A-D203-4910-B04F-81743BA7246E}" dt="2026-07-19T16:06:13.654" v="4176"/>
          <ac:spMkLst>
            <pc:docMk/>
            <pc:sldMk cId="0" sldId="433"/>
            <ac:spMk id="124" creationId="{E4AEDD05-9944-6F99-70A5-C8D520DD238E}"/>
          </ac:spMkLst>
        </pc:spChg>
        <pc:spChg chg="add mod">
          <ac:chgData name="Aayah Abdulhakeem Kamkar" userId="fe09df7a-02cc-4ebc-a782-b5294a02ed9d" providerId="ADAL" clId="{1C280E7A-D203-4910-B04F-81743BA7246E}" dt="2026-07-19T16:06:13.654" v="4177"/>
          <ac:spMkLst>
            <pc:docMk/>
            <pc:sldMk cId="0" sldId="433"/>
            <ac:spMk id="125" creationId="{E4AEDD05-9944-6F99-70A5-C8D520DD238E}"/>
          </ac:spMkLst>
        </pc:spChg>
        <pc:spChg chg="add mod">
          <ac:chgData name="Aayah Abdulhakeem Kamkar" userId="fe09df7a-02cc-4ebc-a782-b5294a02ed9d" providerId="ADAL" clId="{1C280E7A-D203-4910-B04F-81743BA7246E}" dt="2026-07-19T16:06:13.654" v="4178"/>
          <ac:spMkLst>
            <pc:docMk/>
            <pc:sldMk cId="0" sldId="433"/>
            <ac:spMk id="126" creationId="{E4AEDD05-9944-6F99-70A5-C8D520DD238E}"/>
          </ac:spMkLst>
        </pc:spChg>
        <pc:spChg chg="mod ord">
          <ac:chgData name="Aayah Abdulhakeem Kamkar" userId="fe09df7a-02cc-4ebc-a782-b5294a02ed9d" providerId="ADAL" clId="{1C280E7A-D203-4910-B04F-81743BA7246E}" dt="2026-07-19T16:06:13.658" v="4189"/>
          <ac:spMkLst>
            <pc:docMk/>
            <pc:sldMk cId="0" sldId="433"/>
            <ac:spMk id="127" creationId="{F02332E3-EFE1-A133-C711-40B74B7E4534}"/>
          </ac:spMkLst>
        </pc:spChg>
        <pc:spChg chg="add mod">
          <ac:chgData name="Aayah Abdulhakeem Kamkar" userId="fe09df7a-02cc-4ebc-a782-b5294a02ed9d" providerId="ADAL" clId="{1C280E7A-D203-4910-B04F-81743BA7246E}" dt="2026-07-19T16:06:13.656" v="4179"/>
          <ac:spMkLst>
            <pc:docMk/>
            <pc:sldMk cId="0" sldId="433"/>
            <ac:spMk id="128" creationId="{E4AEDD05-9944-6F99-70A5-C8D520DD238E}"/>
          </ac:spMkLst>
        </pc:spChg>
        <pc:spChg chg="add del mod">
          <ac:chgData name="Aayah Abdulhakeem Kamkar" userId="fe09df7a-02cc-4ebc-a782-b5294a02ed9d" providerId="ADAL" clId="{1C280E7A-D203-4910-B04F-81743BA7246E}" dt="2026-07-19T15:45:21.796" v="1561"/>
          <ac:spMkLst>
            <pc:docMk/>
            <pc:sldMk cId="0" sldId="433"/>
            <ac:spMk id="131" creationId="{55A9735E-1F27-2C06-2512-65E017903455}"/>
          </ac:spMkLst>
        </pc:spChg>
        <pc:spChg chg="add del mod">
          <ac:chgData name="Aayah Abdulhakeem Kamkar" userId="fe09df7a-02cc-4ebc-a782-b5294a02ed9d" providerId="ADAL" clId="{1C280E7A-D203-4910-B04F-81743BA7246E}" dt="2026-07-19T15:45:21.796" v="1563"/>
          <ac:spMkLst>
            <pc:docMk/>
            <pc:sldMk cId="0" sldId="433"/>
            <ac:spMk id="132" creationId="{85A78674-AE18-7C88-1F30-4C3E439DE2EE}"/>
          </ac:spMkLst>
        </pc:spChg>
        <pc:spChg chg="mod">
          <ac:chgData name="Aayah Abdulhakeem Kamkar" userId="fe09df7a-02cc-4ebc-a782-b5294a02ed9d" providerId="ADAL" clId="{1C280E7A-D203-4910-B04F-81743BA7246E}" dt="2026-07-19T14:20:32.136" v="81" actId="164"/>
          <ac:spMkLst>
            <pc:docMk/>
            <pc:sldMk cId="0" sldId="433"/>
            <ac:spMk id="133" creationId="{3E8D4A01-6C63-E3FD-A315-941FED6C7AF2}"/>
          </ac:spMkLst>
        </pc:spChg>
        <pc:spChg chg="add del mod">
          <ac:chgData name="Aayah Abdulhakeem Kamkar" userId="fe09df7a-02cc-4ebc-a782-b5294a02ed9d" providerId="ADAL" clId="{1C280E7A-D203-4910-B04F-81743BA7246E}" dt="2026-07-19T15:45:21.799" v="1565"/>
          <ac:spMkLst>
            <pc:docMk/>
            <pc:sldMk cId="0" sldId="433"/>
            <ac:spMk id="134" creationId="{675492C0-C6F4-E250-7944-39C35FB48020}"/>
          </ac:spMkLst>
        </pc:spChg>
        <pc:spChg chg="add del mod modVis">
          <ac:chgData name="Aayah Abdulhakeem Kamkar" userId="fe09df7a-02cc-4ebc-a782-b5294a02ed9d" providerId="ADAL" clId="{1C280E7A-D203-4910-B04F-81743BA7246E}" dt="2026-07-19T15:45:21.883" v="1694"/>
          <ac:spMkLst>
            <pc:docMk/>
            <pc:sldMk cId="0" sldId="433"/>
            <ac:spMk id="135" creationId="{D7DCF286-9598-4F17-C8FC-2377EB0E9CE1}"/>
          </ac:spMkLst>
        </pc:spChg>
        <pc:spChg chg="add del mod ord">
          <ac:chgData name="Aayah Abdulhakeem Kamkar" userId="fe09df7a-02cc-4ebc-a782-b5294a02ed9d" providerId="ADAL" clId="{1C280E7A-D203-4910-B04F-81743BA7246E}" dt="2026-07-19T15:45:41.087" v="2235"/>
          <ac:spMkLst>
            <pc:docMk/>
            <pc:sldMk cId="0" sldId="433"/>
            <ac:spMk id="137" creationId="{E4AEDD05-9944-6F99-70A5-C8D520DD238E}"/>
          </ac:spMkLst>
        </pc:spChg>
        <pc:spChg chg="add del mod modVis">
          <ac:chgData name="Aayah Abdulhakeem Kamkar" userId="fe09df7a-02cc-4ebc-a782-b5294a02ed9d" providerId="ADAL" clId="{1C280E7A-D203-4910-B04F-81743BA7246E}" dt="2026-07-19T15:45:34.915" v="2049"/>
          <ac:spMkLst>
            <pc:docMk/>
            <pc:sldMk cId="0" sldId="433"/>
            <ac:spMk id="138" creationId="{E12BD6C6-2246-C9C0-EED1-AEC5D883B610}"/>
          </ac:spMkLst>
        </pc:spChg>
        <pc:spChg chg="add del mod ord">
          <ac:chgData name="Aayah Abdulhakeem Kamkar" userId="fe09df7a-02cc-4ebc-a782-b5294a02ed9d" providerId="ADAL" clId="{1C280E7A-D203-4910-B04F-81743BA7246E}" dt="2026-07-19T15:45:41.087" v="2237"/>
          <ac:spMkLst>
            <pc:docMk/>
            <pc:sldMk cId="0" sldId="433"/>
            <ac:spMk id="139" creationId="{E4AEDD05-9944-6F99-70A5-C8D520DD238E}"/>
          </ac:spMkLst>
        </pc:spChg>
        <pc:spChg chg="add del mod ord">
          <ac:chgData name="Aayah Abdulhakeem Kamkar" userId="fe09df7a-02cc-4ebc-a782-b5294a02ed9d" providerId="ADAL" clId="{1C280E7A-D203-4910-B04F-81743BA7246E}" dt="2026-07-19T15:45:41.087" v="2239"/>
          <ac:spMkLst>
            <pc:docMk/>
            <pc:sldMk cId="0" sldId="433"/>
            <ac:spMk id="140" creationId="{E4AEDD05-9944-6F99-70A5-C8D520DD238E}"/>
          </ac:spMkLst>
        </pc:spChg>
        <pc:spChg chg="add del mod modVis">
          <ac:chgData name="Aayah Abdulhakeem Kamkar" userId="fe09df7a-02cc-4ebc-a782-b5294a02ed9d" providerId="ADAL" clId="{1C280E7A-D203-4910-B04F-81743BA7246E}" dt="2026-07-19T15:45:41.151" v="2366"/>
          <ac:spMkLst>
            <pc:docMk/>
            <pc:sldMk cId="0" sldId="433"/>
            <ac:spMk id="143" creationId="{69F0CBC6-EF00-61ED-ECF8-41663452FDD9}"/>
          </ac:spMkLst>
        </pc:spChg>
        <pc:spChg chg="add del mod modVis">
          <ac:chgData name="Aayah Abdulhakeem Kamkar" userId="fe09df7a-02cc-4ebc-a782-b5294a02ed9d" providerId="ADAL" clId="{1C280E7A-D203-4910-B04F-81743BA7246E}" dt="2026-07-19T15:46:41.238" v="2641"/>
          <ac:spMkLst>
            <pc:docMk/>
            <pc:sldMk cId="0" sldId="433"/>
            <ac:spMk id="146" creationId="{86AE00DE-E27E-537A-4A5F-3F8357AE1840}"/>
          </ac:spMkLst>
        </pc:spChg>
        <pc:spChg chg="add del mod modVis">
          <ac:chgData name="Aayah Abdulhakeem Kamkar" userId="fe09df7a-02cc-4ebc-a782-b5294a02ed9d" providerId="ADAL" clId="{1C280E7A-D203-4910-B04F-81743BA7246E}" dt="2026-07-19T15:46:54.082" v="2858"/>
          <ac:spMkLst>
            <pc:docMk/>
            <pc:sldMk cId="0" sldId="433"/>
            <ac:spMk id="148" creationId="{85DA5BBC-E127-028C-BEBF-DD56504FE2F2}"/>
          </ac:spMkLst>
        </pc:spChg>
        <pc:spChg chg="del mod ord">
          <ac:chgData name="Aayah Abdulhakeem Kamkar" userId="fe09df7a-02cc-4ebc-a782-b5294a02ed9d" providerId="ADAL" clId="{1C280E7A-D203-4910-B04F-81743BA7246E}" dt="2026-07-19T15:45:34.693" v="1796"/>
          <ac:spMkLst>
            <pc:docMk/>
            <pc:sldMk cId="0" sldId="433"/>
            <ac:spMk id="149" creationId="{683217ED-94DA-8129-D838-0934F2306BE1}"/>
          </ac:spMkLst>
        </pc:spChg>
        <pc:spChg chg="add del mod ord">
          <ac:chgData name="Aayah Abdulhakeem Kamkar" userId="fe09df7a-02cc-4ebc-a782-b5294a02ed9d" providerId="ADAL" clId="{1C280E7A-D203-4910-B04F-81743BA7246E}" dt="2026-07-19T15:47:34.094" v="3226"/>
          <ac:spMkLst>
            <pc:docMk/>
            <pc:sldMk cId="0" sldId="433"/>
            <ac:spMk id="150" creationId="{E4AEDD05-9944-6F99-70A5-C8D520DD238E}"/>
          </ac:spMkLst>
        </pc:spChg>
        <pc:spChg chg="add del mod ord">
          <ac:chgData name="Aayah Abdulhakeem Kamkar" userId="fe09df7a-02cc-4ebc-a782-b5294a02ed9d" providerId="ADAL" clId="{1C280E7A-D203-4910-B04F-81743BA7246E}" dt="2026-07-19T15:47:34.094" v="3228"/>
          <ac:spMkLst>
            <pc:docMk/>
            <pc:sldMk cId="0" sldId="433"/>
            <ac:spMk id="152" creationId="{76654A7E-50E0-E7F0-A748-82345C31A558}"/>
          </ac:spMkLst>
        </pc:spChg>
        <pc:spChg chg="add del mod modVis">
          <ac:chgData name="Aayah Abdulhakeem Kamkar" userId="fe09df7a-02cc-4ebc-a782-b5294a02ed9d" providerId="ADAL" clId="{1C280E7A-D203-4910-B04F-81743BA7246E}" dt="2026-07-19T15:46:57.326" v="3038"/>
          <ac:spMkLst>
            <pc:docMk/>
            <pc:sldMk cId="0" sldId="433"/>
            <ac:spMk id="153" creationId="{5FBF7372-2C08-B78E-5457-80492B6992C0}"/>
          </ac:spMkLst>
        </pc:spChg>
        <pc:spChg chg="add del mod">
          <ac:chgData name="Aayah Abdulhakeem Kamkar" userId="fe09df7a-02cc-4ebc-a782-b5294a02ed9d" providerId="ADAL" clId="{1C280E7A-D203-4910-B04F-81743BA7246E}" dt="2026-07-19T15:47:01.541" v="3085"/>
          <ac:spMkLst>
            <pc:docMk/>
            <pc:sldMk cId="0" sldId="433"/>
            <ac:spMk id="155" creationId="{36657B16-646B-15A3-8121-2B01F3477FEF}"/>
          </ac:spMkLst>
        </pc:spChg>
        <pc:spChg chg="add del mod modVis">
          <ac:chgData name="Aayah Abdulhakeem Kamkar" userId="fe09df7a-02cc-4ebc-a782-b5294a02ed9d" providerId="ADAL" clId="{1C280E7A-D203-4910-B04F-81743BA7246E}" dt="2026-07-19T15:47:01.621" v="3216"/>
          <ac:spMkLst>
            <pc:docMk/>
            <pc:sldMk cId="0" sldId="433"/>
            <ac:spMk id="156" creationId="{A9357E5E-0437-0A35-2536-EEE7A7276B5D}"/>
          </ac:spMkLst>
        </pc:spChg>
        <pc:spChg chg="mod">
          <ac:chgData name="Aayah Abdulhakeem Kamkar" userId="fe09df7a-02cc-4ebc-a782-b5294a02ed9d" providerId="ADAL" clId="{1C280E7A-D203-4910-B04F-81743BA7246E}" dt="2026-07-19T16:00:41.031" v="3513" actId="27636"/>
          <ac:spMkLst>
            <pc:docMk/>
            <pc:sldMk cId="0" sldId="433"/>
            <ac:spMk id="160" creationId="{98E863F4-961C-E576-6E65-81D4588C9146}"/>
          </ac:spMkLst>
        </pc:spChg>
        <pc:spChg chg="mod">
          <ac:chgData name="Aayah Abdulhakeem Kamkar" userId="fe09df7a-02cc-4ebc-a782-b5294a02ed9d" providerId="ADAL" clId="{1C280E7A-D203-4910-B04F-81743BA7246E}" dt="2026-07-19T16:00:53.150" v="3518" actId="207"/>
          <ac:spMkLst>
            <pc:docMk/>
            <pc:sldMk cId="0" sldId="433"/>
            <ac:spMk id="161" creationId="{CE34E355-717A-5E3D-9F30-75B69353FDB1}"/>
          </ac:spMkLst>
        </pc:spChg>
        <pc:spChg chg="mod">
          <ac:chgData name="Aayah Abdulhakeem Kamkar" userId="fe09df7a-02cc-4ebc-a782-b5294a02ed9d" providerId="ADAL" clId="{1C280E7A-D203-4910-B04F-81743BA7246E}" dt="2026-07-19T15:48:19.663" v="3394"/>
          <ac:spMkLst>
            <pc:docMk/>
            <pc:sldMk cId="0" sldId="433"/>
            <ac:spMk id="162" creationId="{E11560B8-2DC9-83E7-F5BF-34C48C5415A5}"/>
          </ac:spMkLst>
        </pc:spChg>
        <pc:spChg chg="mod ord">
          <ac:chgData name="Aayah Abdulhakeem Kamkar" userId="fe09df7a-02cc-4ebc-a782-b5294a02ed9d" providerId="ADAL" clId="{1C280E7A-D203-4910-B04F-81743BA7246E}" dt="2026-07-19T16:06:13.663" v="4197"/>
          <ac:spMkLst>
            <pc:docMk/>
            <pc:sldMk cId="0" sldId="433"/>
            <ac:spMk id="163" creationId="{1D1B7ECA-C252-A930-F200-BE8330E4662D}"/>
          </ac:spMkLst>
        </pc:spChg>
        <pc:spChg chg="mod">
          <ac:chgData name="Aayah Abdulhakeem Kamkar" userId="fe09df7a-02cc-4ebc-a782-b5294a02ed9d" providerId="ADAL" clId="{1C280E7A-D203-4910-B04F-81743BA7246E}" dt="2026-07-19T15:48:19.663" v="3394"/>
          <ac:spMkLst>
            <pc:docMk/>
            <pc:sldMk cId="0" sldId="433"/>
            <ac:spMk id="164" creationId="{845E17B4-04E5-7E7C-F8DA-B96D3363B2F2}"/>
          </ac:spMkLst>
        </pc:spChg>
        <pc:spChg chg="mod">
          <ac:chgData name="Aayah Abdulhakeem Kamkar" userId="fe09df7a-02cc-4ebc-a782-b5294a02ed9d" providerId="ADAL" clId="{1C280E7A-D203-4910-B04F-81743BA7246E}" dt="2026-07-19T14:23:16.697" v="117"/>
          <ac:spMkLst>
            <pc:docMk/>
            <pc:sldMk cId="0" sldId="433"/>
            <ac:spMk id="165" creationId="{C1E78846-A37A-3E44-2B39-C9362734C6D0}"/>
          </ac:spMkLst>
        </pc:spChg>
        <pc:spChg chg="add del mod modVis">
          <ac:chgData name="Aayah Abdulhakeem Kamkar" userId="fe09df7a-02cc-4ebc-a782-b5294a02ed9d" providerId="ADAL" clId="{1C280E7A-D203-4910-B04F-81743BA7246E}" dt="2026-07-19T16:05:41.433" v="3849"/>
          <ac:spMkLst>
            <pc:docMk/>
            <pc:sldMk cId="0" sldId="433"/>
            <ac:spMk id="166" creationId="{C5140163-FA8B-C81E-C31A-D66D5DFE3B91}"/>
          </ac:spMkLst>
        </pc:spChg>
        <pc:spChg chg="mod">
          <ac:chgData name="Aayah Abdulhakeem Kamkar" userId="fe09df7a-02cc-4ebc-a782-b5294a02ed9d" providerId="ADAL" clId="{1C280E7A-D203-4910-B04F-81743BA7246E}" dt="2026-07-19T16:04:02.870" v="3705" actId="14100"/>
          <ac:spMkLst>
            <pc:docMk/>
            <pc:sldMk cId="0" sldId="433"/>
            <ac:spMk id="167" creationId="{B040C553-FB1B-880A-FBDE-EC915DA9B85D}"/>
          </ac:spMkLst>
        </pc:spChg>
        <pc:spChg chg="mod">
          <ac:chgData name="Aayah Abdulhakeem Kamkar" userId="fe09df7a-02cc-4ebc-a782-b5294a02ed9d" providerId="ADAL" clId="{1C280E7A-D203-4910-B04F-81743BA7246E}" dt="2026-07-19T16:03:56.205" v="3654" actId="1076"/>
          <ac:spMkLst>
            <pc:docMk/>
            <pc:sldMk cId="0" sldId="433"/>
            <ac:spMk id="169" creationId="{87192C94-E73D-BA06-AC1C-4D1E1094D72C}"/>
          </ac:spMkLst>
        </pc:spChg>
        <pc:spChg chg="add del mod modVis">
          <ac:chgData name="Aayah Abdulhakeem Kamkar" userId="fe09df7a-02cc-4ebc-a782-b5294a02ed9d" providerId="ADAL" clId="{1C280E7A-D203-4910-B04F-81743BA7246E}" dt="2026-07-19T16:05:49.498" v="4057"/>
          <ac:spMkLst>
            <pc:docMk/>
            <pc:sldMk cId="0" sldId="433"/>
            <ac:spMk id="170" creationId="{6C5035E7-5B51-135B-B5F0-E192A599D904}"/>
          </ac:spMkLst>
        </pc:spChg>
        <pc:spChg chg="add mod ord">
          <ac:chgData name="Aayah Abdulhakeem Kamkar" userId="fe09df7a-02cc-4ebc-a782-b5294a02ed9d" providerId="ADAL" clId="{1C280E7A-D203-4910-B04F-81743BA7246E}" dt="2026-07-19T16:06:13.663" v="4195"/>
          <ac:spMkLst>
            <pc:docMk/>
            <pc:sldMk cId="0" sldId="433"/>
            <ac:spMk id="171" creationId="{E4AEDD05-9944-6F99-70A5-C8D520DD238E}"/>
          </ac:spMkLst>
        </pc:spChg>
        <pc:spChg chg="add del mod modVis">
          <ac:chgData name="Aayah Abdulhakeem Kamkar" userId="fe09df7a-02cc-4ebc-a782-b5294a02ed9d" providerId="ADAL" clId="{1C280E7A-D203-4910-B04F-81743BA7246E}" dt="2026-07-19T16:06:13.667" v="4207"/>
          <ac:spMkLst>
            <pc:docMk/>
            <pc:sldMk cId="0" sldId="433"/>
            <ac:spMk id="175" creationId="{DC3DFBBD-CBFB-48AD-E52B-440023CAA082}"/>
          </ac:spMkLst>
        </pc:spChg>
        <pc:grpChg chg="add mod ord">
          <ac:chgData name="Aayah Abdulhakeem Kamkar" userId="fe09df7a-02cc-4ebc-a782-b5294a02ed9d" providerId="ADAL" clId="{1C280E7A-D203-4910-B04F-81743BA7246E}" dt="2026-07-19T16:06:13.663" v="4191"/>
          <ac:grpSpMkLst>
            <pc:docMk/>
            <pc:sldMk cId="0" sldId="433"/>
            <ac:grpSpMk id="9" creationId="{AB782C34-CE8E-C94F-C6E3-3C7C1FF5B035}"/>
          </ac:grpSpMkLst>
        </pc:grpChg>
        <pc:grpChg chg="add mod ord">
          <ac:chgData name="Aayah Abdulhakeem Kamkar" userId="fe09df7a-02cc-4ebc-a782-b5294a02ed9d" providerId="ADAL" clId="{1C280E7A-D203-4910-B04F-81743BA7246E}" dt="2026-07-19T16:06:13.632" v="4115"/>
          <ac:grpSpMkLst>
            <pc:docMk/>
            <pc:sldMk cId="0" sldId="433"/>
            <ac:grpSpMk id="10" creationId="{8EC3E221-2B19-9B2A-2485-9D8A7808B950}"/>
          </ac:grpSpMkLst>
        </pc:grpChg>
        <pc:grpChg chg="add mod ord">
          <ac:chgData name="Aayah Abdulhakeem Kamkar" userId="fe09df7a-02cc-4ebc-a782-b5294a02ed9d" providerId="ADAL" clId="{1C280E7A-D203-4910-B04F-81743BA7246E}" dt="2026-07-19T16:06:13.630" v="4113"/>
          <ac:grpSpMkLst>
            <pc:docMk/>
            <pc:sldMk cId="0" sldId="433"/>
            <ac:grpSpMk id="11" creationId="{0DCC523B-CE43-23EA-3075-2432F14F81C5}"/>
          </ac:grpSpMkLst>
        </pc:grpChg>
        <pc:grpChg chg="add mod">
          <ac:chgData name="Aayah Abdulhakeem Kamkar" userId="fe09df7a-02cc-4ebc-a782-b5294a02ed9d" providerId="ADAL" clId="{1C280E7A-D203-4910-B04F-81743BA7246E}" dt="2026-07-19T14:20:43.450" v="85" actId="164"/>
          <ac:grpSpMkLst>
            <pc:docMk/>
            <pc:sldMk cId="0" sldId="433"/>
            <ac:grpSpMk id="12" creationId="{79ADAE47-9C27-3417-D1F7-04FDAC17E9B1}"/>
          </ac:grpSpMkLst>
        </pc:grpChg>
        <pc:grpChg chg="add mod ord">
          <ac:chgData name="Aayah Abdulhakeem Kamkar" userId="fe09df7a-02cc-4ebc-a782-b5294a02ed9d" providerId="ADAL" clId="{1C280E7A-D203-4910-B04F-81743BA7246E}" dt="2026-07-19T16:06:13.630" v="4111"/>
          <ac:grpSpMkLst>
            <pc:docMk/>
            <pc:sldMk cId="0" sldId="433"/>
            <ac:grpSpMk id="13" creationId="{92B4EF33-C50A-815C-4C60-F1E7789EBC05}"/>
          </ac:grpSpMkLst>
        </pc:grpChg>
        <pc:grpChg chg="add mod ord">
          <ac:chgData name="Aayah Abdulhakeem Kamkar" userId="fe09df7a-02cc-4ebc-a782-b5294a02ed9d" providerId="ADAL" clId="{1C280E7A-D203-4910-B04F-81743BA7246E}" dt="2026-07-19T16:06:13.635" v="4125"/>
          <ac:grpSpMkLst>
            <pc:docMk/>
            <pc:sldMk cId="0" sldId="433"/>
            <ac:grpSpMk id="14" creationId="{45F89BC7-93D6-AA23-30E0-BA1179785EA3}"/>
          </ac:grpSpMkLst>
        </pc:grpChg>
        <pc:grpChg chg="add mod ord">
          <ac:chgData name="Aayah Abdulhakeem Kamkar" userId="fe09df7a-02cc-4ebc-a782-b5294a02ed9d" providerId="ADAL" clId="{1C280E7A-D203-4910-B04F-81743BA7246E}" dt="2026-07-19T16:06:13.634" v="4121"/>
          <ac:grpSpMkLst>
            <pc:docMk/>
            <pc:sldMk cId="0" sldId="433"/>
            <ac:grpSpMk id="61" creationId="{CBFDEAE5-7FDB-0B2A-739C-A63FF5740AF3}"/>
          </ac:grpSpMkLst>
        </pc:grpChg>
        <pc:grpChg chg="add del mod">
          <ac:chgData name="Aayah Abdulhakeem Kamkar" userId="fe09df7a-02cc-4ebc-a782-b5294a02ed9d" providerId="ADAL" clId="{1C280E7A-D203-4910-B04F-81743BA7246E}" dt="2026-07-19T14:21:39.859" v="98" actId="165"/>
          <ac:grpSpMkLst>
            <pc:docMk/>
            <pc:sldMk cId="0" sldId="433"/>
            <ac:grpSpMk id="62" creationId="{48C49C32-5298-D698-2F3D-0362C15CDD25}"/>
          </ac:grpSpMkLst>
        </pc:grpChg>
        <pc:grpChg chg="add del mod ord">
          <ac:chgData name="Aayah Abdulhakeem Kamkar" userId="fe09df7a-02cc-4ebc-a782-b5294a02ed9d" providerId="ADAL" clId="{1C280E7A-D203-4910-B04F-81743BA7246E}" dt="2026-07-19T15:51:00.321" v="3450" actId="478"/>
          <ac:grpSpMkLst>
            <pc:docMk/>
            <pc:sldMk cId="0" sldId="433"/>
            <ac:grpSpMk id="73" creationId="{2571CF92-46B1-49FF-85EC-F61FAF6F8595}"/>
          </ac:grpSpMkLst>
        </pc:grpChg>
        <pc:grpChg chg="add mod ord">
          <ac:chgData name="Aayah Abdulhakeem Kamkar" userId="fe09df7a-02cc-4ebc-a782-b5294a02ed9d" providerId="ADAL" clId="{1C280E7A-D203-4910-B04F-81743BA7246E}" dt="2026-07-19T16:06:13.634" v="4123"/>
          <ac:grpSpMkLst>
            <pc:docMk/>
            <pc:sldMk cId="0" sldId="433"/>
            <ac:grpSpMk id="75" creationId="{497442A9-46CA-3BCE-937A-D486B98AD9CD}"/>
          </ac:grpSpMkLst>
        </pc:grpChg>
        <pc:grpChg chg="add mod ord">
          <ac:chgData name="Aayah Abdulhakeem Kamkar" userId="fe09df7a-02cc-4ebc-a782-b5294a02ed9d" providerId="ADAL" clId="{1C280E7A-D203-4910-B04F-81743BA7246E}" dt="2026-07-19T16:06:13.667" v="4201"/>
          <ac:grpSpMkLst>
            <pc:docMk/>
            <pc:sldMk cId="0" sldId="433"/>
            <ac:grpSpMk id="76" creationId="{E340E10C-54EC-425F-4813-787AD28B1329}"/>
          </ac:grpSpMkLst>
        </pc:grpChg>
        <pc:grpChg chg="add mod">
          <ac:chgData name="Aayah Abdulhakeem Kamkar" userId="fe09df7a-02cc-4ebc-a782-b5294a02ed9d" providerId="ADAL" clId="{1C280E7A-D203-4910-B04F-81743BA7246E}" dt="2026-07-19T14:23:01.755" v="112" actId="164"/>
          <ac:grpSpMkLst>
            <pc:docMk/>
            <pc:sldMk cId="0" sldId="433"/>
            <ac:grpSpMk id="87" creationId="{5983ECAE-E26A-9415-3A59-62256062B7AB}"/>
          </ac:grpSpMkLst>
        </pc:grpChg>
        <pc:grpChg chg="add mod ord">
          <ac:chgData name="Aayah Abdulhakeem Kamkar" userId="fe09df7a-02cc-4ebc-a782-b5294a02ed9d" providerId="ADAL" clId="{1C280E7A-D203-4910-B04F-81743BA7246E}" dt="2026-07-19T16:06:13.667" v="4199"/>
          <ac:grpSpMkLst>
            <pc:docMk/>
            <pc:sldMk cId="0" sldId="433"/>
            <ac:grpSpMk id="90" creationId="{22BD8B05-EAE3-2287-442E-D53005522AB2}"/>
          </ac:grpSpMkLst>
        </pc:grpChg>
        <pc:grpChg chg="add mod ord">
          <ac:chgData name="Aayah Abdulhakeem Kamkar" userId="fe09df7a-02cc-4ebc-a782-b5294a02ed9d" providerId="ADAL" clId="{1C280E7A-D203-4910-B04F-81743BA7246E}" dt="2026-07-19T16:06:13.638" v="4139"/>
          <ac:grpSpMkLst>
            <pc:docMk/>
            <pc:sldMk cId="0" sldId="433"/>
            <ac:grpSpMk id="111" creationId="{18184F2E-C3FC-33BF-E6D5-83900AFC8DCD}"/>
          </ac:grpSpMkLst>
        </pc:grpChg>
        <pc:grpChg chg="add mod ord">
          <ac:chgData name="Aayah Abdulhakeem Kamkar" userId="fe09df7a-02cc-4ebc-a782-b5294a02ed9d" providerId="ADAL" clId="{1C280E7A-D203-4910-B04F-81743BA7246E}" dt="2026-07-19T16:06:13.667" v="4205"/>
          <ac:grpSpMkLst>
            <pc:docMk/>
            <pc:sldMk cId="0" sldId="433"/>
            <ac:grpSpMk id="159" creationId="{B266492A-7690-15F6-F126-B638D01524F1}"/>
          </ac:grpSpMkLst>
        </pc:grpChg>
        <pc:graphicFrameChg chg="add del mod ord">
          <ac:chgData name="Aayah Abdulhakeem Kamkar" userId="fe09df7a-02cc-4ebc-a782-b5294a02ed9d" providerId="ADAL" clId="{1C280E7A-D203-4910-B04F-81743BA7246E}" dt="2026-07-19T15:45:21.799" v="1567"/>
          <ac:graphicFrameMkLst>
            <pc:docMk/>
            <pc:sldMk cId="0" sldId="433"/>
            <ac:graphicFrameMk id="105" creationId="{DA145431-67FC-7146-7703-3FDED9424C4D}"/>
          </ac:graphicFrameMkLst>
        </pc:graphicFrameChg>
        <pc:graphicFrameChg chg="mod">
          <ac:chgData name="Aayah Abdulhakeem Kamkar" userId="fe09df7a-02cc-4ebc-a782-b5294a02ed9d" providerId="ADAL" clId="{1C280E7A-D203-4910-B04F-81743BA7246E}" dt="2026-07-19T16:06:13.669" v="4209"/>
          <ac:graphicFrameMkLst>
            <pc:docMk/>
            <pc:sldMk cId="0" sldId="433"/>
            <ac:graphicFrameMk id="106" creationId="{02656845-E249-5CD7-53F6-45974C7F605F}"/>
          </ac:graphicFrameMkLst>
        </pc:graphicFrameChg>
        <pc:graphicFrameChg chg="add del mod ord">
          <ac:chgData name="Aayah Abdulhakeem Kamkar" userId="fe09df7a-02cc-4ebc-a782-b5294a02ed9d" providerId="ADAL" clId="{1C280E7A-D203-4910-B04F-81743BA7246E}" dt="2026-07-19T15:44:05.986" v="1214"/>
          <ac:graphicFrameMkLst>
            <pc:docMk/>
            <pc:sldMk cId="0" sldId="433"/>
            <ac:graphicFrameMk id="121" creationId="{F386C6AA-0E35-B495-157E-557F3B1FB996}"/>
          </ac:graphicFrameMkLst>
        </pc:graphicFrameChg>
        <pc:graphicFrameChg chg="add del mod ord">
          <ac:chgData name="Aayah Abdulhakeem Kamkar" userId="fe09df7a-02cc-4ebc-a782-b5294a02ed9d" providerId="ADAL" clId="{1C280E7A-D203-4910-B04F-81743BA7246E}" dt="2026-07-19T15:44:08.709" v="1358"/>
          <ac:graphicFrameMkLst>
            <pc:docMk/>
            <pc:sldMk cId="0" sldId="433"/>
            <ac:graphicFrameMk id="129" creationId="{9CC4B7CD-EADB-391B-8EF0-FB7F0C3CA160}"/>
          </ac:graphicFrameMkLst>
        </pc:graphicFrameChg>
        <pc:graphicFrameChg chg="add mod ord">
          <ac:chgData name="Aayah Abdulhakeem Kamkar" userId="fe09df7a-02cc-4ebc-a782-b5294a02ed9d" providerId="ADAL" clId="{1C280E7A-D203-4910-B04F-81743BA7246E}" dt="2026-07-19T16:06:13.651" v="4173"/>
          <ac:graphicFrameMkLst>
            <pc:docMk/>
            <pc:sldMk cId="0" sldId="433"/>
            <ac:graphicFrameMk id="130" creationId="{758726AA-6456-33F9-A24E-33F68766A5BA}"/>
          </ac:graphicFrameMkLst>
        </pc:graphicFrameChg>
        <pc:graphicFrameChg chg="add del mod ord">
          <ac:chgData name="Aayah Abdulhakeem Kamkar" userId="fe09df7a-02cc-4ebc-a782-b5294a02ed9d" providerId="ADAL" clId="{1C280E7A-D203-4910-B04F-81743BA7246E}" dt="2026-07-19T15:45:34.861" v="1918"/>
          <ac:graphicFrameMkLst>
            <pc:docMk/>
            <pc:sldMk cId="0" sldId="433"/>
            <ac:graphicFrameMk id="136" creationId="{0FBC2A2C-5293-59B5-5B09-D483350C6ED1}"/>
          </ac:graphicFrameMkLst>
        </pc:graphicFrameChg>
        <pc:graphicFrameChg chg="add del mod ord">
          <ac:chgData name="Aayah Abdulhakeem Kamkar" userId="fe09df7a-02cc-4ebc-a782-b5294a02ed9d" providerId="ADAL" clId="{1C280E7A-D203-4910-B04F-81743BA7246E}" dt="2026-07-19T15:45:37.835" v="2083"/>
          <ac:graphicFrameMkLst>
            <pc:docMk/>
            <pc:sldMk cId="0" sldId="433"/>
            <ac:graphicFrameMk id="141" creationId="{57EEC564-9D54-AFBD-19D8-669AC4047FCB}"/>
          </ac:graphicFrameMkLst>
        </pc:graphicFrameChg>
        <pc:graphicFrameChg chg="add del mod ord">
          <ac:chgData name="Aayah Abdulhakeem Kamkar" userId="fe09df7a-02cc-4ebc-a782-b5294a02ed9d" providerId="ADAL" clId="{1C280E7A-D203-4910-B04F-81743BA7246E}" dt="2026-07-19T15:45:41.087" v="2241"/>
          <ac:graphicFrameMkLst>
            <pc:docMk/>
            <pc:sldMk cId="0" sldId="433"/>
            <ac:graphicFrameMk id="142" creationId="{188E0013-5D77-C527-513B-2FBCF9F0A5D2}"/>
          </ac:graphicFrameMkLst>
        </pc:graphicFrameChg>
        <pc:graphicFrameChg chg="add del mod ord">
          <ac:chgData name="Aayah Abdulhakeem Kamkar" userId="fe09df7a-02cc-4ebc-a782-b5294a02ed9d" providerId="ADAL" clId="{1C280E7A-D203-4910-B04F-81743BA7246E}" dt="2026-07-19T15:46:37.624" v="2370"/>
          <ac:graphicFrameMkLst>
            <pc:docMk/>
            <pc:sldMk cId="0" sldId="433"/>
            <ac:graphicFrameMk id="144" creationId="{ADB405A1-47BF-D902-8A03-8AB9C3DA88C9}"/>
          </ac:graphicFrameMkLst>
        </pc:graphicFrameChg>
        <pc:graphicFrameChg chg="add del mod ord">
          <ac:chgData name="Aayah Abdulhakeem Kamkar" userId="fe09df7a-02cc-4ebc-a782-b5294a02ed9d" providerId="ADAL" clId="{1C280E7A-D203-4910-B04F-81743BA7246E}" dt="2026-07-19T15:46:41.158" v="2516"/>
          <ac:graphicFrameMkLst>
            <pc:docMk/>
            <pc:sldMk cId="0" sldId="433"/>
            <ac:graphicFrameMk id="145" creationId="{C413C651-2E89-CF0F-2106-235937F78954}"/>
          </ac:graphicFrameMkLst>
        </pc:graphicFrameChg>
        <pc:graphicFrameChg chg="add del mod ord">
          <ac:chgData name="Aayah Abdulhakeem Kamkar" userId="fe09df7a-02cc-4ebc-a782-b5294a02ed9d" providerId="ADAL" clId="{1C280E7A-D203-4910-B04F-81743BA7246E}" dt="2026-07-19T15:46:54.039" v="2731"/>
          <ac:graphicFrameMkLst>
            <pc:docMk/>
            <pc:sldMk cId="0" sldId="433"/>
            <ac:graphicFrameMk id="147" creationId="{6B2EA910-E71E-3293-6783-30E8618A6C1D}"/>
          </ac:graphicFrameMkLst>
        </pc:graphicFrameChg>
        <pc:graphicFrameChg chg="add del mod ord">
          <ac:chgData name="Aayah Abdulhakeem Kamkar" userId="fe09df7a-02cc-4ebc-a782-b5294a02ed9d" providerId="ADAL" clId="{1C280E7A-D203-4910-B04F-81743BA7246E}" dt="2026-07-19T15:46:57.294" v="2909"/>
          <ac:graphicFrameMkLst>
            <pc:docMk/>
            <pc:sldMk cId="0" sldId="433"/>
            <ac:graphicFrameMk id="151" creationId="{C0CE1099-164B-C72C-3D17-B788109AB6CC}"/>
          </ac:graphicFrameMkLst>
        </pc:graphicFrameChg>
        <pc:graphicFrameChg chg="add del mod ord">
          <ac:chgData name="Aayah Abdulhakeem Kamkar" userId="fe09df7a-02cc-4ebc-a782-b5294a02ed9d" providerId="ADAL" clId="{1C280E7A-D203-4910-B04F-81743BA7246E}" dt="2026-07-19T15:47:01.542" v="3087"/>
          <ac:graphicFrameMkLst>
            <pc:docMk/>
            <pc:sldMk cId="0" sldId="433"/>
            <ac:graphicFrameMk id="154" creationId="{90E6CC6E-EFBF-290C-A553-B35171B4E58C}"/>
          </ac:graphicFrameMkLst>
        </pc:graphicFrameChg>
        <pc:graphicFrameChg chg="add del mod ord">
          <ac:chgData name="Aayah Abdulhakeem Kamkar" userId="fe09df7a-02cc-4ebc-a782-b5294a02ed9d" providerId="ADAL" clId="{1C280E7A-D203-4910-B04F-81743BA7246E}" dt="2026-07-19T15:47:34.129" v="3230"/>
          <ac:graphicFrameMkLst>
            <pc:docMk/>
            <pc:sldMk cId="0" sldId="433"/>
            <ac:graphicFrameMk id="157" creationId="{F64867F1-21FF-6E94-E7F6-5F381678D8AE}"/>
          </ac:graphicFrameMkLst>
        </pc:graphicFrameChg>
        <pc:graphicFrameChg chg="add del mod ord">
          <ac:chgData name="Aayah Abdulhakeem Kamkar" userId="fe09df7a-02cc-4ebc-a782-b5294a02ed9d" providerId="ADAL" clId="{1C280E7A-D203-4910-B04F-81743BA7246E}" dt="2026-07-19T16:05:41.407" v="3726"/>
          <ac:graphicFrameMkLst>
            <pc:docMk/>
            <pc:sldMk cId="0" sldId="433"/>
            <ac:graphicFrameMk id="158" creationId="{9C4A05F1-879B-E25B-8E7F-C0C5E93D89B6}"/>
          </ac:graphicFrameMkLst>
        </pc:graphicFrameChg>
        <pc:graphicFrameChg chg="add del mod ord">
          <ac:chgData name="Aayah Abdulhakeem Kamkar" userId="fe09df7a-02cc-4ebc-a782-b5294a02ed9d" providerId="ADAL" clId="{1C280E7A-D203-4910-B04F-81743BA7246E}" dt="2026-07-19T16:05:49.467" v="3932"/>
          <ac:graphicFrameMkLst>
            <pc:docMk/>
            <pc:sldMk cId="0" sldId="433"/>
            <ac:graphicFrameMk id="168" creationId="{11241FCB-5C8D-4CBA-F06F-52F8618A00CE}"/>
          </ac:graphicFrameMkLst>
        </pc:graphicFrameChg>
        <pc:graphicFrameChg chg="del mod ord">
          <ac:chgData name="Aayah Abdulhakeem Kamkar" userId="fe09df7a-02cc-4ebc-a782-b5294a02ed9d" providerId="ADAL" clId="{1C280E7A-D203-4910-B04F-81743BA7246E}" dt="2026-07-19T15:43:53.335" v="752"/>
          <ac:graphicFrameMkLst>
            <pc:docMk/>
            <pc:sldMk cId="0" sldId="433"/>
            <ac:graphicFrameMk id="172" creationId="{4DCFCE0C-3B42-A98D-80DE-DADC05B01993}"/>
          </ac:graphicFrameMkLst>
        </pc:graphicFrameChg>
        <pc:graphicFrameChg chg="del">
          <ac:chgData name="Aayah Abdulhakeem Kamkar" userId="fe09df7a-02cc-4ebc-a782-b5294a02ed9d" providerId="ADAL" clId="{1C280E7A-D203-4910-B04F-81743BA7246E}" dt="2026-07-19T14:23:24.320" v="313"/>
          <ac:graphicFrameMkLst>
            <pc:docMk/>
            <pc:sldMk cId="0" sldId="433"/>
            <ac:graphicFrameMk id="173" creationId="{9E31A2CA-67A9-ABAD-352A-E0F660F5D331}"/>
          </ac:graphicFrameMkLst>
        </pc:graphicFrameChg>
        <pc:graphicFrameChg chg="add del mod ord">
          <ac:chgData name="Aayah Abdulhakeem Kamkar" userId="fe09df7a-02cc-4ebc-a782-b5294a02ed9d" providerId="ADAL" clId="{1C280E7A-D203-4910-B04F-81743BA7246E}" dt="2026-07-19T16:06:13.609" v="4082"/>
          <ac:graphicFrameMkLst>
            <pc:docMk/>
            <pc:sldMk cId="0" sldId="433"/>
            <ac:graphicFrameMk id="174" creationId="{D0691182-3E5F-55BB-AB08-F0FEFD195BF1}"/>
          </ac:graphicFrameMkLst>
        </pc:graphicFrameChg>
        <pc:graphicFrameChg chg="add mod ord">
          <ac:chgData name="Aayah Abdulhakeem Kamkar" userId="fe09df7a-02cc-4ebc-a782-b5294a02ed9d" providerId="ADAL" clId="{1C280E7A-D203-4910-B04F-81743BA7246E}" dt="2026-07-19T16:06:13.663" v="4193"/>
          <ac:graphicFrameMkLst>
            <pc:docMk/>
            <pc:sldMk cId="0" sldId="433"/>
            <ac:graphicFrameMk id="176" creationId="{AC3EF5D2-B2D1-AB36-AE05-70AA44139590}"/>
          </ac:graphicFrameMkLst>
        </pc:graphicFrameChg>
      </pc:sldChg>
      <pc:sldChg chg="add del">
        <pc:chgData name="Aayah Abdulhakeem Kamkar" userId="fe09df7a-02cc-4ebc-a782-b5294a02ed9d" providerId="ADAL" clId="{1C280E7A-D203-4910-B04F-81743BA7246E}" dt="2026-07-19T16:08:59.934" v="4350" actId="47"/>
        <pc:sldMkLst>
          <pc:docMk/>
          <pc:sldMk cId="2161619984" sldId="434"/>
        </pc:sldMkLst>
      </pc:sldChg>
      <pc:sldChg chg="addSp delSp modSp add mod">
        <pc:chgData name="Aayah Abdulhakeem Kamkar" userId="fe09df7a-02cc-4ebc-a782-b5294a02ed9d" providerId="ADAL" clId="{1C280E7A-D203-4910-B04F-81743BA7246E}" dt="2026-07-19T16:26:28.061" v="4759"/>
        <pc:sldMkLst>
          <pc:docMk/>
          <pc:sldMk cId="415197068" sldId="435"/>
        </pc:sldMkLst>
        <pc:spChg chg="mod">
          <ac:chgData name="Aayah Abdulhakeem Kamkar" userId="fe09df7a-02cc-4ebc-a782-b5294a02ed9d" providerId="ADAL" clId="{1C280E7A-D203-4910-B04F-81743BA7246E}" dt="2026-07-19T16:18:43.580" v="4588" actId="20577"/>
          <ac:spMkLst>
            <pc:docMk/>
            <pc:sldMk cId="415197068" sldId="435"/>
            <ac:spMk id="4" creationId="{36141D37-E2D4-A891-3107-72DB95257220}"/>
          </ac:spMkLst>
        </pc:spChg>
        <pc:spChg chg="mod">
          <ac:chgData name="Aayah Abdulhakeem Kamkar" userId="fe09df7a-02cc-4ebc-a782-b5294a02ed9d" providerId="ADAL" clId="{1C280E7A-D203-4910-B04F-81743BA7246E}" dt="2026-07-19T16:20:44.528" v="4594" actId="1076"/>
          <ac:spMkLst>
            <pc:docMk/>
            <pc:sldMk cId="415197068" sldId="435"/>
            <ac:spMk id="14" creationId="{1B1BE93B-DC96-D546-0B80-A345DFB340A4}"/>
          </ac:spMkLst>
        </pc:spChg>
        <pc:spChg chg="mod">
          <ac:chgData name="Aayah Abdulhakeem Kamkar" userId="fe09df7a-02cc-4ebc-a782-b5294a02ed9d" providerId="ADAL" clId="{1C280E7A-D203-4910-B04F-81743BA7246E}" dt="2026-07-19T16:24:18.548" v="4676" actId="20577"/>
          <ac:spMkLst>
            <pc:docMk/>
            <pc:sldMk cId="415197068" sldId="435"/>
            <ac:spMk id="15" creationId="{46D874A7-BC5D-6A2C-C9B9-1F4513B6E6F8}"/>
          </ac:spMkLst>
        </pc:spChg>
        <pc:spChg chg="mod">
          <ac:chgData name="Aayah Abdulhakeem Kamkar" userId="fe09df7a-02cc-4ebc-a782-b5294a02ed9d" providerId="ADAL" clId="{1C280E7A-D203-4910-B04F-81743BA7246E}" dt="2026-07-19T16:19:18.349" v="4592"/>
          <ac:spMkLst>
            <pc:docMk/>
            <pc:sldMk cId="415197068" sldId="435"/>
            <ac:spMk id="16" creationId="{1F23840F-753A-7ED8-1B54-207DD7309E27}"/>
          </ac:spMkLst>
        </pc:spChg>
        <pc:spChg chg="mod">
          <ac:chgData name="Aayah Abdulhakeem Kamkar" userId="fe09df7a-02cc-4ebc-a782-b5294a02ed9d" providerId="ADAL" clId="{1C280E7A-D203-4910-B04F-81743BA7246E}" dt="2026-07-19T16:23:33.740" v="4643" actId="20577"/>
          <ac:spMkLst>
            <pc:docMk/>
            <pc:sldMk cId="415197068" sldId="435"/>
            <ac:spMk id="17" creationId="{D64204E5-7E22-4A4A-0F41-C12434A0E744}"/>
          </ac:spMkLst>
        </pc:spChg>
        <pc:spChg chg="mod">
          <ac:chgData name="Aayah Abdulhakeem Kamkar" userId="fe09df7a-02cc-4ebc-a782-b5294a02ed9d" providerId="ADAL" clId="{1C280E7A-D203-4910-B04F-81743BA7246E}" dt="2026-07-19T16:25:47.994" v="4753"/>
          <ac:spMkLst>
            <pc:docMk/>
            <pc:sldMk cId="415197068" sldId="435"/>
            <ac:spMk id="18" creationId="{658AD83B-AFB1-45F7-453A-FF588C5E012C}"/>
          </ac:spMkLst>
        </pc:spChg>
        <pc:spChg chg="mod">
          <ac:chgData name="Aayah Abdulhakeem Kamkar" userId="fe09df7a-02cc-4ebc-a782-b5294a02ed9d" providerId="ADAL" clId="{1C280E7A-D203-4910-B04F-81743BA7246E}" dt="2026-07-19T16:20:50.448" v="4595"/>
          <ac:spMkLst>
            <pc:docMk/>
            <pc:sldMk cId="415197068" sldId="435"/>
            <ac:spMk id="21" creationId="{B06FBAAB-3B69-E38E-576D-4CED878FF809}"/>
          </ac:spMkLst>
        </pc:spChg>
        <pc:spChg chg="mod">
          <ac:chgData name="Aayah Abdulhakeem Kamkar" userId="fe09df7a-02cc-4ebc-a782-b5294a02ed9d" providerId="ADAL" clId="{1C280E7A-D203-4910-B04F-81743BA7246E}" dt="2026-07-19T16:24:24.141" v="4691" actId="20577"/>
          <ac:spMkLst>
            <pc:docMk/>
            <pc:sldMk cId="415197068" sldId="435"/>
            <ac:spMk id="22" creationId="{69BC2849-9B7F-64C5-E527-81B017A5E3F9}"/>
          </ac:spMkLst>
        </pc:spChg>
        <pc:spChg chg="mod">
          <ac:chgData name="Aayah Abdulhakeem Kamkar" userId="fe09df7a-02cc-4ebc-a782-b5294a02ed9d" providerId="ADAL" clId="{1C280E7A-D203-4910-B04F-81743BA7246E}" dt="2026-07-19T16:22:15.705" v="4611" actId="1076"/>
          <ac:spMkLst>
            <pc:docMk/>
            <pc:sldMk cId="415197068" sldId="435"/>
            <ac:spMk id="23" creationId="{CF4ED342-CE56-C6A9-A47C-82708FB8CAF8}"/>
          </ac:spMkLst>
        </pc:spChg>
        <pc:spChg chg="mod">
          <ac:chgData name="Aayah Abdulhakeem Kamkar" userId="fe09df7a-02cc-4ebc-a782-b5294a02ed9d" providerId="ADAL" clId="{1C280E7A-D203-4910-B04F-81743BA7246E}" dt="2026-07-19T16:23:37.762" v="4647" actId="20577"/>
          <ac:spMkLst>
            <pc:docMk/>
            <pc:sldMk cId="415197068" sldId="435"/>
            <ac:spMk id="24" creationId="{C37281E6-5E0C-9625-5E88-B0A353DAB70A}"/>
          </ac:spMkLst>
        </pc:spChg>
        <pc:spChg chg="mod">
          <ac:chgData name="Aayah Abdulhakeem Kamkar" userId="fe09df7a-02cc-4ebc-a782-b5294a02ed9d" providerId="ADAL" clId="{1C280E7A-D203-4910-B04F-81743BA7246E}" dt="2026-07-19T16:25:51.998" v="4754"/>
          <ac:spMkLst>
            <pc:docMk/>
            <pc:sldMk cId="415197068" sldId="435"/>
            <ac:spMk id="25" creationId="{17A6F274-2CBF-9DA2-3423-72AC315E5943}"/>
          </ac:spMkLst>
        </pc:spChg>
        <pc:spChg chg="mod">
          <ac:chgData name="Aayah Abdulhakeem Kamkar" userId="fe09df7a-02cc-4ebc-a782-b5294a02ed9d" providerId="ADAL" clId="{1C280E7A-D203-4910-B04F-81743BA7246E}" dt="2026-07-19T16:21:55.460" v="4608" actId="1076"/>
          <ac:spMkLst>
            <pc:docMk/>
            <pc:sldMk cId="415197068" sldId="435"/>
            <ac:spMk id="28" creationId="{21255F33-53D6-4FC4-CFC5-1B41C4C9B342}"/>
          </ac:spMkLst>
        </pc:spChg>
        <pc:spChg chg="mod">
          <ac:chgData name="Aayah Abdulhakeem Kamkar" userId="fe09df7a-02cc-4ebc-a782-b5294a02ed9d" providerId="ADAL" clId="{1C280E7A-D203-4910-B04F-81743BA7246E}" dt="2026-07-19T16:24:30.050" v="4708" actId="20577"/>
          <ac:spMkLst>
            <pc:docMk/>
            <pc:sldMk cId="415197068" sldId="435"/>
            <ac:spMk id="29" creationId="{69580CC9-D955-657F-2EDA-61C0F5C9E4F2}"/>
          </ac:spMkLst>
        </pc:spChg>
        <pc:spChg chg="mod">
          <ac:chgData name="Aayah Abdulhakeem Kamkar" userId="fe09df7a-02cc-4ebc-a782-b5294a02ed9d" providerId="ADAL" clId="{1C280E7A-D203-4910-B04F-81743BA7246E}" dt="2026-07-19T16:21:49.532" v="4607" actId="1076"/>
          <ac:spMkLst>
            <pc:docMk/>
            <pc:sldMk cId="415197068" sldId="435"/>
            <ac:spMk id="30" creationId="{BB22931A-E9D8-DDF7-A9E6-DA622948C125}"/>
          </ac:spMkLst>
        </pc:spChg>
        <pc:spChg chg="mod">
          <ac:chgData name="Aayah Abdulhakeem Kamkar" userId="fe09df7a-02cc-4ebc-a782-b5294a02ed9d" providerId="ADAL" clId="{1C280E7A-D203-4910-B04F-81743BA7246E}" dt="2026-07-19T16:23:40.453" v="4651" actId="20577"/>
          <ac:spMkLst>
            <pc:docMk/>
            <pc:sldMk cId="415197068" sldId="435"/>
            <ac:spMk id="31" creationId="{1B30B651-82E4-019C-DF94-0CF61ED0EC63}"/>
          </ac:spMkLst>
        </pc:spChg>
        <pc:spChg chg="mod">
          <ac:chgData name="Aayah Abdulhakeem Kamkar" userId="fe09df7a-02cc-4ebc-a782-b5294a02ed9d" providerId="ADAL" clId="{1C280E7A-D203-4910-B04F-81743BA7246E}" dt="2026-07-19T16:25:56.979" v="4755"/>
          <ac:spMkLst>
            <pc:docMk/>
            <pc:sldMk cId="415197068" sldId="435"/>
            <ac:spMk id="32" creationId="{733CB98A-2BA6-D800-4F7B-10484249CA7A}"/>
          </ac:spMkLst>
        </pc:spChg>
        <pc:spChg chg="mod">
          <ac:chgData name="Aayah Abdulhakeem Kamkar" userId="fe09df7a-02cc-4ebc-a782-b5294a02ed9d" providerId="ADAL" clId="{1C280E7A-D203-4910-B04F-81743BA7246E}" dt="2026-07-19T16:20:59.401" v="4597"/>
          <ac:spMkLst>
            <pc:docMk/>
            <pc:sldMk cId="415197068" sldId="435"/>
            <ac:spMk id="35" creationId="{0803C65C-ADC2-8D23-79A6-724401B91348}"/>
          </ac:spMkLst>
        </pc:spChg>
        <pc:spChg chg="mod">
          <ac:chgData name="Aayah Abdulhakeem Kamkar" userId="fe09df7a-02cc-4ebc-a782-b5294a02ed9d" providerId="ADAL" clId="{1C280E7A-D203-4910-B04F-81743BA7246E}" dt="2026-07-19T16:24:37.374" v="4728" actId="20577"/>
          <ac:spMkLst>
            <pc:docMk/>
            <pc:sldMk cId="415197068" sldId="435"/>
            <ac:spMk id="36" creationId="{FC46FB9D-6B3A-81C8-3D91-7FF34152A56D}"/>
          </ac:spMkLst>
        </pc:spChg>
        <pc:spChg chg="mod">
          <ac:chgData name="Aayah Abdulhakeem Kamkar" userId="fe09df7a-02cc-4ebc-a782-b5294a02ed9d" providerId="ADAL" clId="{1C280E7A-D203-4910-B04F-81743BA7246E}" dt="2026-07-19T16:21:42.333" v="4605"/>
          <ac:spMkLst>
            <pc:docMk/>
            <pc:sldMk cId="415197068" sldId="435"/>
            <ac:spMk id="37" creationId="{2CC18767-C27E-D8C7-8366-E17983654352}"/>
          </ac:spMkLst>
        </pc:spChg>
        <pc:spChg chg="mod">
          <ac:chgData name="Aayah Abdulhakeem Kamkar" userId="fe09df7a-02cc-4ebc-a782-b5294a02ed9d" providerId="ADAL" clId="{1C280E7A-D203-4910-B04F-81743BA7246E}" dt="2026-07-19T16:23:42.967" v="4655" actId="20577"/>
          <ac:spMkLst>
            <pc:docMk/>
            <pc:sldMk cId="415197068" sldId="435"/>
            <ac:spMk id="38" creationId="{0C197F2C-77A5-26F4-A2BE-010CA7C81D1E}"/>
          </ac:spMkLst>
        </pc:spChg>
        <pc:spChg chg="mod">
          <ac:chgData name="Aayah Abdulhakeem Kamkar" userId="fe09df7a-02cc-4ebc-a782-b5294a02ed9d" providerId="ADAL" clId="{1C280E7A-D203-4910-B04F-81743BA7246E}" dt="2026-07-19T16:26:02.373" v="4756"/>
          <ac:spMkLst>
            <pc:docMk/>
            <pc:sldMk cId="415197068" sldId="435"/>
            <ac:spMk id="39" creationId="{F429B493-04F6-0EAB-BE3D-4F1CC5C8E1D3}"/>
          </ac:spMkLst>
        </pc:spChg>
        <pc:spChg chg="mod">
          <ac:chgData name="Aayah Abdulhakeem Kamkar" userId="fe09df7a-02cc-4ebc-a782-b5294a02ed9d" providerId="ADAL" clId="{1C280E7A-D203-4910-B04F-81743BA7246E}" dt="2026-07-19T16:21:04.257" v="4598"/>
          <ac:spMkLst>
            <pc:docMk/>
            <pc:sldMk cId="415197068" sldId="435"/>
            <ac:spMk id="42" creationId="{1B033117-CBB5-956C-AD96-CA3E00831674}"/>
          </ac:spMkLst>
        </pc:spChg>
        <pc:spChg chg="mod">
          <ac:chgData name="Aayah Abdulhakeem Kamkar" userId="fe09df7a-02cc-4ebc-a782-b5294a02ed9d" providerId="ADAL" clId="{1C280E7A-D203-4910-B04F-81743BA7246E}" dt="2026-07-19T16:24:56.615" v="4731" actId="14100"/>
          <ac:spMkLst>
            <pc:docMk/>
            <pc:sldMk cId="415197068" sldId="435"/>
            <ac:spMk id="43" creationId="{682E4D4E-3A53-D786-817A-A3F1B87474D8}"/>
          </ac:spMkLst>
        </pc:spChg>
        <pc:spChg chg="mod">
          <ac:chgData name="Aayah Abdulhakeem Kamkar" userId="fe09df7a-02cc-4ebc-a782-b5294a02ed9d" providerId="ADAL" clId="{1C280E7A-D203-4910-B04F-81743BA7246E}" dt="2026-07-19T16:21:37.394" v="4604" actId="1076"/>
          <ac:spMkLst>
            <pc:docMk/>
            <pc:sldMk cId="415197068" sldId="435"/>
            <ac:spMk id="44" creationId="{0B73EF69-82C6-ACA2-B66D-9A23C87A3C50}"/>
          </ac:spMkLst>
        </pc:spChg>
        <pc:spChg chg="mod">
          <ac:chgData name="Aayah Abdulhakeem Kamkar" userId="fe09df7a-02cc-4ebc-a782-b5294a02ed9d" providerId="ADAL" clId="{1C280E7A-D203-4910-B04F-81743BA7246E}" dt="2026-07-19T16:23:45.763" v="4659" actId="20577"/>
          <ac:spMkLst>
            <pc:docMk/>
            <pc:sldMk cId="415197068" sldId="435"/>
            <ac:spMk id="45" creationId="{2168DF79-ACBE-4645-DABF-4DDE7A8EBB1C}"/>
          </ac:spMkLst>
        </pc:spChg>
        <pc:spChg chg="mod">
          <ac:chgData name="Aayah Abdulhakeem Kamkar" userId="fe09df7a-02cc-4ebc-a782-b5294a02ed9d" providerId="ADAL" clId="{1C280E7A-D203-4910-B04F-81743BA7246E}" dt="2026-07-19T16:26:13.501" v="4757"/>
          <ac:spMkLst>
            <pc:docMk/>
            <pc:sldMk cId="415197068" sldId="435"/>
            <ac:spMk id="46" creationId="{0BE8A2AA-9011-46EB-07D7-40A75F70587C}"/>
          </ac:spMkLst>
        </pc:spChg>
        <pc:spChg chg="mod">
          <ac:chgData name="Aayah Abdulhakeem Kamkar" userId="fe09df7a-02cc-4ebc-a782-b5294a02ed9d" providerId="ADAL" clId="{1C280E7A-D203-4910-B04F-81743BA7246E}" dt="2026-07-19T16:21:12.864" v="4599"/>
          <ac:spMkLst>
            <pc:docMk/>
            <pc:sldMk cId="415197068" sldId="435"/>
            <ac:spMk id="49" creationId="{37079499-A294-E99B-868C-EDE2B1609ACE}"/>
          </ac:spMkLst>
        </pc:spChg>
        <pc:spChg chg="mod">
          <ac:chgData name="Aayah Abdulhakeem Kamkar" userId="fe09df7a-02cc-4ebc-a782-b5294a02ed9d" providerId="ADAL" clId="{1C280E7A-D203-4910-B04F-81743BA7246E}" dt="2026-07-19T16:24:50.216" v="4730"/>
          <ac:spMkLst>
            <pc:docMk/>
            <pc:sldMk cId="415197068" sldId="435"/>
            <ac:spMk id="50" creationId="{B0034E01-E398-1F17-1873-E54E4B9FC402}"/>
          </ac:spMkLst>
        </pc:spChg>
        <pc:spChg chg="mod">
          <ac:chgData name="Aayah Abdulhakeem Kamkar" userId="fe09df7a-02cc-4ebc-a782-b5294a02ed9d" providerId="ADAL" clId="{1C280E7A-D203-4910-B04F-81743BA7246E}" dt="2026-07-19T16:21:29.408" v="4602"/>
          <ac:spMkLst>
            <pc:docMk/>
            <pc:sldMk cId="415197068" sldId="435"/>
            <ac:spMk id="51" creationId="{2C80F6CD-608D-9A3D-55C5-BE1B2A6F5005}"/>
          </ac:spMkLst>
        </pc:spChg>
        <pc:spChg chg="mod">
          <ac:chgData name="Aayah Abdulhakeem Kamkar" userId="fe09df7a-02cc-4ebc-a782-b5294a02ed9d" providerId="ADAL" clId="{1C280E7A-D203-4910-B04F-81743BA7246E}" dt="2026-07-19T16:23:48.136" v="4663" actId="20577"/>
          <ac:spMkLst>
            <pc:docMk/>
            <pc:sldMk cId="415197068" sldId="435"/>
            <ac:spMk id="52" creationId="{1F871A06-356D-EE7F-191A-12E0D0E81998}"/>
          </ac:spMkLst>
        </pc:spChg>
        <pc:spChg chg="mod">
          <ac:chgData name="Aayah Abdulhakeem Kamkar" userId="fe09df7a-02cc-4ebc-a782-b5294a02ed9d" providerId="ADAL" clId="{1C280E7A-D203-4910-B04F-81743BA7246E}" dt="2026-07-19T16:26:17.367" v="4758"/>
          <ac:spMkLst>
            <pc:docMk/>
            <pc:sldMk cId="415197068" sldId="435"/>
            <ac:spMk id="53" creationId="{1108CC04-BB9E-56AE-3A07-D3EC2F24BA44}"/>
          </ac:spMkLst>
        </pc:spChg>
        <pc:spChg chg="mod">
          <ac:chgData name="Aayah Abdulhakeem Kamkar" userId="fe09df7a-02cc-4ebc-a782-b5294a02ed9d" providerId="ADAL" clId="{1C280E7A-D203-4910-B04F-81743BA7246E}" dt="2026-07-19T16:21:19.311" v="4600"/>
          <ac:spMkLst>
            <pc:docMk/>
            <pc:sldMk cId="415197068" sldId="435"/>
            <ac:spMk id="56" creationId="{93FD763B-4EE3-5115-20D5-379489299F91}"/>
          </ac:spMkLst>
        </pc:spChg>
        <pc:spChg chg="mod">
          <ac:chgData name="Aayah Abdulhakeem Kamkar" userId="fe09df7a-02cc-4ebc-a782-b5294a02ed9d" providerId="ADAL" clId="{1C280E7A-D203-4910-B04F-81743BA7246E}" dt="2026-07-19T16:25:08.698" v="4733" actId="14100"/>
          <ac:spMkLst>
            <pc:docMk/>
            <pc:sldMk cId="415197068" sldId="435"/>
            <ac:spMk id="57" creationId="{766AB759-F814-34D5-CC45-A492558BB59C}"/>
          </ac:spMkLst>
        </pc:spChg>
        <pc:spChg chg="mod">
          <ac:chgData name="Aayah Abdulhakeem Kamkar" userId="fe09df7a-02cc-4ebc-a782-b5294a02ed9d" providerId="ADAL" clId="{1C280E7A-D203-4910-B04F-81743BA7246E}" dt="2026-07-19T16:21:24.763" v="4601"/>
          <ac:spMkLst>
            <pc:docMk/>
            <pc:sldMk cId="415197068" sldId="435"/>
            <ac:spMk id="58" creationId="{35A7236B-00A9-0DA4-2808-310E3EA640AC}"/>
          </ac:spMkLst>
        </pc:spChg>
        <pc:spChg chg="mod">
          <ac:chgData name="Aayah Abdulhakeem Kamkar" userId="fe09df7a-02cc-4ebc-a782-b5294a02ed9d" providerId="ADAL" clId="{1C280E7A-D203-4910-B04F-81743BA7246E}" dt="2026-07-19T16:23:50.449" v="4667" actId="20577"/>
          <ac:spMkLst>
            <pc:docMk/>
            <pc:sldMk cId="415197068" sldId="435"/>
            <ac:spMk id="59" creationId="{8849CCA2-F45D-6CA7-7206-064A35B3FAA0}"/>
          </ac:spMkLst>
        </pc:spChg>
        <pc:spChg chg="mod">
          <ac:chgData name="Aayah Abdulhakeem Kamkar" userId="fe09df7a-02cc-4ebc-a782-b5294a02ed9d" providerId="ADAL" clId="{1C280E7A-D203-4910-B04F-81743BA7246E}" dt="2026-07-19T16:26:28.061" v="4759"/>
          <ac:spMkLst>
            <pc:docMk/>
            <pc:sldMk cId="415197068" sldId="435"/>
            <ac:spMk id="60" creationId="{658FAFB5-4153-14E5-AEC2-E653056E10E1}"/>
          </ac:spMkLst>
        </pc:spChg>
        <pc:picChg chg="add mod">
          <ac:chgData name="Aayah Abdulhakeem Kamkar" userId="fe09df7a-02cc-4ebc-a782-b5294a02ed9d" providerId="ADAL" clId="{1C280E7A-D203-4910-B04F-81743BA7246E}" dt="2026-07-19T16:17:15.164" v="4565" actId="571"/>
          <ac:picMkLst>
            <pc:docMk/>
            <pc:sldMk cId="415197068" sldId="435"/>
            <ac:picMk id="3" creationId="{E7BD7B27-656B-37FA-1041-28BF3B8DB36E}"/>
          </ac:picMkLst>
        </pc:picChg>
        <pc:picChg chg="add mod">
          <ac:chgData name="Aayah Abdulhakeem Kamkar" userId="fe09df7a-02cc-4ebc-a782-b5294a02ed9d" providerId="ADAL" clId="{1C280E7A-D203-4910-B04F-81743BA7246E}" dt="2026-07-19T16:17:20.999" v="4566" actId="571"/>
          <ac:picMkLst>
            <pc:docMk/>
            <pc:sldMk cId="415197068" sldId="435"/>
            <ac:picMk id="19" creationId="{6E748D68-33A6-9923-49F2-8C34D61BEF17}"/>
          </ac:picMkLst>
        </pc:picChg>
        <pc:picChg chg="add mod">
          <ac:chgData name="Aayah Abdulhakeem Kamkar" userId="fe09df7a-02cc-4ebc-a782-b5294a02ed9d" providerId="ADAL" clId="{1C280E7A-D203-4910-B04F-81743BA7246E}" dt="2026-07-19T16:17:24.959" v="4567" actId="571"/>
          <ac:picMkLst>
            <pc:docMk/>
            <pc:sldMk cId="415197068" sldId="435"/>
            <ac:picMk id="26" creationId="{1C24C832-3432-4D9C-F952-E33B47238595}"/>
          </ac:picMkLst>
        </pc:picChg>
        <pc:picChg chg="add mod">
          <ac:chgData name="Aayah Abdulhakeem Kamkar" userId="fe09df7a-02cc-4ebc-a782-b5294a02ed9d" providerId="ADAL" clId="{1C280E7A-D203-4910-B04F-81743BA7246E}" dt="2026-07-19T16:17:24.959" v="4567" actId="571"/>
          <ac:picMkLst>
            <pc:docMk/>
            <pc:sldMk cId="415197068" sldId="435"/>
            <ac:picMk id="33" creationId="{BF5E4FA5-C6EC-F5DB-E862-F76A8DD7687B}"/>
          </ac:picMkLst>
        </pc:picChg>
        <pc:picChg chg="del">
          <ac:chgData name="Aayah Abdulhakeem Kamkar" userId="fe09df7a-02cc-4ebc-a782-b5294a02ed9d" providerId="ADAL" clId="{1C280E7A-D203-4910-B04F-81743BA7246E}" dt="2026-07-19T16:17:09.770" v="4564" actId="478"/>
          <ac:picMkLst>
            <pc:docMk/>
            <pc:sldMk cId="415197068" sldId="435"/>
            <ac:picMk id="67" creationId="{9E1515E3-4F24-8CD4-8854-63DC07FD5382}"/>
          </ac:picMkLst>
        </pc:picChg>
        <pc:picChg chg="del">
          <ac:chgData name="Aayah Abdulhakeem Kamkar" userId="fe09df7a-02cc-4ebc-a782-b5294a02ed9d" providerId="ADAL" clId="{1C280E7A-D203-4910-B04F-81743BA7246E}" dt="2026-07-19T16:17:09.770" v="4564" actId="478"/>
          <ac:picMkLst>
            <pc:docMk/>
            <pc:sldMk cId="415197068" sldId="435"/>
            <ac:picMk id="77" creationId="{732FE05F-E2DD-CE54-0A30-540D0A830FA2}"/>
          </ac:picMkLst>
        </pc:picChg>
        <pc:picChg chg="del">
          <ac:chgData name="Aayah Abdulhakeem Kamkar" userId="fe09df7a-02cc-4ebc-a782-b5294a02ed9d" providerId="ADAL" clId="{1C280E7A-D203-4910-B04F-81743BA7246E}" dt="2026-07-19T16:17:09.770" v="4564" actId="478"/>
          <ac:picMkLst>
            <pc:docMk/>
            <pc:sldMk cId="415197068" sldId="435"/>
            <ac:picMk id="79" creationId="{59AB5444-BB5D-5FD3-82AF-FCE8D32A0899}"/>
          </ac:picMkLst>
        </pc:picChg>
        <pc:picChg chg="del">
          <ac:chgData name="Aayah Abdulhakeem Kamkar" userId="fe09df7a-02cc-4ebc-a782-b5294a02ed9d" providerId="ADAL" clId="{1C280E7A-D203-4910-B04F-81743BA7246E}" dt="2026-07-19T16:17:09.770" v="4564" actId="478"/>
          <ac:picMkLst>
            <pc:docMk/>
            <pc:sldMk cId="415197068" sldId="435"/>
            <ac:picMk id="81" creationId="{8E9160E6-A169-EDF3-4717-83A71A13C49F}"/>
          </ac:picMkLst>
        </pc:picChg>
      </pc:sldChg>
      <pc:sldChg chg="delSp modSp add mod">
        <pc:chgData name="Aayah Abdulhakeem Kamkar" userId="fe09df7a-02cc-4ebc-a782-b5294a02ed9d" providerId="ADAL" clId="{1C280E7A-D203-4910-B04F-81743BA7246E}" dt="2026-07-19T16:26:52.336" v="4763"/>
        <pc:sldMkLst>
          <pc:docMk/>
          <pc:sldMk cId="1020007127" sldId="436"/>
        </pc:sldMkLst>
        <pc:spChg chg="mod">
          <ac:chgData name="Aayah Abdulhakeem Kamkar" userId="fe09df7a-02cc-4ebc-a782-b5294a02ed9d" providerId="ADAL" clId="{1C280E7A-D203-4910-B04F-81743BA7246E}" dt="2026-07-19T16:18:53.349" v="4589"/>
          <ac:spMkLst>
            <pc:docMk/>
            <pc:sldMk cId="1020007127" sldId="436"/>
            <ac:spMk id="4" creationId="{993BB1A1-2EA1-DE91-478B-C2B2405EE89B}"/>
          </ac:spMkLst>
        </pc:spChg>
        <pc:spChg chg="mod">
          <ac:chgData name="Aayah Abdulhakeem Kamkar" userId="fe09df7a-02cc-4ebc-a782-b5294a02ed9d" providerId="ADAL" clId="{1C280E7A-D203-4910-B04F-81743BA7246E}" dt="2026-07-19T16:22:27.930" v="4612"/>
          <ac:spMkLst>
            <pc:docMk/>
            <pc:sldMk cId="1020007127" sldId="436"/>
            <ac:spMk id="14" creationId="{AC8B4354-196B-6421-C40B-566796B403D8}"/>
          </ac:spMkLst>
        </pc:spChg>
        <pc:spChg chg="mod">
          <ac:chgData name="Aayah Abdulhakeem Kamkar" userId="fe09df7a-02cc-4ebc-a782-b5294a02ed9d" providerId="ADAL" clId="{1C280E7A-D203-4910-B04F-81743BA7246E}" dt="2026-07-19T16:25:21.726" v="4734"/>
          <ac:spMkLst>
            <pc:docMk/>
            <pc:sldMk cId="1020007127" sldId="436"/>
            <ac:spMk id="15" creationId="{B435D4F2-980C-9BA9-C744-156446AC231D}"/>
          </ac:spMkLst>
        </pc:spChg>
        <pc:spChg chg="mod">
          <ac:chgData name="Aayah Abdulhakeem Kamkar" userId="fe09df7a-02cc-4ebc-a782-b5294a02ed9d" providerId="ADAL" clId="{1C280E7A-D203-4910-B04F-81743BA7246E}" dt="2026-07-19T16:23:04.488" v="4621"/>
          <ac:spMkLst>
            <pc:docMk/>
            <pc:sldMk cId="1020007127" sldId="436"/>
            <ac:spMk id="16" creationId="{FC265613-D68E-D6A3-DE35-4ED8114BE62F}"/>
          </ac:spMkLst>
        </pc:spChg>
        <pc:spChg chg="mod">
          <ac:chgData name="Aayah Abdulhakeem Kamkar" userId="fe09df7a-02cc-4ebc-a782-b5294a02ed9d" providerId="ADAL" clId="{1C280E7A-D203-4910-B04F-81743BA7246E}" dt="2026-07-19T16:23:19.311" v="4625" actId="20577"/>
          <ac:spMkLst>
            <pc:docMk/>
            <pc:sldMk cId="1020007127" sldId="436"/>
            <ac:spMk id="17" creationId="{B812E8CF-B4F2-9AE7-DB83-208E3929A547}"/>
          </ac:spMkLst>
        </pc:spChg>
        <pc:spChg chg="mod">
          <ac:chgData name="Aayah Abdulhakeem Kamkar" userId="fe09df7a-02cc-4ebc-a782-b5294a02ed9d" providerId="ADAL" clId="{1C280E7A-D203-4910-B04F-81743BA7246E}" dt="2026-07-19T16:26:40.389" v="4760"/>
          <ac:spMkLst>
            <pc:docMk/>
            <pc:sldMk cId="1020007127" sldId="436"/>
            <ac:spMk id="18" creationId="{865A8764-22D2-3383-ADCB-0707548B6D55}"/>
          </ac:spMkLst>
        </pc:spChg>
        <pc:spChg chg="mod">
          <ac:chgData name="Aayah Abdulhakeem Kamkar" userId="fe09df7a-02cc-4ebc-a782-b5294a02ed9d" providerId="ADAL" clId="{1C280E7A-D203-4910-B04F-81743BA7246E}" dt="2026-07-19T16:22:32.320" v="4613"/>
          <ac:spMkLst>
            <pc:docMk/>
            <pc:sldMk cId="1020007127" sldId="436"/>
            <ac:spMk id="21" creationId="{8F3B9DF5-4257-65AC-2823-28415A0E5458}"/>
          </ac:spMkLst>
        </pc:spChg>
        <pc:spChg chg="mod">
          <ac:chgData name="Aayah Abdulhakeem Kamkar" userId="fe09df7a-02cc-4ebc-a782-b5294a02ed9d" providerId="ADAL" clId="{1C280E7A-D203-4910-B04F-81743BA7246E}" dt="2026-07-19T16:25:25.047" v="4740" actId="20577"/>
          <ac:spMkLst>
            <pc:docMk/>
            <pc:sldMk cId="1020007127" sldId="436"/>
            <ac:spMk id="22" creationId="{CBCF0F01-C17E-AA63-B570-A130F5482367}"/>
          </ac:spMkLst>
        </pc:spChg>
        <pc:spChg chg="mod">
          <ac:chgData name="Aayah Abdulhakeem Kamkar" userId="fe09df7a-02cc-4ebc-a782-b5294a02ed9d" providerId="ADAL" clId="{1C280E7A-D203-4910-B04F-81743BA7246E}" dt="2026-07-19T16:22:59.791" v="4620" actId="1076"/>
          <ac:spMkLst>
            <pc:docMk/>
            <pc:sldMk cId="1020007127" sldId="436"/>
            <ac:spMk id="23" creationId="{B7652B89-58E9-4D13-B070-81EF773B600A}"/>
          </ac:spMkLst>
        </pc:spChg>
        <pc:spChg chg="mod">
          <ac:chgData name="Aayah Abdulhakeem Kamkar" userId="fe09df7a-02cc-4ebc-a782-b5294a02ed9d" providerId="ADAL" clId="{1C280E7A-D203-4910-B04F-81743BA7246E}" dt="2026-07-19T16:23:22.585" v="4629" actId="20577"/>
          <ac:spMkLst>
            <pc:docMk/>
            <pc:sldMk cId="1020007127" sldId="436"/>
            <ac:spMk id="24" creationId="{1DA17830-E609-336E-DEA1-62D2A0DF8D9E}"/>
          </ac:spMkLst>
        </pc:spChg>
        <pc:spChg chg="mod">
          <ac:chgData name="Aayah Abdulhakeem Kamkar" userId="fe09df7a-02cc-4ebc-a782-b5294a02ed9d" providerId="ADAL" clId="{1C280E7A-D203-4910-B04F-81743BA7246E}" dt="2026-07-19T16:26:44.690" v="4761"/>
          <ac:spMkLst>
            <pc:docMk/>
            <pc:sldMk cId="1020007127" sldId="436"/>
            <ac:spMk id="25" creationId="{C426D9B1-E7DD-EBD1-70E0-E18786435E5F}"/>
          </ac:spMkLst>
        </pc:spChg>
        <pc:spChg chg="mod">
          <ac:chgData name="Aayah Abdulhakeem Kamkar" userId="fe09df7a-02cc-4ebc-a782-b5294a02ed9d" providerId="ADAL" clId="{1C280E7A-D203-4910-B04F-81743BA7246E}" dt="2026-07-19T16:22:36.799" v="4614"/>
          <ac:spMkLst>
            <pc:docMk/>
            <pc:sldMk cId="1020007127" sldId="436"/>
            <ac:spMk id="28" creationId="{C7063970-E548-B2F5-C8B1-0BDB5D6AA429}"/>
          </ac:spMkLst>
        </pc:spChg>
        <pc:spChg chg="mod">
          <ac:chgData name="Aayah Abdulhakeem Kamkar" userId="fe09df7a-02cc-4ebc-a782-b5294a02ed9d" providerId="ADAL" clId="{1C280E7A-D203-4910-B04F-81743BA7246E}" dt="2026-07-19T16:25:28.113" v="4746" actId="20577"/>
          <ac:spMkLst>
            <pc:docMk/>
            <pc:sldMk cId="1020007127" sldId="436"/>
            <ac:spMk id="29" creationId="{05E7D61A-84C9-F7D1-54E2-2EC8086ED02A}"/>
          </ac:spMkLst>
        </pc:spChg>
        <pc:spChg chg="mod">
          <ac:chgData name="Aayah Abdulhakeem Kamkar" userId="fe09df7a-02cc-4ebc-a782-b5294a02ed9d" providerId="ADAL" clId="{1C280E7A-D203-4910-B04F-81743BA7246E}" dt="2026-07-19T16:22:52" v="4618" actId="1076"/>
          <ac:spMkLst>
            <pc:docMk/>
            <pc:sldMk cId="1020007127" sldId="436"/>
            <ac:spMk id="30" creationId="{63D4FC24-8806-DB2E-6C14-F659AE3D1705}"/>
          </ac:spMkLst>
        </pc:spChg>
        <pc:spChg chg="mod">
          <ac:chgData name="Aayah Abdulhakeem Kamkar" userId="fe09df7a-02cc-4ebc-a782-b5294a02ed9d" providerId="ADAL" clId="{1C280E7A-D203-4910-B04F-81743BA7246E}" dt="2026-07-19T16:23:25.203" v="4633" actId="20577"/>
          <ac:spMkLst>
            <pc:docMk/>
            <pc:sldMk cId="1020007127" sldId="436"/>
            <ac:spMk id="31" creationId="{738EE98D-FA6A-1690-15D3-4D05C09F6F0F}"/>
          </ac:spMkLst>
        </pc:spChg>
        <pc:spChg chg="mod">
          <ac:chgData name="Aayah Abdulhakeem Kamkar" userId="fe09df7a-02cc-4ebc-a782-b5294a02ed9d" providerId="ADAL" clId="{1C280E7A-D203-4910-B04F-81743BA7246E}" dt="2026-07-19T16:26:48.593" v="4762"/>
          <ac:spMkLst>
            <pc:docMk/>
            <pc:sldMk cId="1020007127" sldId="436"/>
            <ac:spMk id="32" creationId="{F33AF941-2BD7-5B02-4E85-620652D61C1D}"/>
          </ac:spMkLst>
        </pc:spChg>
        <pc:spChg chg="del">
          <ac:chgData name="Aayah Abdulhakeem Kamkar" userId="fe09df7a-02cc-4ebc-a782-b5294a02ed9d" providerId="ADAL" clId="{1C280E7A-D203-4910-B04F-81743BA7246E}" dt="2026-07-19T16:17:45.065" v="4573" actId="478"/>
          <ac:spMkLst>
            <pc:docMk/>
            <pc:sldMk cId="1020007127" sldId="436"/>
            <ac:spMk id="34" creationId="{3C0E5BEA-B43B-4BE4-9E1B-64D9620FD4C7}"/>
          </ac:spMkLst>
        </pc:spChg>
        <pc:spChg chg="mod">
          <ac:chgData name="Aayah Abdulhakeem Kamkar" userId="fe09df7a-02cc-4ebc-a782-b5294a02ed9d" providerId="ADAL" clId="{1C280E7A-D203-4910-B04F-81743BA7246E}" dt="2026-07-19T16:22:40.883" v="4615"/>
          <ac:spMkLst>
            <pc:docMk/>
            <pc:sldMk cId="1020007127" sldId="436"/>
            <ac:spMk id="35" creationId="{FA5113AD-D61B-5C1C-5FEE-DE491A2075DD}"/>
          </ac:spMkLst>
        </pc:spChg>
        <pc:spChg chg="mod">
          <ac:chgData name="Aayah Abdulhakeem Kamkar" userId="fe09df7a-02cc-4ebc-a782-b5294a02ed9d" providerId="ADAL" clId="{1C280E7A-D203-4910-B04F-81743BA7246E}" dt="2026-07-19T16:25:31.513" v="4752" actId="20577"/>
          <ac:spMkLst>
            <pc:docMk/>
            <pc:sldMk cId="1020007127" sldId="436"/>
            <ac:spMk id="36" creationId="{665AEFCD-5937-575A-8640-EF94486DF863}"/>
          </ac:spMkLst>
        </pc:spChg>
        <pc:spChg chg="mod">
          <ac:chgData name="Aayah Abdulhakeem Kamkar" userId="fe09df7a-02cc-4ebc-a782-b5294a02ed9d" providerId="ADAL" clId="{1C280E7A-D203-4910-B04F-81743BA7246E}" dt="2026-07-19T16:22:44.714" v="4616"/>
          <ac:spMkLst>
            <pc:docMk/>
            <pc:sldMk cId="1020007127" sldId="436"/>
            <ac:spMk id="37" creationId="{672AF72C-6099-1753-D8E5-09978A97A220}"/>
          </ac:spMkLst>
        </pc:spChg>
        <pc:spChg chg="mod">
          <ac:chgData name="Aayah Abdulhakeem Kamkar" userId="fe09df7a-02cc-4ebc-a782-b5294a02ed9d" providerId="ADAL" clId="{1C280E7A-D203-4910-B04F-81743BA7246E}" dt="2026-07-19T16:23:28.686" v="4639" actId="20577"/>
          <ac:spMkLst>
            <pc:docMk/>
            <pc:sldMk cId="1020007127" sldId="436"/>
            <ac:spMk id="38" creationId="{2C389D1A-8773-57AD-A876-329E07A5A476}"/>
          </ac:spMkLst>
        </pc:spChg>
        <pc:spChg chg="mod">
          <ac:chgData name="Aayah Abdulhakeem Kamkar" userId="fe09df7a-02cc-4ebc-a782-b5294a02ed9d" providerId="ADAL" clId="{1C280E7A-D203-4910-B04F-81743BA7246E}" dt="2026-07-19T16:26:52.336" v="4763"/>
          <ac:spMkLst>
            <pc:docMk/>
            <pc:sldMk cId="1020007127" sldId="436"/>
            <ac:spMk id="39" creationId="{BC523A6C-4973-F095-C77A-938B3A7E04DE}"/>
          </ac:spMkLst>
        </pc:spChg>
        <pc:spChg chg="del">
          <ac:chgData name="Aayah Abdulhakeem Kamkar" userId="fe09df7a-02cc-4ebc-a782-b5294a02ed9d" providerId="ADAL" clId="{1C280E7A-D203-4910-B04F-81743BA7246E}" dt="2026-07-19T16:17:45.065" v="4573" actId="478"/>
          <ac:spMkLst>
            <pc:docMk/>
            <pc:sldMk cId="1020007127" sldId="436"/>
            <ac:spMk id="41" creationId="{6CAE4623-50E2-D8AB-17D0-8EF04390DEA1}"/>
          </ac:spMkLst>
        </pc:spChg>
        <pc:spChg chg="del">
          <ac:chgData name="Aayah Abdulhakeem Kamkar" userId="fe09df7a-02cc-4ebc-a782-b5294a02ed9d" providerId="ADAL" clId="{1C280E7A-D203-4910-B04F-81743BA7246E}" dt="2026-07-19T16:17:45.065" v="4573" actId="478"/>
          <ac:spMkLst>
            <pc:docMk/>
            <pc:sldMk cId="1020007127" sldId="436"/>
            <ac:spMk id="42" creationId="{508C5DE3-5A2F-6237-DEA1-0B5F2DB93F0F}"/>
          </ac:spMkLst>
        </pc:spChg>
        <pc:spChg chg="del">
          <ac:chgData name="Aayah Abdulhakeem Kamkar" userId="fe09df7a-02cc-4ebc-a782-b5294a02ed9d" providerId="ADAL" clId="{1C280E7A-D203-4910-B04F-81743BA7246E}" dt="2026-07-19T16:17:45.065" v="4573" actId="478"/>
          <ac:spMkLst>
            <pc:docMk/>
            <pc:sldMk cId="1020007127" sldId="436"/>
            <ac:spMk id="43" creationId="{1716D174-113B-043D-D754-0D7B1E3D2692}"/>
          </ac:spMkLst>
        </pc:spChg>
        <pc:spChg chg="del">
          <ac:chgData name="Aayah Abdulhakeem Kamkar" userId="fe09df7a-02cc-4ebc-a782-b5294a02ed9d" providerId="ADAL" clId="{1C280E7A-D203-4910-B04F-81743BA7246E}" dt="2026-07-19T16:17:39.992" v="4572" actId="478"/>
          <ac:spMkLst>
            <pc:docMk/>
            <pc:sldMk cId="1020007127" sldId="436"/>
            <ac:spMk id="44" creationId="{6908C9D3-4984-D5FD-4E3B-874F09FB2F4A}"/>
          </ac:spMkLst>
        </pc:spChg>
        <pc:spChg chg="del">
          <ac:chgData name="Aayah Abdulhakeem Kamkar" userId="fe09df7a-02cc-4ebc-a782-b5294a02ed9d" providerId="ADAL" clId="{1C280E7A-D203-4910-B04F-81743BA7246E}" dt="2026-07-19T16:17:39.992" v="4572" actId="478"/>
          <ac:spMkLst>
            <pc:docMk/>
            <pc:sldMk cId="1020007127" sldId="436"/>
            <ac:spMk id="45" creationId="{C9755787-4348-795C-139C-EC4F8BB805D4}"/>
          </ac:spMkLst>
        </pc:spChg>
        <pc:spChg chg="del">
          <ac:chgData name="Aayah Abdulhakeem Kamkar" userId="fe09df7a-02cc-4ebc-a782-b5294a02ed9d" providerId="ADAL" clId="{1C280E7A-D203-4910-B04F-81743BA7246E}" dt="2026-07-19T16:17:39.992" v="4572" actId="478"/>
          <ac:spMkLst>
            <pc:docMk/>
            <pc:sldMk cId="1020007127" sldId="436"/>
            <ac:spMk id="46" creationId="{54DB7C83-D3C5-6EA8-BF9F-118A4AD77E8A}"/>
          </ac:spMkLst>
        </pc:spChg>
        <pc:spChg chg="del">
          <ac:chgData name="Aayah Abdulhakeem Kamkar" userId="fe09df7a-02cc-4ebc-a782-b5294a02ed9d" providerId="ADAL" clId="{1C280E7A-D203-4910-B04F-81743BA7246E}" dt="2026-07-19T16:17:45.065" v="4573" actId="478"/>
          <ac:spMkLst>
            <pc:docMk/>
            <pc:sldMk cId="1020007127" sldId="436"/>
            <ac:spMk id="48" creationId="{689AC6B1-3F65-5A24-6705-6D714C64F46E}"/>
          </ac:spMkLst>
        </pc:spChg>
        <pc:spChg chg="del">
          <ac:chgData name="Aayah Abdulhakeem Kamkar" userId="fe09df7a-02cc-4ebc-a782-b5294a02ed9d" providerId="ADAL" clId="{1C280E7A-D203-4910-B04F-81743BA7246E}" dt="2026-07-19T16:17:45.065" v="4573" actId="478"/>
          <ac:spMkLst>
            <pc:docMk/>
            <pc:sldMk cId="1020007127" sldId="436"/>
            <ac:spMk id="49" creationId="{6228D364-7673-72F9-F61E-FB2940AC3054}"/>
          </ac:spMkLst>
        </pc:spChg>
        <pc:spChg chg="del">
          <ac:chgData name="Aayah Abdulhakeem Kamkar" userId="fe09df7a-02cc-4ebc-a782-b5294a02ed9d" providerId="ADAL" clId="{1C280E7A-D203-4910-B04F-81743BA7246E}" dt="2026-07-19T16:17:45.065" v="4573" actId="478"/>
          <ac:spMkLst>
            <pc:docMk/>
            <pc:sldMk cId="1020007127" sldId="436"/>
            <ac:spMk id="50" creationId="{94E8FAD0-D19E-EDD7-4A9D-CF1CB0F5B386}"/>
          </ac:spMkLst>
        </pc:spChg>
        <pc:spChg chg="del">
          <ac:chgData name="Aayah Abdulhakeem Kamkar" userId="fe09df7a-02cc-4ebc-a782-b5294a02ed9d" providerId="ADAL" clId="{1C280E7A-D203-4910-B04F-81743BA7246E}" dt="2026-07-19T16:17:39.992" v="4572" actId="478"/>
          <ac:spMkLst>
            <pc:docMk/>
            <pc:sldMk cId="1020007127" sldId="436"/>
            <ac:spMk id="51" creationId="{5292BA03-18CE-5C67-C20F-08C880881AD0}"/>
          </ac:spMkLst>
        </pc:spChg>
        <pc:spChg chg="del">
          <ac:chgData name="Aayah Abdulhakeem Kamkar" userId="fe09df7a-02cc-4ebc-a782-b5294a02ed9d" providerId="ADAL" clId="{1C280E7A-D203-4910-B04F-81743BA7246E}" dt="2026-07-19T16:17:39.992" v="4572" actId="478"/>
          <ac:spMkLst>
            <pc:docMk/>
            <pc:sldMk cId="1020007127" sldId="436"/>
            <ac:spMk id="52" creationId="{282D64AB-01BB-7DD5-5A90-A3EAFB5B515A}"/>
          </ac:spMkLst>
        </pc:spChg>
        <pc:spChg chg="del">
          <ac:chgData name="Aayah Abdulhakeem Kamkar" userId="fe09df7a-02cc-4ebc-a782-b5294a02ed9d" providerId="ADAL" clId="{1C280E7A-D203-4910-B04F-81743BA7246E}" dt="2026-07-19T16:17:39.992" v="4572" actId="478"/>
          <ac:spMkLst>
            <pc:docMk/>
            <pc:sldMk cId="1020007127" sldId="436"/>
            <ac:spMk id="53" creationId="{C3A4261D-DFAA-615C-FB5A-B8E018114E04}"/>
          </ac:spMkLst>
        </pc:spChg>
        <pc:spChg chg="del">
          <ac:chgData name="Aayah Abdulhakeem Kamkar" userId="fe09df7a-02cc-4ebc-a782-b5294a02ed9d" providerId="ADAL" clId="{1C280E7A-D203-4910-B04F-81743BA7246E}" dt="2026-07-19T16:17:45.065" v="4573" actId="478"/>
          <ac:spMkLst>
            <pc:docMk/>
            <pc:sldMk cId="1020007127" sldId="436"/>
            <ac:spMk id="56" creationId="{58817F47-F07A-132A-1E11-B48B21956AEB}"/>
          </ac:spMkLst>
        </pc:spChg>
        <pc:spChg chg="del">
          <ac:chgData name="Aayah Abdulhakeem Kamkar" userId="fe09df7a-02cc-4ebc-a782-b5294a02ed9d" providerId="ADAL" clId="{1C280E7A-D203-4910-B04F-81743BA7246E}" dt="2026-07-19T16:17:45.065" v="4573" actId="478"/>
          <ac:spMkLst>
            <pc:docMk/>
            <pc:sldMk cId="1020007127" sldId="436"/>
            <ac:spMk id="57" creationId="{592E82D5-35BA-5974-D6E8-499DCDA2EBBA}"/>
          </ac:spMkLst>
        </pc:spChg>
        <pc:spChg chg="del">
          <ac:chgData name="Aayah Abdulhakeem Kamkar" userId="fe09df7a-02cc-4ebc-a782-b5294a02ed9d" providerId="ADAL" clId="{1C280E7A-D203-4910-B04F-81743BA7246E}" dt="2026-07-19T16:17:39.992" v="4572" actId="478"/>
          <ac:spMkLst>
            <pc:docMk/>
            <pc:sldMk cId="1020007127" sldId="436"/>
            <ac:spMk id="58" creationId="{44F2A7AA-8A43-2AC9-9215-835CF7CF4DEC}"/>
          </ac:spMkLst>
        </pc:spChg>
        <pc:spChg chg="del">
          <ac:chgData name="Aayah Abdulhakeem Kamkar" userId="fe09df7a-02cc-4ebc-a782-b5294a02ed9d" providerId="ADAL" clId="{1C280E7A-D203-4910-B04F-81743BA7246E}" dt="2026-07-19T16:17:39.992" v="4572" actId="478"/>
          <ac:spMkLst>
            <pc:docMk/>
            <pc:sldMk cId="1020007127" sldId="436"/>
            <ac:spMk id="59" creationId="{C009FB71-20B0-27FD-58B6-E0BA8EBDD643}"/>
          </ac:spMkLst>
        </pc:spChg>
        <pc:spChg chg="del">
          <ac:chgData name="Aayah Abdulhakeem Kamkar" userId="fe09df7a-02cc-4ebc-a782-b5294a02ed9d" providerId="ADAL" clId="{1C280E7A-D203-4910-B04F-81743BA7246E}" dt="2026-07-19T16:17:39.992" v="4572" actId="478"/>
          <ac:spMkLst>
            <pc:docMk/>
            <pc:sldMk cId="1020007127" sldId="436"/>
            <ac:spMk id="60" creationId="{AA9029B6-F8AB-98D7-351D-43DE9D89ACF4}"/>
          </ac:spMkLst>
        </pc:spChg>
        <pc:spChg chg="del">
          <ac:chgData name="Aayah Abdulhakeem Kamkar" userId="fe09df7a-02cc-4ebc-a782-b5294a02ed9d" providerId="ADAL" clId="{1C280E7A-D203-4910-B04F-81743BA7246E}" dt="2026-07-19T16:17:45.065" v="4573" actId="478"/>
          <ac:spMkLst>
            <pc:docMk/>
            <pc:sldMk cId="1020007127" sldId="436"/>
            <ac:spMk id="62" creationId="{65E0A840-4203-08F0-D984-1EBA789DFB9E}"/>
          </ac:spMkLst>
        </pc:spChg>
        <pc:picChg chg="del">
          <ac:chgData name="Aayah Abdulhakeem Kamkar" userId="fe09df7a-02cc-4ebc-a782-b5294a02ed9d" providerId="ADAL" clId="{1C280E7A-D203-4910-B04F-81743BA7246E}" dt="2026-07-19T16:17:39.992" v="4572" actId="478"/>
          <ac:picMkLst>
            <pc:docMk/>
            <pc:sldMk cId="1020007127" sldId="436"/>
            <ac:picMk id="85" creationId="{97764365-8D5E-2E13-3D25-05FD794C6DBB}"/>
          </ac:picMkLst>
        </pc:picChg>
      </pc:sldChg>
      <pc:sldChg chg="modSp add del mod">
        <pc:chgData name="Aayah Abdulhakeem Kamkar" userId="fe09df7a-02cc-4ebc-a782-b5294a02ed9d" providerId="ADAL" clId="{1C280E7A-D203-4910-B04F-81743BA7246E}" dt="2026-07-19T16:17:28.444" v="4568" actId="47"/>
        <pc:sldMkLst>
          <pc:docMk/>
          <pc:sldMk cId="3323443788" sldId="436"/>
        </pc:sldMkLst>
        <pc:spChg chg="mod">
          <ac:chgData name="Aayah Abdulhakeem Kamkar" userId="fe09df7a-02cc-4ebc-a782-b5294a02ed9d" providerId="ADAL" clId="{1C280E7A-D203-4910-B04F-81743BA7246E}" dt="2026-07-19T16:16:58.398" v="4563" actId="20577"/>
          <ac:spMkLst>
            <pc:docMk/>
            <pc:sldMk cId="3323443788" sldId="436"/>
            <ac:spMk id="4" creationId="{C4C7E058-F00E-C989-8902-8FE20C3491D0}"/>
          </ac:spMkLst>
        </pc:spChg>
      </pc:sldChg>
      <pc:sldMasterChg chg="addSp modSp mod">
        <pc:chgData name="Aayah Abdulhakeem Kamkar" userId="fe09df7a-02cc-4ebc-a782-b5294a02ed9d" providerId="ADAL" clId="{1C280E7A-D203-4910-B04F-81743BA7246E}" dt="2026-07-19T14:23:24.413" v="471"/>
        <pc:sldMasterMkLst>
          <pc:docMk/>
          <pc:sldMasterMk cId="0" sldId="2147483648"/>
        </pc:sldMasterMkLst>
        <pc:graphicFrameChg chg="add mod modVis">
          <ac:chgData name="Aayah Abdulhakeem Kamkar" userId="fe09df7a-02cc-4ebc-a782-b5294a02ed9d" providerId="ADAL" clId="{1C280E7A-D203-4910-B04F-81743BA7246E}" dt="2026-07-19T14:23:24.413" v="471"/>
          <ac:graphicFrameMkLst>
            <pc:docMk/>
            <pc:sldMasterMk cId="0" sldId="2147483648"/>
            <ac:graphicFrameMk id="2" creationId="{50D672F3-9192-165A-E730-349E1AC3D2A8}"/>
          </ac:graphicFrameMkLst>
        </pc:graphicFrameChg>
      </pc:sldMasterChg>
      <pc:sldMasterChg chg="addSp modSp mod">
        <pc:chgData name="Aayah Abdulhakeem Kamkar" userId="fe09df7a-02cc-4ebc-a782-b5294a02ed9d" providerId="ADAL" clId="{1C280E7A-D203-4910-B04F-81743BA7246E}" dt="2026-07-19T14:23:24.395" v="459"/>
        <pc:sldMasterMkLst>
          <pc:docMk/>
          <pc:sldMasterMk cId="1974516234" sldId="2147483650"/>
        </pc:sldMasterMkLst>
        <pc:spChg chg="mod">
          <ac:chgData name="Aayah Abdulhakeem Kamkar" userId="fe09df7a-02cc-4ebc-a782-b5294a02ed9d" providerId="ADAL" clId="{1C280E7A-D203-4910-B04F-81743BA7246E}" dt="2026-07-19T14:23:24.027" v="120" actId="299"/>
          <ac:spMkLst>
            <pc:docMk/>
            <pc:sldMasterMk cId="1974516234" sldId="2147483650"/>
            <ac:spMk id="2" creationId="{1D39382C-632D-6644-CA54-FAF119852ED7}"/>
          </ac:spMkLst>
        </pc:spChg>
        <pc:graphicFrameChg chg="add mod ord modVis">
          <ac:chgData name="Aayah Abdulhakeem Kamkar" userId="fe09df7a-02cc-4ebc-a782-b5294a02ed9d" providerId="ADAL" clId="{1C280E7A-D203-4910-B04F-81743BA7246E}" dt="2026-07-19T14:23:24.395" v="459"/>
          <ac:graphicFrameMkLst>
            <pc:docMk/>
            <pc:sldMasterMk cId="1974516234" sldId="2147483650"/>
            <ac:graphicFrameMk id="7" creationId="{B84CD634-B867-1BDE-4663-523D84C6B88A}"/>
          </ac:graphicFrameMkLst>
        </pc:graphicFrameChg>
      </pc:sldMasterChg>
    </pc:docChg>
  </pc:docChgLst>
  <pc:docChgLst>
    <pc:chgData name="Alya Eisa Al Hazami" userId="621a2804-1fa9-4552-a97c-7d61af64718a" providerId="ADAL" clId="{A3F9380B-383D-4B03-BC6E-ED99686AF61E}"/>
    <pc:docChg chg="addSld modSld">
      <pc:chgData name="Alya Eisa Al Hazami" userId="621a2804-1fa9-4552-a97c-7d61af64718a" providerId="ADAL" clId="{A3F9380B-383D-4B03-BC6E-ED99686AF61E}" dt="2026-07-19T14:14:17.606" v="1"/>
      <pc:docMkLst>
        <pc:docMk/>
      </pc:docMkLst>
      <pc:sldChg chg="modSp">
        <pc:chgData name="Alya Eisa Al Hazami" userId="621a2804-1fa9-4552-a97c-7d61af64718a" providerId="ADAL" clId="{A3F9380B-383D-4B03-BC6E-ED99686AF61E}" dt="2026-07-19T14:12:43.613" v="0"/>
        <pc:sldMkLst>
          <pc:docMk/>
          <pc:sldMk cId="0" sldId="268"/>
        </pc:sldMkLst>
        <pc:spChg chg="mod">
          <ac:chgData name="Alya Eisa Al Hazami" userId="621a2804-1fa9-4552-a97c-7d61af64718a" providerId="ADAL" clId="{A3F9380B-383D-4B03-BC6E-ED99686AF61E}" dt="2026-07-19T14:12:43.613" v="0"/>
          <ac:spMkLst>
            <pc:docMk/>
            <pc:sldMk cId="0" sldId="268"/>
            <ac:spMk id="21" creationId="{00000000-0000-0000-0000-000000000000}"/>
          </ac:spMkLst>
        </pc:spChg>
      </pc:sldChg>
      <pc:sldChg chg="add setBg">
        <pc:chgData name="Alya Eisa Al Hazami" userId="621a2804-1fa9-4552-a97c-7d61af64718a" providerId="ADAL" clId="{A3F9380B-383D-4B03-BC6E-ED99686AF61E}" dt="2026-07-19T14:14:17.606" v="1"/>
        <pc:sldMkLst>
          <pc:docMk/>
          <pc:sldMk cId="2611850476" sldId="278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594420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65B056-49B1-4397-30D4-31FA931F8E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F199B5-549A-7CB8-370A-6953687CDC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8FA6E3A-4E1D-08C6-C53A-18A95B46B1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942C53-4603-6390-7216-7149E40CA61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76261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Relationship Id="rId3" Type="http://schemas.openxmlformats.org/officeDocument/2006/relationships/tags" Target="../tags/tag1.xml"/><Relationship Id="rId4" Type="http://schemas.openxmlformats.org/officeDocument/2006/relationships/oleObject" Target="../embeddings/oleObject1.bin"/><Relationship Id="rId5" Type="http://schemas.openxmlformats.org/officeDocument/2006/relationships/image" Target="../media/image1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50D672F3-9192-165A-E730-349E1AC3D2A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3"/>
            </p:custDataLst>
            <p:extLst>
              <p:ext uri="{D42A27DB-BD31-4B8C-83A1-F6EECF244321}">
                <p14:modId xmlns:p14="http://schemas.microsoft.com/office/powerpoint/2010/main" val="407632761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606" imgH="608" progId="TCLayout.ActiveDocument.1">
                  <p:embed/>
                </p:oleObj>
              </mc:Choice>
              <mc:Fallback>
                <p:oleObj name="think-cell Slide" r:id="rId4" imgW="606" imgH="608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0D672F3-9192-165A-E730-349E1AC3D2A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310128" cy="6858000"/>
          </a:xfrm>
          <a:prstGeom prst="rect">
            <a:avLst/>
          </a:prstGeom>
          <a:solidFill>
            <a:srgbClr val="333F64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zwe_fla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347472"/>
            <a:ext cx="1298448" cy="64922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84048" y="129844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C7A8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COUNTRY OVERVIEW</a:t>
            </a:r>
            <a:endParaRPr lang="en-US" sz="1200"/>
          </a:p>
        </p:txBody>
      </p:sp>
      <p:sp>
        <p:nvSpPr>
          <p:cNvPr id="5" name="Text 2"/>
          <p:cNvSpPr/>
          <p:nvPr/>
        </p:nvSpPr>
        <p:spPr>
          <a:xfrm>
            <a:off x="347472" y="1536192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India</a:t>
            </a:r>
            <a:endParaRPr lang="en-US" sz="4000"/>
          </a:p>
        </p:txBody>
      </p:sp>
      <p:sp>
        <p:nvSpPr>
          <p:cNvPr id="6" name="Text 3"/>
          <p:cNvSpPr/>
          <p:nvPr/>
        </p:nvSpPr>
        <p:spPr>
          <a:xfrm>
            <a:off x="384048" y="23042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>
                <a:solidFill>
                  <a:srgbClr val="E7E2D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Republic of India</a:t>
            </a:r>
            <a:endParaRPr lang="en-US" sz="1200"/>
          </a:p>
        </p:txBody>
      </p:sp>
      <p:sp>
        <p:nvSpPr>
          <p:cNvPr id="7" name="Shape 4"/>
          <p:cNvSpPr/>
          <p:nvPr/>
        </p:nvSpPr>
        <p:spPr>
          <a:xfrm>
            <a:off x="384048" y="2688336"/>
            <a:ext cx="2542032" cy="0"/>
          </a:xfrm>
          <a:prstGeom prst="line">
            <a:avLst/>
          </a:prstGeom>
          <a:noFill/>
          <a:ln w="9525">
            <a:solidFill>
              <a:srgbClr val="5B6A7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384048" y="2834640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STATUS</a:t>
            </a:r>
            <a:endParaRPr lang="en-US" sz="1200"/>
          </a:p>
        </p:txBody>
      </p:sp>
      <p:sp>
        <p:nvSpPr>
          <p:cNvPr id="9" name="Text 6"/>
          <p:cNvSpPr/>
          <p:nvPr/>
        </p:nvSpPr>
        <p:spPr>
          <a:xfrm>
            <a:off x="384048" y="3054096"/>
            <a:ext cx="2697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E7E2D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Lower-middle income</a:t>
            </a:r>
            <a:endParaRPr lang="en-US" sz="1200"/>
          </a:p>
        </p:txBody>
      </p:sp>
      <p:sp>
        <p:nvSpPr>
          <p:cNvPr id="10" name="Text 7"/>
          <p:cNvSpPr/>
          <p:nvPr/>
        </p:nvSpPr>
        <p:spPr>
          <a:xfrm>
            <a:off x="384048" y="3364992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CAPITAL</a:t>
            </a:r>
            <a:endParaRPr lang="en-US" sz="1200"/>
          </a:p>
        </p:txBody>
      </p:sp>
      <p:sp>
        <p:nvSpPr>
          <p:cNvPr id="11" name="Text 8"/>
          <p:cNvSpPr/>
          <p:nvPr/>
        </p:nvSpPr>
        <p:spPr>
          <a:xfrm>
            <a:off x="384048" y="3584448"/>
            <a:ext cx="2697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E7E2D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New Delhi</a:t>
            </a:r>
            <a:endParaRPr lang="en-US" sz="1200"/>
          </a:p>
        </p:txBody>
      </p:sp>
      <p:sp>
        <p:nvSpPr>
          <p:cNvPr id="12" name="Text 9"/>
          <p:cNvSpPr/>
          <p:nvPr/>
        </p:nvSpPr>
        <p:spPr>
          <a:xfrm>
            <a:off x="384048" y="3895344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GDP / CAP</a:t>
            </a:r>
            <a:endParaRPr lang="en-US" sz="1200"/>
          </a:p>
        </p:txBody>
      </p:sp>
      <p:sp>
        <p:nvSpPr>
          <p:cNvPr id="13" name="Text 10"/>
          <p:cNvSpPr/>
          <p:nvPr/>
        </p:nvSpPr>
        <p:spPr>
          <a:xfrm>
            <a:off x="384048" y="4114800"/>
            <a:ext cx="2697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E7E2D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~$2,700 (2024)</a:t>
            </a:r>
            <a:endParaRPr lang="en-US" sz="1200"/>
          </a:p>
        </p:txBody>
      </p:sp>
      <p:sp>
        <p:nvSpPr>
          <p:cNvPr id="14" name="Text 11"/>
          <p:cNvSpPr/>
          <p:nvPr/>
        </p:nvSpPr>
        <p:spPr>
          <a:xfrm>
            <a:off x="384048" y="4425696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CURRENCY</a:t>
            </a:r>
            <a:endParaRPr lang="en-US" sz="1200"/>
          </a:p>
        </p:txBody>
      </p:sp>
      <p:sp>
        <p:nvSpPr>
          <p:cNvPr id="15" name="Text 12"/>
          <p:cNvSpPr/>
          <p:nvPr/>
        </p:nvSpPr>
        <p:spPr>
          <a:xfrm>
            <a:off x="384048" y="4645152"/>
            <a:ext cx="2697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E7E2D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Indian Rupee (INR)</a:t>
            </a:r>
            <a:endParaRPr lang="en-US" sz="1200"/>
          </a:p>
        </p:txBody>
      </p:sp>
      <p:sp>
        <p:nvSpPr>
          <p:cNvPr id="16" name="Text 13"/>
          <p:cNvSpPr/>
          <p:nvPr/>
        </p:nvSpPr>
        <p:spPr>
          <a:xfrm>
            <a:off x="384048" y="4956048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LANGUAGES</a:t>
            </a:r>
            <a:endParaRPr lang="en-US" sz="1200"/>
          </a:p>
        </p:txBody>
      </p:sp>
      <p:sp>
        <p:nvSpPr>
          <p:cNvPr id="17" name="Text 14"/>
          <p:cNvSpPr/>
          <p:nvPr/>
        </p:nvSpPr>
        <p:spPr>
          <a:xfrm>
            <a:off x="384048" y="5175504"/>
            <a:ext cx="2697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E7E2D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Hindi, English + 21 official</a:t>
            </a:r>
            <a:endParaRPr lang="en-US" sz="1200"/>
          </a:p>
        </p:txBody>
      </p:sp>
      <p:sp>
        <p:nvSpPr>
          <p:cNvPr id="18" name="Text 15"/>
          <p:cNvSpPr/>
          <p:nvPr/>
        </p:nvSpPr>
        <p:spPr>
          <a:xfrm>
            <a:off x="384048" y="5486400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PERIOD</a:t>
            </a:r>
            <a:endParaRPr lang="en-US" sz="1200"/>
          </a:p>
        </p:txBody>
      </p:sp>
      <p:sp>
        <p:nvSpPr>
          <p:cNvPr id="19" name="Text 16"/>
          <p:cNvSpPr/>
          <p:nvPr/>
        </p:nvSpPr>
        <p:spPr>
          <a:xfrm>
            <a:off x="384048" y="5705856"/>
            <a:ext cx="2697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E7E2D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July 2026</a:t>
            </a:r>
            <a:endParaRPr lang="en-US" sz="1200"/>
          </a:p>
        </p:txBody>
      </p:sp>
      <p:sp>
        <p:nvSpPr>
          <p:cNvPr id="20" name="Text 17"/>
          <p:cNvSpPr/>
          <p:nvPr/>
        </p:nvSpPr>
        <p:spPr>
          <a:xfrm>
            <a:off x="384048" y="638251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C7A8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JULY 2026</a:t>
            </a:r>
            <a:endParaRPr lang="en-US" sz="1200"/>
          </a:p>
        </p:txBody>
      </p:sp>
      <p:sp>
        <p:nvSpPr>
          <p:cNvPr id="21" name="Text 18"/>
          <p:cNvSpPr/>
          <p:nvPr/>
        </p:nvSpPr>
        <p:spPr>
          <a:xfrm>
            <a:off x="3611880" y="27432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NATIONAL SNAPSHOT · JULY 2026</a:t>
            </a:r>
            <a:endParaRPr lang="en-US" sz="1200"/>
          </a:p>
        </p:txBody>
      </p:sp>
      <p:sp>
        <p:nvSpPr>
          <p:cNvPr id="22" name="Shape 19"/>
          <p:cNvSpPr/>
          <p:nvPr/>
        </p:nvSpPr>
        <p:spPr>
          <a:xfrm>
            <a:off x="7279340" y="402336"/>
            <a:ext cx="4516419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0"/>
          <p:cNvSpPr/>
          <p:nvPr/>
        </p:nvSpPr>
        <p:spPr>
          <a:xfrm>
            <a:off x="3611880" y="603504"/>
            <a:ext cx="45720" cy="219456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1"/>
          <p:cNvSpPr/>
          <p:nvPr/>
        </p:nvSpPr>
        <p:spPr>
          <a:xfrm>
            <a:off x="3721608" y="576072"/>
            <a:ext cx="2578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GENERAL</a:t>
            </a:r>
            <a:endParaRPr lang="en-US" sz="1200"/>
          </a:p>
        </p:txBody>
      </p:sp>
      <p:sp>
        <p:nvSpPr>
          <p:cNvPr id="25" name="Shape 22"/>
          <p:cNvSpPr/>
          <p:nvPr/>
        </p:nvSpPr>
        <p:spPr>
          <a:xfrm>
            <a:off x="3611880" y="896112"/>
            <a:ext cx="2670048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3"/>
          <p:cNvSpPr/>
          <p:nvPr/>
        </p:nvSpPr>
        <p:spPr>
          <a:xfrm>
            <a:off x="3611880" y="896112"/>
            <a:ext cx="2670048" cy="41148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4"/>
          <p:cNvSpPr/>
          <p:nvPr/>
        </p:nvSpPr>
        <p:spPr>
          <a:xfrm>
            <a:off x="3721608" y="986657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~1.48B</a:t>
            </a:r>
            <a:endParaRPr lang="en-US" sz="2000"/>
          </a:p>
        </p:txBody>
      </p:sp>
      <p:sp>
        <p:nvSpPr>
          <p:cNvPr id="28" name="Text 25"/>
          <p:cNvSpPr/>
          <p:nvPr/>
        </p:nvSpPr>
        <p:spPr>
          <a:xfrm>
            <a:off x="3721608" y="1324269"/>
            <a:ext cx="2450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Total Population</a:t>
            </a:r>
            <a:endParaRPr lang="en-US" sz="1200"/>
          </a:p>
        </p:txBody>
      </p:sp>
      <p:sp>
        <p:nvSpPr>
          <p:cNvPr id="29" name="Text 26"/>
          <p:cNvSpPr/>
          <p:nvPr/>
        </p:nvSpPr>
        <p:spPr>
          <a:xfrm>
            <a:off x="5001768" y="941832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 mid-2026</a:t>
            </a:r>
            <a:endParaRPr lang="en-US" sz="800"/>
          </a:p>
        </p:txBody>
      </p:sp>
      <p:sp>
        <p:nvSpPr>
          <p:cNvPr id="30" name="Shape 27"/>
          <p:cNvSpPr/>
          <p:nvPr/>
        </p:nvSpPr>
        <p:spPr>
          <a:xfrm>
            <a:off x="3611880" y="1682496"/>
            <a:ext cx="2670048" cy="731520"/>
          </a:xfrm>
          <a:prstGeom prst="rect">
            <a:avLst/>
          </a:prstGeom>
          <a:solidFill>
            <a:srgbClr val="F4F1EA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8"/>
          <p:cNvSpPr/>
          <p:nvPr/>
        </p:nvSpPr>
        <p:spPr>
          <a:xfrm>
            <a:off x="3721608" y="1773041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72.5 yrs</a:t>
            </a:r>
            <a:endParaRPr lang="en-US" sz="2000"/>
          </a:p>
        </p:txBody>
      </p:sp>
      <p:sp>
        <p:nvSpPr>
          <p:cNvPr id="32" name="Text 29"/>
          <p:cNvSpPr/>
          <p:nvPr/>
        </p:nvSpPr>
        <p:spPr>
          <a:xfrm>
            <a:off x="3721608" y="2110653"/>
            <a:ext cx="2450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Life Expectancy</a:t>
            </a:r>
            <a:endParaRPr lang="en-US" sz="1200"/>
          </a:p>
        </p:txBody>
      </p:sp>
      <p:sp>
        <p:nvSpPr>
          <p:cNvPr id="33" name="Text 30"/>
          <p:cNvSpPr/>
          <p:nvPr/>
        </p:nvSpPr>
        <p:spPr>
          <a:xfrm>
            <a:off x="5001768" y="1728216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 WPP '24</a:t>
            </a:r>
            <a:endParaRPr lang="en-US" sz="800"/>
          </a:p>
        </p:txBody>
      </p:sp>
      <p:sp>
        <p:nvSpPr>
          <p:cNvPr id="34" name="Shape 31"/>
          <p:cNvSpPr/>
          <p:nvPr/>
        </p:nvSpPr>
        <p:spPr>
          <a:xfrm>
            <a:off x="3611880" y="2468880"/>
            <a:ext cx="2670048" cy="731520"/>
          </a:xfrm>
          <a:prstGeom prst="rect">
            <a:avLst/>
          </a:prstGeom>
          <a:solidFill>
            <a:srgbClr val="F4F1EA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2"/>
          <p:cNvSpPr/>
          <p:nvPr/>
        </p:nvSpPr>
        <p:spPr>
          <a:xfrm>
            <a:off x="3721608" y="2559425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~78%</a:t>
            </a:r>
            <a:endParaRPr lang="en-US" sz="2000"/>
          </a:p>
        </p:txBody>
      </p:sp>
      <p:sp>
        <p:nvSpPr>
          <p:cNvPr id="36" name="Text 33"/>
          <p:cNvSpPr/>
          <p:nvPr/>
        </p:nvSpPr>
        <p:spPr>
          <a:xfrm>
            <a:off x="3721608" y="2897037"/>
            <a:ext cx="2450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Adult Literacy</a:t>
            </a:r>
            <a:endParaRPr lang="en-US" sz="1200"/>
          </a:p>
        </p:txBody>
      </p:sp>
      <p:sp>
        <p:nvSpPr>
          <p:cNvPr id="37" name="Text 34"/>
          <p:cNvSpPr/>
          <p:nvPr/>
        </p:nvSpPr>
        <p:spPr>
          <a:xfrm>
            <a:off x="5001768" y="2514600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WB 2024</a:t>
            </a:r>
            <a:endParaRPr lang="en-US" sz="800"/>
          </a:p>
        </p:txBody>
      </p:sp>
      <p:sp>
        <p:nvSpPr>
          <p:cNvPr id="38" name="Shape 35"/>
          <p:cNvSpPr/>
          <p:nvPr/>
        </p:nvSpPr>
        <p:spPr>
          <a:xfrm>
            <a:off x="6409944" y="603504"/>
            <a:ext cx="45720" cy="219456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Text 36"/>
          <p:cNvSpPr/>
          <p:nvPr/>
        </p:nvSpPr>
        <p:spPr>
          <a:xfrm>
            <a:off x="6519672" y="576072"/>
            <a:ext cx="2578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ECONOMIC</a:t>
            </a:r>
            <a:endParaRPr lang="en-US" sz="1200"/>
          </a:p>
        </p:txBody>
      </p:sp>
      <p:sp>
        <p:nvSpPr>
          <p:cNvPr id="40" name="Shape 37"/>
          <p:cNvSpPr/>
          <p:nvPr/>
        </p:nvSpPr>
        <p:spPr>
          <a:xfrm>
            <a:off x="6409944" y="896112"/>
            <a:ext cx="2670048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Shape 38"/>
          <p:cNvSpPr/>
          <p:nvPr/>
        </p:nvSpPr>
        <p:spPr>
          <a:xfrm>
            <a:off x="6409944" y="896112"/>
            <a:ext cx="2670048" cy="41148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" name="Text 39"/>
          <p:cNvSpPr/>
          <p:nvPr/>
        </p:nvSpPr>
        <p:spPr>
          <a:xfrm>
            <a:off x="6519672" y="986657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~$4.1tn</a:t>
            </a:r>
            <a:endParaRPr lang="en-US" sz="2000"/>
          </a:p>
        </p:txBody>
      </p:sp>
      <p:sp>
        <p:nvSpPr>
          <p:cNvPr id="43" name="Text 40"/>
          <p:cNvSpPr/>
          <p:nvPr/>
        </p:nvSpPr>
        <p:spPr>
          <a:xfrm>
            <a:off x="6519672" y="1324269"/>
            <a:ext cx="2450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GDP · ~7% growth FY26</a:t>
            </a:r>
            <a:endParaRPr lang="en-US" sz="1200"/>
          </a:p>
        </p:txBody>
      </p:sp>
      <p:sp>
        <p:nvSpPr>
          <p:cNvPr id="44" name="Text 41"/>
          <p:cNvSpPr/>
          <p:nvPr/>
        </p:nvSpPr>
        <p:spPr>
          <a:xfrm>
            <a:off x="7799832" y="941832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IMF 2025</a:t>
            </a:r>
            <a:endParaRPr lang="en-US" sz="800"/>
          </a:p>
        </p:txBody>
      </p:sp>
      <p:sp>
        <p:nvSpPr>
          <p:cNvPr id="45" name="Shape 42"/>
          <p:cNvSpPr/>
          <p:nvPr/>
        </p:nvSpPr>
        <p:spPr>
          <a:xfrm>
            <a:off x="6409944" y="1682496"/>
            <a:ext cx="2670048" cy="731520"/>
          </a:xfrm>
          <a:prstGeom prst="rect">
            <a:avLst/>
          </a:prstGeom>
          <a:solidFill>
            <a:srgbClr val="F4F1EA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43"/>
          <p:cNvSpPr/>
          <p:nvPr/>
        </p:nvSpPr>
        <p:spPr>
          <a:xfrm>
            <a:off x="6519672" y="1773041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~4%</a:t>
            </a:r>
            <a:endParaRPr lang="en-US" sz="2000"/>
          </a:p>
        </p:txBody>
      </p:sp>
      <p:sp>
        <p:nvSpPr>
          <p:cNvPr id="47" name="Text 44"/>
          <p:cNvSpPr/>
          <p:nvPr/>
        </p:nvSpPr>
        <p:spPr>
          <a:xfrm>
            <a:off x="6519672" y="2110653"/>
            <a:ext cx="2450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Inflation (CPI y/y)</a:t>
            </a:r>
            <a:endParaRPr lang="en-US" sz="1200"/>
          </a:p>
        </p:txBody>
      </p:sp>
      <p:sp>
        <p:nvSpPr>
          <p:cNvPr id="48" name="Text 45"/>
          <p:cNvSpPr/>
          <p:nvPr/>
        </p:nvSpPr>
        <p:spPr>
          <a:xfrm>
            <a:off x="7799832" y="1728216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Below RBI target</a:t>
            </a:r>
            <a:endParaRPr lang="en-US" sz="800"/>
          </a:p>
        </p:txBody>
      </p:sp>
      <p:sp>
        <p:nvSpPr>
          <p:cNvPr id="49" name="Shape 46"/>
          <p:cNvSpPr/>
          <p:nvPr/>
        </p:nvSpPr>
        <p:spPr>
          <a:xfrm>
            <a:off x="6409944" y="2468880"/>
            <a:ext cx="2670048" cy="731520"/>
          </a:xfrm>
          <a:prstGeom prst="rect">
            <a:avLst/>
          </a:prstGeom>
          <a:solidFill>
            <a:srgbClr val="F4F1EA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Text 47"/>
          <p:cNvSpPr/>
          <p:nvPr/>
        </p:nvSpPr>
        <p:spPr>
          <a:xfrm>
            <a:off x="6519672" y="2559425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3.1%</a:t>
            </a:r>
            <a:endParaRPr lang="en-US" sz="2000"/>
          </a:p>
        </p:txBody>
      </p:sp>
      <p:sp>
        <p:nvSpPr>
          <p:cNvPr id="51" name="Text 48"/>
          <p:cNvSpPr/>
          <p:nvPr/>
        </p:nvSpPr>
        <p:spPr>
          <a:xfrm>
            <a:off x="6519672" y="2897037"/>
            <a:ext cx="2450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Unemployment</a:t>
            </a:r>
            <a:endParaRPr lang="en-US" sz="1200"/>
          </a:p>
        </p:txBody>
      </p:sp>
      <p:sp>
        <p:nvSpPr>
          <p:cNvPr id="52" name="Text 49"/>
          <p:cNvSpPr/>
          <p:nvPr/>
        </p:nvSpPr>
        <p:spPr>
          <a:xfrm>
            <a:off x="7799832" y="2514600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Youth 9.9%</a:t>
            </a:r>
            <a:endParaRPr lang="en-US" sz="800"/>
          </a:p>
        </p:txBody>
      </p:sp>
      <p:sp>
        <p:nvSpPr>
          <p:cNvPr id="53" name="Shape 50"/>
          <p:cNvSpPr/>
          <p:nvPr/>
        </p:nvSpPr>
        <p:spPr>
          <a:xfrm>
            <a:off x="9208008" y="603504"/>
            <a:ext cx="45720" cy="219456"/>
          </a:xfrm>
          <a:prstGeom prst="rect">
            <a:avLst/>
          </a:prstGeom>
          <a:solidFill>
            <a:srgbClr val="9B12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4" name="Text 51"/>
          <p:cNvSpPr/>
          <p:nvPr/>
        </p:nvSpPr>
        <p:spPr>
          <a:xfrm>
            <a:off x="9317736" y="576072"/>
            <a:ext cx="2578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SOCIAL &amp; HUMANITARIAN</a:t>
            </a:r>
            <a:endParaRPr lang="en-US" sz="1200"/>
          </a:p>
        </p:txBody>
      </p:sp>
      <p:sp>
        <p:nvSpPr>
          <p:cNvPr id="55" name="Shape 52"/>
          <p:cNvSpPr/>
          <p:nvPr/>
        </p:nvSpPr>
        <p:spPr>
          <a:xfrm>
            <a:off x="9208008" y="896112"/>
            <a:ext cx="2670048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" name="Shape 53"/>
          <p:cNvSpPr/>
          <p:nvPr/>
        </p:nvSpPr>
        <p:spPr>
          <a:xfrm>
            <a:off x="9208008" y="896112"/>
            <a:ext cx="2670048" cy="41148"/>
          </a:xfrm>
          <a:prstGeom prst="rect">
            <a:avLst/>
          </a:prstGeom>
          <a:solidFill>
            <a:srgbClr val="9B12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7" name="Text 54"/>
          <p:cNvSpPr/>
          <p:nvPr/>
        </p:nvSpPr>
        <p:spPr>
          <a:xfrm>
            <a:off x="9317736" y="986657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27/1K</a:t>
            </a:r>
            <a:endParaRPr lang="en-US" sz="2000"/>
          </a:p>
        </p:txBody>
      </p:sp>
      <p:sp>
        <p:nvSpPr>
          <p:cNvPr id="58" name="Text 55"/>
          <p:cNvSpPr/>
          <p:nvPr/>
        </p:nvSpPr>
        <p:spPr>
          <a:xfrm>
            <a:off x="9317736" y="1324269"/>
            <a:ext cx="2450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Under-5 Mortality</a:t>
            </a:r>
            <a:endParaRPr lang="en-US" sz="1200"/>
          </a:p>
        </p:txBody>
      </p:sp>
      <p:sp>
        <p:nvSpPr>
          <p:cNvPr id="59" name="Text 56"/>
          <p:cNvSpPr/>
          <p:nvPr/>
        </p:nvSpPr>
        <p:spPr>
          <a:xfrm>
            <a:off x="10597896" y="941832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 IGME 2024</a:t>
            </a:r>
            <a:endParaRPr lang="en-US" sz="800"/>
          </a:p>
        </p:txBody>
      </p:sp>
      <p:sp>
        <p:nvSpPr>
          <p:cNvPr id="60" name="Shape 57"/>
          <p:cNvSpPr/>
          <p:nvPr/>
        </p:nvSpPr>
        <p:spPr>
          <a:xfrm>
            <a:off x="9208008" y="1682496"/>
            <a:ext cx="2670048" cy="731520"/>
          </a:xfrm>
          <a:prstGeom prst="rect">
            <a:avLst/>
          </a:prstGeom>
          <a:solidFill>
            <a:srgbClr val="F4F1EA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Text 58"/>
          <p:cNvSpPr/>
          <p:nvPr/>
        </p:nvSpPr>
        <p:spPr>
          <a:xfrm>
            <a:off x="9317736" y="1773041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~5%</a:t>
            </a:r>
            <a:endParaRPr lang="en-US" sz="2000"/>
          </a:p>
        </p:txBody>
      </p:sp>
      <p:sp>
        <p:nvSpPr>
          <p:cNvPr id="62" name="Text 59"/>
          <p:cNvSpPr/>
          <p:nvPr/>
        </p:nvSpPr>
        <p:spPr>
          <a:xfrm>
            <a:off x="9317736" y="2110653"/>
            <a:ext cx="2450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Poverty Rate</a:t>
            </a:r>
            <a:endParaRPr lang="en-US" sz="1200"/>
          </a:p>
        </p:txBody>
      </p:sp>
      <p:sp>
        <p:nvSpPr>
          <p:cNvPr id="63" name="Text 60"/>
          <p:cNvSpPr/>
          <p:nvPr/>
        </p:nvSpPr>
        <p:spPr>
          <a:xfrm>
            <a:off x="10597896" y="1728216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WB 2023</a:t>
            </a:r>
            <a:endParaRPr lang="en-US" sz="800"/>
          </a:p>
        </p:txBody>
      </p:sp>
      <p:sp>
        <p:nvSpPr>
          <p:cNvPr id="64" name="Shape 61"/>
          <p:cNvSpPr/>
          <p:nvPr/>
        </p:nvSpPr>
        <p:spPr>
          <a:xfrm>
            <a:off x="9208008" y="2468880"/>
            <a:ext cx="2670048" cy="731520"/>
          </a:xfrm>
          <a:prstGeom prst="rect">
            <a:avLst/>
          </a:prstGeom>
          <a:solidFill>
            <a:srgbClr val="F4F1EA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5" name="Text 62"/>
          <p:cNvSpPr/>
          <p:nvPr/>
        </p:nvSpPr>
        <p:spPr>
          <a:xfrm>
            <a:off x="9317736" y="2559425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99.9%</a:t>
            </a:r>
            <a:endParaRPr lang="en-US" sz="2000"/>
          </a:p>
        </p:txBody>
      </p:sp>
      <p:sp>
        <p:nvSpPr>
          <p:cNvPr id="66" name="Text 63"/>
          <p:cNvSpPr/>
          <p:nvPr/>
        </p:nvSpPr>
        <p:spPr>
          <a:xfrm>
            <a:off x="9317736" y="2897037"/>
            <a:ext cx="2450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Electricity Access</a:t>
            </a:r>
            <a:endParaRPr lang="en-US" sz="1200"/>
          </a:p>
        </p:txBody>
      </p:sp>
      <p:sp>
        <p:nvSpPr>
          <p:cNvPr id="67" name="Text 64"/>
          <p:cNvSpPr/>
          <p:nvPr/>
        </p:nvSpPr>
        <p:spPr>
          <a:xfrm>
            <a:off x="10597896" y="2514600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Rural ~99%</a:t>
            </a:r>
            <a:endParaRPr lang="en-US" sz="800"/>
          </a:p>
        </p:txBody>
      </p:sp>
      <p:sp>
        <p:nvSpPr>
          <p:cNvPr id="68" name="Text 65"/>
          <p:cNvSpPr/>
          <p:nvPr/>
        </p:nvSpPr>
        <p:spPr>
          <a:xfrm>
            <a:off x="3611880" y="340156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GEOGRAPHIC CONTEXT · SECTOR STATUS</a:t>
            </a:r>
            <a:endParaRPr lang="en-US" sz="1200"/>
          </a:p>
        </p:txBody>
      </p:sp>
      <p:sp>
        <p:nvSpPr>
          <p:cNvPr id="69" name="Shape 66"/>
          <p:cNvSpPr/>
          <p:nvPr/>
        </p:nvSpPr>
        <p:spPr>
          <a:xfrm>
            <a:off x="7942728" y="3529584"/>
            <a:ext cx="3853031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1" name="Shape 67"/>
          <p:cNvSpPr/>
          <p:nvPr/>
        </p:nvSpPr>
        <p:spPr>
          <a:xfrm>
            <a:off x="6629400" y="3675888"/>
            <a:ext cx="5148072" cy="261518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2" name="Shape 68"/>
          <p:cNvSpPr/>
          <p:nvPr/>
        </p:nvSpPr>
        <p:spPr>
          <a:xfrm>
            <a:off x="6629400" y="3675888"/>
            <a:ext cx="5148072" cy="41148"/>
          </a:xfrm>
          <a:prstGeom prst="rect">
            <a:avLst/>
          </a:prstGeom>
          <a:solidFill>
            <a:srgbClr val="333F6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3" name="Text 69"/>
          <p:cNvSpPr/>
          <p:nvPr/>
        </p:nvSpPr>
        <p:spPr>
          <a:xfrm>
            <a:off x="6793992" y="376732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SECTOR STATUS</a:t>
            </a:r>
            <a:endParaRPr lang="en-US" sz="1200"/>
          </a:p>
        </p:txBody>
      </p:sp>
      <p:sp>
        <p:nvSpPr>
          <p:cNvPr id="74" name="Text 70"/>
          <p:cNvSpPr/>
          <p:nvPr/>
        </p:nvSpPr>
        <p:spPr>
          <a:xfrm>
            <a:off x="6793992" y="4078224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Health</a:t>
            </a:r>
            <a:endParaRPr lang="en-US" sz="1200"/>
          </a:p>
        </p:txBody>
      </p:sp>
      <p:sp>
        <p:nvSpPr>
          <p:cNvPr id="75" name="Shape 71"/>
          <p:cNvSpPr/>
          <p:nvPr/>
        </p:nvSpPr>
        <p:spPr>
          <a:xfrm>
            <a:off x="10725912" y="4082796"/>
            <a:ext cx="868680" cy="246888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 sz="1200"/>
          </a:p>
        </p:txBody>
      </p:sp>
      <p:sp>
        <p:nvSpPr>
          <p:cNvPr id="76" name="Text 72"/>
          <p:cNvSpPr/>
          <p:nvPr/>
        </p:nvSpPr>
        <p:spPr>
          <a:xfrm>
            <a:off x="10725912" y="4082796"/>
            <a:ext cx="868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AMBER</a:t>
            </a:r>
            <a:endParaRPr lang="en-US" sz="1000"/>
          </a:p>
        </p:txBody>
      </p:sp>
      <p:sp>
        <p:nvSpPr>
          <p:cNvPr id="77" name="Shape 73"/>
          <p:cNvSpPr/>
          <p:nvPr/>
        </p:nvSpPr>
        <p:spPr>
          <a:xfrm>
            <a:off x="6793992" y="4407408"/>
            <a:ext cx="4818888" cy="0"/>
          </a:xfrm>
          <a:prstGeom prst="line">
            <a:avLst/>
          </a:prstGeom>
          <a:noFill/>
          <a:ln w="6350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8" name="Text 74"/>
          <p:cNvSpPr/>
          <p:nvPr/>
        </p:nvSpPr>
        <p:spPr>
          <a:xfrm>
            <a:off x="6793992" y="443941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Education</a:t>
            </a:r>
            <a:endParaRPr lang="en-US" sz="1200"/>
          </a:p>
        </p:txBody>
      </p:sp>
      <p:sp>
        <p:nvSpPr>
          <p:cNvPr id="79" name="Shape 75"/>
          <p:cNvSpPr/>
          <p:nvPr/>
        </p:nvSpPr>
        <p:spPr>
          <a:xfrm>
            <a:off x="10725912" y="4443984"/>
            <a:ext cx="868680" cy="246888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 sz="1200"/>
          </a:p>
        </p:txBody>
      </p:sp>
      <p:sp>
        <p:nvSpPr>
          <p:cNvPr id="80" name="Text 76"/>
          <p:cNvSpPr/>
          <p:nvPr/>
        </p:nvSpPr>
        <p:spPr>
          <a:xfrm>
            <a:off x="10725912" y="4443984"/>
            <a:ext cx="868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AMBER</a:t>
            </a:r>
            <a:endParaRPr lang="en-US" sz="1000"/>
          </a:p>
        </p:txBody>
      </p:sp>
      <p:sp>
        <p:nvSpPr>
          <p:cNvPr id="81" name="Shape 77"/>
          <p:cNvSpPr/>
          <p:nvPr/>
        </p:nvSpPr>
        <p:spPr>
          <a:xfrm>
            <a:off x="6793992" y="4768596"/>
            <a:ext cx="4818888" cy="0"/>
          </a:xfrm>
          <a:prstGeom prst="line">
            <a:avLst/>
          </a:prstGeom>
          <a:noFill/>
          <a:ln w="6350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2" name="Text 78"/>
          <p:cNvSpPr/>
          <p:nvPr/>
        </p:nvSpPr>
        <p:spPr>
          <a:xfrm>
            <a:off x="6793992" y="480060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Food Security</a:t>
            </a:r>
            <a:endParaRPr lang="en-US" sz="1200"/>
          </a:p>
        </p:txBody>
      </p:sp>
      <p:sp>
        <p:nvSpPr>
          <p:cNvPr id="83" name="Shape 79"/>
          <p:cNvSpPr/>
          <p:nvPr/>
        </p:nvSpPr>
        <p:spPr>
          <a:xfrm>
            <a:off x="10725912" y="4805172"/>
            <a:ext cx="868680" cy="246888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 sz="1200"/>
          </a:p>
        </p:txBody>
      </p:sp>
      <p:sp>
        <p:nvSpPr>
          <p:cNvPr id="84" name="Text 80"/>
          <p:cNvSpPr/>
          <p:nvPr/>
        </p:nvSpPr>
        <p:spPr>
          <a:xfrm>
            <a:off x="10725912" y="4805172"/>
            <a:ext cx="868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AMBER</a:t>
            </a:r>
            <a:endParaRPr lang="en-US" sz="1000"/>
          </a:p>
        </p:txBody>
      </p:sp>
      <p:sp>
        <p:nvSpPr>
          <p:cNvPr id="85" name="Shape 81"/>
          <p:cNvSpPr/>
          <p:nvPr/>
        </p:nvSpPr>
        <p:spPr>
          <a:xfrm>
            <a:off x="6793992" y="5129784"/>
            <a:ext cx="4818888" cy="0"/>
          </a:xfrm>
          <a:prstGeom prst="line">
            <a:avLst/>
          </a:prstGeom>
          <a:noFill/>
          <a:ln w="6350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6" name="Text 82"/>
          <p:cNvSpPr/>
          <p:nvPr/>
        </p:nvSpPr>
        <p:spPr>
          <a:xfrm>
            <a:off x="6793992" y="516178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Economic</a:t>
            </a:r>
            <a:endParaRPr lang="en-US" sz="1200"/>
          </a:p>
        </p:txBody>
      </p:sp>
      <p:sp>
        <p:nvSpPr>
          <p:cNvPr id="87" name="Shape 83"/>
          <p:cNvSpPr/>
          <p:nvPr/>
        </p:nvSpPr>
        <p:spPr>
          <a:xfrm>
            <a:off x="10725912" y="5166360"/>
            <a:ext cx="868680" cy="246888"/>
          </a:xfrm>
          <a:prstGeom prst="rect">
            <a:avLst/>
          </a:prstGeom>
          <a:solidFill>
            <a:srgbClr val="1F8A5B"/>
          </a:solidFill>
          <a:ln/>
        </p:spPr>
        <p:txBody>
          <a:bodyPr/>
          <a:lstStyle/>
          <a:p>
            <a:endParaRPr lang="en-US" sz="1200"/>
          </a:p>
        </p:txBody>
      </p:sp>
      <p:sp>
        <p:nvSpPr>
          <p:cNvPr id="88" name="Text 84"/>
          <p:cNvSpPr/>
          <p:nvPr/>
        </p:nvSpPr>
        <p:spPr>
          <a:xfrm>
            <a:off x="10725912" y="5166360"/>
            <a:ext cx="868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GREEN</a:t>
            </a:r>
            <a:endParaRPr lang="en-US" sz="1000"/>
          </a:p>
        </p:txBody>
      </p:sp>
      <p:sp>
        <p:nvSpPr>
          <p:cNvPr id="89" name="Shape 85"/>
          <p:cNvSpPr/>
          <p:nvPr/>
        </p:nvSpPr>
        <p:spPr>
          <a:xfrm>
            <a:off x="6793992" y="5490972"/>
            <a:ext cx="4818888" cy="0"/>
          </a:xfrm>
          <a:prstGeom prst="line">
            <a:avLst/>
          </a:prstGeom>
          <a:noFill/>
          <a:ln w="6350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0" name="Text 86"/>
          <p:cNvSpPr/>
          <p:nvPr/>
        </p:nvSpPr>
        <p:spPr>
          <a:xfrm>
            <a:off x="6793992" y="5522976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WASH</a:t>
            </a:r>
            <a:endParaRPr lang="en-US" sz="1200"/>
          </a:p>
        </p:txBody>
      </p:sp>
      <p:sp>
        <p:nvSpPr>
          <p:cNvPr id="91" name="Shape 87"/>
          <p:cNvSpPr/>
          <p:nvPr/>
        </p:nvSpPr>
        <p:spPr>
          <a:xfrm>
            <a:off x="10725912" y="5527548"/>
            <a:ext cx="868680" cy="246888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 sz="1200"/>
          </a:p>
        </p:txBody>
      </p:sp>
      <p:sp>
        <p:nvSpPr>
          <p:cNvPr id="92" name="Text 88"/>
          <p:cNvSpPr/>
          <p:nvPr/>
        </p:nvSpPr>
        <p:spPr>
          <a:xfrm>
            <a:off x="10725912" y="5527548"/>
            <a:ext cx="868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AMBER</a:t>
            </a:r>
            <a:endParaRPr lang="en-US" sz="1000"/>
          </a:p>
        </p:txBody>
      </p:sp>
      <p:sp>
        <p:nvSpPr>
          <p:cNvPr id="93" name="Shape 89"/>
          <p:cNvSpPr/>
          <p:nvPr/>
        </p:nvSpPr>
        <p:spPr>
          <a:xfrm>
            <a:off x="6793992" y="5852160"/>
            <a:ext cx="4818888" cy="0"/>
          </a:xfrm>
          <a:prstGeom prst="line">
            <a:avLst/>
          </a:prstGeom>
          <a:noFill/>
          <a:ln w="6350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4" name="Text 90"/>
          <p:cNvSpPr/>
          <p:nvPr/>
        </p:nvSpPr>
        <p:spPr>
          <a:xfrm>
            <a:off x="6793992" y="5884164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Infrastructure</a:t>
            </a:r>
            <a:endParaRPr lang="en-US" sz="1200"/>
          </a:p>
        </p:txBody>
      </p:sp>
      <p:sp>
        <p:nvSpPr>
          <p:cNvPr id="95" name="Shape 91"/>
          <p:cNvSpPr/>
          <p:nvPr/>
        </p:nvSpPr>
        <p:spPr>
          <a:xfrm>
            <a:off x="10725912" y="5888736"/>
            <a:ext cx="868680" cy="246888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 sz="1200"/>
          </a:p>
        </p:txBody>
      </p:sp>
      <p:sp>
        <p:nvSpPr>
          <p:cNvPr id="96" name="Text 92"/>
          <p:cNvSpPr/>
          <p:nvPr/>
        </p:nvSpPr>
        <p:spPr>
          <a:xfrm>
            <a:off x="10725912" y="5888736"/>
            <a:ext cx="868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AMBER</a:t>
            </a:r>
            <a:endParaRPr lang="en-US" sz="1000"/>
          </a:p>
        </p:txBody>
      </p:sp>
      <p:sp>
        <p:nvSpPr>
          <p:cNvPr id="97" name="Shape 93"/>
          <p:cNvSpPr/>
          <p:nvPr/>
        </p:nvSpPr>
        <p:spPr>
          <a:xfrm>
            <a:off x="502920" y="6400800"/>
            <a:ext cx="11185855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8" name="Text 94"/>
          <p:cNvSpPr/>
          <p:nvPr/>
        </p:nvSpPr>
        <p:spPr>
          <a:xfrm>
            <a:off x="368447" y="6554100"/>
            <a:ext cx="8961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World Bank · UN IGME · IMF · WHO/UNICEF JMP</a:t>
            </a:r>
            <a:endParaRPr lang="en-US" sz="800"/>
          </a:p>
        </p:txBody>
      </p:sp>
      <p:sp>
        <p:nvSpPr>
          <p:cNvPr id="99" name="Text 95"/>
          <p:cNvSpPr/>
          <p:nvPr/>
        </p:nvSpPr>
        <p:spPr>
          <a:xfrm>
            <a:off x="9905695" y="644652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ODA</a:t>
            </a: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01 / 23</a:t>
            </a:r>
            <a:endParaRPr lang="en-US" sz="1200"/>
          </a:p>
        </p:txBody>
      </p:sp>
      <p:sp>
        <p:nvSpPr>
          <p:cNvPr id="70" name="Andaman and Nicobar Islands"/>
          <p:cNvSpPr/>
          <p:nvPr/>
        </p:nvSpPr>
        <p:spPr>
          <a:xfrm>
            <a:off x="5769121" y="5795140"/>
            <a:ext cx="23607" cy="54114"/>
          </a:xfrm>
          <a:custGeom>
            <a:avLst/>
            <a:gdLst/>
            <a:ahLst/>
            <a:cxnLst/>
            <a:rect l="l" t="t" r="r" b="b"/>
            <a:pathLst>
              <a:path w="23607" h="54114">
                <a:moveTo>
                  <a:pt x="12682" y="45935"/>
                </a:moveTo>
                <a:lnTo>
                  <a:pt x="7153" y="39987"/>
                </a:lnTo>
                <a:lnTo>
                  <a:pt x="18761" y="45654"/>
                </a:lnTo>
                <a:lnTo>
                  <a:pt x="23607" y="33849"/>
                </a:lnTo>
                <a:lnTo>
                  <a:pt x="17328" y="0"/>
                </a:lnTo>
                <a:lnTo>
                  <a:pt x="8063" y="14351"/>
                </a:lnTo>
                <a:lnTo>
                  <a:pt x="3113" y="8853"/>
                </a:lnTo>
                <a:lnTo>
                  <a:pt x="7729" y="30427"/>
                </a:lnTo>
                <a:lnTo>
                  <a:pt x="7268" y="22491"/>
                </a:lnTo>
                <a:lnTo>
                  <a:pt x="0" y="27883"/>
                </a:lnTo>
                <a:lnTo>
                  <a:pt x="2124" y="54114"/>
                </a:lnTo>
                <a:lnTo>
                  <a:pt x="17500" y="52039"/>
                </a:lnTo>
                <a:lnTo>
                  <a:pt x="12682" y="45935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Andhra Pradesh"/>
          <p:cNvSpPr/>
          <p:nvPr/>
        </p:nvSpPr>
        <p:spPr>
          <a:xfrm>
            <a:off x="4473181" y="5247866"/>
            <a:ext cx="649752" cy="573851"/>
          </a:xfrm>
          <a:custGeom>
            <a:avLst/>
            <a:gdLst/>
            <a:ahLst/>
            <a:cxnLst/>
            <a:rect l="l" t="t" r="r" b="b"/>
            <a:pathLst>
              <a:path w="649752" h="573851">
                <a:moveTo>
                  <a:pt x="285198" y="491328"/>
                </a:moveTo>
                <a:lnTo>
                  <a:pt x="273715" y="439933"/>
                </a:lnTo>
                <a:lnTo>
                  <a:pt x="279315" y="401642"/>
                </a:lnTo>
                <a:lnTo>
                  <a:pt x="267186" y="358288"/>
                </a:lnTo>
                <a:lnTo>
                  <a:pt x="286493" y="304974"/>
                </a:lnTo>
                <a:lnTo>
                  <a:pt x="318766" y="287632"/>
                </a:lnTo>
                <a:lnTo>
                  <a:pt x="339831" y="302463"/>
                </a:lnTo>
                <a:lnTo>
                  <a:pt x="369623" y="250941"/>
                </a:lnTo>
                <a:lnTo>
                  <a:pt x="403447" y="250676"/>
                </a:lnTo>
                <a:lnTo>
                  <a:pt x="451713" y="228573"/>
                </a:lnTo>
                <a:lnTo>
                  <a:pt x="452188" y="184822"/>
                </a:lnTo>
                <a:lnTo>
                  <a:pt x="599459" y="74606"/>
                </a:lnTo>
                <a:lnTo>
                  <a:pt x="649752" y="10126"/>
                </a:lnTo>
                <a:lnTo>
                  <a:pt x="646707" y="310"/>
                </a:lnTo>
                <a:lnTo>
                  <a:pt x="637307" y="2654"/>
                </a:lnTo>
                <a:lnTo>
                  <a:pt x="643441" y="7580"/>
                </a:lnTo>
                <a:lnTo>
                  <a:pt x="637747" y="12100"/>
                </a:lnTo>
                <a:lnTo>
                  <a:pt x="623113" y="12345"/>
                </a:lnTo>
                <a:lnTo>
                  <a:pt x="616877" y="31639"/>
                </a:lnTo>
                <a:lnTo>
                  <a:pt x="596263" y="35549"/>
                </a:lnTo>
                <a:lnTo>
                  <a:pt x="580138" y="30553"/>
                </a:lnTo>
                <a:lnTo>
                  <a:pt x="572124" y="12699"/>
                </a:lnTo>
                <a:lnTo>
                  <a:pt x="568920" y="20822"/>
                </a:lnTo>
                <a:lnTo>
                  <a:pt x="558396" y="0"/>
                </a:lnTo>
                <a:lnTo>
                  <a:pt x="551166" y="13332"/>
                </a:lnTo>
                <a:lnTo>
                  <a:pt x="545530" y="6104"/>
                </a:lnTo>
                <a:lnTo>
                  <a:pt x="545029" y="18243"/>
                </a:lnTo>
                <a:lnTo>
                  <a:pt x="532729" y="14375"/>
                </a:lnTo>
                <a:lnTo>
                  <a:pt x="540472" y="28108"/>
                </a:lnTo>
                <a:lnTo>
                  <a:pt x="508506" y="45331"/>
                </a:lnTo>
                <a:lnTo>
                  <a:pt x="511881" y="68698"/>
                </a:lnTo>
                <a:lnTo>
                  <a:pt x="491421" y="62620"/>
                </a:lnTo>
                <a:lnTo>
                  <a:pt x="477953" y="81270"/>
                </a:lnTo>
                <a:lnTo>
                  <a:pt x="465341" y="53893"/>
                </a:lnTo>
                <a:lnTo>
                  <a:pt x="447715" y="102491"/>
                </a:lnTo>
                <a:lnTo>
                  <a:pt x="428674" y="95960"/>
                </a:lnTo>
                <a:lnTo>
                  <a:pt x="395017" y="117626"/>
                </a:lnTo>
                <a:lnTo>
                  <a:pt x="358294" y="114598"/>
                </a:lnTo>
                <a:lnTo>
                  <a:pt x="349504" y="125525"/>
                </a:lnTo>
                <a:lnTo>
                  <a:pt x="338895" y="123007"/>
                </a:lnTo>
                <a:lnTo>
                  <a:pt x="332997" y="137039"/>
                </a:lnTo>
                <a:lnTo>
                  <a:pt x="371035" y="156987"/>
                </a:lnTo>
                <a:lnTo>
                  <a:pt x="358932" y="169641"/>
                </a:lnTo>
                <a:lnTo>
                  <a:pt x="338165" y="170571"/>
                </a:lnTo>
                <a:lnTo>
                  <a:pt x="332176" y="186346"/>
                </a:lnTo>
                <a:lnTo>
                  <a:pt x="310579" y="176422"/>
                </a:lnTo>
                <a:lnTo>
                  <a:pt x="301204" y="187219"/>
                </a:lnTo>
                <a:lnTo>
                  <a:pt x="296659" y="181825"/>
                </a:lnTo>
                <a:lnTo>
                  <a:pt x="292945" y="191954"/>
                </a:lnTo>
                <a:lnTo>
                  <a:pt x="312364" y="196998"/>
                </a:lnTo>
                <a:lnTo>
                  <a:pt x="309783" y="210211"/>
                </a:lnTo>
                <a:lnTo>
                  <a:pt x="294331" y="205873"/>
                </a:lnTo>
                <a:lnTo>
                  <a:pt x="279353" y="185990"/>
                </a:lnTo>
                <a:lnTo>
                  <a:pt x="264775" y="197316"/>
                </a:lnTo>
                <a:lnTo>
                  <a:pt x="269108" y="207256"/>
                </a:lnTo>
                <a:lnTo>
                  <a:pt x="260354" y="221135"/>
                </a:lnTo>
                <a:lnTo>
                  <a:pt x="244961" y="213479"/>
                </a:lnTo>
                <a:lnTo>
                  <a:pt x="202860" y="227955"/>
                </a:lnTo>
                <a:lnTo>
                  <a:pt x="199580" y="257651"/>
                </a:lnTo>
                <a:lnTo>
                  <a:pt x="182726" y="256527"/>
                </a:lnTo>
                <a:lnTo>
                  <a:pt x="164488" y="275751"/>
                </a:lnTo>
                <a:lnTo>
                  <a:pt x="133749" y="271042"/>
                </a:lnTo>
                <a:lnTo>
                  <a:pt x="111452" y="291976"/>
                </a:lnTo>
                <a:lnTo>
                  <a:pt x="39393" y="280718"/>
                </a:lnTo>
                <a:lnTo>
                  <a:pt x="21876" y="289990"/>
                </a:lnTo>
                <a:lnTo>
                  <a:pt x="29624" y="306928"/>
                </a:lnTo>
                <a:lnTo>
                  <a:pt x="17017" y="321638"/>
                </a:lnTo>
                <a:lnTo>
                  <a:pt x="32901" y="350322"/>
                </a:lnTo>
                <a:lnTo>
                  <a:pt x="25844" y="364824"/>
                </a:lnTo>
                <a:lnTo>
                  <a:pt x="953" y="358478"/>
                </a:lnTo>
                <a:lnTo>
                  <a:pt x="8518" y="370824"/>
                </a:lnTo>
                <a:lnTo>
                  <a:pt x="0" y="400272"/>
                </a:lnTo>
                <a:lnTo>
                  <a:pt x="17081" y="410520"/>
                </a:lnTo>
                <a:lnTo>
                  <a:pt x="9755" y="418385"/>
                </a:lnTo>
                <a:lnTo>
                  <a:pt x="14251" y="431644"/>
                </a:lnTo>
                <a:lnTo>
                  <a:pt x="42460" y="423265"/>
                </a:lnTo>
                <a:lnTo>
                  <a:pt x="51092" y="435660"/>
                </a:lnTo>
                <a:lnTo>
                  <a:pt x="52219" y="423471"/>
                </a:lnTo>
                <a:lnTo>
                  <a:pt x="61225" y="436927"/>
                </a:lnTo>
                <a:lnTo>
                  <a:pt x="47764" y="441604"/>
                </a:lnTo>
                <a:lnTo>
                  <a:pt x="51592" y="462925"/>
                </a:lnTo>
                <a:lnTo>
                  <a:pt x="45363" y="450476"/>
                </a:lnTo>
                <a:lnTo>
                  <a:pt x="31279" y="453006"/>
                </a:lnTo>
                <a:lnTo>
                  <a:pt x="21030" y="437604"/>
                </a:lnTo>
                <a:lnTo>
                  <a:pt x="10545" y="438383"/>
                </a:lnTo>
                <a:lnTo>
                  <a:pt x="22522" y="458950"/>
                </a:lnTo>
                <a:lnTo>
                  <a:pt x="18876" y="475243"/>
                </a:lnTo>
                <a:lnTo>
                  <a:pt x="33219" y="473992"/>
                </a:lnTo>
                <a:lnTo>
                  <a:pt x="34168" y="459673"/>
                </a:lnTo>
                <a:lnTo>
                  <a:pt x="54342" y="466866"/>
                </a:lnTo>
                <a:lnTo>
                  <a:pt x="56199" y="480990"/>
                </a:lnTo>
                <a:lnTo>
                  <a:pt x="77530" y="475829"/>
                </a:lnTo>
                <a:lnTo>
                  <a:pt x="86422" y="457959"/>
                </a:lnTo>
                <a:lnTo>
                  <a:pt x="99524" y="457014"/>
                </a:lnTo>
                <a:lnTo>
                  <a:pt x="96712" y="468258"/>
                </a:lnTo>
                <a:lnTo>
                  <a:pt x="109883" y="465140"/>
                </a:lnTo>
                <a:lnTo>
                  <a:pt x="107631" y="484430"/>
                </a:lnTo>
                <a:lnTo>
                  <a:pt x="133223" y="489271"/>
                </a:lnTo>
                <a:lnTo>
                  <a:pt x="131242" y="511728"/>
                </a:lnTo>
                <a:lnTo>
                  <a:pt x="148355" y="516233"/>
                </a:lnTo>
                <a:lnTo>
                  <a:pt x="134011" y="545662"/>
                </a:lnTo>
                <a:lnTo>
                  <a:pt x="138375" y="552550"/>
                </a:lnTo>
                <a:lnTo>
                  <a:pt x="129365" y="546151"/>
                </a:lnTo>
                <a:lnTo>
                  <a:pt x="116902" y="567909"/>
                </a:lnTo>
                <a:lnTo>
                  <a:pt x="138391" y="573851"/>
                </a:lnTo>
                <a:lnTo>
                  <a:pt x="158707" y="534833"/>
                </a:lnTo>
                <a:lnTo>
                  <a:pt x="195227" y="539081"/>
                </a:lnTo>
                <a:lnTo>
                  <a:pt x="201073" y="525869"/>
                </a:lnTo>
                <a:lnTo>
                  <a:pt x="217639" y="524348"/>
                </a:lnTo>
                <a:lnTo>
                  <a:pt x="217396" y="509998"/>
                </a:lnTo>
                <a:lnTo>
                  <a:pt x="243805" y="522657"/>
                </a:lnTo>
                <a:lnTo>
                  <a:pt x="263334" y="493273"/>
                </a:lnTo>
                <a:lnTo>
                  <a:pt x="283042" y="499562"/>
                </a:lnTo>
                <a:lnTo>
                  <a:pt x="285198" y="491328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Arunāchal Pradesh"/>
          <p:cNvSpPr/>
          <p:nvPr/>
        </p:nvSpPr>
        <p:spPr>
          <a:xfrm>
            <a:off x="5676534" y="4344346"/>
            <a:ext cx="477471" cy="243730"/>
          </a:xfrm>
          <a:custGeom>
            <a:avLst/>
            <a:gdLst/>
            <a:ahLst/>
            <a:cxnLst/>
            <a:rect l="l" t="t" r="r" b="b"/>
            <a:pathLst>
              <a:path w="477471" h="243730">
                <a:moveTo>
                  <a:pt x="300195" y="243730"/>
                </a:moveTo>
                <a:lnTo>
                  <a:pt x="316206" y="242188"/>
                </a:lnTo>
                <a:lnTo>
                  <a:pt x="381171" y="191400"/>
                </a:lnTo>
                <a:lnTo>
                  <a:pt x="419892" y="183199"/>
                </a:lnTo>
                <a:lnTo>
                  <a:pt x="433732" y="200015"/>
                </a:lnTo>
                <a:lnTo>
                  <a:pt x="457461" y="204008"/>
                </a:lnTo>
                <a:lnTo>
                  <a:pt x="435001" y="162699"/>
                </a:lnTo>
                <a:lnTo>
                  <a:pt x="464544" y="136803"/>
                </a:lnTo>
                <a:lnTo>
                  <a:pt x="475322" y="137994"/>
                </a:lnTo>
                <a:lnTo>
                  <a:pt x="477471" y="126762"/>
                </a:lnTo>
                <a:lnTo>
                  <a:pt x="468746" y="122069"/>
                </a:lnTo>
                <a:lnTo>
                  <a:pt x="476318" y="111231"/>
                </a:lnTo>
                <a:lnTo>
                  <a:pt x="416519" y="87725"/>
                </a:lnTo>
                <a:lnTo>
                  <a:pt x="394932" y="98343"/>
                </a:lnTo>
                <a:lnTo>
                  <a:pt x="383914" y="92258"/>
                </a:lnTo>
                <a:lnTo>
                  <a:pt x="412633" y="60190"/>
                </a:lnTo>
                <a:lnTo>
                  <a:pt x="405313" y="33711"/>
                </a:lnTo>
                <a:lnTo>
                  <a:pt x="376109" y="48907"/>
                </a:lnTo>
                <a:lnTo>
                  <a:pt x="371915" y="33795"/>
                </a:lnTo>
                <a:lnTo>
                  <a:pt x="394586" y="18093"/>
                </a:lnTo>
                <a:lnTo>
                  <a:pt x="382444" y="19953"/>
                </a:lnTo>
                <a:lnTo>
                  <a:pt x="369780" y="0"/>
                </a:lnTo>
                <a:lnTo>
                  <a:pt x="330009" y="17512"/>
                </a:lnTo>
                <a:lnTo>
                  <a:pt x="317658" y="37361"/>
                </a:lnTo>
                <a:lnTo>
                  <a:pt x="264869" y="25978"/>
                </a:lnTo>
                <a:lnTo>
                  <a:pt x="251098" y="9783"/>
                </a:lnTo>
                <a:lnTo>
                  <a:pt x="217415" y="33006"/>
                </a:lnTo>
                <a:lnTo>
                  <a:pt x="193867" y="69224"/>
                </a:lnTo>
                <a:lnTo>
                  <a:pt x="145945" y="71959"/>
                </a:lnTo>
                <a:lnTo>
                  <a:pt x="136300" y="98876"/>
                </a:lnTo>
                <a:lnTo>
                  <a:pt x="93003" y="117106"/>
                </a:lnTo>
                <a:lnTo>
                  <a:pt x="97248" y="129089"/>
                </a:lnTo>
                <a:lnTo>
                  <a:pt x="82682" y="143866"/>
                </a:lnTo>
                <a:lnTo>
                  <a:pt x="54202" y="140512"/>
                </a:lnTo>
                <a:lnTo>
                  <a:pt x="30465" y="153131"/>
                </a:lnTo>
                <a:lnTo>
                  <a:pt x="0" y="140783"/>
                </a:lnTo>
                <a:lnTo>
                  <a:pt x="8364" y="173344"/>
                </a:lnTo>
                <a:lnTo>
                  <a:pt x="38562" y="173802"/>
                </a:lnTo>
                <a:lnTo>
                  <a:pt x="46818" y="190681"/>
                </a:lnTo>
                <a:lnTo>
                  <a:pt x="39240" y="209024"/>
                </a:lnTo>
                <a:lnTo>
                  <a:pt x="52776" y="225512"/>
                </a:lnTo>
                <a:lnTo>
                  <a:pt x="91663" y="213079"/>
                </a:lnTo>
                <a:lnTo>
                  <a:pt x="120106" y="223454"/>
                </a:lnTo>
                <a:lnTo>
                  <a:pt x="172066" y="218756"/>
                </a:lnTo>
                <a:lnTo>
                  <a:pt x="221574" y="170152"/>
                </a:lnTo>
                <a:lnTo>
                  <a:pt x="219076" y="160338"/>
                </a:lnTo>
                <a:lnTo>
                  <a:pt x="237325" y="167133"/>
                </a:lnTo>
                <a:lnTo>
                  <a:pt x="330421" y="132088"/>
                </a:lnTo>
                <a:lnTo>
                  <a:pt x="360217" y="131377"/>
                </a:lnTo>
                <a:lnTo>
                  <a:pt x="342386" y="152595"/>
                </a:lnTo>
                <a:lnTo>
                  <a:pt x="349895" y="178862"/>
                </a:lnTo>
                <a:lnTo>
                  <a:pt x="363999" y="183835"/>
                </a:lnTo>
                <a:lnTo>
                  <a:pt x="353797" y="193455"/>
                </a:lnTo>
                <a:lnTo>
                  <a:pt x="322596" y="192862"/>
                </a:lnTo>
                <a:lnTo>
                  <a:pt x="318045" y="204498"/>
                </a:lnTo>
                <a:lnTo>
                  <a:pt x="297154" y="212611"/>
                </a:lnTo>
                <a:lnTo>
                  <a:pt x="300195" y="243730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Assam"/>
          <p:cNvSpPr/>
          <p:nvPr/>
        </p:nvSpPr>
        <p:spPr>
          <a:xfrm>
            <a:off x="5526101" y="4475747"/>
            <a:ext cx="514432" cy="335751"/>
          </a:xfrm>
          <a:custGeom>
            <a:avLst/>
            <a:gdLst/>
            <a:ahLst/>
            <a:cxnLst/>
            <a:rect l="l" t="t" r="r" b="b"/>
            <a:pathLst>
              <a:path w="514432" h="335751">
                <a:moveTo>
                  <a:pt x="447431" y="81716"/>
                </a:moveTo>
                <a:lnTo>
                  <a:pt x="468478" y="73097"/>
                </a:lnTo>
                <a:lnTo>
                  <a:pt x="473029" y="61461"/>
                </a:lnTo>
                <a:lnTo>
                  <a:pt x="504230" y="62054"/>
                </a:lnTo>
                <a:lnTo>
                  <a:pt x="514432" y="52434"/>
                </a:lnTo>
                <a:lnTo>
                  <a:pt x="500328" y="47461"/>
                </a:lnTo>
                <a:lnTo>
                  <a:pt x="492819" y="21194"/>
                </a:lnTo>
                <a:lnTo>
                  <a:pt x="510687" y="0"/>
                </a:lnTo>
                <a:lnTo>
                  <a:pt x="480854" y="687"/>
                </a:lnTo>
                <a:lnTo>
                  <a:pt x="387758" y="35732"/>
                </a:lnTo>
                <a:lnTo>
                  <a:pt x="369509" y="28937"/>
                </a:lnTo>
                <a:lnTo>
                  <a:pt x="372007" y="38751"/>
                </a:lnTo>
                <a:lnTo>
                  <a:pt x="316520" y="88802"/>
                </a:lnTo>
                <a:lnTo>
                  <a:pt x="270539" y="92053"/>
                </a:lnTo>
                <a:lnTo>
                  <a:pt x="242096" y="81678"/>
                </a:lnTo>
                <a:lnTo>
                  <a:pt x="191930" y="97919"/>
                </a:lnTo>
                <a:lnTo>
                  <a:pt x="178596" y="91587"/>
                </a:lnTo>
                <a:lnTo>
                  <a:pt x="162128" y="101417"/>
                </a:lnTo>
                <a:lnTo>
                  <a:pt x="82910" y="104783"/>
                </a:lnTo>
                <a:lnTo>
                  <a:pt x="53491" y="93168"/>
                </a:lnTo>
                <a:lnTo>
                  <a:pt x="13042" y="107729"/>
                </a:lnTo>
                <a:lnTo>
                  <a:pt x="12842" y="138497"/>
                </a:lnTo>
                <a:lnTo>
                  <a:pt x="0" y="155476"/>
                </a:lnTo>
                <a:lnTo>
                  <a:pt x="15357" y="177029"/>
                </a:lnTo>
                <a:lnTo>
                  <a:pt x="12420" y="219016"/>
                </a:lnTo>
                <a:lnTo>
                  <a:pt x="26180" y="206651"/>
                </a:lnTo>
                <a:lnTo>
                  <a:pt x="15962" y="194587"/>
                </a:lnTo>
                <a:lnTo>
                  <a:pt x="36832" y="175130"/>
                </a:lnTo>
                <a:lnTo>
                  <a:pt x="101661" y="176762"/>
                </a:lnTo>
                <a:lnTo>
                  <a:pt x="106430" y="187969"/>
                </a:lnTo>
                <a:lnTo>
                  <a:pt x="121883" y="184370"/>
                </a:lnTo>
                <a:lnTo>
                  <a:pt x="124050" y="196552"/>
                </a:lnTo>
                <a:lnTo>
                  <a:pt x="149122" y="183504"/>
                </a:lnTo>
                <a:lnTo>
                  <a:pt x="153145" y="169289"/>
                </a:lnTo>
                <a:lnTo>
                  <a:pt x="160533" y="180618"/>
                </a:lnTo>
                <a:lnTo>
                  <a:pt x="173136" y="161729"/>
                </a:lnTo>
                <a:lnTo>
                  <a:pt x="180754" y="172397"/>
                </a:lnTo>
                <a:lnTo>
                  <a:pt x="209728" y="166446"/>
                </a:lnTo>
                <a:lnTo>
                  <a:pt x="199759" y="177093"/>
                </a:lnTo>
                <a:lnTo>
                  <a:pt x="205712" y="180177"/>
                </a:lnTo>
                <a:lnTo>
                  <a:pt x="200061" y="200973"/>
                </a:lnTo>
                <a:lnTo>
                  <a:pt x="218612" y="193748"/>
                </a:lnTo>
                <a:lnTo>
                  <a:pt x="240508" y="208103"/>
                </a:lnTo>
                <a:lnTo>
                  <a:pt x="233318" y="219111"/>
                </a:lnTo>
                <a:lnTo>
                  <a:pt x="252713" y="240988"/>
                </a:lnTo>
                <a:lnTo>
                  <a:pt x="226476" y="250454"/>
                </a:lnTo>
                <a:lnTo>
                  <a:pt x="227069" y="271252"/>
                </a:lnTo>
                <a:lnTo>
                  <a:pt x="206376" y="268687"/>
                </a:lnTo>
                <a:lnTo>
                  <a:pt x="211443" y="283084"/>
                </a:lnTo>
                <a:lnTo>
                  <a:pt x="203010" y="326371"/>
                </a:lnTo>
                <a:lnTo>
                  <a:pt x="221746" y="325345"/>
                </a:lnTo>
                <a:lnTo>
                  <a:pt x="225242" y="335751"/>
                </a:lnTo>
                <a:lnTo>
                  <a:pt x="249463" y="301979"/>
                </a:lnTo>
                <a:lnTo>
                  <a:pt x="254884" y="314926"/>
                </a:lnTo>
                <a:lnTo>
                  <a:pt x="272147" y="311467"/>
                </a:lnTo>
                <a:lnTo>
                  <a:pt x="277666" y="276501"/>
                </a:lnTo>
                <a:lnTo>
                  <a:pt x="307061" y="233188"/>
                </a:lnTo>
                <a:lnTo>
                  <a:pt x="295353" y="212052"/>
                </a:lnTo>
                <a:lnTo>
                  <a:pt x="331073" y="174861"/>
                </a:lnTo>
                <a:lnTo>
                  <a:pt x="333517" y="188973"/>
                </a:lnTo>
                <a:lnTo>
                  <a:pt x="348433" y="179514"/>
                </a:lnTo>
                <a:lnTo>
                  <a:pt x="350255" y="157090"/>
                </a:lnTo>
                <a:lnTo>
                  <a:pt x="371036" y="124714"/>
                </a:lnTo>
                <a:lnTo>
                  <a:pt x="375941" y="131989"/>
                </a:lnTo>
                <a:lnTo>
                  <a:pt x="387639" y="114148"/>
                </a:lnTo>
                <a:lnTo>
                  <a:pt x="447431" y="81716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Bihār"/>
          <p:cNvSpPr/>
          <p:nvPr/>
        </p:nvSpPr>
        <p:spPr>
          <a:xfrm>
            <a:off x="5006840" y="4514721"/>
            <a:ext cx="405380" cy="283618"/>
          </a:xfrm>
          <a:custGeom>
            <a:avLst/>
            <a:gdLst/>
            <a:ahLst/>
            <a:cxnLst/>
            <a:rect l="l" t="t" r="r" b="b"/>
            <a:pathLst>
              <a:path w="405380" h="283618">
                <a:moveTo>
                  <a:pt x="14902" y="262636"/>
                </a:moveTo>
                <a:lnTo>
                  <a:pt x="44975" y="262042"/>
                </a:lnTo>
                <a:lnTo>
                  <a:pt x="56019" y="252337"/>
                </a:lnTo>
                <a:lnTo>
                  <a:pt x="64159" y="266843"/>
                </a:lnTo>
                <a:lnTo>
                  <a:pt x="79536" y="259561"/>
                </a:lnTo>
                <a:lnTo>
                  <a:pt x="95736" y="283618"/>
                </a:lnTo>
                <a:lnTo>
                  <a:pt x="120645" y="262180"/>
                </a:lnTo>
                <a:lnTo>
                  <a:pt x="128926" y="276081"/>
                </a:lnTo>
                <a:lnTo>
                  <a:pt x="143994" y="276066"/>
                </a:lnTo>
                <a:lnTo>
                  <a:pt x="166937" y="260019"/>
                </a:lnTo>
                <a:lnTo>
                  <a:pt x="191130" y="257937"/>
                </a:lnTo>
                <a:lnTo>
                  <a:pt x="196722" y="236719"/>
                </a:lnTo>
                <a:lnTo>
                  <a:pt x="222660" y="240321"/>
                </a:lnTo>
                <a:lnTo>
                  <a:pt x="254367" y="276469"/>
                </a:lnTo>
                <a:lnTo>
                  <a:pt x="267282" y="255377"/>
                </a:lnTo>
                <a:lnTo>
                  <a:pt x="292766" y="260906"/>
                </a:lnTo>
                <a:lnTo>
                  <a:pt x="294668" y="251481"/>
                </a:lnTo>
                <a:lnTo>
                  <a:pt x="303726" y="255342"/>
                </a:lnTo>
                <a:lnTo>
                  <a:pt x="311435" y="219296"/>
                </a:lnTo>
                <a:lnTo>
                  <a:pt x="326232" y="201368"/>
                </a:lnTo>
                <a:lnTo>
                  <a:pt x="338491" y="203933"/>
                </a:lnTo>
                <a:lnTo>
                  <a:pt x="347114" y="190328"/>
                </a:lnTo>
                <a:lnTo>
                  <a:pt x="366201" y="199760"/>
                </a:lnTo>
                <a:lnTo>
                  <a:pt x="363642" y="181567"/>
                </a:lnTo>
                <a:lnTo>
                  <a:pt x="375042" y="173691"/>
                </a:lnTo>
                <a:lnTo>
                  <a:pt x="386938" y="178549"/>
                </a:lnTo>
                <a:lnTo>
                  <a:pt x="385024" y="159369"/>
                </a:lnTo>
                <a:lnTo>
                  <a:pt x="365575" y="139563"/>
                </a:lnTo>
                <a:lnTo>
                  <a:pt x="405380" y="102635"/>
                </a:lnTo>
                <a:lnTo>
                  <a:pt x="399929" y="83132"/>
                </a:lnTo>
                <a:lnTo>
                  <a:pt x="388964" y="85196"/>
                </a:lnTo>
                <a:lnTo>
                  <a:pt x="382544" y="101317"/>
                </a:lnTo>
                <a:lnTo>
                  <a:pt x="371893" y="90521"/>
                </a:lnTo>
                <a:lnTo>
                  <a:pt x="327268" y="102727"/>
                </a:lnTo>
                <a:lnTo>
                  <a:pt x="306988" y="93685"/>
                </a:lnTo>
                <a:lnTo>
                  <a:pt x="305328" y="81773"/>
                </a:lnTo>
                <a:lnTo>
                  <a:pt x="277602" y="96170"/>
                </a:lnTo>
                <a:lnTo>
                  <a:pt x="245254" y="78882"/>
                </a:lnTo>
                <a:lnTo>
                  <a:pt x="220379" y="74775"/>
                </a:lnTo>
                <a:lnTo>
                  <a:pt x="205941" y="83359"/>
                </a:lnTo>
                <a:lnTo>
                  <a:pt x="188460" y="56689"/>
                </a:lnTo>
                <a:lnTo>
                  <a:pt x="154000" y="66736"/>
                </a:lnTo>
                <a:lnTo>
                  <a:pt x="152260" y="56880"/>
                </a:lnTo>
                <a:lnTo>
                  <a:pt x="107708" y="41413"/>
                </a:lnTo>
                <a:lnTo>
                  <a:pt x="105826" y="15717"/>
                </a:lnTo>
                <a:lnTo>
                  <a:pt x="79284" y="11932"/>
                </a:lnTo>
                <a:lnTo>
                  <a:pt x="67294" y="0"/>
                </a:lnTo>
                <a:lnTo>
                  <a:pt x="42973" y="6105"/>
                </a:lnTo>
                <a:lnTo>
                  <a:pt x="60248" y="55303"/>
                </a:lnTo>
                <a:lnTo>
                  <a:pt x="76025" y="58074"/>
                </a:lnTo>
                <a:lnTo>
                  <a:pt x="74935" y="68414"/>
                </a:lnTo>
                <a:lnTo>
                  <a:pt x="89525" y="78230"/>
                </a:lnTo>
                <a:lnTo>
                  <a:pt x="62384" y="77153"/>
                </a:lnTo>
                <a:lnTo>
                  <a:pt x="47859" y="87689"/>
                </a:lnTo>
                <a:lnTo>
                  <a:pt x="69744" y="100713"/>
                </a:lnTo>
                <a:lnTo>
                  <a:pt x="68877" y="112085"/>
                </a:lnTo>
                <a:lnTo>
                  <a:pt x="56109" y="117844"/>
                </a:lnTo>
                <a:lnTo>
                  <a:pt x="107008" y="157113"/>
                </a:lnTo>
                <a:lnTo>
                  <a:pt x="63843" y="157723"/>
                </a:lnTo>
                <a:lnTo>
                  <a:pt x="42833" y="182876"/>
                </a:lnTo>
                <a:lnTo>
                  <a:pt x="3015" y="203469"/>
                </a:lnTo>
                <a:lnTo>
                  <a:pt x="0" y="219476"/>
                </a:lnTo>
                <a:lnTo>
                  <a:pt x="18541" y="254049"/>
                </a:lnTo>
                <a:lnTo>
                  <a:pt x="14902" y="262636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Chandīgarh"/>
          <p:cNvSpPr/>
          <p:nvPr/>
        </p:nvSpPr>
        <p:spPr>
          <a:xfrm>
            <a:off x="4468308" y="4230746"/>
            <a:ext cx="10803" cy="7732"/>
          </a:xfrm>
          <a:custGeom>
            <a:avLst/>
            <a:gdLst/>
            <a:ahLst/>
            <a:cxnLst/>
            <a:rect l="l" t="t" r="r" b="b"/>
            <a:pathLst>
              <a:path w="10803" h="7732">
                <a:moveTo>
                  <a:pt x="10803" y="0"/>
                </a:moveTo>
                <a:lnTo>
                  <a:pt x="0" y="1014"/>
                </a:lnTo>
                <a:lnTo>
                  <a:pt x="8032" y="7732"/>
                </a:lnTo>
                <a:lnTo>
                  <a:pt x="10803" y="0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Chhattīsgarh"/>
          <p:cNvSpPr/>
          <p:nvPr/>
        </p:nvSpPr>
        <p:spPr>
          <a:xfrm>
            <a:off x="4758756" y="4814160"/>
            <a:ext cx="335674" cy="553830"/>
          </a:xfrm>
          <a:custGeom>
            <a:avLst/>
            <a:gdLst/>
            <a:ahLst/>
            <a:cxnLst/>
            <a:rect l="l" t="t" r="r" b="b"/>
            <a:pathLst>
              <a:path w="335674" h="553830">
                <a:moveTo>
                  <a:pt x="0" y="472369"/>
                </a:moveTo>
                <a:lnTo>
                  <a:pt x="37607" y="499584"/>
                </a:lnTo>
                <a:lnTo>
                  <a:pt x="38429" y="520866"/>
                </a:lnTo>
                <a:lnTo>
                  <a:pt x="57487" y="520124"/>
                </a:lnTo>
                <a:lnTo>
                  <a:pt x="59872" y="553527"/>
                </a:lnTo>
                <a:lnTo>
                  <a:pt x="91216" y="553830"/>
                </a:lnTo>
                <a:lnTo>
                  <a:pt x="101971" y="513162"/>
                </a:lnTo>
                <a:lnTo>
                  <a:pt x="120274" y="504781"/>
                </a:lnTo>
                <a:lnTo>
                  <a:pt x="137642" y="483998"/>
                </a:lnTo>
                <a:lnTo>
                  <a:pt x="131954" y="478117"/>
                </a:lnTo>
                <a:lnTo>
                  <a:pt x="160633" y="455157"/>
                </a:lnTo>
                <a:lnTo>
                  <a:pt x="156025" y="410543"/>
                </a:lnTo>
                <a:lnTo>
                  <a:pt x="142968" y="403511"/>
                </a:lnTo>
                <a:lnTo>
                  <a:pt x="145939" y="378678"/>
                </a:lnTo>
                <a:lnTo>
                  <a:pt x="128648" y="367462"/>
                </a:lnTo>
                <a:lnTo>
                  <a:pt x="130094" y="356432"/>
                </a:lnTo>
                <a:lnTo>
                  <a:pt x="159936" y="360003"/>
                </a:lnTo>
                <a:lnTo>
                  <a:pt x="168715" y="374714"/>
                </a:lnTo>
                <a:lnTo>
                  <a:pt x="176910" y="368189"/>
                </a:lnTo>
                <a:lnTo>
                  <a:pt x="189727" y="371980"/>
                </a:lnTo>
                <a:lnTo>
                  <a:pt x="188781" y="379976"/>
                </a:lnTo>
                <a:lnTo>
                  <a:pt x="198186" y="374784"/>
                </a:lnTo>
                <a:lnTo>
                  <a:pt x="198843" y="360771"/>
                </a:lnTo>
                <a:lnTo>
                  <a:pt x="173103" y="355342"/>
                </a:lnTo>
                <a:lnTo>
                  <a:pt x="169164" y="282254"/>
                </a:lnTo>
                <a:lnTo>
                  <a:pt x="178491" y="287672"/>
                </a:lnTo>
                <a:lnTo>
                  <a:pt x="192744" y="258979"/>
                </a:lnTo>
                <a:lnTo>
                  <a:pt x="232707" y="263279"/>
                </a:lnTo>
                <a:lnTo>
                  <a:pt x="243900" y="239345"/>
                </a:lnTo>
                <a:lnTo>
                  <a:pt x="255090" y="241742"/>
                </a:lnTo>
                <a:lnTo>
                  <a:pt x="249530" y="228506"/>
                </a:lnTo>
                <a:lnTo>
                  <a:pt x="270120" y="197864"/>
                </a:lnTo>
                <a:lnTo>
                  <a:pt x="267967" y="175511"/>
                </a:lnTo>
                <a:lnTo>
                  <a:pt x="304273" y="152205"/>
                </a:lnTo>
                <a:lnTo>
                  <a:pt x="304194" y="134517"/>
                </a:lnTo>
                <a:lnTo>
                  <a:pt x="321355" y="126254"/>
                </a:lnTo>
                <a:lnTo>
                  <a:pt x="335674" y="103556"/>
                </a:lnTo>
                <a:lnTo>
                  <a:pt x="315591" y="100089"/>
                </a:lnTo>
                <a:lnTo>
                  <a:pt x="306027" y="83356"/>
                </a:lnTo>
                <a:lnTo>
                  <a:pt x="309503" y="67798"/>
                </a:lnTo>
                <a:lnTo>
                  <a:pt x="300441" y="63935"/>
                </a:lnTo>
                <a:lnTo>
                  <a:pt x="304771" y="41384"/>
                </a:lnTo>
                <a:lnTo>
                  <a:pt x="284899" y="43444"/>
                </a:lnTo>
                <a:lnTo>
                  <a:pt x="257268" y="1820"/>
                </a:lnTo>
                <a:lnTo>
                  <a:pt x="248184" y="0"/>
                </a:lnTo>
                <a:lnTo>
                  <a:pt x="233532" y="19402"/>
                </a:lnTo>
                <a:lnTo>
                  <a:pt x="205869" y="12666"/>
                </a:lnTo>
                <a:lnTo>
                  <a:pt x="183298" y="28278"/>
                </a:lnTo>
                <a:lnTo>
                  <a:pt x="108724" y="17879"/>
                </a:lnTo>
                <a:lnTo>
                  <a:pt x="115847" y="33757"/>
                </a:lnTo>
                <a:lnTo>
                  <a:pt x="106141" y="45689"/>
                </a:lnTo>
                <a:lnTo>
                  <a:pt x="110241" y="54755"/>
                </a:lnTo>
                <a:lnTo>
                  <a:pt x="134357" y="50312"/>
                </a:lnTo>
                <a:lnTo>
                  <a:pt x="156393" y="68635"/>
                </a:lnTo>
                <a:lnTo>
                  <a:pt x="153739" y="84494"/>
                </a:lnTo>
                <a:lnTo>
                  <a:pt x="135901" y="90124"/>
                </a:lnTo>
                <a:lnTo>
                  <a:pt x="109825" y="137593"/>
                </a:lnTo>
                <a:lnTo>
                  <a:pt x="68243" y="146407"/>
                </a:lnTo>
                <a:lnTo>
                  <a:pt x="59698" y="179259"/>
                </a:lnTo>
                <a:lnTo>
                  <a:pt x="51698" y="175190"/>
                </a:lnTo>
                <a:lnTo>
                  <a:pt x="36899" y="209932"/>
                </a:lnTo>
                <a:lnTo>
                  <a:pt x="33110" y="246343"/>
                </a:lnTo>
                <a:lnTo>
                  <a:pt x="15564" y="257242"/>
                </a:lnTo>
                <a:lnTo>
                  <a:pt x="12325" y="271821"/>
                </a:lnTo>
                <a:lnTo>
                  <a:pt x="22240" y="278270"/>
                </a:lnTo>
                <a:lnTo>
                  <a:pt x="25625" y="300237"/>
                </a:lnTo>
                <a:lnTo>
                  <a:pt x="16944" y="306046"/>
                </a:lnTo>
                <a:lnTo>
                  <a:pt x="29224" y="307797"/>
                </a:lnTo>
                <a:lnTo>
                  <a:pt x="28776" y="331132"/>
                </a:lnTo>
                <a:lnTo>
                  <a:pt x="9963" y="338822"/>
                </a:lnTo>
                <a:lnTo>
                  <a:pt x="23115" y="354014"/>
                </a:lnTo>
                <a:lnTo>
                  <a:pt x="10489" y="378199"/>
                </a:lnTo>
                <a:lnTo>
                  <a:pt x="22259" y="376255"/>
                </a:lnTo>
                <a:lnTo>
                  <a:pt x="50919" y="405782"/>
                </a:lnTo>
                <a:lnTo>
                  <a:pt x="39415" y="422650"/>
                </a:lnTo>
                <a:lnTo>
                  <a:pt x="24449" y="412758"/>
                </a:lnTo>
                <a:lnTo>
                  <a:pt x="9848" y="426576"/>
                </a:lnTo>
                <a:lnTo>
                  <a:pt x="0" y="472369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Delhi"/>
          <p:cNvSpPr/>
          <p:nvPr/>
        </p:nvSpPr>
        <p:spPr>
          <a:xfrm>
            <a:off x="4482861" y="4397181"/>
            <a:ext cx="36057" cy="39766"/>
          </a:xfrm>
          <a:custGeom>
            <a:avLst/>
            <a:gdLst/>
            <a:ahLst/>
            <a:cxnLst/>
            <a:rect l="l" t="t" r="r" b="b"/>
            <a:pathLst>
              <a:path w="36057" h="39766">
                <a:moveTo>
                  <a:pt x="26534" y="0"/>
                </a:moveTo>
                <a:lnTo>
                  <a:pt x="5445" y="3472"/>
                </a:lnTo>
                <a:lnTo>
                  <a:pt x="0" y="31337"/>
                </a:lnTo>
                <a:lnTo>
                  <a:pt x="17105" y="30169"/>
                </a:lnTo>
                <a:lnTo>
                  <a:pt x="23648" y="39766"/>
                </a:lnTo>
                <a:lnTo>
                  <a:pt x="36057" y="32270"/>
                </a:lnTo>
                <a:lnTo>
                  <a:pt x="26534" y="0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Dādra and Nagar Haveli and Damān and Diu"/>
          <p:cNvSpPr/>
          <p:nvPr/>
        </p:nvSpPr>
        <p:spPr>
          <a:xfrm>
            <a:off x="4159525" y="5142849"/>
            <a:ext cx="24297" cy="25734"/>
          </a:xfrm>
          <a:custGeom>
            <a:avLst/>
            <a:gdLst/>
            <a:ahLst/>
            <a:cxnLst/>
            <a:rect l="l" t="t" r="r" b="b"/>
            <a:pathLst>
              <a:path w="24297" h="25734">
                <a:moveTo>
                  <a:pt x="24297" y="21051"/>
                </a:moveTo>
                <a:lnTo>
                  <a:pt x="20868" y="13355"/>
                </a:lnTo>
                <a:lnTo>
                  <a:pt x="12072" y="17422"/>
                </a:lnTo>
                <a:lnTo>
                  <a:pt x="20755" y="6307"/>
                </a:lnTo>
                <a:lnTo>
                  <a:pt x="15026" y="0"/>
                </a:lnTo>
                <a:lnTo>
                  <a:pt x="0" y="7449"/>
                </a:lnTo>
                <a:lnTo>
                  <a:pt x="10373" y="25734"/>
                </a:lnTo>
                <a:lnTo>
                  <a:pt x="24297" y="21051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Goa"/>
          <p:cNvSpPr/>
          <p:nvPr/>
        </p:nvSpPr>
        <p:spPr>
          <a:xfrm>
            <a:off x="4221655" y="5542959"/>
            <a:ext cx="53821" cy="78404"/>
          </a:xfrm>
          <a:custGeom>
            <a:avLst/>
            <a:gdLst/>
            <a:ahLst/>
            <a:cxnLst/>
            <a:rect l="l" t="t" r="r" b="b"/>
            <a:pathLst>
              <a:path w="53821" h="78404">
                <a:moveTo>
                  <a:pt x="0" y="6470"/>
                </a:moveTo>
                <a:lnTo>
                  <a:pt x="9161" y="29683"/>
                </a:lnTo>
                <a:lnTo>
                  <a:pt x="21256" y="32114"/>
                </a:lnTo>
                <a:lnTo>
                  <a:pt x="8761" y="34157"/>
                </a:lnTo>
                <a:lnTo>
                  <a:pt x="17870" y="41153"/>
                </a:lnTo>
                <a:lnTo>
                  <a:pt x="19285" y="62788"/>
                </a:lnTo>
                <a:lnTo>
                  <a:pt x="31855" y="78404"/>
                </a:lnTo>
                <a:lnTo>
                  <a:pt x="46978" y="73886"/>
                </a:lnTo>
                <a:lnTo>
                  <a:pt x="46893" y="47576"/>
                </a:lnTo>
                <a:lnTo>
                  <a:pt x="53821" y="44383"/>
                </a:lnTo>
                <a:lnTo>
                  <a:pt x="46821" y="12590"/>
                </a:lnTo>
                <a:lnTo>
                  <a:pt x="25676" y="16609"/>
                </a:lnTo>
                <a:lnTo>
                  <a:pt x="14743" y="0"/>
                </a:lnTo>
                <a:lnTo>
                  <a:pt x="0" y="6470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Gujarāt"/>
          <p:cNvSpPr/>
          <p:nvPr/>
        </p:nvSpPr>
        <p:spPr>
          <a:xfrm>
            <a:off x="3769337" y="4760986"/>
            <a:ext cx="517542" cy="401651"/>
          </a:xfrm>
          <a:custGeom>
            <a:avLst/>
            <a:gdLst/>
            <a:ahLst/>
            <a:cxnLst/>
            <a:rect l="l" t="t" r="r" b="b"/>
            <a:pathLst>
              <a:path w="517542" h="401651">
                <a:moveTo>
                  <a:pt x="394210" y="395166"/>
                </a:moveTo>
                <a:lnTo>
                  <a:pt x="390576" y="388803"/>
                </a:lnTo>
                <a:lnTo>
                  <a:pt x="405187" y="381859"/>
                </a:lnTo>
                <a:lnTo>
                  <a:pt x="410943" y="388170"/>
                </a:lnTo>
                <a:lnTo>
                  <a:pt x="402592" y="399569"/>
                </a:lnTo>
                <a:lnTo>
                  <a:pt x="431267" y="396082"/>
                </a:lnTo>
                <a:lnTo>
                  <a:pt x="433936" y="350518"/>
                </a:lnTo>
                <a:lnTo>
                  <a:pt x="457957" y="363925"/>
                </a:lnTo>
                <a:lnTo>
                  <a:pt x="474044" y="348344"/>
                </a:lnTo>
                <a:lnTo>
                  <a:pt x="470697" y="327299"/>
                </a:lnTo>
                <a:lnTo>
                  <a:pt x="444324" y="310764"/>
                </a:lnTo>
                <a:lnTo>
                  <a:pt x="463740" y="310474"/>
                </a:lnTo>
                <a:lnTo>
                  <a:pt x="473758" y="290207"/>
                </a:lnTo>
                <a:lnTo>
                  <a:pt x="504848" y="281995"/>
                </a:lnTo>
                <a:lnTo>
                  <a:pt x="466695" y="282048"/>
                </a:lnTo>
                <a:lnTo>
                  <a:pt x="462109" y="253377"/>
                </a:lnTo>
                <a:lnTo>
                  <a:pt x="490717" y="242508"/>
                </a:lnTo>
                <a:lnTo>
                  <a:pt x="484030" y="206877"/>
                </a:lnTo>
                <a:lnTo>
                  <a:pt x="502440" y="203418"/>
                </a:lnTo>
                <a:lnTo>
                  <a:pt x="481871" y="191059"/>
                </a:lnTo>
                <a:lnTo>
                  <a:pt x="509605" y="182297"/>
                </a:lnTo>
                <a:lnTo>
                  <a:pt x="517542" y="162914"/>
                </a:lnTo>
                <a:lnTo>
                  <a:pt x="487444" y="124460"/>
                </a:lnTo>
                <a:lnTo>
                  <a:pt x="448398" y="110874"/>
                </a:lnTo>
                <a:lnTo>
                  <a:pt x="450714" y="95718"/>
                </a:lnTo>
                <a:lnTo>
                  <a:pt x="439921" y="96981"/>
                </a:lnTo>
                <a:lnTo>
                  <a:pt x="425980" y="80792"/>
                </a:lnTo>
                <a:lnTo>
                  <a:pt x="426806" y="53302"/>
                </a:lnTo>
                <a:lnTo>
                  <a:pt x="417102" y="62286"/>
                </a:lnTo>
                <a:lnTo>
                  <a:pt x="402827" y="45403"/>
                </a:lnTo>
                <a:lnTo>
                  <a:pt x="415186" y="30554"/>
                </a:lnTo>
                <a:lnTo>
                  <a:pt x="403564" y="27685"/>
                </a:lnTo>
                <a:lnTo>
                  <a:pt x="404652" y="18929"/>
                </a:lnTo>
                <a:lnTo>
                  <a:pt x="390069" y="32896"/>
                </a:lnTo>
                <a:lnTo>
                  <a:pt x="359802" y="16891"/>
                </a:lnTo>
                <a:lnTo>
                  <a:pt x="353151" y="26089"/>
                </a:lnTo>
                <a:lnTo>
                  <a:pt x="335986" y="11101"/>
                </a:lnTo>
                <a:lnTo>
                  <a:pt x="344206" y="7335"/>
                </a:lnTo>
                <a:lnTo>
                  <a:pt x="320918" y="0"/>
                </a:lnTo>
                <a:lnTo>
                  <a:pt x="303891" y="9017"/>
                </a:lnTo>
                <a:lnTo>
                  <a:pt x="242376" y="1981"/>
                </a:lnTo>
                <a:lnTo>
                  <a:pt x="233490" y="14806"/>
                </a:lnTo>
                <a:lnTo>
                  <a:pt x="244424" y="26878"/>
                </a:lnTo>
                <a:lnTo>
                  <a:pt x="220409" y="42611"/>
                </a:lnTo>
                <a:lnTo>
                  <a:pt x="199598" y="40417"/>
                </a:lnTo>
                <a:lnTo>
                  <a:pt x="199763" y="25444"/>
                </a:lnTo>
                <a:lnTo>
                  <a:pt x="162060" y="36611"/>
                </a:lnTo>
                <a:lnTo>
                  <a:pt x="155155" y="47474"/>
                </a:lnTo>
                <a:lnTo>
                  <a:pt x="131250" y="47482"/>
                </a:lnTo>
                <a:lnTo>
                  <a:pt x="120066" y="36783"/>
                </a:lnTo>
                <a:lnTo>
                  <a:pt x="71970" y="42907"/>
                </a:lnTo>
                <a:lnTo>
                  <a:pt x="67263" y="35927"/>
                </a:lnTo>
                <a:lnTo>
                  <a:pt x="60684" y="43810"/>
                </a:lnTo>
                <a:lnTo>
                  <a:pt x="57551" y="34623"/>
                </a:lnTo>
                <a:lnTo>
                  <a:pt x="51584" y="65009"/>
                </a:lnTo>
                <a:lnTo>
                  <a:pt x="20442" y="63823"/>
                </a:lnTo>
                <a:lnTo>
                  <a:pt x="7256" y="73447"/>
                </a:lnTo>
                <a:lnTo>
                  <a:pt x="0" y="96184"/>
                </a:lnTo>
                <a:lnTo>
                  <a:pt x="29393" y="104784"/>
                </a:lnTo>
                <a:lnTo>
                  <a:pt x="22832" y="113366"/>
                </a:lnTo>
                <a:lnTo>
                  <a:pt x="40730" y="121281"/>
                </a:lnTo>
                <a:lnTo>
                  <a:pt x="34345" y="128543"/>
                </a:lnTo>
                <a:lnTo>
                  <a:pt x="41938" y="123861"/>
                </a:lnTo>
                <a:lnTo>
                  <a:pt x="41761" y="135285"/>
                </a:lnTo>
                <a:lnTo>
                  <a:pt x="87714" y="164489"/>
                </a:lnTo>
                <a:lnTo>
                  <a:pt x="129731" y="167277"/>
                </a:lnTo>
                <a:lnTo>
                  <a:pt x="159768" y="157182"/>
                </a:lnTo>
                <a:lnTo>
                  <a:pt x="177355" y="131802"/>
                </a:lnTo>
                <a:lnTo>
                  <a:pt x="211045" y="131425"/>
                </a:lnTo>
                <a:lnTo>
                  <a:pt x="163306" y="189474"/>
                </a:lnTo>
                <a:lnTo>
                  <a:pt x="142578" y="200448"/>
                </a:lnTo>
                <a:lnTo>
                  <a:pt x="131187" y="195477"/>
                </a:lnTo>
                <a:lnTo>
                  <a:pt x="125054" y="206445"/>
                </a:lnTo>
                <a:lnTo>
                  <a:pt x="84438" y="220865"/>
                </a:lnTo>
                <a:lnTo>
                  <a:pt x="87555" y="200975"/>
                </a:lnTo>
                <a:lnTo>
                  <a:pt x="74603" y="203759"/>
                </a:lnTo>
                <a:lnTo>
                  <a:pt x="77247" y="195756"/>
                </a:lnTo>
                <a:lnTo>
                  <a:pt x="66520" y="210659"/>
                </a:lnTo>
                <a:lnTo>
                  <a:pt x="166035" y="320888"/>
                </a:lnTo>
                <a:lnTo>
                  <a:pt x="219991" y="352740"/>
                </a:lnTo>
                <a:lnTo>
                  <a:pt x="325053" y="308313"/>
                </a:lnTo>
                <a:lnTo>
                  <a:pt x="341051" y="270882"/>
                </a:lnTo>
                <a:lnTo>
                  <a:pt x="329137" y="254887"/>
                </a:lnTo>
                <a:lnTo>
                  <a:pt x="346316" y="210270"/>
                </a:lnTo>
                <a:lnTo>
                  <a:pt x="350709" y="219596"/>
                </a:lnTo>
                <a:lnTo>
                  <a:pt x="357915" y="209807"/>
                </a:lnTo>
                <a:lnTo>
                  <a:pt x="377457" y="217648"/>
                </a:lnTo>
                <a:lnTo>
                  <a:pt x="392415" y="210840"/>
                </a:lnTo>
                <a:lnTo>
                  <a:pt x="377648" y="222693"/>
                </a:lnTo>
                <a:lnTo>
                  <a:pt x="363177" y="220658"/>
                </a:lnTo>
                <a:lnTo>
                  <a:pt x="357275" y="243754"/>
                </a:lnTo>
                <a:lnTo>
                  <a:pt x="370223" y="241885"/>
                </a:lnTo>
                <a:lnTo>
                  <a:pt x="358893" y="266223"/>
                </a:lnTo>
                <a:lnTo>
                  <a:pt x="381644" y="268009"/>
                </a:lnTo>
                <a:lnTo>
                  <a:pt x="365769" y="274380"/>
                </a:lnTo>
                <a:lnTo>
                  <a:pt x="375890" y="278454"/>
                </a:lnTo>
                <a:lnTo>
                  <a:pt x="364609" y="297893"/>
                </a:lnTo>
                <a:lnTo>
                  <a:pt x="389495" y="362950"/>
                </a:lnTo>
                <a:lnTo>
                  <a:pt x="375898" y="401651"/>
                </a:lnTo>
                <a:lnTo>
                  <a:pt x="394210" y="395166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Haryāna"/>
          <p:cNvSpPr/>
          <p:nvPr/>
        </p:nvSpPr>
        <p:spPr>
          <a:xfrm>
            <a:off x="4286935" y="4217452"/>
            <a:ext cx="254575" cy="285311"/>
          </a:xfrm>
          <a:custGeom>
            <a:avLst/>
            <a:gdLst/>
            <a:ahLst/>
            <a:cxnLst/>
            <a:rect l="l" t="t" r="r" b="b"/>
            <a:pathLst>
              <a:path w="254575" h="285311">
                <a:moveTo>
                  <a:pt x="233498" y="209968"/>
                </a:moveTo>
                <a:lnTo>
                  <a:pt x="219574" y="219495"/>
                </a:lnTo>
                <a:lnTo>
                  <a:pt x="192315" y="203895"/>
                </a:lnTo>
                <a:lnTo>
                  <a:pt x="200795" y="199879"/>
                </a:lnTo>
                <a:lnTo>
                  <a:pt x="201371" y="183201"/>
                </a:lnTo>
                <a:lnTo>
                  <a:pt x="223944" y="177679"/>
                </a:lnTo>
                <a:lnTo>
                  <a:pt x="215129" y="100556"/>
                </a:lnTo>
                <a:lnTo>
                  <a:pt x="254575" y="47164"/>
                </a:lnTo>
                <a:lnTo>
                  <a:pt x="222531" y="38720"/>
                </a:lnTo>
                <a:lnTo>
                  <a:pt x="218986" y="19487"/>
                </a:lnTo>
                <a:lnTo>
                  <a:pt x="198607" y="457"/>
                </a:lnTo>
                <a:lnTo>
                  <a:pt x="187145" y="0"/>
                </a:lnTo>
                <a:lnTo>
                  <a:pt x="200225" y="45651"/>
                </a:lnTo>
                <a:lnTo>
                  <a:pt x="184293" y="42100"/>
                </a:lnTo>
                <a:lnTo>
                  <a:pt x="169283" y="56472"/>
                </a:lnTo>
                <a:lnTo>
                  <a:pt x="177378" y="63249"/>
                </a:lnTo>
                <a:lnTo>
                  <a:pt x="168434" y="72847"/>
                </a:lnTo>
                <a:lnTo>
                  <a:pt x="158379" y="62632"/>
                </a:lnTo>
                <a:lnTo>
                  <a:pt x="150159" y="71160"/>
                </a:lnTo>
                <a:lnTo>
                  <a:pt x="140870" y="65764"/>
                </a:lnTo>
                <a:lnTo>
                  <a:pt x="143814" y="92453"/>
                </a:lnTo>
                <a:lnTo>
                  <a:pt x="127503" y="102081"/>
                </a:lnTo>
                <a:lnTo>
                  <a:pt x="79966" y="96395"/>
                </a:lnTo>
                <a:lnTo>
                  <a:pt x="61716" y="119688"/>
                </a:lnTo>
                <a:lnTo>
                  <a:pt x="62224" y="101035"/>
                </a:lnTo>
                <a:lnTo>
                  <a:pt x="50596" y="87157"/>
                </a:lnTo>
                <a:lnTo>
                  <a:pt x="3385" y="85652"/>
                </a:lnTo>
                <a:lnTo>
                  <a:pt x="0" y="101854"/>
                </a:lnTo>
                <a:lnTo>
                  <a:pt x="11303" y="101254"/>
                </a:lnTo>
                <a:lnTo>
                  <a:pt x="9932" y="138521"/>
                </a:lnTo>
                <a:lnTo>
                  <a:pt x="30388" y="131839"/>
                </a:lnTo>
                <a:lnTo>
                  <a:pt x="48704" y="147100"/>
                </a:lnTo>
                <a:lnTo>
                  <a:pt x="75975" y="144819"/>
                </a:lnTo>
                <a:lnTo>
                  <a:pt x="88268" y="201197"/>
                </a:lnTo>
                <a:lnTo>
                  <a:pt x="131736" y="241769"/>
                </a:lnTo>
                <a:lnTo>
                  <a:pt x="118969" y="247292"/>
                </a:lnTo>
                <a:lnTo>
                  <a:pt x="127287" y="248510"/>
                </a:lnTo>
                <a:lnTo>
                  <a:pt x="118463" y="261139"/>
                </a:lnTo>
                <a:lnTo>
                  <a:pt x="122910" y="268902"/>
                </a:lnTo>
                <a:lnTo>
                  <a:pt x="141690" y="271048"/>
                </a:lnTo>
                <a:lnTo>
                  <a:pt x="136811" y="255975"/>
                </a:lnTo>
                <a:lnTo>
                  <a:pt x="151834" y="252326"/>
                </a:lnTo>
                <a:lnTo>
                  <a:pt x="147759" y="239281"/>
                </a:lnTo>
                <a:lnTo>
                  <a:pt x="162695" y="241969"/>
                </a:lnTo>
                <a:lnTo>
                  <a:pt x="168589" y="258180"/>
                </a:lnTo>
                <a:lnTo>
                  <a:pt x="193040" y="235558"/>
                </a:lnTo>
                <a:lnTo>
                  <a:pt x="202978" y="242859"/>
                </a:lnTo>
                <a:lnTo>
                  <a:pt x="198096" y="285311"/>
                </a:lnTo>
                <a:lnTo>
                  <a:pt x="212349" y="277989"/>
                </a:lnTo>
                <a:lnTo>
                  <a:pt x="209022" y="270642"/>
                </a:lnTo>
                <a:lnTo>
                  <a:pt x="239719" y="267784"/>
                </a:lnTo>
                <a:lnTo>
                  <a:pt x="249745" y="259080"/>
                </a:lnTo>
                <a:lnTo>
                  <a:pt x="243985" y="247333"/>
                </a:lnTo>
                <a:lnTo>
                  <a:pt x="250186" y="233738"/>
                </a:lnTo>
                <a:lnTo>
                  <a:pt x="233498" y="209968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Himāchal Pradesh"/>
          <p:cNvSpPr/>
          <p:nvPr/>
        </p:nvSpPr>
        <p:spPr>
          <a:xfrm>
            <a:off x="4377916" y="4011156"/>
            <a:ext cx="277940" cy="250925"/>
          </a:xfrm>
          <a:custGeom>
            <a:avLst/>
            <a:gdLst/>
            <a:ahLst/>
            <a:cxnLst/>
            <a:rect l="l" t="t" r="r" b="b"/>
            <a:pathLst>
              <a:path w="277940" h="250925">
                <a:moveTo>
                  <a:pt x="161289" y="250925"/>
                </a:moveTo>
                <a:lnTo>
                  <a:pt x="181030" y="241212"/>
                </a:lnTo>
                <a:lnTo>
                  <a:pt x="171688" y="218651"/>
                </a:lnTo>
                <a:lnTo>
                  <a:pt x="187770" y="184720"/>
                </a:lnTo>
                <a:lnTo>
                  <a:pt x="225951" y="172916"/>
                </a:lnTo>
                <a:lnTo>
                  <a:pt x="277940" y="188396"/>
                </a:lnTo>
                <a:lnTo>
                  <a:pt x="256834" y="165918"/>
                </a:lnTo>
                <a:lnTo>
                  <a:pt x="254618" y="153036"/>
                </a:lnTo>
                <a:lnTo>
                  <a:pt x="264754" y="144694"/>
                </a:lnTo>
                <a:lnTo>
                  <a:pt x="253222" y="129952"/>
                </a:lnTo>
                <a:lnTo>
                  <a:pt x="259395" y="110869"/>
                </a:lnTo>
                <a:lnTo>
                  <a:pt x="232834" y="89041"/>
                </a:lnTo>
                <a:lnTo>
                  <a:pt x="239340" y="73935"/>
                </a:lnTo>
                <a:lnTo>
                  <a:pt x="232809" y="66302"/>
                </a:lnTo>
                <a:lnTo>
                  <a:pt x="219788" y="66064"/>
                </a:lnTo>
                <a:lnTo>
                  <a:pt x="227383" y="43892"/>
                </a:lnTo>
                <a:lnTo>
                  <a:pt x="197094" y="55914"/>
                </a:lnTo>
                <a:lnTo>
                  <a:pt x="169956" y="23538"/>
                </a:lnTo>
                <a:lnTo>
                  <a:pt x="141980" y="38622"/>
                </a:lnTo>
                <a:lnTo>
                  <a:pt x="108938" y="20047"/>
                </a:lnTo>
                <a:lnTo>
                  <a:pt x="97500" y="0"/>
                </a:lnTo>
                <a:lnTo>
                  <a:pt x="66371" y="6182"/>
                </a:lnTo>
                <a:lnTo>
                  <a:pt x="29236" y="33657"/>
                </a:lnTo>
                <a:lnTo>
                  <a:pt x="20151" y="28750"/>
                </a:lnTo>
                <a:lnTo>
                  <a:pt x="27835" y="53445"/>
                </a:lnTo>
                <a:lnTo>
                  <a:pt x="19414" y="65252"/>
                </a:lnTo>
                <a:lnTo>
                  <a:pt x="27814" y="75424"/>
                </a:lnTo>
                <a:lnTo>
                  <a:pt x="1876" y="89527"/>
                </a:lnTo>
                <a:lnTo>
                  <a:pt x="0" y="104168"/>
                </a:lnTo>
                <a:lnTo>
                  <a:pt x="25689" y="114671"/>
                </a:lnTo>
                <a:lnTo>
                  <a:pt x="47622" y="171146"/>
                </a:lnTo>
                <a:lnTo>
                  <a:pt x="63526" y="159702"/>
                </a:lnTo>
                <a:lnTo>
                  <a:pt x="68779" y="173564"/>
                </a:lnTo>
                <a:lnTo>
                  <a:pt x="85232" y="178504"/>
                </a:lnTo>
                <a:lnTo>
                  <a:pt x="83843" y="198153"/>
                </a:lnTo>
                <a:lnTo>
                  <a:pt x="127518" y="225166"/>
                </a:lnTo>
                <a:lnTo>
                  <a:pt x="131550" y="245016"/>
                </a:lnTo>
                <a:lnTo>
                  <a:pt x="161289" y="250925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Jammu and Kashmīr"/>
          <p:cNvSpPr/>
          <p:nvPr/>
        </p:nvSpPr>
        <p:spPr>
          <a:xfrm>
            <a:off x="4198428" y="3848768"/>
            <a:ext cx="273279" cy="248448"/>
          </a:xfrm>
          <a:custGeom>
            <a:avLst/>
            <a:gdLst/>
            <a:ahLst/>
            <a:cxnLst/>
            <a:rect l="l" t="t" r="r" b="b"/>
            <a:pathLst>
              <a:path w="273279" h="248448">
                <a:moveTo>
                  <a:pt x="60521" y="0"/>
                </a:moveTo>
                <a:lnTo>
                  <a:pt x="52056" y="20214"/>
                </a:lnTo>
                <a:lnTo>
                  <a:pt x="29242" y="28154"/>
                </a:lnTo>
                <a:lnTo>
                  <a:pt x="21166" y="47360"/>
                </a:lnTo>
                <a:lnTo>
                  <a:pt x="4633" y="46836"/>
                </a:lnTo>
                <a:lnTo>
                  <a:pt x="0" y="64347"/>
                </a:lnTo>
                <a:lnTo>
                  <a:pt x="16204" y="107370"/>
                </a:lnTo>
                <a:lnTo>
                  <a:pt x="19297" y="177077"/>
                </a:lnTo>
                <a:lnTo>
                  <a:pt x="32203" y="187972"/>
                </a:lnTo>
                <a:lnTo>
                  <a:pt x="46194" y="186111"/>
                </a:lnTo>
                <a:lnTo>
                  <a:pt x="79769" y="206111"/>
                </a:lnTo>
                <a:lnTo>
                  <a:pt x="107016" y="198815"/>
                </a:lnTo>
                <a:lnTo>
                  <a:pt x="105667" y="230035"/>
                </a:lnTo>
                <a:lnTo>
                  <a:pt x="133251" y="229119"/>
                </a:lnTo>
                <a:lnTo>
                  <a:pt x="173854" y="248448"/>
                </a:lnTo>
                <a:lnTo>
                  <a:pt x="206812" y="217238"/>
                </a:lnTo>
                <a:lnTo>
                  <a:pt x="199639" y="191138"/>
                </a:lnTo>
                <a:lnTo>
                  <a:pt x="208724" y="196045"/>
                </a:lnTo>
                <a:lnTo>
                  <a:pt x="245859" y="168570"/>
                </a:lnTo>
                <a:lnTo>
                  <a:pt x="273279" y="169209"/>
                </a:lnTo>
                <a:lnTo>
                  <a:pt x="263461" y="146605"/>
                </a:lnTo>
                <a:lnTo>
                  <a:pt x="241552" y="131885"/>
                </a:lnTo>
                <a:lnTo>
                  <a:pt x="229199" y="135109"/>
                </a:lnTo>
                <a:lnTo>
                  <a:pt x="234082" y="119431"/>
                </a:lnTo>
                <a:lnTo>
                  <a:pt x="214472" y="98885"/>
                </a:lnTo>
                <a:lnTo>
                  <a:pt x="198842" y="100966"/>
                </a:lnTo>
                <a:lnTo>
                  <a:pt x="187008" y="79860"/>
                </a:lnTo>
                <a:lnTo>
                  <a:pt x="163245" y="71474"/>
                </a:lnTo>
                <a:lnTo>
                  <a:pt x="148978" y="25990"/>
                </a:lnTo>
                <a:lnTo>
                  <a:pt x="136976" y="17847"/>
                </a:lnTo>
                <a:lnTo>
                  <a:pt x="123741" y="29027"/>
                </a:lnTo>
                <a:lnTo>
                  <a:pt x="96559" y="18266"/>
                </a:lnTo>
                <a:lnTo>
                  <a:pt x="90220" y="74"/>
                </a:lnTo>
                <a:lnTo>
                  <a:pt x="60521" y="0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Jhārkhand"/>
          <p:cNvSpPr/>
          <p:nvPr/>
        </p:nvSpPr>
        <p:spPr>
          <a:xfrm>
            <a:off x="5007625" y="4705049"/>
            <a:ext cx="376821" cy="296521"/>
          </a:xfrm>
          <a:custGeom>
            <a:avLst/>
            <a:gdLst/>
            <a:ahLst/>
            <a:cxnLst/>
            <a:rect l="l" t="t" r="r" b="b"/>
            <a:pathLst>
              <a:path w="376821" h="296521">
                <a:moveTo>
                  <a:pt x="0" y="109492"/>
                </a:moveTo>
                <a:lnTo>
                  <a:pt x="30564" y="134140"/>
                </a:lnTo>
                <a:lnTo>
                  <a:pt x="36261" y="152726"/>
                </a:lnTo>
                <a:lnTo>
                  <a:pt x="55902" y="150495"/>
                </a:lnTo>
                <a:lnTo>
                  <a:pt x="57602" y="193888"/>
                </a:lnTo>
                <a:lnTo>
                  <a:pt x="66722" y="209200"/>
                </a:lnTo>
                <a:lnTo>
                  <a:pt x="86779" y="211501"/>
                </a:lnTo>
                <a:lnTo>
                  <a:pt x="55279" y="247832"/>
                </a:lnTo>
                <a:lnTo>
                  <a:pt x="78282" y="263833"/>
                </a:lnTo>
                <a:lnTo>
                  <a:pt x="141431" y="251424"/>
                </a:lnTo>
                <a:lnTo>
                  <a:pt x="145485" y="268080"/>
                </a:lnTo>
                <a:lnTo>
                  <a:pt x="134895" y="286667"/>
                </a:lnTo>
                <a:lnTo>
                  <a:pt x="155347" y="293099"/>
                </a:lnTo>
                <a:lnTo>
                  <a:pt x="166170" y="279793"/>
                </a:lnTo>
                <a:lnTo>
                  <a:pt x="191748" y="289135"/>
                </a:lnTo>
                <a:lnTo>
                  <a:pt x="201692" y="283731"/>
                </a:lnTo>
                <a:lnTo>
                  <a:pt x="198323" y="294365"/>
                </a:lnTo>
                <a:lnTo>
                  <a:pt x="209823" y="296521"/>
                </a:lnTo>
                <a:lnTo>
                  <a:pt x="221071" y="244119"/>
                </a:lnTo>
                <a:lnTo>
                  <a:pt x="253171" y="267310"/>
                </a:lnTo>
                <a:lnTo>
                  <a:pt x="278519" y="275396"/>
                </a:lnTo>
                <a:lnTo>
                  <a:pt x="289841" y="268905"/>
                </a:lnTo>
                <a:lnTo>
                  <a:pt x="279718" y="243400"/>
                </a:lnTo>
                <a:lnTo>
                  <a:pt x="251515" y="224507"/>
                </a:lnTo>
                <a:lnTo>
                  <a:pt x="261904" y="207096"/>
                </a:lnTo>
                <a:lnTo>
                  <a:pt x="235529" y="206619"/>
                </a:lnTo>
                <a:lnTo>
                  <a:pt x="208757" y="192542"/>
                </a:lnTo>
                <a:lnTo>
                  <a:pt x="206858" y="164438"/>
                </a:lnTo>
                <a:lnTo>
                  <a:pt x="221780" y="163438"/>
                </a:lnTo>
                <a:lnTo>
                  <a:pt x="221593" y="154719"/>
                </a:lnTo>
                <a:lnTo>
                  <a:pt x="242622" y="170027"/>
                </a:lnTo>
                <a:lnTo>
                  <a:pt x="254972" y="150902"/>
                </a:lnTo>
                <a:lnTo>
                  <a:pt x="282444" y="145708"/>
                </a:lnTo>
                <a:lnTo>
                  <a:pt x="282944" y="132672"/>
                </a:lnTo>
                <a:lnTo>
                  <a:pt x="318376" y="133699"/>
                </a:lnTo>
                <a:lnTo>
                  <a:pt x="318760" y="114461"/>
                </a:lnTo>
                <a:lnTo>
                  <a:pt x="336232" y="119803"/>
                </a:lnTo>
                <a:lnTo>
                  <a:pt x="339288" y="108072"/>
                </a:lnTo>
                <a:lnTo>
                  <a:pt x="355373" y="105327"/>
                </a:lnTo>
                <a:lnTo>
                  <a:pt x="350789" y="96060"/>
                </a:lnTo>
                <a:lnTo>
                  <a:pt x="364020" y="84794"/>
                </a:lnTo>
                <a:lnTo>
                  <a:pt x="361606" y="67191"/>
                </a:lnTo>
                <a:lnTo>
                  <a:pt x="372770" y="67014"/>
                </a:lnTo>
                <a:lnTo>
                  <a:pt x="365352" y="51642"/>
                </a:lnTo>
                <a:lnTo>
                  <a:pt x="376821" y="33584"/>
                </a:lnTo>
                <a:lnTo>
                  <a:pt x="346329" y="0"/>
                </a:lnTo>
                <a:lnTo>
                  <a:pt x="311022" y="28375"/>
                </a:lnTo>
                <a:lnTo>
                  <a:pt x="302941" y="65014"/>
                </a:lnTo>
                <a:lnTo>
                  <a:pt x="266497" y="65049"/>
                </a:lnTo>
                <a:lnTo>
                  <a:pt x="253624" y="86137"/>
                </a:lnTo>
                <a:lnTo>
                  <a:pt x="221875" y="49993"/>
                </a:lnTo>
                <a:lnTo>
                  <a:pt x="195937" y="46391"/>
                </a:lnTo>
                <a:lnTo>
                  <a:pt x="190345" y="67609"/>
                </a:lnTo>
                <a:lnTo>
                  <a:pt x="166152" y="69691"/>
                </a:lnTo>
                <a:lnTo>
                  <a:pt x="143209" y="85738"/>
                </a:lnTo>
                <a:lnTo>
                  <a:pt x="128141" y="85753"/>
                </a:lnTo>
                <a:lnTo>
                  <a:pt x="119860" y="71852"/>
                </a:lnTo>
                <a:lnTo>
                  <a:pt x="94951" y="93290"/>
                </a:lnTo>
                <a:lnTo>
                  <a:pt x="78751" y="69233"/>
                </a:lnTo>
                <a:lnTo>
                  <a:pt x="63374" y="76515"/>
                </a:lnTo>
                <a:lnTo>
                  <a:pt x="55234" y="62009"/>
                </a:lnTo>
                <a:lnTo>
                  <a:pt x="44190" y="71714"/>
                </a:lnTo>
                <a:lnTo>
                  <a:pt x="5832" y="74237"/>
                </a:lnTo>
                <a:lnTo>
                  <a:pt x="10372" y="86425"/>
                </a:lnTo>
                <a:lnTo>
                  <a:pt x="0" y="109492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Karnātaka"/>
          <p:cNvSpPr/>
          <p:nvPr/>
        </p:nvSpPr>
        <p:spPr>
          <a:xfrm>
            <a:off x="4255653" y="5310348"/>
            <a:ext cx="365883" cy="601489"/>
          </a:xfrm>
          <a:custGeom>
            <a:avLst/>
            <a:gdLst/>
            <a:ahLst/>
            <a:cxnLst/>
            <a:rect l="l" t="t" r="r" b="b"/>
            <a:pathLst>
              <a:path w="365883" h="601489">
                <a:moveTo>
                  <a:pt x="2064" y="245661"/>
                </a:moveTo>
                <a:lnTo>
                  <a:pt x="12823" y="245201"/>
                </a:lnTo>
                <a:lnTo>
                  <a:pt x="19823" y="276994"/>
                </a:lnTo>
                <a:lnTo>
                  <a:pt x="12895" y="280187"/>
                </a:lnTo>
                <a:lnTo>
                  <a:pt x="16571" y="299259"/>
                </a:lnTo>
                <a:lnTo>
                  <a:pt x="0" y="320061"/>
                </a:lnTo>
                <a:lnTo>
                  <a:pt x="13848" y="327515"/>
                </a:lnTo>
                <a:lnTo>
                  <a:pt x="42094" y="402309"/>
                </a:lnTo>
                <a:lnTo>
                  <a:pt x="61369" y="496341"/>
                </a:lnTo>
                <a:lnTo>
                  <a:pt x="100394" y="514037"/>
                </a:lnTo>
                <a:lnTo>
                  <a:pt x="107549" y="540716"/>
                </a:lnTo>
                <a:lnTo>
                  <a:pt x="143731" y="569736"/>
                </a:lnTo>
                <a:lnTo>
                  <a:pt x="164406" y="567993"/>
                </a:lnTo>
                <a:lnTo>
                  <a:pt x="165017" y="579261"/>
                </a:lnTo>
                <a:lnTo>
                  <a:pt x="205216" y="600558"/>
                </a:lnTo>
                <a:lnTo>
                  <a:pt x="224734" y="601489"/>
                </a:lnTo>
                <a:lnTo>
                  <a:pt x="235270" y="582633"/>
                </a:lnTo>
                <a:lnTo>
                  <a:pt x="246237" y="590599"/>
                </a:lnTo>
                <a:lnTo>
                  <a:pt x="256997" y="582531"/>
                </a:lnTo>
                <a:lnTo>
                  <a:pt x="271440" y="587109"/>
                </a:lnTo>
                <a:lnTo>
                  <a:pt x="276886" y="571099"/>
                </a:lnTo>
                <a:lnTo>
                  <a:pt x="291663" y="570338"/>
                </a:lnTo>
                <a:lnTo>
                  <a:pt x="299887" y="556154"/>
                </a:lnTo>
                <a:lnTo>
                  <a:pt x="275085" y="547884"/>
                </a:lnTo>
                <a:lnTo>
                  <a:pt x="286871" y="533817"/>
                </a:lnTo>
                <a:lnTo>
                  <a:pt x="285411" y="507584"/>
                </a:lnTo>
                <a:lnTo>
                  <a:pt x="296894" y="507072"/>
                </a:lnTo>
                <a:lnTo>
                  <a:pt x="304716" y="489755"/>
                </a:lnTo>
                <a:lnTo>
                  <a:pt x="336868" y="499379"/>
                </a:lnTo>
                <a:lnTo>
                  <a:pt x="347038" y="483577"/>
                </a:lnTo>
                <a:lnTo>
                  <a:pt x="355903" y="490068"/>
                </a:lnTo>
                <a:lnTo>
                  <a:pt x="351539" y="483180"/>
                </a:lnTo>
                <a:lnTo>
                  <a:pt x="365883" y="453751"/>
                </a:lnTo>
                <a:lnTo>
                  <a:pt x="348770" y="449246"/>
                </a:lnTo>
                <a:lnTo>
                  <a:pt x="350814" y="426845"/>
                </a:lnTo>
                <a:lnTo>
                  <a:pt x="325159" y="421948"/>
                </a:lnTo>
                <a:lnTo>
                  <a:pt x="328132" y="404197"/>
                </a:lnTo>
                <a:lnTo>
                  <a:pt x="314240" y="405776"/>
                </a:lnTo>
                <a:lnTo>
                  <a:pt x="315791" y="394126"/>
                </a:lnTo>
                <a:lnTo>
                  <a:pt x="279417" y="417741"/>
                </a:lnTo>
                <a:lnTo>
                  <a:pt x="271870" y="404384"/>
                </a:lnTo>
                <a:lnTo>
                  <a:pt x="251696" y="397191"/>
                </a:lnTo>
                <a:lnTo>
                  <a:pt x="250747" y="411510"/>
                </a:lnTo>
                <a:lnTo>
                  <a:pt x="236537" y="412952"/>
                </a:lnTo>
                <a:lnTo>
                  <a:pt x="240050" y="396468"/>
                </a:lnTo>
                <a:lnTo>
                  <a:pt x="228073" y="375901"/>
                </a:lnTo>
                <a:lnTo>
                  <a:pt x="238558" y="375122"/>
                </a:lnTo>
                <a:lnTo>
                  <a:pt x="248807" y="390524"/>
                </a:lnTo>
                <a:lnTo>
                  <a:pt x="262891" y="387994"/>
                </a:lnTo>
                <a:lnTo>
                  <a:pt x="269224" y="400429"/>
                </a:lnTo>
                <a:lnTo>
                  <a:pt x="265264" y="379221"/>
                </a:lnTo>
                <a:lnTo>
                  <a:pt x="277649" y="376839"/>
                </a:lnTo>
                <a:lnTo>
                  <a:pt x="277678" y="367483"/>
                </a:lnTo>
                <a:lnTo>
                  <a:pt x="268637" y="361157"/>
                </a:lnTo>
                <a:lnTo>
                  <a:pt x="268570" y="373173"/>
                </a:lnTo>
                <a:lnTo>
                  <a:pt x="249468" y="360607"/>
                </a:lnTo>
                <a:lnTo>
                  <a:pt x="245432" y="371329"/>
                </a:lnTo>
                <a:lnTo>
                  <a:pt x="231779" y="369162"/>
                </a:lnTo>
                <a:lnTo>
                  <a:pt x="227283" y="355903"/>
                </a:lnTo>
                <a:lnTo>
                  <a:pt x="234609" y="348038"/>
                </a:lnTo>
                <a:lnTo>
                  <a:pt x="217528" y="337790"/>
                </a:lnTo>
                <a:lnTo>
                  <a:pt x="226046" y="308342"/>
                </a:lnTo>
                <a:lnTo>
                  <a:pt x="218481" y="295996"/>
                </a:lnTo>
                <a:lnTo>
                  <a:pt x="243372" y="302342"/>
                </a:lnTo>
                <a:lnTo>
                  <a:pt x="250429" y="287840"/>
                </a:lnTo>
                <a:lnTo>
                  <a:pt x="234545" y="259156"/>
                </a:lnTo>
                <a:lnTo>
                  <a:pt x="247152" y="244446"/>
                </a:lnTo>
                <a:lnTo>
                  <a:pt x="239316" y="227681"/>
                </a:lnTo>
                <a:lnTo>
                  <a:pt x="251745" y="218922"/>
                </a:lnTo>
                <a:lnTo>
                  <a:pt x="278459" y="221550"/>
                </a:lnTo>
                <a:lnTo>
                  <a:pt x="276557" y="192733"/>
                </a:lnTo>
                <a:lnTo>
                  <a:pt x="285328" y="189405"/>
                </a:lnTo>
                <a:lnTo>
                  <a:pt x="255864" y="173651"/>
                </a:lnTo>
                <a:lnTo>
                  <a:pt x="274712" y="162577"/>
                </a:lnTo>
                <a:lnTo>
                  <a:pt x="277572" y="126137"/>
                </a:lnTo>
                <a:lnTo>
                  <a:pt x="267613" y="107848"/>
                </a:lnTo>
                <a:lnTo>
                  <a:pt x="293033" y="83726"/>
                </a:lnTo>
                <a:lnTo>
                  <a:pt x="272736" y="76132"/>
                </a:lnTo>
                <a:lnTo>
                  <a:pt x="290055" y="42359"/>
                </a:lnTo>
                <a:lnTo>
                  <a:pt x="281245" y="34699"/>
                </a:lnTo>
                <a:lnTo>
                  <a:pt x="285949" y="14936"/>
                </a:lnTo>
                <a:lnTo>
                  <a:pt x="266441" y="12675"/>
                </a:lnTo>
                <a:lnTo>
                  <a:pt x="266429" y="0"/>
                </a:lnTo>
                <a:lnTo>
                  <a:pt x="245743" y="25951"/>
                </a:lnTo>
                <a:lnTo>
                  <a:pt x="232750" y="23119"/>
                </a:lnTo>
                <a:lnTo>
                  <a:pt x="230067" y="47000"/>
                </a:lnTo>
                <a:lnTo>
                  <a:pt x="215494" y="48426"/>
                </a:lnTo>
                <a:lnTo>
                  <a:pt x="211494" y="67617"/>
                </a:lnTo>
                <a:lnTo>
                  <a:pt x="197853" y="60703"/>
                </a:lnTo>
                <a:lnTo>
                  <a:pt x="182223" y="74952"/>
                </a:lnTo>
                <a:lnTo>
                  <a:pt x="186446" y="99776"/>
                </a:lnTo>
                <a:lnTo>
                  <a:pt x="149622" y="99069"/>
                </a:lnTo>
                <a:lnTo>
                  <a:pt x="125375" y="85500"/>
                </a:lnTo>
                <a:lnTo>
                  <a:pt x="128415" y="130705"/>
                </a:lnTo>
                <a:lnTo>
                  <a:pt x="96607" y="131188"/>
                </a:lnTo>
                <a:lnTo>
                  <a:pt x="91283" y="141266"/>
                </a:lnTo>
                <a:lnTo>
                  <a:pt x="68285" y="132223"/>
                </a:lnTo>
                <a:lnTo>
                  <a:pt x="67287" y="147339"/>
                </a:lnTo>
                <a:lnTo>
                  <a:pt x="48691" y="152337"/>
                </a:lnTo>
                <a:lnTo>
                  <a:pt x="48362" y="161880"/>
                </a:lnTo>
                <a:lnTo>
                  <a:pt x="38720" y="166524"/>
                </a:lnTo>
                <a:lnTo>
                  <a:pt x="30596" y="156877"/>
                </a:lnTo>
                <a:lnTo>
                  <a:pt x="14461" y="167042"/>
                </a:lnTo>
                <a:lnTo>
                  <a:pt x="18888" y="191279"/>
                </a:lnTo>
                <a:lnTo>
                  <a:pt x="33716" y="198313"/>
                </a:lnTo>
                <a:lnTo>
                  <a:pt x="21851" y="210402"/>
                </a:lnTo>
                <a:lnTo>
                  <a:pt x="30146" y="211367"/>
                </a:lnTo>
                <a:lnTo>
                  <a:pt x="22352" y="233920"/>
                </a:lnTo>
                <a:lnTo>
                  <a:pt x="2064" y="245661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Kerala"/>
          <p:cNvSpPr/>
          <p:nvPr/>
        </p:nvSpPr>
        <p:spPr>
          <a:xfrm>
            <a:off x="4318791" y="5807004"/>
            <a:ext cx="207087" cy="392401"/>
          </a:xfrm>
          <a:custGeom>
            <a:avLst/>
            <a:gdLst/>
            <a:ahLst/>
            <a:cxnLst/>
            <a:rect l="l" t="t" r="r" b="b"/>
            <a:pathLst>
              <a:path w="207087" h="392401">
                <a:moveTo>
                  <a:pt x="54384" y="96334"/>
                </a:moveTo>
                <a:lnTo>
                  <a:pt x="100289" y="211479"/>
                </a:lnTo>
                <a:lnTo>
                  <a:pt x="136494" y="340840"/>
                </a:lnTo>
                <a:lnTo>
                  <a:pt x="171864" y="386955"/>
                </a:lnTo>
                <a:lnTo>
                  <a:pt x="187813" y="392401"/>
                </a:lnTo>
                <a:lnTo>
                  <a:pt x="196621" y="372495"/>
                </a:lnTo>
                <a:lnTo>
                  <a:pt x="185488" y="330855"/>
                </a:lnTo>
                <a:lnTo>
                  <a:pt x="207087" y="288058"/>
                </a:lnTo>
                <a:lnTo>
                  <a:pt x="187020" y="278944"/>
                </a:lnTo>
                <a:lnTo>
                  <a:pt x="195728" y="248112"/>
                </a:lnTo>
                <a:lnTo>
                  <a:pt x="192672" y="214014"/>
                </a:lnTo>
                <a:lnTo>
                  <a:pt x="172185" y="225704"/>
                </a:lnTo>
                <a:lnTo>
                  <a:pt x="159675" y="218377"/>
                </a:lnTo>
                <a:lnTo>
                  <a:pt x="165972" y="176234"/>
                </a:lnTo>
                <a:lnTo>
                  <a:pt x="145764" y="163319"/>
                </a:lnTo>
                <a:lnTo>
                  <a:pt x="157301" y="152491"/>
                </a:lnTo>
                <a:lnTo>
                  <a:pt x="151909" y="138091"/>
                </a:lnTo>
                <a:lnTo>
                  <a:pt x="129430" y="140751"/>
                </a:lnTo>
                <a:lnTo>
                  <a:pt x="136709" y="125728"/>
                </a:lnTo>
                <a:lnTo>
                  <a:pt x="112237" y="116161"/>
                </a:lnTo>
                <a:lnTo>
                  <a:pt x="111188" y="107090"/>
                </a:lnTo>
                <a:lnTo>
                  <a:pt x="128208" y="100742"/>
                </a:lnTo>
                <a:lnTo>
                  <a:pt x="125832" y="90631"/>
                </a:lnTo>
                <a:lnTo>
                  <a:pt x="101879" y="82605"/>
                </a:lnTo>
                <a:lnTo>
                  <a:pt x="101268" y="71337"/>
                </a:lnTo>
                <a:lnTo>
                  <a:pt x="80593" y="73080"/>
                </a:lnTo>
                <a:lnTo>
                  <a:pt x="44411" y="44060"/>
                </a:lnTo>
                <a:lnTo>
                  <a:pt x="37256" y="17381"/>
                </a:lnTo>
                <a:lnTo>
                  <a:pt x="14497" y="10968"/>
                </a:lnTo>
                <a:lnTo>
                  <a:pt x="10960" y="0"/>
                </a:lnTo>
                <a:lnTo>
                  <a:pt x="0" y="2766"/>
                </a:lnTo>
                <a:lnTo>
                  <a:pt x="27084" y="68919"/>
                </a:lnTo>
                <a:lnTo>
                  <a:pt x="54384" y="96334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Ladākh"/>
          <p:cNvSpPr/>
          <p:nvPr/>
        </p:nvSpPr>
        <p:spPr>
          <a:xfrm>
            <a:off x="4130108" y="3675898"/>
            <a:ext cx="633051" cy="415912"/>
          </a:xfrm>
          <a:custGeom>
            <a:avLst/>
            <a:gdLst/>
            <a:ahLst/>
            <a:cxnLst/>
            <a:rect l="l" t="t" r="r" b="b"/>
            <a:pathLst>
              <a:path w="633051" h="415912">
                <a:moveTo>
                  <a:pt x="128841" y="172870"/>
                </a:moveTo>
                <a:lnTo>
                  <a:pt x="158540" y="172944"/>
                </a:lnTo>
                <a:lnTo>
                  <a:pt x="164879" y="191136"/>
                </a:lnTo>
                <a:lnTo>
                  <a:pt x="192061" y="201897"/>
                </a:lnTo>
                <a:lnTo>
                  <a:pt x="205296" y="190717"/>
                </a:lnTo>
                <a:lnTo>
                  <a:pt x="217298" y="198860"/>
                </a:lnTo>
                <a:lnTo>
                  <a:pt x="231565" y="244344"/>
                </a:lnTo>
                <a:lnTo>
                  <a:pt x="255328" y="252730"/>
                </a:lnTo>
                <a:lnTo>
                  <a:pt x="267162" y="273836"/>
                </a:lnTo>
                <a:lnTo>
                  <a:pt x="282792" y="271755"/>
                </a:lnTo>
                <a:lnTo>
                  <a:pt x="302402" y="292301"/>
                </a:lnTo>
                <a:lnTo>
                  <a:pt x="297519" y="307979"/>
                </a:lnTo>
                <a:lnTo>
                  <a:pt x="309872" y="304755"/>
                </a:lnTo>
                <a:lnTo>
                  <a:pt x="331781" y="319475"/>
                </a:lnTo>
                <a:lnTo>
                  <a:pt x="359893" y="357765"/>
                </a:lnTo>
                <a:lnTo>
                  <a:pt x="390693" y="373995"/>
                </a:lnTo>
                <a:lnTo>
                  <a:pt x="420253" y="359335"/>
                </a:lnTo>
                <a:lnTo>
                  <a:pt x="444971" y="391194"/>
                </a:lnTo>
                <a:lnTo>
                  <a:pt x="475177" y="379135"/>
                </a:lnTo>
                <a:lnTo>
                  <a:pt x="470188" y="404136"/>
                </a:lnTo>
                <a:lnTo>
                  <a:pt x="506110" y="384410"/>
                </a:lnTo>
                <a:lnTo>
                  <a:pt x="510839" y="407078"/>
                </a:lnTo>
                <a:lnTo>
                  <a:pt x="523716" y="415912"/>
                </a:lnTo>
                <a:lnTo>
                  <a:pt x="551011" y="393563"/>
                </a:lnTo>
                <a:lnTo>
                  <a:pt x="561380" y="398846"/>
                </a:lnTo>
                <a:lnTo>
                  <a:pt x="575957" y="380697"/>
                </a:lnTo>
                <a:lnTo>
                  <a:pt x="551925" y="356768"/>
                </a:lnTo>
                <a:lnTo>
                  <a:pt x="561811" y="334979"/>
                </a:lnTo>
                <a:lnTo>
                  <a:pt x="521131" y="324387"/>
                </a:lnTo>
                <a:lnTo>
                  <a:pt x="518122" y="302344"/>
                </a:lnTo>
                <a:lnTo>
                  <a:pt x="533618" y="303699"/>
                </a:lnTo>
                <a:lnTo>
                  <a:pt x="517271" y="272052"/>
                </a:lnTo>
                <a:lnTo>
                  <a:pt x="538840" y="263689"/>
                </a:lnTo>
                <a:lnTo>
                  <a:pt x="560208" y="268066"/>
                </a:lnTo>
                <a:lnTo>
                  <a:pt x="573103" y="245369"/>
                </a:lnTo>
                <a:lnTo>
                  <a:pt x="566294" y="228467"/>
                </a:lnTo>
                <a:lnTo>
                  <a:pt x="589535" y="227521"/>
                </a:lnTo>
                <a:lnTo>
                  <a:pt x="588060" y="215014"/>
                </a:lnTo>
                <a:lnTo>
                  <a:pt x="611920" y="207364"/>
                </a:lnTo>
                <a:lnTo>
                  <a:pt x="633051" y="140871"/>
                </a:lnTo>
                <a:lnTo>
                  <a:pt x="606233" y="108829"/>
                </a:lnTo>
                <a:lnTo>
                  <a:pt x="584935" y="111966"/>
                </a:lnTo>
                <a:lnTo>
                  <a:pt x="555675" y="95007"/>
                </a:lnTo>
                <a:lnTo>
                  <a:pt x="542439" y="96456"/>
                </a:lnTo>
                <a:lnTo>
                  <a:pt x="535689" y="108965"/>
                </a:lnTo>
                <a:lnTo>
                  <a:pt x="477951" y="113432"/>
                </a:lnTo>
                <a:lnTo>
                  <a:pt x="454679" y="135058"/>
                </a:lnTo>
                <a:lnTo>
                  <a:pt x="439633" y="129082"/>
                </a:lnTo>
                <a:lnTo>
                  <a:pt x="442081" y="142341"/>
                </a:lnTo>
                <a:lnTo>
                  <a:pt x="393191" y="140529"/>
                </a:lnTo>
                <a:lnTo>
                  <a:pt x="388331" y="135240"/>
                </a:lnTo>
                <a:lnTo>
                  <a:pt x="401711" y="135661"/>
                </a:lnTo>
                <a:lnTo>
                  <a:pt x="391279" y="119366"/>
                </a:lnTo>
                <a:lnTo>
                  <a:pt x="346782" y="108216"/>
                </a:lnTo>
                <a:lnTo>
                  <a:pt x="339536" y="98684"/>
                </a:lnTo>
                <a:lnTo>
                  <a:pt x="345973" y="90399"/>
                </a:lnTo>
                <a:lnTo>
                  <a:pt x="333160" y="78451"/>
                </a:lnTo>
                <a:lnTo>
                  <a:pt x="261929" y="44293"/>
                </a:lnTo>
                <a:lnTo>
                  <a:pt x="227288" y="2252"/>
                </a:lnTo>
                <a:lnTo>
                  <a:pt x="192967" y="15097"/>
                </a:lnTo>
                <a:lnTo>
                  <a:pt x="174552" y="0"/>
                </a:lnTo>
                <a:lnTo>
                  <a:pt x="165008" y="11368"/>
                </a:lnTo>
                <a:lnTo>
                  <a:pt x="152898" y="7732"/>
                </a:lnTo>
                <a:lnTo>
                  <a:pt x="122445" y="23844"/>
                </a:lnTo>
                <a:lnTo>
                  <a:pt x="92696" y="14569"/>
                </a:lnTo>
                <a:lnTo>
                  <a:pt x="109321" y="33033"/>
                </a:lnTo>
                <a:lnTo>
                  <a:pt x="43457" y="33207"/>
                </a:lnTo>
                <a:lnTo>
                  <a:pt x="35858" y="54408"/>
                </a:lnTo>
                <a:lnTo>
                  <a:pt x="0" y="78709"/>
                </a:lnTo>
                <a:lnTo>
                  <a:pt x="3802" y="105719"/>
                </a:lnTo>
                <a:lnTo>
                  <a:pt x="44680" y="105289"/>
                </a:lnTo>
                <a:lnTo>
                  <a:pt x="58705" y="127091"/>
                </a:lnTo>
                <a:lnTo>
                  <a:pt x="100396" y="136223"/>
                </a:lnTo>
                <a:lnTo>
                  <a:pt x="94818" y="162518"/>
                </a:lnTo>
                <a:lnTo>
                  <a:pt x="128841" y="172870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Lakshadweep"/>
          <p:cNvSpPr/>
          <p:nvPr/>
        </p:nvSpPr>
        <p:spPr>
          <a:xfrm>
            <a:off x="4147286" y="5941376"/>
            <a:ext cx="2312" cy="6786"/>
          </a:xfrm>
          <a:custGeom>
            <a:avLst/>
            <a:gdLst/>
            <a:ahLst/>
            <a:cxnLst/>
            <a:rect l="l" t="t" r="r" b="b"/>
            <a:pathLst>
              <a:path w="2312" h="6786">
                <a:moveTo>
                  <a:pt x="0" y="6786"/>
                </a:moveTo>
                <a:lnTo>
                  <a:pt x="2312" y="0"/>
                </a:lnTo>
                <a:lnTo>
                  <a:pt x="0" y="6786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Madhya Pradesh"/>
          <p:cNvSpPr/>
          <p:nvPr/>
        </p:nvSpPr>
        <p:spPr>
          <a:xfrm>
            <a:off x="4250500" y="4571693"/>
            <a:ext cx="714828" cy="508891"/>
          </a:xfrm>
          <a:custGeom>
            <a:avLst/>
            <a:gdLst/>
            <a:ahLst/>
            <a:cxnLst/>
            <a:rect l="l" t="t" r="r" b="b"/>
            <a:pathLst>
              <a:path w="714828" h="508891">
                <a:moveTo>
                  <a:pt x="539774" y="485707"/>
                </a:moveTo>
                <a:lnTo>
                  <a:pt x="553249" y="430928"/>
                </a:lnTo>
                <a:lnTo>
                  <a:pt x="561095" y="416747"/>
                </a:lnTo>
                <a:lnTo>
                  <a:pt x="567878" y="421872"/>
                </a:lnTo>
                <a:lnTo>
                  <a:pt x="576499" y="388874"/>
                </a:lnTo>
                <a:lnTo>
                  <a:pt x="618081" y="380060"/>
                </a:lnTo>
                <a:lnTo>
                  <a:pt x="644157" y="332591"/>
                </a:lnTo>
                <a:lnTo>
                  <a:pt x="661995" y="326961"/>
                </a:lnTo>
                <a:lnTo>
                  <a:pt x="664649" y="311102"/>
                </a:lnTo>
                <a:lnTo>
                  <a:pt x="642613" y="292779"/>
                </a:lnTo>
                <a:lnTo>
                  <a:pt x="618497" y="297222"/>
                </a:lnTo>
                <a:lnTo>
                  <a:pt x="614397" y="288156"/>
                </a:lnTo>
                <a:lnTo>
                  <a:pt x="624103" y="276224"/>
                </a:lnTo>
                <a:lnTo>
                  <a:pt x="616992" y="260324"/>
                </a:lnTo>
                <a:lnTo>
                  <a:pt x="633845" y="268761"/>
                </a:lnTo>
                <a:lnTo>
                  <a:pt x="700581" y="266010"/>
                </a:lnTo>
                <a:lnTo>
                  <a:pt x="714828" y="255068"/>
                </a:lnTo>
                <a:lnTo>
                  <a:pt x="702954" y="240511"/>
                </a:lnTo>
                <a:lnTo>
                  <a:pt x="711855" y="195455"/>
                </a:lnTo>
                <a:lnTo>
                  <a:pt x="683826" y="190112"/>
                </a:lnTo>
                <a:lnTo>
                  <a:pt x="682735" y="199897"/>
                </a:lnTo>
                <a:lnTo>
                  <a:pt x="673158" y="198684"/>
                </a:lnTo>
                <a:lnTo>
                  <a:pt x="665436" y="179884"/>
                </a:lnTo>
                <a:lnTo>
                  <a:pt x="646034" y="179197"/>
                </a:lnTo>
                <a:lnTo>
                  <a:pt x="641295" y="163475"/>
                </a:lnTo>
                <a:lnTo>
                  <a:pt x="617245" y="159077"/>
                </a:lnTo>
                <a:lnTo>
                  <a:pt x="614078" y="147154"/>
                </a:lnTo>
                <a:lnTo>
                  <a:pt x="607438" y="157678"/>
                </a:lnTo>
                <a:lnTo>
                  <a:pt x="590046" y="149453"/>
                </a:lnTo>
                <a:lnTo>
                  <a:pt x="578818" y="173890"/>
                </a:lnTo>
                <a:lnTo>
                  <a:pt x="552158" y="170819"/>
                </a:lnTo>
                <a:lnTo>
                  <a:pt x="558062" y="147528"/>
                </a:lnTo>
                <a:lnTo>
                  <a:pt x="543387" y="152755"/>
                </a:lnTo>
                <a:lnTo>
                  <a:pt x="549232" y="159209"/>
                </a:lnTo>
                <a:lnTo>
                  <a:pt x="535037" y="150817"/>
                </a:lnTo>
                <a:lnTo>
                  <a:pt x="535961" y="158257"/>
                </a:lnTo>
                <a:lnTo>
                  <a:pt x="525087" y="155564"/>
                </a:lnTo>
                <a:lnTo>
                  <a:pt x="530759" y="163835"/>
                </a:lnTo>
                <a:lnTo>
                  <a:pt x="521638" y="164517"/>
                </a:lnTo>
                <a:lnTo>
                  <a:pt x="522550" y="157119"/>
                </a:lnTo>
                <a:lnTo>
                  <a:pt x="512952" y="164693"/>
                </a:lnTo>
                <a:lnTo>
                  <a:pt x="521184" y="148434"/>
                </a:lnTo>
                <a:lnTo>
                  <a:pt x="507522" y="126809"/>
                </a:lnTo>
                <a:lnTo>
                  <a:pt x="473940" y="143345"/>
                </a:lnTo>
                <a:lnTo>
                  <a:pt x="473930" y="155754"/>
                </a:lnTo>
                <a:lnTo>
                  <a:pt x="437629" y="154699"/>
                </a:lnTo>
                <a:lnTo>
                  <a:pt x="444889" y="140603"/>
                </a:lnTo>
                <a:lnTo>
                  <a:pt x="429040" y="134391"/>
                </a:lnTo>
                <a:lnTo>
                  <a:pt x="427668" y="153728"/>
                </a:lnTo>
                <a:lnTo>
                  <a:pt x="407155" y="151877"/>
                </a:lnTo>
                <a:lnTo>
                  <a:pt x="405707" y="139972"/>
                </a:lnTo>
                <a:lnTo>
                  <a:pt x="395017" y="150253"/>
                </a:lnTo>
                <a:lnTo>
                  <a:pt x="401424" y="133739"/>
                </a:lnTo>
                <a:lnTo>
                  <a:pt x="392391" y="143945"/>
                </a:lnTo>
                <a:lnTo>
                  <a:pt x="387723" y="136986"/>
                </a:lnTo>
                <a:lnTo>
                  <a:pt x="403762" y="131198"/>
                </a:lnTo>
                <a:lnTo>
                  <a:pt x="395952" y="115291"/>
                </a:lnTo>
                <a:lnTo>
                  <a:pt x="392139" y="126403"/>
                </a:lnTo>
                <a:lnTo>
                  <a:pt x="383082" y="120900"/>
                </a:lnTo>
                <a:lnTo>
                  <a:pt x="386283" y="133040"/>
                </a:lnTo>
                <a:lnTo>
                  <a:pt x="376803" y="125320"/>
                </a:lnTo>
                <a:lnTo>
                  <a:pt x="358636" y="139085"/>
                </a:lnTo>
                <a:lnTo>
                  <a:pt x="370276" y="141794"/>
                </a:lnTo>
                <a:lnTo>
                  <a:pt x="374650" y="167734"/>
                </a:lnTo>
                <a:lnTo>
                  <a:pt x="387521" y="180608"/>
                </a:lnTo>
                <a:lnTo>
                  <a:pt x="384443" y="199106"/>
                </a:lnTo>
                <a:lnTo>
                  <a:pt x="395124" y="195498"/>
                </a:lnTo>
                <a:lnTo>
                  <a:pt x="402307" y="221270"/>
                </a:lnTo>
                <a:lnTo>
                  <a:pt x="388867" y="236120"/>
                </a:lnTo>
                <a:lnTo>
                  <a:pt x="365442" y="217741"/>
                </a:lnTo>
                <a:lnTo>
                  <a:pt x="354934" y="228724"/>
                </a:lnTo>
                <a:lnTo>
                  <a:pt x="336977" y="176077"/>
                </a:lnTo>
                <a:lnTo>
                  <a:pt x="360528" y="149654"/>
                </a:lnTo>
                <a:lnTo>
                  <a:pt x="348076" y="130960"/>
                </a:lnTo>
                <a:lnTo>
                  <a:pt x="359334" y="114599"/>
                </a:lnTo>
                <a:lnTo>
                  <a:pt x="389306" y="109546"/>
                </a:lnTo>
                <a:lnTo>
                  <a:pt x="384516" y="98125"/>
                </a:lnTo>
                <a:lnTo>
                  <a:pt x="415933" y="46649"/>
                </a:lnTo>
                <a:lnTo>
                  <a:pt x="405020" y="17182"/>
                </a:lnTo>
                <a:lnTo>
                  <a:pt x="352527" y="0"/>
                </a:lnTo>
                <a:lnTo>
                  <a:pt x="233764" y="68094"/>
                </a:lnTo>
                <a:lnTo>
                  <a:pt x="199000" y="101615"/>
                </a:lnTo>
                <a:lnTo>
                  <a:pt x="205651" y="124308"/>
                </a:lnTo>
                <a:lnTo>
                  <a:pt x="219775" y="135191"/>
                </a:lnTo>
                <a:lnTo>
                  <a:pt x="258840" y="137155"/>
                </a:lnTo>
                <a:lnTo>
                  <a:pt x="272008" y="128186"/>
                </a:lnTo>
                <a:lnTo>
                  <a:pt x="274911" y="154220"/>
                </a:lnTo>
                <a:lnTo>
                  <a:pt x="230159" y="163805"/>
                </a:lnTo>
                <a:lnTo>
                  <a:pt x="237710" y="175485"/>
                </a:lnTo>
                <a:lnTo>
                  <a:pt x="225742" y="180757"/>
                </a:lnTo>
                <a:lnTo>
                  <a:pt x="244308" y="189276"/>
                </a:lnTo>
                <a:lnTo>
                  <a:pt x="247618" y="201541"/>
                </a:lnTo>
                <a:lnTo>
                  <a:pt x="240006" y="211298"/>
                </a:lnTo>
                <a:lnTo>
                  <a:pt x="226865" y="204947"/>
                </a:lnTo>
                <a:lnTo>
                  <a:pt x="233732" y="240609"/>
                </a:lnTo>
                <a:lnTo>
                  <a:pt x="217295" y="236997"/>
                </a:lnTo>
                <a:lnTo>
                  <a:pt x="217017" y="226826"/>
                </a:lnTo>
                <a:lnTo>
                  <a:pt x="203357" y="237994"/>
                </a:lnTo>
                <a:lnTo>
                  <a:pt x="177698" y="233361"/>
                </a:lnTo>
                <a:lnTo>
                  <a:pt x="175497" y="222874"/>
                </a:lnTo>
                <a:lnTo>
                  <a:pt x="158884" y="258009"/>
                </a:lnTo>
                <a:lnTo>
                  <a:pt x="126498" y="269785"/>
                </a:lnTo>
                <a:lnTo>
                  <a:pt x="117572" y="253355"/>
                </a:lnTo>
                <a:lnTo>
                  <a:pt x="147116" y="246772"/>
                </a:lnTo>
                <a:lnTo>
                  <a:pt x="138239" y="217508"/>
                </a:lnTo>
                <a:lnTo>
                  <a:pt x="153009" y="211843"/>
                </a:lnTo>
                <a:lnTo>
                  <a:pt x="147073" y="187907"/>
                </a:lnTo>
                <a:lnTo>
                  <a:pt x="96856" y="190127"/>
                </a:lnTo>
                <a:lnTo>
                  <a:pt x="97247" y="177714"/>
                </a:lnTo>
                <a:lnTo>
                  <a:pt x="113645" y="175536"/>
                </a:lnTo>
                <a:lnTo>
                  <a:pt x="100437" y="175007"/>
                </a:lnTo>
                <a:lnTo>
                  <a:pt x="106210" y="160418"/>
                </a:lnTo>
                <a:lnTo>
                  <a:pt x="92491" y="159847"/>
                </a:lnTo>
                <a:lnTo>
                  <a:pt x="81763" y="177658"/>
                </a:lnTo>
                <a:lnTo>
                  <a:pt x="65449" y="167565"/>
                </a:lnTo>
                <a:lnTo>
                  <a:pt x="66725" y="183684"/>
                </a:lnTo>
                <a:lnTo>
                  <a:pt x="80318" y="187544"/>
                </a:lnTo>
                <a:lnTo>
                  <a:pt x="69942" y="196170"/>
                </a:lnTo>
                <a:lnTo>
                  <a:pt x="62702" y="183401"/>
                </a:lnTo>
                <a:lnTo>
                  <a:pt x="55279" y="209088"/>
                </a:lnTo>
                <a:lnTo>
                  <a:pt x="67124" y="212767"/>
                </a:lnTo>
                <a:lnTo>
                  <a:pt x="58404" y="229535"/>
                </a:lnTo>
                <a:lnTo>
                  <a:pt x="70594" y="231842"/>
                </a:lnTo>
                <a:lnTo>
                  <a:pt x="77563" y="249516"/>
                </a:lnTo>
                <a:lnTo>
                  <a:pt x="73824" y="284367"/>
                </a:lnTo>
                <a:lnTo>
                  <a:pt x="39439" y="310719"/>
                </a:lnTo>
                <a:lnTo>
                  <a:pt x="57950" y="321239"/>
                </a:lnTo>
                <a:lnTo>
                  <a:pt x="23543" y="334368"/>
                </a:lnTo>
                <a:lnTo>
                  <a:pt x="36379" y="352207"/>
                </a:lnTo>
                <a:lnTo>
                  <a:pt x="28442" y="371590"/>
                </a:lnTo>
                <a:lnTo>
                  <a:pt x="0" y="382727"/>
                </a:lnTo>
                <a:lnTo>
                  <a:pt x="21277" y="392711"/>
                </a:lnTo>
                <a:lnTo>
                  <a:pt x="2867" y="396170"/>
                </a:lnTo>
                <a:lnTo>
                  <a:pt x="12125" y="419772"/>
                </a:lnTo>
                <a:lnTo>
                  <a:pt x="5477" y="427345"/>
                </a:lnTo>
                <a:lnTo>
                  <a:pt x="14291" y="433772"/>
                </a:lnTo>
                <a:lnTo>
                  <a:pt x="33675" y="425222"/>
                </a:lnTo>
                <a:lnTo>
                  <a:pt x="42699" y="455241"/>
                </a:lnTo>
                <a:lnTo>
                  <a:pt x="70995" y="459814"/>
                </a:lnTo>
                <a:lnTo>
                  <a:pt x="103385" y="481280"/>
                </a:lnTo>
                <a:lnTo>
                  <a:pt x="168186" y="482460"/>
                </a:lnTo>
                <a:lnTo>
                  <a:pt x="169541" y="501398"/>
                </a:lnTo>
                <a:lnTo>
                  <a:pt x="183116" y="508891"/>
                </a:lnTo>
                <a:lnTo>
                  <a:pt x="211135" y="498799"/>
                </a:lnTo>
                <a:lnTo>
                  <a:pt x="225137" y="462910"/>
                </a:lnTo>
                <a:lnTo>
                  <a:pt x="265403" y="448314"/>
                </a:lnTo>
                <a:lnTo>
                  <a:pt x="286082" y="453263"/>
                </a:lnTo>
                <a:lnTo>
                  <a:pt x="291616" y="467768"/>
                </a:lnTo>
                <a:lnTo>
                  <a:pt x="276460" y="467835"/>
                </a:lnTo>
                <a:lnTo>
                  <a:pt x="281591" y="482192"/>
                </a:lnTo>
                <a:lnTo>
                  <a:pt x="318426" y="481180"/>
                </a:lnTo>
                <a:lnTo>
                  <a:pt x="354763" y="461074"/>
                </a:lnTo>
                <a:lnTo>
                  <a:pt x="359968" y="471455"/>
                </a:lnTo>
                <a:lnTo>
                  <a:pt x="399478" y="472404"/>
                </a:lnTo>
                <a:lnTo>
                  <a:pt x="397640" y="463344"/>
                </a:lnTo>
                <a:lnTo>
                  <a:pt x="423452" y="451645"/>
                </a:lnTo>
                <a:lnTo>
                  <a:pt x="445024" y="455881"/>
                </a:lnTo>
                <a:lnTo>
                  <a:pt x="448643" y="467405"/>
                </a:lnTo>
                <a:lnTo>
                  <a:pt x="506660" y="460201"/>
                </a:lnTo>
                <a:lnTo>
                  <a:pt x="519606" y="481976"/>
                </a:lnTo>
                <a:lnTo>
                  <a:pt x="539774" y="485707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Mahārāshtra"/>
          <p:cNvSpPr/>
          <p:nvPr/>
        </p:nvSpPr>
        <p:spPr>
          <a:xfrm>
            <a:off x="4139296" y="4996001"/>
            <a:ext cx="670379" cy="564033"/>
          </a:xfrm>
          <a:custGeom>
            <a:avLst/>
            <a:gdLst/>
            <a:ahLst/>
            <a:cxnLst/>
            <a:rect l="l" t="t" r="r" b="b"/>
            <a:pathLst>
              <a:path w="670379" h="564033">
                <a:moveTo>
                  <a:pt x="619460" y="290528"/>
                </a:moveTo>
                <a:lnTo>
                  <a:pt x="629308" y="244735"/>
                </a:lnTo>
                <a:lnTo>
                  <a:pt x="643909" y="230917"/>
                </a:lnTo>
                <a:lnTo>
                  <a:pt x="658875" y="240809"/>
                </a:lnTo>
                <a:lnTo>
                  <a:pt x="670379" y="223941"/>
                </a:lnTo>
                <a:lnTo>
                  <a:pt x="641719" y="194414"/>
                </a:lnTo>
                <a:lnTo>
                  <a:pt x="629949" y="196358"/>
                </a:lnTo>
                <a:lnTo>
                  <a:pt x="642575" y="172173"/>
                </a:lnTo>
                <a:lnTo>
                  <a:pt x="629423" y="156981"/>
                </a:lnTo>
                <a:lnTo>
                  <a:pt x="648236" y="149291"/>
                </a:lnTo>
                <a:lnTo>
                  <a:pt x="648684" y="125956"/>
                </a:lnTo>
                <a:lnTo>
                  <a:pt x="636404" y="124205"/>
                </a:lnTo>
                <a:lnTo>
                  <a:pt x="645085" y="118396"/>
                </a:lnTo>
                <a:lnTo>
                  <a:pt x="632996" y="82253"/>
                </a:lnTo>
                <a:lnTo>
                  <a:pt x="652741" y="63250"/>
                </a:lnTo>
                <a:lnTo>
                  <a:pt x="630810" y="57668"/>
                </a:lnTo>
                <a:lnTo>
                  <a:pt x="614059" y="34940"/>
                </a:lnTo>
                <a:lnTo>
                  <a:pt x="588388" y="45260"/>
                </a:lnTo>
                <a:lnTo>
                  <a:pt x="575886" y="37728"/>
                </a:lnTo>
                <a:lnTo>
                  <a:pt x="559847" y="43097"/>
                </a:lnTo>
                <a:lnTo>
                  <a:pt x="556228" y="31573"/>
                </a:lnTo>
                <a:lnTo>
                  <a:pt x="534612" y="27341"/>
                </a:lnTo>
                <a:lnTo>
                  <a:pt x="508844" y="39036"/>
                </a:lnTo>
                <a:lnTo>
                  <a:pt x="510682" y="48096"/>
                </a:lnTo>
                <a:lnTo>
                  <a:pt x="471172" y="47147"/>
                </a:lnTo>
                <a:lnTo>
                  <a:pt x="464763" y="36888"/>
                </a:lnTo>
                <a:lnTo>
                  <a:pt x="410807" y="59362"/>
                </a:lnTo>
                <a:lnTo>
                  <a:pt x="392722" y="57872"/>
                </a:lnTo>
                <a:lnTo>
                  <a:pt x="387664" y="43527"/>
                </a:lnTo>
                <a:lnTo>
                  <a:pt x="402820" y="43460"/>
                </a:lnTo>
                <a:lnTo>
                  <a:pt x="397286" y="28955"/>
                </a:lnTo>
                <a:lnTo>
                  <a:pt x="376607" y="24006"/>
                </a:lnTo>
                <a:lnTo>
                  <a:pt x="336341" y="38602"/>
                </a:lnTo>
                <a:lnTo>
                  <a:pt x="322339" y="74491"/>
                </a:lnTo>
                <a:lnTo>
                  <a:pt x="294320" y="84583"/>
                </a:lnTo>
                <a:lnTo>
                  <a:pt x="280745" y="77090"/>
                </a:lnTo>
                <a:lnTo>
                  <a:pt x="279390" y="58152"/>
                </a:lnTo>
                <a:lnTo>
                  <a:pt x="214589" y="56972"/>
                </a:lnTo>
                <a:lnTo>
                  <a:pt x="182199" y="35506"/>
                </a:lnTo>
                <a:lnTo>
                  <a:pt x="156176" y="32376"/>
                </a:lnTo>
                <a:lnTo>
                  <a:pt x="140263" y="0"/>
                </a:lnTo>
                <a:lnTo>
                  <a:pt x="92150" y="18362"/>
                </a:lnTo>
                <a:lnTo>
                  <a:pt x="96736" y="47033"/>
                </a:lnTo>
                <a:lnTo>
                  <a:pt x="135790" y="42986"/>
                </a:lnTo>
                <a:lnTo>
                  <a:pt x="103799" y="55192"/>
                </a:lnTo>
                <a:lnTo>
                  <a:pt x="93781" y="75459"/>
                </a:lnTo>
                <a:lnTo>
                  <a:pt x="74365" y="75749"/>
                </a:lnTo>
                <a:lnTo>
                  <a:pt x="100738" y="92284"/>
                </a:lnTo>
                <a:lnTo>
                  <a:pt x="104030" y="113416"/>
                </a:lnTo>
                <a:lnTo>
                  <a:pt x="87998" y="128910"/>
                </a:lnTo>
                <a:lnTo>
                  <a:pt x="63977" y="115503"/>
                </a:lnTo>
                <a:lnTo>
                  <a:pt x="61308" y="161067"/>
                </a:lnTo>
                <a:lnTo>
                  <a:pt x="51609" y="160176"/>
                </a:lnTo>
                <a:lnTo>
                  <a:pt x="41939" y="174332"/>
                </a:lnTo>
                <a:lnTo>
                  <a:pt x="15876" y="158769"/>
                </a:lnTo>
                <a:lnTo>
                  <a:pt x="3622" y="172177"/>
                </a:lnTo>
                <a:lnTo>
                  <a:pt x="9072" y="187214"/>
                </a:lnTo>
                <a:lnTo>
                  <a:pt x="0" y="184242"/>
                </a:lnTo>
                <a:lnTo>
                  <a:pt x="20222" y="322204"/>
                </a:lnTo>
                <a:lnTo>
                  <a:pt x="29711" y="330783"/>
                </a:lnTo>
                <a:lnTo>
                  <a:pt x="36576" y="325056"/>
                </a:lnTo>
                <a:lnTo>
                  <a:pt x="35938" y="341655"/>
                </a:lnTo>
                <a:lnTo>
                  <a:pt x="21835" y="334691"/>
                </a:lnTo>
                <a:lnTo>
                  <a:pt x="47261" y="413501"/>
                </a:lnTo>
                <a:lnTo>
                  <a:pt x="53088" y="484471"/>
                </a:lnTo>
                <a:lnTo>
                  <a:pt x="57185" y="494666"/>
                </a:lnTo>
                <a:lnTo>
                  <a:pt x="68016" y="492780"/>
                </a:lnTo>
                <a:lnTo>
                  <a:pt x="57231" y="496244"/>
                </a:lnTo>
                <a:lnTo>
                  <a:pt x="64597" y="524753"/>
                </a:lnTo>
                <a:lnTo>
                  <a:pt x="80608" y="551996"/>
                </a:lnTo>
                <a:lnTo>
                  <a:pt x="97626" y="547149"/>
                </a:lnTo>
                <a:lnTo>
                  <a:pt x="110462" y="564033"/>
                </a:lnTo>
                <a:lnTo>
                  <a:pt x="125804" y="548666"/>
                </a:lnTo>
                <a:lnTo>
                  <a:pt x="137971" y="549230"/>
                </a:lnTo>
                <a:lnTo>
                  <a:pt x="146503" y="526034"/>
                </a:lnTo>
                <a:lnTo>
                  <a:pt x="138208" y="524749"/>
                </a:lnTo>
                <a:lnTo>
                  <a:pt x="148783" y="520320"/>
                </a:lnTo>
                <a:lnTo>
                  <a:pt x="147908" y="507524"/>
                </a:lnTo>
                <a:lnTo>
                  <a:pt x="135245" y="505626"/>
                </a:lnTo>
                <a:lnTo>
                  <a:pt x="130818" y="481389"/>
                </a:lnTo>
                <a:lnTo>
                  <a:pt x="146953" y="471224"/>
                </a:lnTo>
                <a:lnTo>
                  <a:pt x="155077" y="480871"/>
                </a:lnTo>
                <a:lnTo>
                  <a:pt x="164719" y="476227"/>
                </a:lnTo>
                <a:lnTo>
                  <a:pt x="165048" y="466684"/>
                </a:lnTo>
                <a:lnTo>
                  <a:pt x="183644" y="461686"/>
                </a:lnTo>
                <a:lnTo>
                  <a:pt x="184642" y="446570"/>
                </a:lnTo>
                <a:lnTo>
                  <a:pt x="207640" y="455613"/>
                </a:lnTo>
                <a:lnTo>
                  <a:pt x="212964" y="445535"/>
                </a:lnTo>
                <a:lnTo>
                  <a:pt x="244772" y="445052"/>
                </a:lnTo>
                <a:lnTo>
                  <a:pt x="241732" y="399847"/>
                </a:lnTo>
                <a:lnTo>
                  <a:pt x="265979" y="413416"/>
                </a:lnTo>
                <a:lnTo>
                  <a:pt x="302803" y="414123"/>
                </a:lnTo>
                <a:lnTo>
                  <a:pt x="298580" y="389299"/>
                </a:lnTo>
                <a:lnTo>
                  <a:pt x="314210" y="375050"/>
                </a:lnTo>
                <a:lnTo>
                  <a:pt x="327851" y="381964"/>
                </a:lnTo>
                <a:lnTo>
                  <a:pt x="331851" y="362773"/>
                </a:lnTo>
                <a:lnTo>
                  <a:pt x="346424" y="361347"/>
                </a:lnTo>
                <a:lnTo>
                  <a:pt x="349107" y="337466"/>
                </a:lnTo>
                <a:lnTo>
                  <a:pt x="362100" y="340298"/>
                </a:lnTo>
                <a:lnTo>
                  <a:pt x="379061" y="313780"/>
                </a:lnTo>
                <a:lnTo>
                  <a:pt x="382798" y="327022"/>
                </a:lnTo>
                <a:lnTo>
                  <a:pt x="399535" y="326872"/>
                </a:lnTo>
                <a:lnTo>
                  <a:pt x="401568" y="305802"/>
                </a:lnTo>
                <a:lnTo>
                  <a:pt x="413139" y="305113"/>
                </a:lnTo>
                <a:lnTo>
                  <a:pt x="414360" y="292459"/>
                </a:lnTo>
                <a:lnTo>
                  <a:pt x="430237" y="281153"/>
                </a:lnTo>
                <a:lnTo>
                  <a:pt x="415051" y="263426"/>
                </a:lnTo>
                <a:lnTo>
                  <a:pt x="423311" y="239527"/>
                </a:lnTo>
                <a:lnTo>
                  <a:pt x="448700" y="245373"/>
                </a:lnTo>
                <a:lnTo>
                  <a:pt x="448770" y="230044"/>
                </a:lnTo>
                <a:lnTo>
                  <a:pt x="459203" y="226194"/>
                </a:lnTo>
                <a:lnTo>
                  <a:pt x="459421" y="185990"/>
                </a:lnTo>
                <a:lnTo>
                  <a:pt x="502889" y="199363"/>
                </a:lnTo>
                <a:lnTo>
                  <a:pt x="510987" y="217792"/>
                </a:lnTo>
                <a:lnTo>
                  <a:pt x="531329" y="225943"/>
                </a:lnTo>
                <a:lnTo>
                  <a:pt x="535663" y="212104"/>
                </a:lnTo>
                <a:lnTo>
                  <a:pt x="554214" y="222327"/>
                </a:lnTo>
                <a:lnTo>
                  <a:pt x="579221" y="213597"/>
                </a:lnTo>
                <a:lnTo>
                  <a:pt x="595449" y="231086"/>
                </a:lnTo>
                <a:lnTo>
                  <a:pt x="585720" y="257231"/>
                </a:lnTo>
                <a:lnTo>
                  <a:pt x="590775" y="282796"/>
                </a:lnTo>
                <a:lnTo>
                  <a:pt x="606861" y="294253"/>
                </a:lnTo>
                <a:lnTo>
                  <a:pt x="619460" y="290528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Manipur"/>
          <p:cNvSpPr/>
          <p:nvPr/>
        </p:nvSpPr>
        <p:spPr>
          <a:xfrm>
            <a:off x="5792640" y="4675784"/>
            <a:ext cx="144212" cy="162089"/>
          </a:xfrm>
          <a:custGeom>
            <a:avLst/>
            <a:gdLst/>
            <a:ahLst/>
            <a:cxnLst/>
            <a:rect l="l" t="t" r="r" b="b"/>
            <a:pathLst>
              <a:path w="144212" h="162089">
                <a:moveTo>
                  <a:pt x="39178" y="31418"/>
                </a:moveTo>
                <a:lnTo>
                  <a:pt x="18252" y="76474"/>
                </a:lnTo>
                <a:lnTo>
                  <a:pt x="11127" y="76464"/>
                </a:lnTo>
                <a:lnTo>
                  <a:pt x="0" y="137777"/>
                </a:lnTo>
                <a:lnTo>
                  <a:pt x="22845" y="145817"/>
                </a:lnTo>
                <a:lnTo>
                  <a:pt x="30614" y="138468"/>
                </a:lnTo>
                <a:lnTo>
                  <a:pt x="43348" y="152727"/>
                </a:lnTo>
                <a:lnTo>
                  <a:pt x="63634" y="147195"/>
                </a:lnTo>
                <a:lnTo>
                  <a:pt x="95352" y="162089"/>
                </a:lnTo>
                <a:lnTo>
                  <a:pt x="144212" y="56682"/>
                </a:lnTo>
                <a:lnTo>
                  <a:pt x="130499" y="41163"/>
                </a:lnTo>
                <a:lnTo>
                  <a:pt x="138624" y="20827"/>
                </a:lnTo>
                <a:lnTo>
                  <a:pt x="128688" y="15694"/>
                </a:lnTo>
                <a:lnTo>
                  <a:pt x="132188" y="0"/>
                </a:lnTo>
                <a:lnTo>
                  <a:pt x="109816" y="15797"/>
                </a:lnTo>
                <a:lnTo>
                  <a:pt x="64499" y="12677"/>
                </a:lnTo>
                <a:lnTo>
                  <a:pt x="51494" y="42466"/>
                </a:lnTo>
                <a:lnTo>
                  <a:pt x="39178" y="31418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Meghālaya"/>
          <p:cNvSpPr/>
          <p:nvPr/>
        </p:nvSpPr>
        <p:spPr>
          <a:xfrm>
            <a:off x="5535638" y="4637476"/>
            <a:ext cx="243170" cy="95635"/>
          </a:xfrm>
          <a:custGeom>
            <a:avLst/>
            <a:gdLst/>
            <a:ahLst/>
            <a:cxnLst/>
            <a:rect l="l" t="t" r="r" b="b"/>
            <a:pathLst>
              <a:path w="243170" h="95635">
                <a:moveTo>
                  <a:pt x="212433" y="95635"/>
                </a:moveTo>
                <a:lnTo>
                  <a:pt x="243170" y="79190"/>
                </a:lnTo>
                <a:lnTo>
                  <a:pt x="223781" y="57382"/>
                </a:lnTo>
                <a:lnTo>
                  <a:pt x="230971" y="46374"/>
                </a:lnTo>
                <a:lnTo>
                  <a:pt x="209075" y="32019"/>
                </a:lnTo>
                <a:lnTo>
                  <a:pt x="190524" y="39244"/>
                </a:lnTo>
                <a:lnTo>
                  <a:pt x="196175" y="18448"/>
                </a:lnTo>
                <a:lnTo>
                  <a:pt x="190222" y="15364"/>
                </a:lnTo>
                <a:lnTo>
                  <a:pt x="199702" y="4495"/>
                </a:lnTo>
                <a:lnTo>
                  <a:pt x="171217" y="10668"/>
                </a:lnTo>
                <a:lnTo>
                  <a:pt x="163599" y="0"/>
                </a:lnTo>
                <a:lnTo>
                  <a:pt x="150996" y="18889"/>
                </a:lnTo>
                <a:lnTo>
                  <a:pt x="143608" y="7560"/>
                </a:lnTo>
                <a:lnTo>
                  <a:pt x="139585" y="21775"/>
                </a:lnTo>
                <a:lnTo>
                  <a:pt x="114513" y="34823"/>
                </a:lnTo>
                <a:lnTo>
                  <a:pt x="112346" y="22641"/>
                </a:lnTo>
                <a:lnTo>
                  <a:pt x="96893" y="26240"/>
                </a:lnTo>
                <a:lnTo>
                  <a:pt x="92124" y="15033"/>
                </a:lnTo>
                <a:lnTo>
                  <a:pt x="24716" y="14168"/>
                </a:lnTo>
                <a:lnTo>
                  <a:pt x="6425" y="32858"/>
                </a:lnTo>
                <a:lnTo>
                  <a:pt x="16643" y="44922"/>
                </a:lnTo>
                <a:lnTo>
                  <a:pt x="0" y="64133"/>
                </a:lnTo>
                <a:lnTo>
                  <a:pt x="1965" y="72433"/>
                </a:lnTo>
                <a:lnTo>
                  <a:pt x="51191" y="85618"/>
                </a:lnTo>
                <a:lnTo>
                  <a:pt x="182878" y="81753"/>
                </a:lnTo>
                <a:lnTo>
                  <a:pt x="212433" y="95635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Mizoram"/>
          <p:cNvSpPr/>
          <p:nvPr/>
        </p:nvSpPr>
        <p:spPr>
          <a:xfrm>
            <a:off x="5735062" y="4777726"/>
            <a:ext cx="91869" cy="226382"/>
          </a:xfrm>
          <a:custGeom>
            <a:avLst/>
            <a:gdLst/>
            <a:ahLst/>
            <a:cxnLst/>
            <a:rect l="l" t="t" r="r" b="b"/>
            <a:pathLst>
              <a:path w="91869" h="226382">
                <a:moveTo>
                  <a:pt x="0" y="69861"/>
                </a:moveTo>
                <a:lnTo>
                  <a:pt x="27498" y="223248"/>
                </a:lnTo>
                <a:lnTo>
                  <a:pt x="35344" y="207636"/>
                </a:lnTo>
                <a:lnTo>
                  <a:pt x="52169" y="226382"/>
                </a:lnTo>
                <a:lnTo>
                  <a:pt x="62878" y="204094"/>
                </a:lnTo>
                <a:lnTo>
                  <a:pt x="76253" y="198063"/>
                </a:lnTo>
                <a:lnTo>
                  <a:pt x="67474" y="150496"/>
                </a:lnTo>
                <a:lnTo>
                  <a:pt x="70753" y="128233"/>
                </a:lnTo>
                <a:lnTo>
                  <a:pt x="83708" y="132906"/>
                </a:lnTo>
                <a:lnTo>
                  <a:pt x="91172" y="121673"/>
                </a:lnTo>
                <a:lnTo>
                  <a:pt x="91869" y="51983"/>
                </a:lnTo>
                <a:lnTo>
                  <a:pt x="85698" y="41072"/>
                </a:lnTo>
                <a:lnTo>
                  <a:pt x="57594" y="35857"/>
                </a:lnTo>
                <a:lnTo>
                  <a:pt x="61809" y="11292"/>
                </a:lnTo>
                <a:lnTo>
                  <a:pt x="45905" y="12938"/>
                </a:lnTo>
                <a:lnTo>
                  <a:pt x="40502" y="0"/>
                </a:lnTo>
                <a:lnTo>
                  <a:pt x="17356" y="33267"/>
                </a:lnTo>
                <a:lnTo>
                  <a:pt x="2189" y="23758"/>
                </a:lnTo>
                <a:lnTo>
                  <a:pt x="0" y="69861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Nāgāland"/>
          <p:cNvSpPr/>
          <p:nvPr/>
        </p:nvSpPr>
        <p:spPr>
          <a:xfrm>
            <a:off x="5821481" y="4557050"/>
            <a:ext cx="155248" cy="161195"/>
          </a:xfrm>
          <a:custGeom>
            <a:avLst/>
            <a:gdLst/>
            <a:ahLst/>
            <a:cxnLst/>
            <a:rect l="l" t="t" r="r" b="b"/>
            <a:pathLst>
              <a:path w="155248" h="161195">
                <a:moveTo>
                  <a:pt x="155248" y="31026"/>
                </a:moveTo>
                <a:lnTo>
                  <a:pt x="151914" y="0"/>
                </a:lnTo>
                <a:lnTo>
                  <a:pt x="92259" y="32845"/>
                </a:lnTo>
                <a:lnTo>
                  <a:pt x="80561" y="50686"/>
                </a:lnTo>
                <a:lnTo>
                  <a:pt x="75656" y="43411"/>
                </a:lnTo>
                <a:lnTo>
                  <a:pt x="54875" y="75787"/>
                </a:lnTo>
                <a:lnTo>
                  <a:pt x="53053" y="98211"/>
                </a:lnTo>
                <a:lnTo>
                  <a:pt x="38137" y="107670"/>
                </a:lnTo>
                <a:lnTo>
                  <a:pt x="35693" y="93558"/>
                </a:lnTo>
                <a:lnTo>
                  <a:pt x="0" y="130700"/>
                </a:lnTo>
                <a:lnTo>
                  <a:pt x="11775" y="154816"/>
                </a:lnTo>
                <a:lnTo>
                  <a:pt x="22661" y="161195"/>
                </a:lnTo>
                <a:lnTo>
                  <a:pt x="41314" y="129470"/>
                </a:lnTo>
                <a:lnTo>
                  <a:pt x="80975" y="134531"/>
                </a:lnTo>
                <a:lnTo>
                  <a:pt x="101342" y="117957"/>
                </a:lnTo>
                <a:lnTo>
                  <a:pt x="104985" y="138100"/>
                </a:lnTo>
                <a:lnTo>
                  <a:pt x="127920" y="129034"/>
                </a:lnTo>
                <a:lnTo>
                  <a:pt x="151321" y="84480"/>
                </a:lnTo>
                <a:lnTo>
                  <a:pt x="141232" y="51434"/>
                </a:lnTo>
                <a:lnTo>
                  <a:pt x="155248" y="31026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disha"/>
          <p:cNvSpPr/>
          <p:nvPr/>
        </p:nvSpPr>
        <p:spPr>
          <a:xfrm>
            <a:off x="4850194" y="4949184"/>
            <a:ext cx="495629" cy="416588"/>
          </a:xfrm>
          <a:custGeom>
            <a:avLst/>
            <a:gdLst/>
            <a:ahLst/>
            <a:cxnLst/>
            <a:rect l="l" t="t" r="r" b="b"/>
            <a:pathLst>
              <a:path w="495629" h="416588">
                <a:moveTo>
                  <a:pt x="0" y="416588"/>
                </a:moveTo>
                <a:lnTo>
                  <a:pt x="18004" y="416308"/>
                </a:lnTo>
                <a:lnTo>
                  <a:pt x="51661" y="394642"/>
                </a:lnTo>
                <a:lnTo>
                  <a:pt x="70702" y="401173"/>
                </a:lnTo>
                <a:lnTo>
                  <a:pt x="88328" y="352575"/>
                </a:lnTo>
                <a:lnTo>
                  <a:pt x="100940" y="379952"/>
                </a:lnTo>
                <a:lnTo>
                  <a:pt x="114408" y="361302"/>
                </a:lnTo>
                <a:lnTo>
                  <a:pt x="134868" y="367380"/>
                </a:lnTo>
                <a:lnTo>
                  <a:pt x="131493" y="344013"/>
                </a:lnTo>
                <a:lnTo>
                  <a:pt x="163459" y="326790"/>
                </a:lnTo>
                <a:lnTo>
                  <a:pt x="155716" y="313057"/>
                </a:lnTo>
                <a:lnTo>
                  <a:pt x="168016" y="316925"/>
                </a:lnTo>
                <a:lnTo>
                  <a:pt x="168517" y="304786"/>
                </a:lnTo>
                <a:lnTo>
                  <a:pt x="174153" y="312014"/>
                </a:lnTo>
                <a:lnTo>
                  <a:pt x="181383" y="298682"/>
                </a:lnTo>
                <a:lnTo>
                  <a:pt x="203125" y="329235"/>
                </a:lnTo>
                <a:lnTo>
                  <a:pt x="237953" y="331644"/>
                </a:lnTo>
                <a:lnTo>
                  <a:pt x="246100" y="311027"/>
                </a:lnTo>
                <a:lnTo>
                  <a:pt x="260734" y="310782"/>
                </a:lnTo>
                <a:lnTo>
                  <a:pt x="266431" y="298388"/>
                </a:lnTo>
                <a:lnTo>
                  <a:pt x="274273" y="306288"/>
                </a:lnTo>
                <a:lnTo>
                  <a:pt x="321573" y="261721"/>
                </a:lnTo>
                <a:lnTo>
                  <a:pt x="406664" y="229071"/>
                </a:lnTo>
                <a:lnTo>
                  <a:pt x="438559" y="196328"/>
                </a:lnTo>
                <a:lnTo>
                  <a:pt x="436039" y="179834"/>
                </a:lnTo>
                <a:lnTo>
                  <a:pt x="460745" y="162540"/>
                </a:lnTo>
                <a:lnTo>
                  <a:pt x="440375" y="160968"/>
                </a:lnTo>
                <a:lnTo>
                  <a:pt x="454398" y="153042"/>
                </a:lnTo>
                <a:lnTo>
                  <a:pt x="445082" y="118001"/>
                </a:lnTo>
                <a:lnTo>
                  <a:pt x="461730" y="96918"/>
                </a:lnTo>
                <a:lnTo>
                  <a:pt x="495629" y="84648"/>
                </a:lnTo>
                <a:lnTo>
                  <a:pt x="494411" y="73282"/>
                </a:lnTo>
                <a:lnTo>
                  <a:pt x="470123" y="51589"/>
                </a:lnTo>
                <a:lnTo>
                  <a:pt x="459286" y="61355"/>
                </a:lnTo>
                <a:lnTo>
                  <a:pt x="453363" y="42248"/>
                </a:lnTo>
                <a:lnTo>
                  <a:pt x="378620" y="0"/>
                </a:lnTo>
                <a:lnTo>
                  <a:pt x="367254" y="52386"/>
                </a:lnTo>
                <a:lnTo>
                  <a:pt x="355754" y="50230"/>
                </a:lnTo>
                <a:lnTo>
                  <a:pt x="359123" y="39596"/>
                </a:lnTo>
                <a:lnTo>
                  <a:pt x="349179" y="45000"/>
                </a:lnTo>
                <a:lnTo>
                  <a:pt x="323601" y="35658"/>
                </a:lnTo>
                <a:lnTo>
                  <a:pt x="312778" y="48964"/>
                </a:lnTo>
                <a:lnTo>
                  <a:pt x="292326" y="42532"/>
                </a:lnTo>
                <a:lnTo>
                  <a:pt x="302916" y="23945"/>
                </a:lnTo>
                <a:lnTo>
                  <a:pt x="298862" y="7289"/>
                </a:lnTo>
                <a:lnTo>
                  <a:pt x="235713" y="19698"/>
                </a:lnTo>
                <a:lnTo>
                  <a:pt x="210500" y="3903"/>
                </a:lnTo>
                <a:lnTo>
                  <a:pt x="212835" y="17181"/>
                </a:lnTo>
                <a:lnTo>
                  <a:pt x="176386" y="40748"/>
                </a:lnTo>
                <a:lnTo>
                  <a:pt x="178682" y="62840"/>
                </a:lnTo>
                <a:lnTo>
                  <a:pt x="158092" y="93482"/>
                </a:lnTo>
                <a:lnTo>
                  <a:pt x="163652" y="106718"/>
                </a:lnTo>
                <a:lnTo>
                  <a:pt x="152462" y="104321"/>
                </a:lnTo>
                <a:lnTo>
                  <a:pt x="141269" y="128255"/>
                </a:lnTo>
                <a:lnTo>
                  <a:pt x="101306" y="123955"/>
                </a:lnTo>
                <a:lnTo>
                  <a:pt x="87053" y="152648"/>
                </a:lnTo>
                <a:lnTo>
                  <a:pt x="77726" y="147230"/>
                </a:lnTo>
                <a:lnTo>
                  <a:pt x="81665" y="220318"/>
                </a:lnTo>
                <a:lnTo>
                  <a:pt x="107405" y="225747"/>
                </a:lnTo>
                <a:lnTo>
                  <a:pt x="106748" y="239760"/>
                </a:lnTo>
                <a:lnTo>
                  <a:pt x="97343" y="244952"/>
                </a:lnTo>
                <a:lnTo>
                  <a:pt x="98289" y="236956"/>
                </a:lnTo>
                <a:lnTo>
                  <a:pt x="85472" y="233165"/>
                </a:lnTo>
                <a:lnTo>
                  <a:pt x="77277" y="239690"/>
                </a:lnTo>
                <a:lnTo>
                  <a:pt x="68498" y="224979"/>
                </a:lnTo>
                <a:lnTo>
                  <a:pt x="38656" y="221408"/>
                </a:lnTo>
                <a:lnTo>
                  <a:pt x="37210" y="232438"/>
                </a:lnTo>
                <a:lnTo>
                  <a:pt x="54501" y="243654"/>
                </a:lnTo>
                <a:lnTo>
                  <a:pt x="51530" y="268487"/>
                </a:lnTo>
                <a:lnTo>
                  <a:pt x="64587" y="275519"/>
                </a:lnTo>
                <a:lnTo>
                  <a:pt x="69195" y="320133"/>
                </a:lnTo>
                <a:lnTo>
                  <a:pt x="40516" y="343093"/>
                </a:lnTo>
                <a:lnTo>
                  <a:pt x="46204" y="348974"/>
                </a:lnTo>
                <a:lnTo>
                  <a:pt x="28836" y="369757"/>
                </a:lnTo>
                <a:lnTo>
                  <a:pt x="10533" y="378138"/>
                </a:lnTo>
                <a:lnTo>
                  <a:pt x="0" y="416588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Puducherry"/>
          <p:cNvSpPr/>
          <p:nvPr/>
        </p:nvSpPr>
        <p:spPr>
          <a:xfrm>
            <a:off x="4709998" y="5875793"/>
            <a:ext cx="10887" cy="15043"/>
          </a:xfrm>
          <a:custGeom>
            <a:avLst/>
            <a:gdLst/>
            <a:ahLst/>
            <a:cxnLst/>
            <a:rect l="l" t="t" r="r" b="b"/>
            <a:pathLst>
              <a:path w="10887" h="15043">
                <a:moveTo>
                  <a:pt x="10887" y="15043"/>
                </a:moveTo>
                <a:lnTo>
                  <a:pt x="5991" y="0"/>
                </a:lnTo>
                <a:lnTo>
                  <a:pt x="0" y="11159"/>
                </a:lnTo>
                <a:lnTo>
                  <a:pt x="10887" y="15043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Punjab"/>
          <p:cNvSpPr/>
          <p:nvPr/>
        </p:nvSpPr>
        <p:spPr>
          <a:xfrm>
            <a:off x="4238813" y="4076594"/>
            <a:ext cx="248412" cy="260546"/>
          </a:xfrm>
          <a:custGeom>
            <a:avLst/>
            <a:gdLst/>
            <a:ahLst/>
            <a:cxnLst/>
            <a:rect l="l" t="t" r="r" b="b"/>
            <a:pathLst>
              <a:path w="248412" h="260546">
                <a:moveTo>
                  <a:pt x="52185" y="225384"/>
                </a:moveTo>
                <a:lnTo>
                  <a:pt x="98718" y="228015"/>
                </a:lnTo>
                <a:lnTo>
                  <a:pt x="110346" y="241893"/>
                </a:lnTo>
                <a:lnTo>
                  <a:pt x="109838" y="260546"/>
                </a:lnTo>
                <a:lnTo>
                  <a:pt x="128088" y="237253"/>
                </a:lnTo>
                <a:lnTo>
                  <a:pt x="175625" y="242939"/>
                </a:lnTo>
                <a:lnTo>
                  <a:pt x="191936" y="233311"/>
                </a:lnTo>
                <a:lnTo>
                  <a:pt x="188992" y="206622"/>
                </a:lnTo>
                <a:lnTo>
                  <a:pt x="198281" y="212018"/>
                </a:lnTo>
                <a:lnTo>
                  <a:pt x="206501" y="203490"/>
                </a:lnTo>
                <a:lnTo>
                  <a:pt x="216556" y="213705"/>
                </a:lnTo>
                <a:lnTo>
                  <a:pt x="225500" y="204107"/>
                </a:lnTo>
                <a:lnTo>
                  <a:pt x="217405" y="197330"/>
                </a:lnTo>
                <a:lnTo>
                  <a:pt x="232415" y="182958"/>
                </a:lnTo>
                <a:lnTo>
                  <a:pt x="248412" y="186403"/>
                </a:lnTo>
                <a:lnTo>
                  <a:pt x="247473" y="166824"/>
                </a:lnTo>
                <a:lnTo>
                  <a:pt x="229495" y="155166"/>
                </a:lnTo>
                <a:lnTo>
                  <a:pt x="241854" y="150618"/>
                </a:lnTo>
                <a:lnTo>
                  <a:pt x="222946" y="132715"/>
                </a:lnTo>
                <a:lnTo>
                  <a:pt x="224335" y="113066"/>
                </a:lnTo>
                <a:lnTo>
                  <a:pt x="207882" y="108126"/>
                </a:lnTo>
                <a:lnTo>
                  <a:pt x="202532" y="94245"/>
                </a:lnTo>
                <a:lnTo>
                  <a:pt x="186725" y="105708"/>
                </a:lnTo>
                <a:lnTo>
                  <a:pt x="164792" y="49233"/>
                </a:lnTo>
                <a:lnTo>
                  <a:pt x="139103" y="38730"/>
                </a:lnTo>
                <a:lnTo>
                  <a:pt x="140979" y="24089"/>
                </a:lnTo>
                <a:lnTo>
                  <a:pt x="166776" y="10340"/>
                </a:lnTo>
                <a:lnTo>
                  <a:pt x="159195" y="0"/>
                </a:lnTo>
                <a:lnTo>
                  <a:pt x="134105" y="20496"/>
                </a:lnTo>
                <a:lnTo>
                  <a:pt x="118473" y="14490"/>
                </a:lnTo>
                <a:lnTo>
                  <a:pt x="111939" y="35943"/>
                </a:lnTo>
                <a:lnTo>
                  <a:pt x="80857" y="40136"/>
                </a:lnTo>
                <a:lnTo>
                  <a:pt x="49014" y="69398"/>
                </a:lnTo>
                <a:lnTo>
                  <a:pt x="62559" y="95237"/>
                </a:lnTo>
                <a:lnTo>
                  <a:pt x="50811" y="121027"/>
                </a:lnTo>
                <a:lnTo>
                  <a:pt x="66449" y="124566"/>
                </a:lnTo>
                <a:lnTo>
                  <a:pt x="3944" y="177352"/>
                </a:lnTo>
                <a:lnTo>
                  <a:pt x="7244" y="209831"/>
                </a:lnTo>
                <a:lnTo>
                  <a:pt x="0" y="220612"/>
                </a:lnTo>
                <a:lnTo>
                  <a:pt x="52185" y="225384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ājasthān"/>
          <p:cNvSpPr/>
          <p:nvPr/>
        </p:nvSpPr>
        <p:spPr>
          <a:xfrm>
            <a:off x="3880454" y="4279571"/>
            <a:ext cx="715431" cy="626269"/>
          </a:xfrm>
          <a:custGeom>
            <a:avLst/>
            <a:gdLst/>
            <a:ahLst/>
            <a:cxnLst/>
            <a:rect l="l" t="t" r="r" b="b"/>
            <a:pathLst>
              <a:path w="715431" h="626269">
                <a:moveTo>
                  <a:pt x="634953" y="210344"/>
                </a:moveTo>
                <a:lnTo>
                  <a:pt x="615503" y="208523"/>
                </a:lnTo>
                <a:lnTo>
                  <a:pt x="618830" y="215870"/>
                </a:lnTo>
                <a:lnTo>
                  <a:pt x="604575" y="223190"/>
                </a:lnTo>
                <a:lnTo>
                  <a:pt x="609459" y="180740"/>
                </a:lnTo>
                <a:lnTo>
                  <a:pt x="599521" y="173439"/>
                </a:lnTo>
                <a:lnTo>
                  <a:pt x="575070" y="196061"/>
                </a:lnTo>
                <a:lnTo>
                  <a:pt x="569176" y="179850"/>
                </a:lnTo>
                <a:lnTo>
                  <a:pt x="554240" y="177162"/>
                </a:lnTo>
                <a:lnTo>
                  <a:pt x="558315" y="190207"/>
                </a:lnTo>
                <a:lnTo>
                  <a:pt x="543292" y="193856"/>
                </a:lnTo>
                <a:lnTo>
                  <a:pt x="548140" y="208964"/>
                </a:lnTo>
                <a:lnTo>
                  <a:pt x="528117" y="205880"/>
                </a:lnTo>
                <a:lnTo>
                  <a:pt x="533768" y="186391"/>
                </a:lnTo>
                <a:lnTo>
                  <a:pt x="526019" y="183486"/>
                </a:lnTo>
                <a:lnTo>
                  <a:pt x="538217" y="179650"/>
                </a:lnTo>
                <a:lnTo>
                  <a:pt x="494749" y="139078"/>
                </a:lnTo>
                <a:lnTo>
                  <a:pt x="482456" y="82700"/>
                </a:lnTo>
                <a:lnTo>
                  <a:pt x="455185" y="84981"/>
                </a:lnTo>
                <a:lnTo>
                  <a:pt x="436869" y="69720"/>
                </a:lnTo>
                <a:lnTo>
                  <a:pt x="416413" y="76402"/>
                </a:lnTo>
                <a:lnTo>
                  <a:pt x="417784" y="39135"/>
                </a:lnTo>
                <a:lnTo>
                  <a:pt x="406199" y="37714"/>
                </a:lnTo>
                <a:lnTo>
                  <a:pt x="410544" y="22407"/>
                </a:lnTo>
                <a:lnTo>
                  <a:pt x="359054" y="19682"/>
                </a:lnTo>
                <a:lnTo>
                  <a:pt x="365397" y="0"/>
                </a:lnTo>
                <a:lnTo>
                  <a:pt x="318537" y="22135"/>
                </a:lnTo>
                <a:lnTo>
                  <a:pt x="281760" y="102704"/>
                </a:lnTo>
                <a:lnTo>
                  <a:pt x="236735" y="125150"/>
                </a:lnTo>
                <a:lnTo>
                  <a:pt x="196527" y="196264"/>
                </a:lnTo>
                <a:lnTo>
                  <a:pt x="112947" y="218726"/>
                </a:lnTo>
                <a:lnTo>
                  <a:pt x="102189" y="215539"/>
                </a:lnTo>
                <a:lnTo>
                  <a:pt x="89954" y="191972"/>
                </a:lnTo>
                <a:lnTo>
                  <a:pt x="72267" y="191854"/>
                </a:lnTo>
                <a:lnTo>
                  <a:pt x="8359" y="264535"/>
                </a:lnTo>
                <a:lnTo>
                  <a:pt x="0" y="297761"/>
                </a:lnTo>
                <a:lnTo>
                  <a:pt x="25030" y="315889"/>
                </a:lnTo>
                <a:lnTo>
                  <a:pt x="56157" y="320005"/>
                </a:lnTo>
                <a:lnTo>
                  <a:pt x="50091" y="373802"/>
                </a:lnTo>
                <a:lnTo>
                  <a:pt x="63838" y="393508"/>
                </a:lnTo>
                <a:lnTo>
                  <a:pt x="95706" y="394524"/>
                </a:lnTo>
                <a:lnTo>
                  <a:pt x="96087" y="421300"/>
                </a:lnTo>
                <a:lnTo>
                  <a:pt x="132518" y="484602"/>
                </a:lnTo>
                <a:lnTo>
                  <a:pt x="192774" y="490432"/>
                </a:lnTo>
                <a:lnTo>
                  <a:pt x="209801" y="481415"/>
                </a:lnTo>
                <a:lnTo>
                  <a:pt x="233089" y="488750"/>
                </a:lnTo>
                <a:lnTo>
                  <a:pt x="224869" y="492516"/>
                </a:lnTo>
                <a:lnTo>
                  <a:pt x="242034" y="507504"/>
                </a:lnTo>
                <a:lnTo>
                  <a:pt x="248685" y="498306"/>
                </a:lnTo>
                <a:lnTo>
                  <a:pt x="278952" y="514311"/>
                </a:lnTo>
                <a:lnTo>
                  <a:pt x="293321" y="500198"/>
                </a:lnTo>
                <a:lnTo>
                  <a:pt x="292447" y="509100"/>
                </a:lnTo>
                <a:lnTo>
                  <a:pt x="304069" y="511969"/>
                </a:lnTo>
                <a:lnTo>
                  <a:pt x="291710" y="526818"/>
                </a:lnTo>
                <a:lnTo>
                  <a:pt x="305985" y="543701"/>
                </a:lnTo>
                <a:lnTo>
                  <a:pt x="315689" y="534717"/>
                </a:lnTo>
                <a:lnTo>
                  <a:pt x="314863" y="562207"/>
                </a:lnTo>
                <a:lnTo>
                  <a:pt x="328804" y="578396"/>
                </a:lnTo>
                <a:lnTo>
                  <a:pt x="339597" y="577133"/>
                </a:lnTo>
                <a:lnTo>
                  <a:pt x="337281" y="592289"/>
                </a:lnTo>
                <a:lnTo>
                  <a:pt x="364565" y="598227"/>
                </a:lnTo>
                <a:lnTo>
                  <a:pt x="394482" y="626269"/>
                </a:lnTo>
                <a:lnTo>
                  <a:pt x="427996" y="613361"/>
                </a:lnTo>
                <a:lnTo>
                  <a:pt x="409485" y="602841"/>
                </a:lnTo>
                <a:lnTo>
                  <a:pt x="443870" y="576489"/>
                </a:lnTo>
                <a:lnTo>
                  <a:pt x="447609" y="541638"/>
                </a:lnTo>
                <a:lnTo>
                  <a:pt x="440640" y="523964"/>
                </a:lnTo>
                <a:lnTo>
                  <a:pt x="428450" y="521657"/>
                </a:lnTo>
                <a:lnTo>
                  <a:pt x="437170" y="504889"/>
                </a:lnTo>
                <a:lnTo>
                  <a:pt x="425325" y="501210"/>
                </a:lnTo>
                <a:lnTo>
                  <a:pt x="432748" y="475523"/>
                </a:lnTo>
                <a:lnTo>
                  <a:pt x="439988" y="488292"/>
                </a:lnTo>
                <a:lnTo>
                  <a:pt x="450364" y="479666"/>
                </a:lnTo>
                <a:lnTo>
                  <a:pt x="436771" y="475806"/>
                </a:lnTo>
                <a:lnTo>
                  <a:pt x="436264" y="458867"/>
                </a:lnTo>
                <a:lnTo>
                  <a:pt x="451809" y="469780"/>
                </a:lnTo>
                <a:lnTo>
                  <a:pt x="462537" y="451969"/>
                </a:lnTo>
                <a:lnTo>
                  <a:pt x="476256" y="452540"/>
                </a:lnTo>
                <a:lnTo>
                  <a:pt x="470483" y="467129"/>
                </a:lnTo>
                <a:lnTo>
                  <a:pt x="483691" y="467658"/>
                </a:lnTo>
                <a:lnTo>
                  <a:pt x="467293" y="469836"/>
                </a:lnTo>
                <a:lnTo>
                  <a:pt x="466902" y="482249"/>
                </a:lnTo>
                <a:lnTo>
                  <a:pt x="516925" y="479709"/>
                </a:lnTo>
                <a:lnTo>
                  <a:pt x="523055" y="503965"/>
                </a:lnTo>
                <a:lnTo>
                  <a:pt x="508285" y="509630"/>
                </a:lnTo>
                <a:lnTo>
                  <a:pt x="517162" y="538894"/>
                </a:lnTo>
                <a:lnTo>
                  <a:pt x="486500" y="549834"/>
                </a:lnTo>
                <a:lnTo>
                  <a:pt x="504960" y="565363"/>
                </a:lnTo>
                <a:lnTo>
                  <a:pt x="506515" y="552733"/>
                </a:lnTo>
                <a:lnTo>
                  <a:pt x="525361" y="552964"/>
                </a:lnTo>
                <a:lnTo>
                  <a:pt x="540793" y="536170"/>
                </a:lnTo>
                <a:lnTo>
                  <a:pt x="545543" y="514996"/>
                </a:lnTo>
                <a:lnTo>
                  <a:pt x="547744" y="525483"/>
                </a:lnTo>
                <a:lnTo>
                  <a:pt x="573403" y="530116"/>
                </a:lnTo>
                <a:lnTo>
                  <a:pt x="587063" y="518948"/>
                </a:lnTo>
                <a:lnTo>
                  <a:pt x="595736" y="533667"/>
                </a:lnTo>
                <a:lnTo>
                  <a:pt x="607547" y="526476"/>
                </a:lnTo>
                <a:lnTo>
                  <a:pt x="596909" y="497074"/>
                </a:lnTo>
                <a:lnTo>
                  <a:pt x="610052" y="503420"/>
                </a:lnTo>
                <a:lnTo>
                  <a:pt x="617414" y="488823"/>
                </a:lnTo>
                <a:lnTo>
                  <a:pt x="595788" y="472879"/>
                </a:lnTo>
                <a:lnTo>
                  <a:pt x="607756" y="467607"/>
                </a:lnTo>
                <a:lnTo>
                  <a:pt x="600205" y="455927"/>
                </a:lnTo>
                <a:lnTo>
                  <a:pt x="644957" y="446342"/>
                </a:lnTo>
                <a:lnTo>
                  <a:pt x="642054" y="420308"/>
                </a:lnTo>
                <a:lnTo>
                  <a:pt x="628886" y="429277"/>
                </a:lnTo>
                <a:lnTo>
                  <a:pt x="589821" y="427313"/>
                </a:lnTo>
                <a:lnTo>
                  <a:pt x="575697" y="416430"/>
                </a:lnTo>
                <a:lnTo>
                  <a:pt x="568963" y="393910"/>
                </a:lnTo>
                <a:lnTo>
                  <a:pt x="614302" y="353322"/>
                </a:lnTo>
                <a:lnTo>
                  <a:pt x="700811" y="309049"/>
                </a:lnTo>
                <a:lnTo>
                  <a:pt x="715431" y="287731"/>
                </a:lnTo>
                <a:lnTo>
                  <a:pt x="695422" y="293843"/>
                </a:lnTo>
                <a:lnTo>
                  <a:pt x="673777" y="286553"/>
                </a:lnTo>
                <a:lnTo>
                  <a:pt x="648863" y="303292"/>
                </a:lnTo>
                <a:lnTo>
                  <a:pt x="646642" y="292567"/>
                </a:lnTo>
                <a:lnTo>
                  <a:pt x="673969" y="280039"/>
                </a:lnTo>
                <a:lnTo>
                  <a:pt x="654136" y="274794"/>
                </a:lnTo>
                <a:lnTo>
                  <a:pt x="667307" y="263581"/>
                </a:lnTo>
                <a:lnTo>
                  <a:pt x="639535" y="234428"/>
                </a:lnTo>
                <a:lnTo>
                  <a:pt x="634953" y="210344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Sikkim"/>
          <p:cNvSpPr/>
          <p:nvPr/>
        </p:nvSpPr>
        <p:spPr>
          <a:xfrm>
            <a:off x="5389025" y="4461147"/>
            <a:ext cx="72636" cy="92092"/>
          </a:xfrm>
          <a:custGeom>
            <a:avLst/>
            <a:gdLst/>
            <a:ahLst/>
            <a:cxnLst/>
            <a:rect l="l" t="t" r="r" b="b"/>
            <a:pathLst>
              <a:path w="72636" h="92092">
                <a:moveTo>
                  <a:pt x="0" y="80486"/>
                </a:moveTo>
                <a:lnTo>
                  <a:pt x="33852" y="92092"/>
                </a:lnTo>
                <a:lnTo>
                  <a:pt x="72636" y="74847"/>
                </a:lnTo>
                <a:lnTo>
                  <a:pt x="60971" y="49498"/>
                </a:lnTo>
                <a:lnTo>
                  <a:pt x="71082" y="23907"/>
                </a:lnTo>
                <a:lnTo>
                  <a:pt x="66866" y="9995"/>
                </a:lnTo>
                <a:lnTo>
                  <a:pt x="48457" y="0"/>
                </a:lnTo>
                <a:lnTo>
                  <a:pt x="9299" y="15747"/>
                </a:lnTo>
                <a:lnTo>
                  <a:pt x="14918" y="29675"/>
                </a:lnTo>
                <a:lnTo>
                  <a:pt x="0" y="80486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amil Nādu"/>
          <p:cNvSpPr/>
          <p:nvPr/>
        </p:nvSpPr>
        <p:spPr>
          <a:xfrm>
            <a:off x="4429963" y="5739122"/>
            <a:ext cx="334808" cy="481638"/>
          </a:xfrm>
          <a:custGeom>
            <a:avLst/>
            <a:gdLst/>
            <a:ahLst/>
            <a:cxnLst/>
            <a:rect l="l" t="t" r="r" b="b"/>
            <a:pathLst>
              <a:path w="334808" h="481638">
                <a:moveTo>
                  <a:pt x="290865" y="151962"/>
                </a:moveTo>
                <a:lnTo>
                  <a:pt x="281802" y="140529"/>
                </a:lnTo>
                <a:lnTo>
                  <a:pt x="293598" y="141235"/>
                </a:lnTo>
                <a:lnTo>
                  <a:pt x="327310" y="68842"/>
                </a:lnTo>
                <a:lnTo>
                  <a:pt x="334808" y="22108"/>
                </a:lnTo>
                <a:lnTo>
                  <a:pt x="328460" y="0"/>
                </a:lnTo>
                <a:lnTo>
                  <a:pt x="326260" y="8306"/>
                </a:lnTo>
                <a:lnTo>
                  <a:pt x="306552" y="2017"/>
                </a:lnTo>
                <a:lnTo>
                  <a:pt x="287023" y="31401"/>
                </a:lnTo>
                <a:lnTo>
                  <a:pt x="260614" y="18742"/>
                </a:lnTo>
                <a:lnTo>
                  <a:pt x="260857" y="33092"/>
                </a:lnTo>
                <a:lnTo>
                  <a:pt x="244291" y="34613"/>
                </a:lnTo>
                <a:lnTo>
                  <a:pt x="238445" y="47825"/>
                </a:lnTo>
                <a:lnTo>
                  <a:pt x="201925" y="43577"/>
                </a:lnTo>
                <a:lnTo>
                  <a:pt x="181604" y="82597"/>
                </a:lnTo>
                <a:lnTo>
                  <a:pt x="130406" y="60981"/>
                </a:lnTo>
                <a:lnTo>
                  <a:pt x="122584" y="78298"/>
                </a:lnTo>
                <a:lnTo>
                  <a:pt x="111101" y="78810"/>
                </a:lnTo>
                <a:lnTo>
                  <a:pt x="112561" y="105043"/>
                </a:lnTo>
                <a:lnTo>
                  <a:pt x="100773" y="115427"/>
                </a:lnTo>
                <a:lnTo>
                  <a:pt x="125484" y="126960"/>
                </a:lnTo>
                <a:lnTo>
                  <a:pt x="117353" y="141564"/>
                </a:lnTo>
                <a:lnTo>
                  <a:pt x="102626" y="142277"/>
                </a:lnTo>
                <a:lnTo>
                  <a:pt x="97130" y="158335"/>
                </a:lnTo>
                <a:lnTo>
                  <a:pt x="54855" y="155316"/>
                </a:lnTo>
                <a:lnTo>
                  <a:pt x="49883" y="172934"/>
                </a:lnTo>
                <a:lnTo>
                  <a:pt x="22544" y="163236"/>
                </a:lnTo>
                <a:lnTo>
                  <a:pt x="0" y="174990"/>
                </a:lnTo>
                <a:lnTo>
                  <a:pt x="1065" y="184043"/>
                </a:lnTo>
                <a:lnTo>
                  <a:pt x="25537" y="193610"/>
                </a:lnTo>
                <a:lnTo>
                  <a:pt x="16644" y="207643"/>
                </a:lnTo>
                <a:lnTo>
                  <a:pt x="40737" y="205973"/>
                </a:lnTo>
                <a:lnTo>
                  <a:pt x="46129" y="220373"/>
                </a:lnTo>
                <a:lnTo>
                  <a:pt x="34592" y="231201"/>
                </a:lnTo>
                <a:lnTo>
                  <a:pt x="54800" y="244116"/>
                </a:lnTo>
                <a:lnTo>
                  <a:pt x="48503" y="286259"/>
                </a:lnTo>
                <a:lnTo>
                  <a:pt x="61013" y="293586"/>
                </a:lnTo>
                <a:lnTo>
                  <a:pt x="81500" y="281896"/>
                </a:lnTo>
                <a:lnTo>
                  <a:pt x="86387" y="293683"/>
                </a:lnTo>
                <a:lnTo>
                  <a:pt x="75848" y="346826"/>
                </a:lnTo>
                <a:lnTo>
                  <a:pt x="95915" y="355940"/>
                </a:lnTo>
                <a:lnTo>
                  <a:pt x="74316" y="398737"/>
                </a:lnTo>
                <a:lnTo>
                  <a:pt x="85449" y="440377"/>
                </a:lnTo>
                <a:lnTo>
                  <a:pt x="70305" y="462601"/>
                </a:lnTo>
                <a:lnTo>
                  <a:pt x="88020" y="477640"/>
                </a:lnTo>
                <a:lnTo>
                  <a:pt x="107607" y="481638"/>
                </a:lnTo>
                <a:lnTo>
                  <a:pt x="149166" y="455563"/>
                </a:lnTo>
                <a:lnTo>
                  <a:pt x="159247" y="406893"/>
                </a:lnTo>
                <a:lnTo>
                  <a:pt x="177274" y="390737"/>
                </a:lnTo>
                <a:lnTo>
                  <a:pt x="222287" y="376565"/>
                </a:lnTo>
                <a:lnTo>
                  <a:pt x="260405" y="386490"/>
                </a:lnTo>
                <a:lnTo>
                  <a:pt x="251984" y="372513"/>
                </a:lnTo>
                <a:lnTo>
                  <a:pt x="230582" y="374462"/>
                </a:lnTo>
                <a:lnTo>
                  <a:pt x="216896" y="357651"/>
                </a:lnTo>
                <a:lnTo>
                  <a:pt x="246824" y="309412"/>
                </a:lnTo>
                <a:lnTo>
                  <a:pt x="249334" y="289835"/>
                </a:lnTo>
                <a:lnTo>
                  <a:pt x="296842" y="286307"/>
                </a:lnTo>
                <a:lnTo>
                  <a:pt x="294588" y="240296"/>
                </a:lnTo>
                <a:lnTo>
                  <a:pt x="283677" y="228971"/>
                </a:lnTo>
                <a:lnTo>
                  <a:pt x="294721" y="226574"/>
                </a:lnTo>
                <a:lnTo>
                  <a:pt x="289950" y="156181"/>
                </a:lnTo>
                <a:lnTo>
                  <a:pt x="283155" y="155650"/>
                </a:lnTo>
                <a:lnTo>
                  <a:pt x="290865" y="151962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langāna"/>
          <p:cNvSpPr/>
          <p:nvPr/>
        </p:nvSpPr>
        <p:spPr>
          <a:xfrm>
            <a:off x="4511517" y="5181991"/>
            <a:ext cx="332699" cy="357851"/>
          </a:xfrm>
          <a:custGeom>
            <a:avLst/>
            <a:gdLst/>
            <a:ahLst/>
            <a:cxnLst/>
            <a:rect l="l" t="t" r="r" b="b"/>
            <a:pathLst>
              <a:path w="332699" h="357851">
                <a:moveTo>
                  <a:pt x="25686" y="142366"/>
                </a:moveTo>
                <a:lnTo>
                  <a:pt x="25882" y="164839"/>
                </a:lnTo>
                <a:lnTo>
                  <a:pt x="34185" y="170765"/>
                </a:lnTo>
                <a:lnTo>
                  <a:pt x="16872" y="204489"/>
                </a:lnTo>
                <a:lnTo>
                  <a:pt x="36893" y="213904"/>
                </a:lnTo>
                <a:lnTo>
                  <a:pt x="22561" y="217923"/>
                </a:lnTo>
                <a:lnTo>
                  <a:pt x="11749" y="236205"/>
                </a:lnTo>
                <a:lnTo>
                  <a:pt x="21708" y="254494"/>
                </a:lnTo>
                <a:lnTo>
                  <a:pt x="18848" y="290934"/>
                </a:lnTo>
                <a:lnTo>
                  <a:pt x="0" y="302008"/>
                </a:lnTo>
                <a:lnTo>
                  <a:pt x="29222" y="313369"/>
                </a:lnTo>
                <a:lnTo>
                  <a:pt x="21013" y="340237"/>
                </a:lnTo>
                <a:lnTo>
                  <a:pt x="34318" y="353493"/>
                </a:lnTo>
                <a:lnTo>
                  <a:pt x="73116" y="357851"/>
                </a:lnTo>
                <a:lnTo>
                  <a:pt x="95413" y="336917"/>
                </a:lnTo>
                <a:lnTo>
                  <a:pt x="126152" y="341626"/>
                </a:lnTo>
                <a:lnTo>
                  <a:pt x="144390" y="322402"/>
                </a:lnTo>
                <a:lnTo>
                  <a:pt x="161244" y="323526"/>
                </a:lnTo>
                <a:lnTo>
                  <a:pt x="164524" y="293830"/>
                </a:lnTo>
                <a:lnTo>
                  <a:pt x="206625" y="279354"/>
                </a:lnTo>
                <a:lnTo>
                  <a:pt x="220934" y="287680"/>
                </a:lnTo>
                <a:lnTo>
                  <a:pt x="230772" y="273131"/>
                </a:lnTo>
                <a:lnTo>
                  <a:pt x="226439" y="263191"/>
                </a:lnTo>
                <a:lnTo>
                  <a:pt x="241017" y="251865"/>
                </a:lnTo>
                <a:lnTo>
                  <a:pt x="255995" y="271748"/>
                </a:lnTo>
                <a:lnTo>
                  <a:pt x="271447" y="276086"/>
                </a:lnTo>
                <a:lnTo>
                  <a:pt x="274028" y="262873"/>
                </a:lnTo>
                <a:lnTo>
                  <a:pt x="254609" y="257829"/>
                </a:lnTo>
                <a:lnTo>
                  <a:pt x="258323" y="247700"/>
                </a:lnTo>
                <a:lnTo>
                  <a:pt x="262868" y="253094"/>
                </a:lnTo>
                <a:lnTo>
                  <a:pt x="272243" y="242297"/>
                </a:lnTo>
                <a:lnTo>
                  <a:pt x="293840" y="252221"/>
                </a:lnTo>
                <a:lnTo>
                  <a:pt x="299829" y="236446"/>
                </a:lnTo>
                <a:lnTo>
                  <a:pt x="320596" y="235516"/>
                </a:lnTo>
                <a:lnTo>
                  <a:pt x="332699" y="222862"/>
                </a:lnTo>
                <a:lnTo>
                  <a:pt x="294661" y="202914"/>
                </a:lnTo>
                <a:lnTo>
                  <a:pt x="297115" y="191172"/>
                </a:lnTo>
                <a:lnTo>
                  <a:pt x="314921" y="187984"/>
                </a:lnTo>
                <a:lnTo>
                  <a:pt x="307104" y="185683"/>
                </a:lnTo>
                <a:lnTo>
                  <a:pt x="304726" y="152293"/>
                </a:lnTo>
                <a:lnTo>
                  <a:pt x="285008" y="152430"/>
                </a:lnTo>
                <a:lnTo>
                  <a:pt x="284846" y="131753"/>
                </a:lnTo>
                <a:lnTo>
                  <a:pt x="266927" y="113631"/>
                </a:lnTo>
                <a:lnTo>
                  <a:pt x="253241" y="115765"/>
                </a:lnTo>
                <a:lnTo>
                  <a:pt x="247691" y="104657"/>
                </a:lnTo>
                <a:lnTo>
                  <a:pt x="234640" y="108263"/>
                </a:lnTo>
                <a:lnTo>
                  <a:pt x="218627" y="96929"/>
                </a:lnTo>
                <a:lnTo>
                  <a:pt x="213499" y="71241"/>
                </a:lnTo>
                <a:lnTo>
                  <a:pt x="223228" y="45096"/>
                </a:lnTo>
                <a:lnTo>
                  <a:pt x="204952" y="26917"/>
                </a:lnTo>
                <a:lnTo>
                  <a:pt x="181993" y="36337"/>
                </a:lnTo>
                <a:lnTo>
                  <a:pt x="163442" y="26114"/>
                </a:lnTo>
                <a:lnTo>
                  <a:pt x="159108" y="39953"/>
                </a:lnTo>
                <a:lnTo>
                  <a:pt x="138766" y="31802"/>
                </a:lnTo>
                <a:lnTo>
                  <a:pt x="130668" y="13373"/>
                </a:lnTo>
                <a:lnTo>
                  <a:pt x="87200" y="0"/>
                </a:lnTo>
                <a:lnTo>
                  <a:pt x="86982" y="40204"/>
                </a:lnTo>
                <a:lnTo>
                  <a:pt x="76549" y="44054"/>
                </a:lnTo>
                <a:lnTo>
                  <a:pt x="76479" y="59383"/>
                </a:lnTo>
                <a:lnTo>
                  <a:pt x="51090" y="53537"/>
                </a:lnTo>
                <a:lnTo>
                  <a:pt x="42830" y="77436"/>
                </a:lnTo>
                <a:lnTo>
                  <a:pt x="58016" y="95163"/>
                </a:lnTo>
                <a:lnTo>
                  <a:pt x="42139" y="106469"/>
                </a:lnTo>
                <a:lnTo>
                  <a:pt x="40918" y="119123"/>
                </a:lnTo>
                <a:lnTo>
                  <a:pt x="29347" y="119812"/>
                </a:lnTo>
                <a:lnTo>
                  <a:pt x="25686" y="142366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ripura"/>
          <p:cNvSpPr/>
          <p:nvPr/>
        </p:nvSpPr>
        <p:spPr>
          <a:xfrm>
            <a:off x="5644814" y="4777177"/>
            <a:ext cx="95667" cy="139376"/>
          </a:xfrm>
          <a:custGeom>
            <a:avLst/>
            <a:gdLst/>
            <a:ahLst/>
            <a:cxnLst/>
            <a:rect l="l" t="t" r="r" b="b"/>
            <a:pathLst>
              <a:path w="95667" h="139376">
                <a:moveTo>
                  <a:pt x="53617" y="89787"/>
                </a:moveTo>
                <a:lnTo>
                  <a:pt x="64339" y="96259"/>
                </a:lnTo>
                <a:lnTo>
                  <a:pt x="65260" y="69229"/>
                </a:lnTo>
                <a:lnTo>
                  <a:pt x="87165" y="76758"/>
                </a:lnTo>
                <a:lnTo>
                  <a:pt x="94419" y="58182"/>
                </a:lnTo>
                <a:lnTo>
                  <a:pt x="95667" y="30522"/>
                </a:lnTo>
                <a:lnTo>
                  <a:pt x="84297" y="24941"/>
                </a:lnTo>
                <a:lnTo>
                  <a:pt x="89652" y="12116"/>
                </a:lnTo>
                <a:lnTo>
                  <a:pt x="82323" y="0"/>
                </a:lnTo>
                <a:lnTo>
                  <a:pt x="81956" y="9532"/>
                </a:lnTo>
                <a:lnTo>
                  <a:pt x="62328" y="16592"/>
                </a:lnTo>
                <a:lnTo>
                  <a:pt x="61989" y="36150"/>
                </a:lnTo>
                <a:lnTo>
                  <a:pt x="48012" y="24765"/>
                </a:lnTo>
                <a:lnTo>
                  <a:pt x="48799" y="33841"/>
                </a:lnTo>
                <a:lnTo>
                  <a:pt x="41148" y="25936"/>
                </a:lnTo>
                <a:lnTo>
                  <a:pt x="34530" y="39758"/>
                </a:lnTo>
                <a:lnTo>
                  <a:pt x="17855" y="37001"/>
                </a:lnTo>
                <a:lnTo>
                  <a:pt x="0" y="68920"/>
                </a:lnTo>
                <a:lnTo>
                  <a:pt x="15470" y="125056"/>
                </a:lnTo>
                <a:lnTo>
                  <a:pt x="21198" y="128336"/>
                </a:lnTo>
                <a:lnTo>
                  <a:pt x="20503" y="109003"/>
                </a:lnTo>
                <a:lnTo>
                  <a:pt x="37621" y="139376"/>
                </a:lnTo>
                <a:lnTo>
                  <a:pt x="55224" y="125851"/>
                </a:lnTo>
                <a:lnTo>
                  <a:pt x="53617" y="89787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Uttar Pradesh"/>
          <p:cNvSpPr/>
          <p:nvPr/>
        </p:nvSpPr>
        <p:spPr>
          <a:xfrm>
            <a:off x="4499145" y="4262081"/>
            <a:ext cx="614703" cy="572665"/>
          </a:xfrm>
          <a:custGeom>
            <a:avLst/>
            <a:gdLst/>
            <a:ahLst/>
            <a:cxnLst/>
            <a:rect l="l" t="t" r="r" b="b"/>
            <a:pathLst>
              <a:path w="614703" h="572665">
                <a:moveTo>
                  <a:pt x="40060" y="0"/>
                </a:moveTo>
                <a:lnTo>
                  <a:pt x="8469" y="42651"/>
                </a:lnTo>
                <a:lnTo>
                  <a:pt x="0" y="70935"/>
                </a:lnTo>
                <a:lnTo>
                  <a:pt x="9399" y="140348"/>
                </a:lnTo>
                <a:lnTo>
                  <a:pt x="37976" y="189109"/>
                </a:lnTo>
                <a:lnTo>
                  <a:pt x="36853" y="216155"/>
                </a:lnTo>
                <a:lnTo>
                  <a:pt x="16199" y="227947"/>
                </a:lnTo>
                <a:lnTo>
                  <a:pt x="18977" y="244887"/>
                </a:lnTo>
                <a:lnTo>
                  <a:pt x="48616" y="281071"/>
                </a:lnTo>
                <a:lnTo>
                  <a:pt x="35445" y="292284"/>
                </a:lnTo>
                <a:lnTo>
                  <a:pt x="55278" y="297529"/>
                </a:lnTo>
                <a:lnTo>
                  <a:pt x="25556" y="313016"/>
                </a:lnTo>
                <a:lnTo>
                  <a:pt x="30644" y="320787"/>
                </a:lnTo>
                <a:lnTo>
                  <a:pt x="55025" y="304057"/>
                </a:lnTo>
                <a:lnTo>
                  <a:pt x="76731" y="311333"/>
                </a:lnTo>
                <a:lnTo>
                  <a:pt x="92890" y="302842"/>
                </a:lnTo>
                <a:lnTo>
                  <a:pt x="95764" y="314468"/>
                </a:lnTo>
                <a:lnTo>
                  <a:pt x="104121" y="309641"/>
                </a:lnTo>
                <a:lnTo>
                  <a:pt x="156375" y="326794"/>
                </a:lnTo>
                <a:lnTo>
                  <a:pt x="166990" y="347259"/>
                </a:lnTo>
                <a:lnTo>
                  <a:pt x="135871" y="407737"/>
                </a:lnTo>
                <a:lnTo>
                  <a:pt x="140661" y="419158"/>
                </a:lnTo>
                <a:lnTo>
                  <a:pt x="110689" y="424211"/>
                </a:lnTo>
                <a:lnTo>
                  <a:pt x="99431" y="440572"/>
                </a:lnTo>
                <a:lnTo>
                  <a:pt x="111883" y="459266"/>
                </a:lnTo>
                <a:lnTo>
                  <a:pt x="88332" y="485689"/>
                </a:lnTo>
                <a:lnTo>
                  <a:pt x="102899" y="535104"/>
                </a:lnTo>
                <a:lnTo>
                  <a:pt x="116797" y="527353"/>
                </a:lnTo>
                <a:lnTo>
                  <a:pt x="139118" y="545867"/>
                </a:lnTo>
                <a:lnTo>
                  <a:pt x="153662" y="530882"/>
                </a:lnTo>
                <a:lnTo>
                  <a:pt x="146479" y="505110"/>
                </a:lnTo>
                <a:lnTo>
                  <a:pt x="135798" y="508718"/>
                </a:lnTo>
                <a:lnTo>
                  <a:pt x="138876" y="490220"/>
                </a:lnTo>
                <a:lnTo>
                  <a:pt x="126005" y="477346"/>
                </a:lnTo>
                <a:lnTo>
                  <a:pt x="121631" y="451406"/>
                </a:lnTo>
                <a:lnTo>
                  <a:pt x="109991" y="448697"/>
                </a:lnTo>
                <a:lnTo>
                  <a:pt x="128158" y="434932"/>
                </a:lnTo>
                <a:lnTo>
                  <a:pt x="137638" y="442652"/>
                </a:lnTo>
                <a:lnTo>
                  <a:pt x="134660" y="430210"/>
                </a:lnTo>
                <a:lnTo>
                  <a:pt x="143298" y="436097"/>
                </a:lnTo>
                <a:lnTo>
                  <a:pt x="151049" y="424736"/>
                </a:lnTo>
                <a:lnTo>
                  <a:pt x="155117" y="440810"/>
                </a:lnTo>
                <a:lnTo>
                  <a:pt x="138709" y="447658"/>
                </a:lnTo>
                <a:lnTo>
                  <a:pt x="143746" y="453557"/>
                </a:lnTo>
                <a:lnTo>
                  <a:pt x="152779" y="443351"/>
                </a:lnTo>
                <a:lnTo>
                  <a:pt x="146249" y="459802"/>
                </a:lnTo>
                <a:lnTo>
                  <a:pt x="157062" y="449584"/>
                </a:lnTo>
                <a:lnTo>
                  <a:pt x="166646" y="464031"/>
                </a:lnTo>
                <a:lnTo>
                  <a:pt x="181519" y="461690"/>
                </a:lnTo>
                <a:lnTo>
                  <a:pt x="180395" y="444003"/>
                </a:lnTo>
                <a:lnTo>
                  <a:pt x="196244" y="450215"/>
                </a:lnTo>
                <a:lnTo>
                  <a:pt x="188984" y="464311"/>
                </a:lnTo>
                <a:lnTo>
                  <a:pt x="226123" y="465189"/>
                </a:lnTo>
                <a:lnTo>
                  <a:pt x="225295" y="452957"/>
                </a:lnTo>
                <a:lnTo>
                  <a:pt x="258877" y="436421"/>
                </a:lnTo>
                <a:lnTo>
                  <a:pt x="272539" y="458046"/>
                </a:lnTo>
                <a:lnTo>
                  <a:pt x="259673" y="471353"/>
                </a:lnTo>
                <a:lnTo>
                  <a:pt x="274003" y="466744"/>
                </a:lnTo>
                <a:lnTo>
                  <a:pt x="276385" y="475915"/>
                </a:lnTo>
                <a:lnTo>
                  <a:pt x="276696" y="464838"/>
                </a:lnTo>
                <a:lnTo>
                  <a:pt x="300587" y="468821"/>
                </a:lnTo>
                <a:lnTo>
                  <a:pt x="294742" y="462367"/>
                </a:lnTo>
                <a:lnTo>
                  <a:pt x="309417" y="457140"/>
                </a:lnTo>
                <a:lnTo>
                  <a:pt x="303513" y="480431"/>
                </a:lnTo>
                <a:lnTo>
                  <a:pt x="330173" y="483502"/>
                </a:lnTo>
                <a:lnTo>
                  <a:pt x="341401" y="459065"/>
                </a:lnTo>
                <a:lnTo>
                  <a:pt x="358793" y="467290"/>
                </a:lnTo>
                <a:lnTo>
                  <a:pt x="365913" y="456886"/>
                </a:lnTo>
                <a:lnTo>
                  <a:pt x="368600" y="468689"/>
                </a:lnTo>
                <a:lnTo>
                  <a:pt x="392650" y="473087"/>
                </a:lnTo>
                <a:lnTo>
                  <a:pt x="397389" y="488809"/>
                </a:lnTo>
                <a:lnTo>
                  <a:pt x="416791" y="489496"/>
                </a:lnTo>
                <a:lnTo>
                  <a:pt x="424513" y="508296"/>
                </a:lnTo>
                <a:lnTo>
                  <a:pt x="434090" y="509509"/>
                </a:lnTo>
                <a:lnTo>
                  <a:pt x="435181" y="499724"/>
                </a:lnTo>
                <a:lnTo>
                  <a:pt x="463210" y="505067"/>
                </a:lnTo>
                <a:lnTo>
                  <a:pt x="454396" y="550478"/>
                </a:lnTo>
                <a:lnTo>
                  <a:pt x="477382" y="572665"/>
                </a:lnTo>
                <a:lnTo>
                  <a:pt x="498552" y="568280"/>
                </a:lnTo>
                <a:lnTo>
                  <a:pt x="518852" y="529393"/>
                </a:lnTo>
                <a:lnTo>
                  <a:pt x="513941" y="517778"/>
                </a:lnTo>
                <a:lnTo>
                  <a:pt x="526234" y="506724"/>
                </a:lnTo>
                <a:lnTo>
                  <a:pt x="510738" y="484990"/>
                </a:lnTo>
                <a:lnTo>
                  <a:pt x="510710" y="456109"/>
                </a:lnTo>
                <a:lnTo>
                  <a:pt x="550528" y="435516"/>
                </a:lnTo>
                <a:lnTo>
                  <a:pt x="571538" y="410363"/>
                </a:lnTo>
                <a:lnTo>
                  <a:pt x="614703" y="409753"/>
                </a:lnTo>
                <a:lnTo>
                  <a:pt x="563804" y="370484"/>
                </a:lnTo>
                <a:lnTo>
                  <a:pt x="576572" y="364725"/>
                </a:lnTo>
                <a:lnTo>
                  <a:pt x="577439" y="353353"/>
                </a:lnTo>
                <a:lnTo>
                  <a:pt x="555554" y="340329"/>
                </a:lnTo>
                <a:lnTo>
                  <a:pt x="570079" y="329793"/>
                </a:lnTo>
                <a:lnTo>
                  <a:pt x="597220" y="330870"/>
                </a:lnTo>
                <a:lnTo>
                  <a:pt x="582630" y="321054"/>
                </a:lnTo>
                <a:lnTo>
                  <a:pt x="583720" y="310714"/>
                </a:lnTo>
                <a:lnTo>
                  <a:pt x="567943" y="307943"/>
                </a:lnTo>
                <a:lnTo>
                  <a:pt x="556991" y="269914"/>
                </a:lnTo>
                <a:lnTo>
                  <a:pt x="531680" y="256952"/>
                </a:lnTo>
                <a:lnTo>
                  <a:pt x="513224" y="256061"/>
                </a:lnTo>
                <a:lnTo>
                  <a:pt x="507503" y="269126"/>
                </a:lnTo>
                <a:lnTo>
                  <a:pt x="496957" y="258298"/>
                </a:lnTo>
                <a:lnTo>
                  <a:pt x="460055" y="254020"/>
                </a:lnTo>
                <a:lnTo>
                  <a:pt x="457888" y="234685"/>
                </a:lnTo>
                <a:lnTo>
                  <a:pt x="436787" y="238488"/>
                </a:lnTo>
                <a:lnTo>
                  <a:pt x="405909" y="217107"/>
                </a:lnTo>
                <a:lnTo>
                  <a:pt x="390823" y="222936"/>
                </a:lnTo>
                <a:lnTo>
                  <a:pt x="285153" y="150565"/>
                </a:lnTo>
                <a:lnTo>
                  <a:pt x="279434" y="161917"/>
                </a:lnTo>
                <a:lnTo>
                  <a:pt x="247041" y="137720"/>
                </a:lnTo>
                <a:lnTo>
                  <a:pt x="233664" y="146943"/>
                </a:lnTo>
                <a:lnTo>
                  <a:pt x="222581" y="132467"/>
                </a:lnTo>
                <a:lnTo>
                  <a:pt x="190631" y="134344"/>
                </a:lnTo>
                <a:lnTo>
                  <a:pt x="166314" y="110979"/>
                </a:lnTo>
                <a:lnTo>
                  <a:pt x="148362" y="111653"/>
                </a:lnTo>
                <a:lnTo>
                  <a:pt x="133076" y="95714"/>
                </a:lnTo>
                <a:lnTo>
                  <a:pt x="151291" y="84137"/>
                </a:lnTo>
                <a:lnTo>
                  <a:pt x="124865" y="73655"/>
                </a:lnTo>
                <a:lnTo>
                  <a:pt x="115359" y="58309"/>
                </a:lnTo>
                <a:lnTo>
                  <a:pt x="101901" y="52719"/>
                </a:lnTo>
                <a:lnTo>
                  <a:pt x="76333" y="71652"/>
                </a:lnTo>
                <a:lnTo>
                  <a:pt x="70262" y="60101"/>
                </a:lnTo>
                <a:lnTo>
                  <a:pt x="58216" y="62409"/>
                </a:lnTo>
                <a:lnTo>
                  <a:pt x="52863" y="38738"/>
                </a:lnTo>
                <a:lnTo>
                  <a:pt x="71457" y="13602"/>
                </a:lnTo>
                <a:lnTo>
                  <a:pt x="40060" y="0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Uttarākhand"/>
          <p:cNvSpPr/>
          <p:nvPr/>
        </p:nvSpPr>
        <p:spPr>
          <a:xfrm>
            <a:off x="4538902" y="4169569"/>
            <a:ext cx="281663" cy="239455"/>
          </a:xfrm>
          <a:custGeom>
            <a:avLst/>
            <a:gdLst/>
            <a:ahLst/>
            <a:cxnLst/>
            <a:rect l="l" t="t" r="r" b="b"/>
            <a:pathLst>
              <a:path w="281663" h="239455">
                <a:moveTo>
                  <a:pt x="202937" y="229466"/>
                </a:moveTo>
                <a:lnTo>
                  <a:pt x="209413" y="206138"/>
                </a:lnTo>
                <a:lnTo>
                  <a:pt x="221890" y="197132"/>
                </a:lnTo>
                <a:lnTo>
                  <a:pt x="217350" y="176289"/>
                </a:lnTo>
                <a:lnTo>
                  <a:pt x="230954" y="162705"/>
                </a:lnTo>
                <a:lnTo>
                  <a:pt x="227595" y="149451"/>
                </a:lnTo>
                <a:lnTo>
                  <a:pt x="281663" y="105730"/>
                </a:lnTo>
                <a:lnTo>
                  <a:pt x="214946" y="76125"/>
                </a:lnTo>
                <a:lnTo>
                  <a:pt x="216847" y="60759"/>
                </a:lnTo>
                <a:lnTo>
                  <a:pt x="186633" y="42030"/>
                </a:lnTo>
                <a:lnTo>
                  <a:pt x="150945" y="37528"/>
                </a:lnTo>
                <a:lnTo>
                  <a:pt x="124052" y="0"/>
                </a:lnTo>
                <a:lnTo>
                  <a:pt x="106554" y="14690"/>
                </a:lnTo>
                <a:lnTo>
                  <a:pt x="116954" y="29983"/>
                </a:lnTo>
                <a:lnTo>
                  <a:pt x="64965" y="14503"/>
                </a:lnTo>
                <a:lnTo>
                  <a:pt x="26574" y="26447"/>
                </a:lnTo>
                <a:lnTo>
                  <a:pt x="10702" y="60238"/>
                </a:lnTo>
                <a:lnTo>
                  <a:pt x="20044" y="82799"/>
                </a:lnTo>
                <a:lnTo>
                  <a:pt x="0" y="91365"/>
                </a:lnTo>
                <a:lnTo>
                  <a:pt x="31700" y="106114"/>
                </a:lnTo>
                <a:lnTo>
                  <a:pt x="13648" y="129603"/>
                </a:lnTo>
                <a:lnTo>
                  <a:pt x="16186" y="152445"/>
                </a:lnTo>
                <a:lnTo>
                  <a:pt x="30505" y="152613"/>
                </a:lnTo>
                <a:lnTo>
                  <a:pt x="36576" y="164164"/>
                </a:lnTo>
                <a:lnTo>
                  <a:pt x="69703" y="148052"/>
                </a:lnTo>
                <a:lnTo>
                  <a:pt x="85108" y="166167"/>
                </a:lnTo>
                <a:lnTo>
                  <a:pt x="111534" y="176649"/>
                </a:lnTo>
                <a:lnTo>
                  <a:pt x="93319" y="188226"/>
                </a:lnTo>
                <a:lnTo>
                  <a:pt x="108627" y="204183"/>
                </a:lnTo>
                <a:lnTo>
                  <a:pt x="126557" y="203491"/>
                </a:lnTo>
                <a:lnTo>
                  <a:pt x="152086" y="227267"/>
                </a:lnTo>
                <a:lnTo>
                  <a:pt x="183742" y="225273"/>
                </a:lnTo>
                <a:lnTo>
                  <a:pt x="193907" y="239455"/>
                </a:lnTo>
                <a:lnTo>
                  <a:pt x="202937" y="229466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West Bengal"/>
          <p:cNvSpPr/>
          <p:nvPr/>
        </p:nvSpPr>
        <p:spPr>
          <a:xfrm>
            <a:off x="5210317" y="4541633"/>
            <a:ext cx="330079" cy="496250"/>
          </a:xfrm>
          <a:custGeom>
            <a:avLst/>
            <a:gdLst/>
            <a:ahLst/>
            <a:cxnLst/>
            <a:rect l="l" t="t" r="r" b="b"/>
            <a:pathLst>
              <a:path w="330079" h="496250">
                <a:moveTo>
                  <a:pt x="178708" y="0"/>
                </a:moveTo>
                <a:lnTo>
                  <a:pt x="192732" y="38638"/>
                </a:lnTo>
                <a:lnTo>
                  <a:pt x="186082" y="57971"/>
                </a:lnTo>
                <a:lnTo>
                  <a:pt x="196452" y="56220"/>
                </a:lnTo>
                <a:lnTo>
                  <a:pt x="201965" y="75579"/>
                </a:lnTo>
                <a:lnTo>
                  <a:pt x="162098" y="112651"/>
                </a:lnTo>
                <a:lnTo>
                  <a:pt x="181547" y="132457"/>
                </a:lnTo>
                <a:lnTo>
                  <a:pt x="183770" y="149607"/>
                </a:lnTo>
                <a:lnTo>
                  <a:pt x="168056" y="148400"/>
                </a:lnTo>
                <a:lnTo>
                  <a:pt x="158502" y="157657"/>
                </a:lnTo>
                <a:lnTo>
                  <a:pt x="165013" y="170865"/>
                </a:lnTo>
                <a:lnTo>
                  <a:pt x="154003" y="171468"/>
                </a:lnTo>
                <a:lnTo>
                  <a:pt x="174431" y="199535"/>
                </a:lnTo>
                <a:lnTo>
                  <a:pt x="162660" y="215058"/>
                </a:lnTo>
                <a:lnTo>
                  <a:pt x="170078" y="230430"/>
                </a:lnTo>
                <a:lnTo>
                  <a:pt x="158914" y="230607"/>
                </a:lnTo>
                <a:lnTo>
                  <a:pt x="161328" y="248210"/>
                </a:lnTo>
                <a:lnTo>
                  <a:pt x="148097" y="259476"/>
                </a:lnTo>
                <a:lnTo>
                  <a:pt x="152681" y="268743"/>
                </a:lnTo>
                <a:lnTo>
                  <a:pt x="136596" y="271488"/>
                </a:lnTo>
                <a:lnTo>
                  <a:pt x="133540" y="283219"/>
                </a:lnTo>
                <a:lnTo>
                  <a:pt x="116068" y="277877"/>
                </a:lnTo>
                <a:lnTo>
                  <a:pt x="115684" y="297115"/>
                </a:lnTo>
                <a:lnTo>
                  <a:pt x="80252" y="296088"/>
                </a:lnTo>
                <a:lnTo>
                  <a:pt x="79752" y="309124"/>
                </a:lnTo>
                <a:lnTo>
                  <a:pt x="52280" y="314318"/>
                </a:lnTo>
                <a:lnTo>
                  <a:pt x="39930" y="333443"/>
                </a:lnTo>
                <a:lnTo>
                  <a:pt x="18102" y="318144"/>
                </a:lnTo>
                <a:lnTo>
                  <a:pt x="19088" y="326854"/>
                </a:lnTo>
                <a:lnTo>
                  <a:pt x="4166" y="327854"/>
                </a:lnTo>
                <a:lnTo>
                  <a:pt x="0" y="346023"/>
                </a:lnTo>
                <a:lnTo>
                  <a:pt x="29787" y="369123"/>
                </a:lnTo>
                <a:lnTo>
                  <a:pt x="59212" y="370512"/>
                </a:lnTo>
                <a:lnTo>
                  <a:pt x="48823" y="387923"/>
                </a:lnTo>
                <a:lnTo>
                  <a:pt x="77026" y="406816"/>
                </a:lnTo>
                <a:lnTo>
                  <a:pt x="86983" y="431243"/>
                </a:lnTo>
                <a:lnTo>
                  <a:pt x="73443" y="444457"/>
                </a:lnTo>
                <a:lnTo>
                  <a:pt x="98384" y="454008"/>
                </a:lnTo>
                <a:lnTo>
                  <a:pt x="99163" y="468906"/>
                </a:lnTo>
                <a:lnTo>
                  <a:pt x="115292" y="461102"/>
                </a:lnTo>
                <a:lnTo>
                  <a:pt x="135674" y="491578"/>
                </a:lnTo>
                <a:lnTo>
                  <a:pt x="161739" y="482883"/>
                </a:lnTo>
                <a:lnTo>
                  <a:pt x="176413" y="468683"/>
                </a:lnTo>
                <a:lnTo>
                  <a:pt x="176923" y="450693"/>
                </a:lnTo>
                <a:lnTo>
                  <a:pt x="191132" y="450471"/>
                </a:lnTo>
                <a:lnTo>
                  <a:pt x="177123" y="435764"/>
                </a:lnTo>
                <a:lnTo>
                  <a:pt x="192412" y="440898"/>
                </a:lnTo>
                <a:lnTo>
                  <a:pt x="198667" y="496250"/>
                </a:lnTo>
                <a:lnTo>
                  <a:pt x="198789" y="460651"/>
                </a:lnTo>
                <a:lnTo>
                  <a:pt x="202886" y="469657"/>
                </a:lnTo>
                <a:lnTo>
                  <a:pt x="206080" y="459849"/>
                </a:lnTo>
                <a:lnTo>
                  <a:pt x="208579" y="475316"/>
                </a:lnTo>
                <a:lnTo>
                  <a:pt x="209101" y="456968"/>
                </a:lnTo>
                <a:lnTo>
                  <a:pt x="215821" y="466020"/>
                </a:lnTo>
                <a:lnTo>
                  <a:pt x="222607" y="452821"/>
                </a:lnTo>
                <a:lnTo>
                  <a:pt x="217905" y="467949"/>
                </a:lnTo>
                <a:lnTo>
                  <a:pt x="225823" y="466497"/>
                </a:lnTo>
                <a:lnTo>
                  <a:pt x="230322" y="435589"/>
                </a:lnTo>
                <a:lnTo>
                  <a:pt x="229474" y="461535"/>
                </a:lnTo>
                <a:lnTo>
                  <a:pt x="239460" y="444338"/>
                </a:lnTo>
                <a:lnTo>
                  <a:pt x="239108" y="460746"/>
                </a:lnTo>
                <a:lnTo>
                  <a:pt x="250868" y="463390"/>
                </a:lnTo>
                <a:lnTo>
                  <a:pt x="257880" y="447671"/>
                </a:lnTo>
                <a:lnTo>
                  <a:pt x="253250" y="461815"/>
                </a:lnTo>
                <a:lnTo>
                  <a:pt x="259533" y="465866"/>
                </a:lnTo>
                <a:lnTo>
                  <a:pt x="266695" y="443263"/>
                </a:lnTo>
                <a:lnTo>
                  <a:pt x="246384" y="368758"/>
                </a:lnTo>
                <a:lnTo>
                  <a:pt x="258455" y="350791"/>
                </a:lnTo>
                <a:lnTo>
                  <a:pt x="235998" y="347223"/>
                </a:lnTo>
                <a:lnTo>
                  <a:pt x="242612" y="326015"/>
                </a:lnTo>
                <a:lnTo>
                  <a:pt x="222932" y="312657"/>
                </a:lnTo>
                <a:lnTo>
                  <a:pt x="224337" y="294036"/>
                </a:lnTo>
                <a:lnTo>
                  <a:pt x="240098" y="283357"/>
                </a:lnTo>
                <a:lnTo>
                  <a:pt x="237372" y="257608"/>
                </a:lnTo>
                <a:lnTo>
                  <a:pt x="192946" y="240042"/>
                </a:lnTo>
                <a:lnTo>
                  <a:pt x="179489" y="221447"/>
                </a:lnTo>
                <a:lnTo>
                  <a:pt x="188694" y="199694"/>
                </a:lnTo>
                <a:lnTo>
                  <a:pt x="209891" y="198853"/>
                </a:lnTo>
                <a:lnTo>
                  <a:pt x="213474" y="176644"/>
                </a:lnTo>
                <a:lnTo>
                  <a:pt x="252448" y="179569"/>
                </a:lnTo>
                <a:lnTo>
                  <a:pt x="259622" y="167768"/>
                </a:lnTo>
                <a:lnTo>
                  <a:pt x="245890" y="162185"/>
                </a:lnTo>
                <a:lnTo>
                  <a:pt x="243545" y="148154"/>
                </a:lnTo>
                <a:lnTo>
                  <a:pt x="221443" y="149455"/>
                </a:lnTo>
                <a:lnTo>
                  <a:pt x="184574" y="113644"/>
                </a:lnTo>
                <a:lnTo>
                  <a:pt x="192053" y="93206"/>
                </a:lnTo>
                <a:lnTo>
                  <a:pt x="220003" y="74676"/>
                </a:lnTo>
                <a:lnTo>
                  <a:pt x="204489" y="63960"/>
                </a:lnTo>
                <a:lnTo>
                  <a:pt x="210859" y="50845"/>
                </a:lnTo>
                <a:lnTo>
                  <a:pt x="238044" y="75912"/>
                </a:lnTo>
                <a:lnTo>
                  <a:pt x="231552" y="83666"/>
                </a:lnTo>
                <a:lnTo>
                  <a:pt x="263064" y="85138"/>
                </a:lnTo>
                <a:lnTo>
                  <a:pt x="251654" y="74009"/>
                </a:lnTo>
                <a:lnTo>
                  <a:pt x="256057" y="66124"/>
                </a:lnTo>
                <a:lnTo>
                  <a:pt x="266753" y="72046"/>
                </a:lnTo>
                <a:lnTo>
                  <a:pt x="271545" y="94161"/>
                </a:lnTo>
                <a:lnTo>
                  <a:pt x="304121" y="109434"/>
                </a:lnTo>
                <a:lnTo>
                  <a:pt x="310539" y="86206"/>
                </a:lnTo>
                <a:lnTo>
                  <a:pt x="318884" y="91232"/>
                </a:lnTo>
                <a:lnTo>
                  <a:pt x="317513" y="79387"/>
                </a:lnTo>
                <a:lnTo>
                  <a:pt x="328626" y="72611"/>
                </a:lnTo>
                <a:lnTo>
                  <a:pt x="330079" y="55082"/>
                </a:lnTo>
                <a:lnTo>
                  <a:pt x="328196" y="45036"/>
                </a:lnTo>
                <a:lnTo>
                  <a:pt x="303498" y="34981"/>
                </a:lnTo>
                <a:lnTo>
                  <a:pt x="269226" y="35491"/>
                </a:lnTo>
                <a:lnTo>
                  <a:pt x="248366" y="23442"/>
                </a:lnTo>
                <a:lnTo>
                  <a:pt x="242582" y="6386"/>
                </a:lnTo>
                <a:lnTo>
                  <a:pt x="222686" y="2425"/>
                </a:lnTo>
                <a:lnTo>
                  <a:pt x="212560" y="11606"/>
                </a:lnTo>
                <a:lnTo>
                  <a:pt x="178708" y="0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INDIA · CROSS-SECTOR SNAPSHOT</a:t>
            </a:r>
            <a:endParaRPr lang="en-US" sz="120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831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Sector Overview — key indicators and recommended interventions by sector</a:t>
            </a:r>
            <a:endParaRPr lang="en-US" sz="1700"/>
          </a:p>
        </p:txBody>
      </p:sp>
      <p:sp>
        <p:nvSpPr>
          <p:cNvPr id="4" name="Shape 2"/>
          <p:cNvSpPr/>
          <p:nvPr/>
        </p:nvSpPr>
        <p:spPr>
          <a:xfrm>
            <a:off x="512064" y="1005840"/>
            <a:ext cx="502920" cy="0"/>
          </a:xfrm>
          <a:prstGeom prst="line">
            <a:avLst/>
          </a:prstGeom>
          <a:noFill/>
          <a:ln w="31750">
            <a:solidFill>
              <a:srgbClr val="AD83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02920" y="1188720"/>
            <a:ext cx="1519602" cy="5047488"/>
          </a:xfrm>
          <a:prstGeom prst="rect">
            <a:avLst/>
          </a:prstGeom>
          <a:solidFill>
            <a:srgbClr val="F4F5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1519602" cy="603504"/>
          </a:xfrm>
          <a:prstGeom prst="rect">
            <a:avLst/>
          </a:prstGeom>
          <a:solidFill>
            <a:srgbClr val="333F6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21208" y="1188720"/>
            <a:ext cx="148302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Health &amp; Nutrition</a:t>
            </a:r>
            <a:endParaRPr lang="en-US" sz="1200"/>
          </a:p>
        </p:txBody>
      </p:sp>
      <p:sp>
        <p:nvSpPr>
          <p:cNvPr id="8" name="Text 6"/>
          <p:cNvSpPr/>
          <p:nvPr/>
        </p:nvSpPr>
        <p:spPr>
          <a:xfrm>
            <a:off x="594360" y="1920240"/>
            <a:ext cx="135501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U5 mortality 27/1K; 78% drop since 1990</a:t>
            </a:r>
            <a:endParaRPr lang="en-US" sz="1200"/>
          </a:p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~2.6M with HIV; prevalence 0.2%</a:t>
            </a:r>
            <a:endParaRPr lang="en-US" sz="1200"/>
          </a:p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Anaemia 54% women 15-49 (2023)</a:t>
            </a:r>
            <a:endParaRPr lang="en-US" sz="1200"/>
          </a:p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Stunting 35.5% — 37M children</a:t>
            </a:r>
            <a:endParaRPr lang="en-US" sz="1200"/>
          </a:p>
        </p:txBody>
      </p:sp>
      <p:sp>
        <p:nvSpPr>
          <p:cNvPr id="9" name="Shape 7"/>
          <p:cNvSpPr/>
          <p:nvPr/>
        </p:nvSpPr>
        <p:spPr>
          <a:xfrm>
            <a:off x="576072" y="4864608"/>
            <a:ext cx="1373298" cy="1280160"/>
          </a:xfrm>
          <a:prstGeom prst="rect">
            <a:avLst/>
          </a:prstGeom>
          <a:solidFill>
            <a:srgbClr val="F4F1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576072" y="4864608"/>
            <a:ext cx="1373298" cy="0"/>
          </a:xfrm>
          <a:prstGeom prst="line">
            <a:avLst/>
          </a:prstGeom>
          <a:noFill/>
          <a:ln w="19050">
            <a:solidFill>
              <a:srgbClr val="AD83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76072" y="4937760"/>
            <a:ext cx="13915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5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RECOMMENDED</a:t>
            </a:r>
            <a:endParaRPr lang="en-US" sz="1100"/>
          </a:p>
        </p:txBody>
      </p:sp>
      <p:sp>
        <p:nvSpPr>
          <p:cNvPr id="12" name="Text 10"/>
          <p:cNvSpPr/>
          <p:nvPr/>
        </p:nvSpPr>
        <p:spPr>
          <a:xfrm>
            <a:off x="612648" y="5175504"/>
            <a:ext cx="1300146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Poshan Abhiyaan scale-up; anaemia control; WASH integration.</a:t>
            </a:r>
            <a:endParaRPr lang="en-US" sz="1200"/>
          </a:p>
        </p:txBody>
      </p:sp>
      <p:sp>
        <p:nvSpPr>
          <p:cNvPr id="13" name="Shape 11"/>
          <p:cNvSpPr/>
          <p:nvPr/>
        </p:nvSpPr>
        <p:spPr>
          <a:xfrm>
            <a:off x="2113962" y="1188720"/>
            <a:ext cx="1519602" cy="5047488"/>
          </a:xfrm>
          <a:prstGeom prst="rect">
            <a:avLst/>
          </a:prstGeom>
          <a:solidFill>
            <a:srgbClr val="F4F5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2113962" y="1188720"/>
            <a:ext cx="1519602" cy="603504"/>
          </a:xfrm>
          <a:prstGeom prst="rect">
            <a:avLst/>
          </a:prstGeom>
          <a:solidFill>
            <a:srgbClr val="333F6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2132250" y="1188720"/>
            <a:ext cx="148302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Education</a:t>
            </a:r>
            <a:endParaRPr lang="en-US" sz="1200"/>
          </a:p>
        </p:txBody>
      </p:sp>
      <p:sp>
        <p:nvSpPr>
          <p:cNvPr id="16" name="Text 14"/>
          <p:cNvSpPr/>
          <p:nvPr/>
        </p:nvSpPr>
        <p:spPr>
          <a:xfrm>
            <a:off x="2205402" y="1920240"/>
            <a:ext cx="135501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Literacy ~81% — gender gap persists</a:t>
            </a:r>
            <a:endParaRPr lang="en-US" sz="1200"/>
          </a:p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Primary enrolment 111%; quality uneven</a:t>
            </a:r>
            <a:endParaRPr lang="en-US" sz="1200"/>
          </a:p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NEP 2020 reforms underway</a:t>
            </a:r>
            <a:endParaRPr lang="en-US" sz="1200"/>
          </a:p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Rural female literacy at 70%</a:t>
            </a:r>
            <a:endParaRPr lang="en-US" sz="1200"/>
          </a:p>
        </p:txBody>
      </p:sp>
      <p:sp>
        <p:nvSpPr>
          <p:cNvPr id="17" name="Shape 15"/>
          <p:cNvSpPr/>
          <p:nvPr/>
        </p:nvSpPr>
        <p:spPr>
          <a:xfrm>
            <a:off x="2187114" y="4864608"/>
            <a:ext cx="1373298" cy="1280160"/>
          </a:xfrm>
          <a:prstGeom prst="rect">
            <a:avLst/>
          </a:prstGeom>
          <a:solidFill>
            <a:srgbClr val="F4F1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2187114" y="4864608"/>
            <a:ext cx="1373298" cy="0"/>
          </a:xfrm>
          <a:prstGeom prst="line">
            <a:avLst/>
          </a:prstGeom>
          <a:noFill/>
          <a:ln w="19050">
            <a:solidFill>
              <a:srgbClr val="AD83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2187114" y="4937760"/>
            <a:ext cx="13915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5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RECOMMENDED</a:t>
            </a:r>
            <a:endParaRPr lang="en-US" sz="1100"/>
          </a:p>
        </p:txBody>
      </p:sp>
      <p:sp>
        <p:nvSpPr>
          <p:cNvPr id="20" name="Text 18"/>
          <p:cNvSpPr/>
          <p:nvPr/>
        </p:nvSpPr>
        <p:spPr>
          <a:xfrm>
            <a:off x="2223690" y="5175504"/>
            <a:ext cx="1300146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Girls' retention; foundational literacy; TVET expansion.</a:t>
            </a:r>
            <a:endParaRPr lang="en-US" sz="1200"/>
          </a:p>
        </p:txBody>
      </p:sp>
      <p:sp>
        <p:nvSpPr>
          <p:cNvPr id="21" name="Shape 19"/>
          <p:cNvSpPr/>
          <p:nvPr/>
        </p:nvSpPr>
        <p:spPr>
          <a:xfrm>
            <a:off x="3725004" y="1188720"/>
            <a:ext cx="1519602" cy="5047488"/>
          </a:xfrm>
          <a:prstGeom prst="rect">
            <a:avLst/>
          </a:prstGeom>
          <a:solidFill>
            <a:srgbClr val="F4F5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3725004" y="1188720"/>
            <a:ext cx="1519602" cy="603504"/>
          </a:xfrm>
          <a:prstGeom prst="rect">
            <a:avLst/>
          </a:prstGeom>
          <a:solidFill>
            <a:srgbClr val="333F6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3743292" y="1188720"/>
            <a:ext cx="148302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Food Security</a:t>
            </a:r>
            <a:endParaRPr lang="en-US" sz="1200"/>
          </a:p>
        </p:txBody>
      </p:sp>
      <p:sp>
        <p:nvSpPr>
          <p:cNvPr id="24" name="Text 22"/>
          <p:cNvSpPr/>
          <p:nvPr/>
        </p:nvSpPr>
        <p:spPr>
          <a:xfrm>
            <a:off x="3816444" y="1920240"/>
            <a:ext cx="135501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~195M undernourished (FAO 2024)</a:t>
            </a:r>
            <a:endParaRPr lang="en-US" sz="1200"/>
          </a:p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GHI rank 105/127 — 'serious'</a:t>
            </a:r>
            <a:endParaRPr lang="en-US" sz="1200"/>
          </a:p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12% of population undernourished</a:t>
            </a:r>
            <a:endParaRPr lang="en-US" sz="1200"/>
          </a:p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74% cannot afford healthy diet</a:t>
            </a:r>
            <a:endParaRPr lang="en-US" sz="1200"/>
          </a:p>
        </p:txBody>
      </p:sp>
      <p:sp>
        <p:nvSpPr>
          <p:cNvPr id="25" name="Shape 23"/>
          <p:cNvSpPr/>
          <p:nvPr/>
        </p:nvSpPr>
        <p:spPr>
          <a:xfrm>
            <a:off x="3798156" y="4864608"/>
            <a:ext cx="1373298" cy="1280160"/>
          </a:xfrm>
          <a:prstGeom prst="rect">
            <a:avLst/>
          </a:prstGeom>
          <a:solidFill>
            <a:srgbClr val="F4F1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3798156" y="4864608"/>
            <a:ext cx="1373298" cy="0"/>
          </a:xfrm>
          <a:prstGeom prst="line">
            <a:avLst/>
          </a:prstGeom>
          <a:noFill/>
          <a:ln w="19050">
            <a:solidFill>
              <a:srgbClr val="AD83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3798156" y="4937760"/>
            <a:ext cx="13915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5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RECOMMENDED</a:t>
            </a:r>
            <a:endParaRPr lang="en-US" sz="1100"/>
          </a:p>
        </p:txBody>
      </p:sp>
      <p:sp>
        <p:nvSpPr>
          <p:cNvPr id="28" name="Text 26"/>
          <p:cNvSpPr/>
          <p:nvPr/>
        </p:nvSpPr>
        <p:spPr>
          <a:xfrm>
            <a:off x="3834732" y="5175504"/>
            <a:ext cx="1300146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PDS diversification; fortification; cold chain expansion.</a:t>
            </a:r>
            <a:endParaRPr lang="en-US" sz="1200"/>
          </a:p>
        </p:txBody>
      </p:sp>
      <p:sp>
        <p:nvSpPr>
          <p:cNvPr id="29" name="Shape 27"/>
          <p:cNvSpPr/>
          <p:nvPr/>
        </p:nvSpPr>
        <p:spPr>
          <a:xfrm>
            <a:off x="5336047" y="1188720"/>
            <a:ext cx="1519602" cy="5047488"/>
          </a:xfrm>
          <a:prstGeom prst="rect">
            <a:avLst/>
          </a:prstGeom>
          <a:solidFill>
            <a:srgbClr val="F4F5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5336047" y="1188720"/>
            <a:ext cx="1519602" cy="603504"/>
          </a:xfrm>
          <a:prstGeom prst="rect">
            <a:avLst/>
          </a:prstGeom>
          <a:solidFill>
            <a:srgbClr val="333F6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5354335" y="1188720"/>
            <a:ext cx="148302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Agriculture</a:t>
            </a:r>
            <a:endParaRPr lang="en-US" sz="1200"/>
          </a:p>
        </p:txBody>
      </p:sp>
      <p:sp>
        <p:nvSpPr>
          <p:cNvPr id="32" name="Text 30"/>
          <p:cNvSpPr/>
          <p:nvPr/>
        </p:nvSpPr>
        <p:spPr>
          <a:xfrm>
            <a:off x="5427487" y="1920240"/>
            <a:ext cx="135501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~16% of GDP; 42% of workforce</a:t>
            </a:r>
            <a:endParaRPr lang="en-US" sz="1200"/>
          </a:p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Growth 1.4% in FY24 (El Niño)</a:t>
            </a:r>
            <a:endParaRPr lang="en-US" sz="1200"/>
          </a:p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329Mt grain output 2023-24</a:t>
            </a:r>
            <a:endParaRPr lang="en-US" sz="1200"/>
          </a:p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Livestock &amp; fisheries 30% ag GVA</a:t>
            </a:r>
            <a:endParaRPr lang="en-US" sz="1200"/>
          </a:p>
        </p:txBody>
      </p:sp>
      <p:sp>
        <p:nvSpPr>
          <p:cNvPr id="33" name="Shape 31"/>
          <p:cNvSpPr/>
          <p:nvPr/>
        </p:nvSpPr>
        <p:spPr>
          <a:xfrm>
            <a:off x="5409199" y="4864608"/>
            <a:ext cx="1373298" cy="1280160"/>
          </a:xfrm>
          <a:prstGeom prst="rect">
            <a:avLst/>
          </a:prstGeom>
          <a:solidFill>
            <a:srgbClr val="F4F1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5409199" y="4864608"/>
            <a:ext cx="1373298" cy="0"/>
          </a:xfrm>
          <a:prstGeom prst="line">
            <a:avLst/>
          </a:prstGeom>
          <a:noFill/>
          <a:ln w="19050">
            <a:solidFill>
              <a:srgbClr val="AD83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5409199" y="4937760"/>
            <a:ext cx="13915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5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RECOMMENDED</a:t>
            </a:r>
            <a:endParaRPr lang="en-US" sz="1100"/>
          </a:p>
        </p:txBody>
      </p:sp>
      <p:sp>
        <p:nvSpPr>
          <p:cNvPr id="36" name="Text 34"/>
          <p:cNvSpPr/>
          <p:nvPr/>
        </p:nvSpPr>
        <p:spPr>
          <a:xfrm>
            <a:off x="5445775" y="5175504"/>
            <a:ext cx="1300146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Micro-irrigation; climate-resilient seeds; FPO scale-up.</a:t>
            </a:r>
            <a:endParaRPr lang="en-US" sz="1200"/>
          </a:p>
        </p:txBody>
      </p:sp>
      <p:sp>
        <p:nvSpPr>
          <p:cNvPr id="37" name="Shape 35"/>
          <p:cNvSpPr/>
          <p:nvPr/>
        </p:nvSpPr>
        <p:spPr>
          <a:xfrm>
            <a:off x="6947089" y="1188720"/>
            <a:ext cx="1519602" cy="5047488"/>
          </a:xfrm>
          <a:prstGeom prst="rect">
            <a:avLst/>
          </a:prstGeom>
          <a:solidFill>
            <a:srgbClr val="F4F5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6947089" y="1188720"/>
            <a:ext cx="1519602" cy="603504"/>
          </a:xfrm>
          <a:prstGeom prst="rect">
            <a:avLst/>
          </a:prstGeom>
          <a:solidFill>
            <a:srgbClr val="333F6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6965377" y="1188720"/>
            <a:ext cx="148302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Wildlife &amp; Conservation</a:t>
            </a:r>
            <a:endParaRPr lang="en-US" sz="1200"/>
          </a:p>
        </p:txBody>
      </p:sp>
      <p:sp>
        <p:nvSpPr>
          <p:cNvPr id="40" name="Text 38"/>
          <p:cNvSpPr/>
          <p:nvPr/>
        </p:nvSpPr>
        <p:spPr>
          <a:xfrm>
            <a:off x="7038529" y="1920240"/>
            <a:ext cx="135501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~3,682 tigers — world's largest</a:t>
            </a:r>
            <a:endParaRPr lang="en-US" sz="1200"/>
          </a:p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Project Tiger; 54 reserves</a:t>
            </a:r>
            <a:endParaRPr lang="en-US" sz="1200"/>
          </a:p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~27K elephants; 500 deaths/yr</a:t>
            </a:r>
            <a:endParaRPr lang="en-US" sz="1200"/>
          </a:p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Human-wildlife conflict rising</a:t>
            </a:r>
            <a:endParaRPr lang="en-US" sz="1200"/>
          </a:p>
        </p:txBody>
      </p:sp>
      <p:sp>
        <p:nvSpPr>
          <p:cNvPr id="41" name="Shape 39"/>
          <p:cNvSpPr/>
          <p:nvPr/>
        </p:nvSpPr>
        <p:spPr>
          <a:xfrm>
            <a:off x="7020241" y="4864608"/>
            <a:ext cx="1373298" cy="1280160"/>
          </a:xfrm>
          <a:prstGeom prst="rect">
            <a:avLst/>
          </a:prstGeom>
          <a:solidFill>
            <a:srgbClr val="F4F1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" name="Shape 40"/>
          <p:cNvSpPr/>
          <p:nvPr/>
        </p:nvSpPr>
        <p:spPr>
          <a:xfrm>
            <a:off x="7020241" y="4864608"/>
            <a:ext cx="1373298" cy="0"/>
          </a:xfrm>
          <a:prstGeom prst="line">
            <a:avLst/>
          </a:prstGeom>
          <a:noFill/>
          <a:ln w="19050">
            <a:solidFill>
              <a:srgbClr val="AD83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7020241" y="4937760"/>
            <a:ext cx="13915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5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RECOMMENDED</a:t>
            </a:r>
            <a:endParaRPr lang="en-US" sz="1100"/>
          </a:p>
        </p:txBody>
      </p:sp>
      <p:sp>
        <p:nvSpPr>
          <p:cNvPr id="44" name="Text 42"/>
          <p:cNvSpPr/>
          <p:nvPr/>
        </p:nvSpPr>
        <p:spPr>
          <a:xfrm>
            <a:off x="7056817" y="5175504"/>
            <a:ext cx="1300146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Corridor protection; conflict mitigation; community incentives.</a:t>
            </a:r>
            <a:endParaRPr lang="en-US" sz="1200"/>
          </a:p>
        </p:txBody>
      </p:sp>
      <p:sp>
        <p:nvSpPr>
          <p:cNvPr id="45" name="Shape 43"/>
          <p:cNvSpPr/>
          <p:nvPr/>
        </p:nvSpPr>
        <p:spPr>
          <a:xfrm>
            <a:off x="8558131" y="1188720"/>
            <a:ext cx="1519602" cy="5047488"/>
          </a:xfrm>
          <a:prstGeom prst="rect">
            <a:avLst/>
          </a:prstGeom>
          <a:solidFill>
            <a:srgbClr val="F4F5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6" name="Shape 44"/>
          <p:cNvSpPr/>
          <p:nvPr/>
        </p:nvSpPr>
        <p:spPr>
          <a:xfrm>
            <a:off x="8558131" y="1188720"/>
            <a:ext cx="1519602" cy="603504"/>
          </a:xfrm>
          <a:prstGeom prst="rect">
            <a:avLst/>
          </a:prstGeom>
          <a:solidFill>
            <a:srgbClr val="333F6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8576419" y="1188720"/>
            <a:ext cx="148302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Infrastructure</a:t>
            </a:r>
            <a:endParaRPr lang="en-US" sz="1200"/>
          </a:p>
        </p:txBody>
      </p:sp>
      <p:sp>
        <p:nvSpPr>
          <p:cNvPr id="48" name="Text 46"/>
          <p:cNvSpPr/>
          <p:nvPr/>
        </p:nvSpPr>
        <p:spPr>
          <a:xfrm>
            <a:off x="8649571" y="1920240"/>
            <a:ext cx="135501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Access 100%; rural 22h supply</a:t>
            </a:r>
            <a:endParaRPr lang="en-US" sz="1200"/>
          </a:p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Installed capacity 457GW (Nov 24)</a:t>
            </a:r>
            <a:endParaRPr lang="en-US" sz="1200"/>
          </a:p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129GW renewable since 2014</a:t>
            </a:r>
            <a:endParaRPr lang="en-US" sz="1200"/>
          </a:p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Per capita 1,395 kWh (FY24)</a:t>
            </a:r>
            <a:endParaRPr lang="en-US" sz="1200"/>
          </a:p>
        </p:txBody>
      </p:sp>
      <p:sp>
        <p:nvSpPr>
          <p:cNvPr id="49" name="Shape 47"/>
          <p:cNvSpPr/>
          <p:nvPr/>
        </p:nvSpPr>
        <p:spPr>
          <a:xfrm>
            <a:off x="8631283" y="4864608"/>
            <a:ext cx="1373298" cy="1280160"/>
          </a:xfrm>
          <a:prstGeom prst="rect">
            <a:avLst/>
          </a:prstGeom>
          <a:solidFill>
            <a:srgbClr val="F4F1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0" name="Shape 48"/>
          <p:cNvSpPr/>
          <p:nvPr/>
        </p:nvSpPr>
        <p:spPr>
          <a:xfrm>
            <a:off x="8631283" y="4864608"/>
            <a:ext cx="1373298" cy="0"/>
          </a:xfrm>
          <a:prstGeom prst="line">
            <a:avLst/>
          </a:prstGeom>
          <a:noFill/>
          <a:ln w="19050">
            <a:solidFill>
              <a:srgbClr val="AD83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Text 49"/>
          <p:cNvSpPr/>
          <p:nvPr/>
        </p:nvSpPr>
        <p:spPr>
          <a:xfrm>
            <a:off x="8631283" y="4937760"/>
            <a:ext cx="13915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5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RECOMMENDED</a:t>
            </a:r>
            <a:endParaRPr lang="en-US" sz="1100"/>
          </a:p>
        </p:txBody>
      </p:sp>
      <p:sp>
        <p:nvSpPr>
          <p:cNvPr id="52" name="Text 50"/>
          <p:cNvSpPr/>
          <p:nvPr/>
        </p:nvSpPr>
        <p:spPr>
          <a:xfrm>
            <a:off x="8667859" y="5175504"/>
            <a:ext cx="1300146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DRE mini-grids; transmission upgrade; rural quality supply.</a:t>
            </a:r>
            <a:endParaRPr lang="en-US" sz="1200"/>
          </a:p>
        </p:txBody>
      </p:sp>
      <p:sp>
        <p:nvSpPr>
          <p:cNvPr id="53" name="Shape 51"/>
          <p:cNvSpPr/>
          <p:nvPr/>
        </p:nvSpPr>
        <p:spPr>
          <a:xfrm>
            <a:off x="10169173" y="1188720"/>
            <a:ext cx="1519602" cy="5047488"/>
          </a:xfrm>
          <a:prstGeom prst="rect">
            <a:avLst/>
          </a:prstGeom>
          <a:solidFill>
            <a:srgbClr val="F4F5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4" name="Shape 52"/>
          <p:cNvSpPr/>
          <p:nvPr/>
        </p:nvSpPr>
        <p:spPr>
          <a:xfrm>
            <a:off x="10169173" y="1188720"/>
            <a:ext cx="1519602" cy="603504"/>
          </a:xfrm>
          <a:prstGeom prst="rect">
            <a:avLst/>
          </a:prstGeom>
          <a:solidFill>
            <a:srgbClr val="333F6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5" name="Text 53"/>
          <p:cNvSpPr/>
          <p:nvPr/>
        </p:nvSpPr>
        <p:spPr>
          <a:xfrm>
            <a:off x="10187461" y="1188720"/>
            <a:ext cx="148302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WASH</a:t>
            </a:r>
            <a:endParaRPr lang="en-US" sz="1200"/>
          </a:p>
        </p:txBody>
      </p:sp>
      <p:sp>
        <p:nvSpPr>
          <p:cNvPr id="56" name="Text 54"/>
          <p:cNvSpPr/>
          <p:nvPr/>
        </p:nvSpPr>
        <p:spPr>
          <a:xfrm>
            <a:off x="10260613" y="1920240"/>
            <a:ext cx="135501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Safely managed water ~76%</a:t>
            </a:r>
            <a:endParaRPr lang="en-US" sz="1200"/>
          </a:p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Basic sanitation ~83%</a:t>
            </a:r>
            <a:endParaRPr lang="en-US" sz="1200"/>
          </a:p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Open defecation ~7%</a:t>
            </a:r>
            <a:endParaRPr lang="en-US" sz="1200"/>
          </a:p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163M lack clean water access</a:t>
            </a:r>
            <a:endParaRPr lang="en-US" sz="1200"/>
          </a:p>
        </p:txBody>
      </p:sp>
      <p:sp>
        <p:nvSpPr>
          <p:cNvPr id="57" name="Shape 55"/>
          <p:cNvSpPr/>
          <p:nvPr/>
        </p:nvSpPr>
        <p:spPr>
          <a:xfrm>
            <a:off x="10242325" y="4864608"/>
            <a:ext cx="1373298" cy="1280160"/>
          </a:xfrm>
          <a:prstGeom prst="rect">
            <a:avLst/>
          </a:prstGeom>
          <a:solidFill>
            <a:srgbClr val="F4F1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8" name="Shape 56"/>
          <p:cNvSpPr/>
          <p:nvPr/>
        </p:nvSpPr>
        <p:spPr>
          <a:xfrm>
            <a:off x="10242325" y="4864608"/>
            <a:ext cx="1373298" cy="0"/>
          </a:xfrm>
          <a:prstGeom prst="line">
            <a:avLst/>
          </a:prstGeom>
          <a:noFill/>
          <a:ln w="19050">
            <a:solidFill>
              <a:srgbClr val="AD83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Text 57"/>
          <p:cNvSpPr/>
          <p:nvPr/>
        </p:nvSpPr>
        <p:spPr>
          <a:xfrm>
            <a:off x="10242325" y="4937760"/>
            <a:ext cx="13915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5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RECOMMENDED</a:t>
            </a:r>
            <a:endParaRPr lang="en-US" sz="1100"/>
          </a:p>
        </p:txBody>
      </p:sp>
      <p:sp>
        <p:nvSpPr>
          <p:cNvPr id="60" name="Text 58"/>
          <p:cNvSpPr/>
          <p:nvPr/>
        </p:nvSpPr>
        <p:spPr>
          <a:xfrm>
            <a:off x="10278901" y="5175504"/>
            <a:ext cx="1300146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JJM piped water; SBM sustainability; urban sewage treatment.</a:t>
            </a:r>
            <a:endParaRPr lang="en-US" sz="1200"/>
          </a:p>
        </p:txBody>
      </p:sp>
      <p:sp>
        <p:nvSpPr>
          <p:cNvPr id="61" name="Shape 59"/>
          <p:cNvSpPr/>
          <p:nvPr/>
        </p:nvSpPr>
        <p:spPr>
          <a:xfrm>
            <a:off x="502920" y="6400800"/>
            <a:ext cx="11185855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2" name="Text 60"/>
          <p:cNvSpPr/>
          <p:nvPr/>
        </p:nvSpPr>
        <p:spPr>
          <a:xfrm>
            <a:off x="502920" y="6446520"/>
            <a:ext cx="8961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Sources: World Bank · UN IGME · UNAIDS · FAO SOFI · JMP · MoSPI · NFHS-5</a:t>
            </a:r>
            <a:endParaRPr lang="en-US" sz="1200"/>
          </a:p>
        </p:txBody>
      </p:sp>
      <p:sp>
        <p:nvSpPr>
          <p:cNvPr id="63" name="Text 61"/>
          <p:cNvSpPr/>
          <p:nvPr/>
        </p:nvSpPr>
        <p:spPr>
          <a:xfrm>
            <a:off x="9905695" y="644652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ODA</a:t>
            </a: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02 / 23</a:t>
            </a:r>
            <a:endParaRPr lang="en-US" sz="12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KEY ACTORS &amp; ENGAGEMENT · POLITICAL CONTEXT · JULY 2026</a:t>
            </a:r>
            <a:endParaRPr lang="en-US" sz="120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831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Engagement approach with key stakeholders</a:t>
            </a:r>
            <a:endParaRPr lang="en-US" sz="1800"/>
          </a:p>
        </p:txBody>
      </p:sp>
      <p:sp>
        <p:nvSpPr>
          <p:cNvPr id="4" name="Shape 2"/>
          <p:cNvSpPr/>
          <p:nvPr/>
        </p:nvSpPr>
        <p:spPr>
          <a:xfrm>
            <a:off x="512064" y="1005840"/>
            <a:ext cx="502920" cy="0"/>
          </a:xfrm>
          <a:prstGeom prst="line">
            <a:avLst/>
          </a:prstGeom>
          <a:noFill/>
          <a:ln w="31750">
            <a:solidFill>
              <a:srgbClr val="AD83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02920" y="1115568"/>
            <a:ext cx="111831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i="1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Modi (BJP-led NDA) won 2024 (~37.4% vote, 240 seats). May 2026 state polls in Bengal, Kerala, Tamil Nadu extended BJP reach — Adityanath &amp; Rahul Gandhi emerge as next-gen figures.</a:t>
            </a:r>
            <a:endParaRPr lang="en-US" sz="1200"/>
          </a:p>
        </p:txBody>
      </p:sp>
      <p:sp>
        <p:nvSpPr>
          <p:cNvPr id="6" name="Text 4"/>
          <p:cNvSpPr/>
          <p:nvPr/>
        </p:nvSpPr>
        <p:spPr>
          <a:xfrm>
            <a:off x="502920" y="1700784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BLOC · KEY FIGURES</a:t>
            </a:r>
            <a:endParaRPr lang="en-US" sz="1200"/>
          </a:p>
        </p:txBody>
      </p:sp>
      <p:sp>
        <p:nvSpPr>
          <p:cNvPr id="7" name="Text 5"/>
          <p:cNvSpPr/>
          <p:nvPr/>
        </p:nvSpPr>
        <p:spPr>
          <a:xfrm>
            <a:off x="3520440" y="1700784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ENGAGE ON</a:t>
            </a:r>
            <a:endParaRPr lang="en-US" sz="1200"/>
          </a:p>
        </p:txBody>
      </p:sp>
      <p:sp>
        <p:nvSpPr>
          <p:cNvPr id="8" name="Text 6"/>
          <p:cNvSpPr/>
          <p:nvPr/>
        </p:nvSpPr>
        <p:spPr>
          <a:xfrm>
            <a:off x="5806440" y="1700784"/>
            <a:ext cx="3154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HOW TO ENGAGE</a:t>
            </a:r>
            <a:endParaRPr lang="en-US" sz="1200"/>
          </a:p>
        </p:txBody>
      </p:sp>
      <p:sp>
        <p:nvSpPr>
          <p:cNvPr id="9" name="Text 7"/>
          <p:cNvSpPr/>
          <p:nvPr/>
        </p:nvSpPr>
        <p:spPr>
          <a:xfrm>
            <a:off x="9098280" y="1700784"/>
            <a:ext cx="25877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EFFECT</a:t>
            </a:r>
            <a:endParaRPr lang="en-US" sz="1200"/>
          </a:p>
        </p:txBody>
      </p:sp>
      <p:sp>
        <p:nvSpPr>
          <p:cNvPr id="10" name="Shape 8"/>
          <p:cNvSpPr/>
          <p:nvPr/>
        </p:nvSpPr>
        <p:spPr>
          <a:xfrm>
            <a:off x="502920" y="1956816"/>
            <a:ext cx="11183112" cy="0"/>
          </a:xfrm>
          <a:prstGeom prst="line">
            <a:avLst/>
          </a:prstGeom>
          <a:noFill/>
          <a:ln w="12700">
            <a:solidFill>
              <a:srgbClr val="1D252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02920" y="2048256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Central government · BJP-NDA
</a:t>
            </a: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Modi (PM) · Sitharaman (Finance) · Jaishankar (External Affairs)</a:t>
            </a:r>
            <a:endParaRPr lang="en-US" sz="1200"/>
          </a:p>
        </p:txBody>
      </p:sp>
      <p:sp>
        <p:nvSpPr>
          <p:cNvPr id="12" name="Text 10"/>
          <p:cNvSpPr/>
          <p:nvPr/>
        </p:nvSpPr>
        <p:spPr>
          <a:xfrm>
            <a:off x="3520440" y="2048256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Viksit Bharat 2047 · climate resilience · infrastructure · trade.</a:t>
            </a:r>
            <a:endParaRPr lang="en-US" sz="1200"/>
          </a:p>
        </p:txBody>
      </p:sp>
      <p:sp>
        <p:nvSpPr>
          <p:cNvPr id="13" name="Text 11"/>
          <p:cNvSpPr/>
          <p:nvPr/>
        </p:nvSpPr>
        <p:spPr>
          <a:xfrm>
            <a:off x="5806440" y="2048256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NITI Aayog + line ministries; align with Viksit Bharat priorities; project-based MoUs.</a:t>
            </a:r>
            <a:endParaRPr lang="en-US" sz="1200"/>
          </a:p>
        </p:txBody>
      </p:sp>
      <p:sp>
        <p:nvSpPr>
          <p:cNvPr id="14" name="Text 12"/>
          <p:cNvSpPr/>
          <p:nvPr/>
        </p:nvSpPr>
        <p:spPr>
          <a:xfrm>
            <a:off x="9098280" y="2048256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Reinforces development partnership and strategic autonomy narrative.</a:t>
            </a:r>
            <a:endParaRPr lang="en-US" sz="1200"/>
          </a:p>
        </p:txBody>
      </p:sp>
      <p:sp>
        <p:nvSpPr>
          <p:cNvPr id="15" name="Shape 13"/>
          <p:cNvSpPr/>
          <p:nvPr/>
        </p:nvSpPr>
        <p:spPr>
          <a:xfrm>
            <a:off x="502920" y="2843784"/>
            <a:ext cx="11183112" cy="0"/>
          </a:xfrm>
          <a:prstGeom prst="line">
            <a:avLst/>
          </a:prstGeom>
          <a:noFill/>
          <a:ln w="6350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502920" y="2898648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Security &amp; foreign policy elite
</a:t>
            </a: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NSA Doval · CDS · External Affairs Ministry</a:t>
            </a:r>
            <a:endParaRPr lang="en-US" sz="1200"/>
          </a:p>
        </p:txBody>
      </p:sp>
      <p:sp>
        <p:nvSpPr>
          <p:cNvPr id="17" name="Text 15"/>
          <p:cNvSpPr/>
          <p:nvPr/>
        </p:nvSpPr>
        <p:spPr>
          <a:xfrm>
            <a:off x="3520440" y="2898648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Neighbourhood First · Indo-Pacific · HADR capacity.</a:t>
            </a:r>
            <a:endParaRPr lang="en-US" sz="1200"/>
          </a:p>
        </p:txBody>
      </p:sp>
      <p:sp>
        <p:nvSpPr>
          <p:cNvPr id="18" name="Text 16"/>
          <p:cNvSpPr/>
          <p:nvPr/>
        </p:nvSpPr>
        <p:spPr>
          <a:xfrm>
            <a:off x="5806440" y="2898648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Track-1.5 dialogues; defence &amp; strategic frameworks. Sensitive on sovereignty.</a:t>
            </a:r>
            <a:endParaRPr lang="en-US" sz="1200"/>
          </a:p>
        </p:txBody>
      </p:sp>
      <p:sp>
        <p:nvSpPr>
          <p:cNvPr id="19" name="Text 17"/>
          <p:cNvSpPr/>
          <p:nvPr/>
        </p:nvSpPr>
        <p:spPr>
          <a:xfrm>
            <a:off x="9098280" y="2898648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Any tilt on Pakistan/China reads as intrusive.</a:t>
            </a:r>
            <a:endParaRPr lang="en-US" sz="1200"/>
          </a:p>
        </p:txBody>
      </p:sp>
      <p:sp>
        <p:nvSpPr>
          <p:cNvPr id="20" name="Shape 18"/>
          <p:cNvSpPr/>
          <p:nvPr/>
        </p:nvSpPr>
        <p:spPr>
          <a:xfrm>
            <a:off x="502920" y="3694176"/>
            <a:ext cx="11183112" cy="0"/>
          </a:xfrm>
          <a:prstGeom prst="line">
            <a:avLst/>
          </a:prstGeom>
          <a:noFill/>
          <a:ln w="6350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02920" y="374904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Political opposition
</a:t>
            </a: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Rahul Gandhi (Congress/INDIA bloc) · Kharge · state CMs</a:t>
            </a:r>
            <a:endParaRPr lang="en-US" sz="1200"/>
          </a:p>
        </p:txBody>
      </p:sp>
      <p:sp>
        <p:nvSpPr>
          <p:cNvPr id="22" name="Text 20"/>
          <p:cNvSpPr/>
          <p:nvPr/>
        </p:nvSpPr>
        <p:spPr>
          <a:xfrm>
            <a:off x="3520440" y="374904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Federal issues · social inclusion · climate — cautiously.</a:t>
            </a:r>
            <a:endParaRPr lang="en-US" sz="1200"/>
          </a:p>
        </p:txBody>
      </p:sp>
      <p:sp>
        <p:nvSpPr>
          <p:cNvPr id="23" name="Text 21"/>
          <p:cNvSpPr/>
          <p:nvPr/>
        </p:nvSpPr>
        <p:spPr>
          <a:xfrm>
            <a:off x="5806440" y="374904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Low-key, even-handed; engage through state-level channels where opposition governs.</a:t>
            </a:r>
            <a:endParaRPr lang="en-US" sz="1200"/>
          </a:p>
        </p:txBody>
      </p:sp>
      <p:sp>
        <p:nvSpPr>
          <p:cNvPr id="24" name="Text 22"/>
          <p:cNvSpPr/>
          <p:nvPr/>
        </p:nvSpPr>
        <p:spPr>
          <a:xfrm>
            <a:off x="9098280" y="3749040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Signals plural engagement; space varies by state.</a:t>
            </a:r>
            <a:endParaRPr lang="en-US" sz="1200"/>
          </a:p>
        </p:txBody>
      </p:sp>
      <p:sp>
        <p:nvSpPr>
          <p:cNvPr id="25" name="Shape 23"/>
          <p:cNvSpPr/>
          <p:nvPr/>
        </p:nvSpPr>
        <p:spPr>
          <a:xfrm>
            <a:off x="502920" y="4544568"/>
            <a:ext cx="11183112" cy="0"/>
          </a:xfrm>
          <a:prstGeom prst="line">
            <a:avLst/>
          </a:prstGeom>
          <a:noFill/>
          <a:ln w="6350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502920" y="4599432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State governments &amp; Panchayati Raj
</a:t>
            </a: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Chief Ministers · District Collectors · Gram Panchayats</a:t>
            </a:r>
            <a:endParaRPr lang="en-US" sz="1200"/>
          </a:p>
        </p:txBody>
      </p:sp>
      <p:sp>
        <p:nvSpPr>
          <p:cNvPr id="27" name="Text 25"/>
          <p:cNvSpPr/>
          <p:nvPr/>
        </p:nvSpPr>
        <p:spPr>
          <a:xfrm>
            <a:off x="3520440" y="4599432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Rural development · climate adaptation · livelihoods.</a:t>
            </a:r>
            <a:endParaRPr lang="en-US" sz="1200"/>
          </a:p>
        </p:txBody>
      </p:sp>
      <p:sp>
        <p:nvSpPr>
          <p:cNvPr id="28" name="Text 26"/>
          <p:cNvSpPr/>
          <p:nvPr/>
        </p:nvSpPr>
        <p:spPr>
          <a:xfrm>
            <a:off x="5806440" y="4599432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Key entry for community delivery — 73rd/74th amendments devolved powers to local bodies.</a:t>
            </a:r>
            <a:endParaRPr lang="en-US" sz="1200"/>
          </a:p>
        </p:txBody>
      </p:sp>
      <p:sp>
        <p:nvSpPr>
          <p:cNvPr id="29" name="Text 27"/>
          <p:cNvSpPr/>
          <p:nvPr/>
        </p:nvSpPr>
        <p:spPr>
          <a:xfrm>
            <a:off x="9098280" y="459943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Empowers local delivery; note inter-state variation in capacity.</a:t>
            </a:r>
            <a:endParaRPr lang="en-US" sz="1200"/>
          </a:p>
        </p:txBody>
      </p:sp>
      <p:sp>
        <p:nvSpPr>
          <p:cNvPr id="30" name="Shape 28"/>
          <p:cNvSpPr/>
          <p:nvPr/>
        </p:nvSpPr>
        <p:spPr>
          <a:xfrm>
            <a:off x="502920" y="5394960"/>
            <a:ext cx="11183112" cy="0"/>
          </a:xfrm>
          <a:prstGeom prst="line">
            <a:avLst/>
          </a:prstGeom>
          <a:noFill/>
          <a:ln w="6350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502920" y="5449824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Multilateral &amp; development partners
</a:t>
            </a: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 · World Bank · ADB · bilateral agencies</a:t>
            </a:r>
            <a:endParaRPr lang="en-US" sz="1200"/>
          </a:p>
        </p:txBody>
      </p:sp>
      <p:sp>
        <p:nvSpPr>
          <p:cNvPr id="32" name="Text 30"/>
          <p:cNvSpPr/>
          <p:nvPr/>
        </p:nvSpPr>
        <p:spPr>
          <a:xfrm>
            <a:off x="3520440" y="5449824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Climate finance · health · skills · infra.</a:t>
            </a:r>
            <a:endParaRPr lang="en-US" sz="1200"/>
          </a:p>
        </p:txBody>
      </p:sp>
      <p:sp>
        <p:nvSpPr>
          <p:cNvPr id="33" name="Text 31"/>
          <p:cNvSpPr/>
          <p:nvPr/>
        </p:nvSpPr>
        <p:spPr>
          <a:xfrm>
            <a:off x="5806440" y="5449824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Lowest-risk channel — align with Viksit Bharat &amp; SDG frameworks.</a:t>
            </a:r>
            <a:endParaRPr lang="en-US" sz="1200"/>
          </a:p>
        </p:txBody>
      </p:sp>
      <p:sp>
        <p:nvSpPr>
          <p:cNvPr id="34" name="Text 32"/>
          <p:cNvSpPr/>
          <p:nvPr/>
        </p:nvSpPr>
        <p:spPr>
          <a:xfrm>
            <a:off x="9098280" y="5449824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Reinforces rules-based order; national scale.</a:t>
            </a:r>
            <a:endParaRPr lang="en-US" sz="1200"/>
          </a:p>
        </p:txBody>
      </p:sp>
      <p:sp>
        <p:nvSpPr>
          <p:cNvPr id="35" name="Shape 33"/>
          <p:cNvSpPr/>
          <p:nvPr/>
        </p:nvSpPr>
        <p:spPr>
          <a:xfrm>
            <a:off x="502920" y="6400800"/>
            <a:ext cx="11185855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502920" y="6446520"/>
            <a:ext cx="8961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PIB · Carnegie India · Freedom House · Bloomberg · Al Jazeera (Jan - Aug 2026)</a:t>
            </a:r>
            <a:endParaRPr lang="en-US" sz="1200"/>
          </a:p>
        </p:txBody>
      </p:sp>
      <p:sp>
        <p:nvSpPr>
          <p:cNvPr id="37" name="Text 35"/>
          <p:cNvSpPr/>
          <p:nvPr/>
        </p:nvSpPr>
        <p:spPr>
          <a:xfrm>
            <a:off x="9905695" y="644652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ODA</a:t>
            </a: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03 / 23</a:t>
            </a:r>
            <a:endParaRPr lang="en-US" sz="12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SHOCK &amp; RECOVERY GEOGRAPHY · JULY 2026</a:t>
            </a:r>
            <a:endParaRPr lang="en-US" sz="120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831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India is navigating compound climate shocks — floods, heatwaves and erratic monsoons — amid strong macro growth</a:t>
            </a:r>
            <a:endParaRPr lang="en-US" sz="1600"/>
          </a:p>
        </p:txBody>
      </p:sp>
      <p:sp>
        <p:nvSpPr>
          <p:cNvPr id="4" name="Shape 2"/>
          <p:cNvSpPr/>
          <p:nvPr/>
        </p:nvSpPr>
        <p:spPr>
          <a:xfrm>
            <a:off x="512064" y="1005840"/>
            <a:ext cx="502920" cy="0"/>
          </a:xfrm>
          <a:prstGeom prst="line">
            <a:avLst/>
          </a:prstGeom>
          <a:noFill/>
          <a:ln w="31750">
            <a:solidFill>
              <a:srgbClr val="AD83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02920" y="1188720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CRISIS GEOGRAPHY — 2024-25 flood &amp; drought severity</a:t>
            </a:r>
            <a:endParaRPr lang="en-US" sz="1200"/>
          </a:p>
        </p:txBody>
      </p:sp>
      <p:sp>
        <p:nvSpPr>
          <p:cNvPr id="7" name="Shape 4"/>
          <p:cNvSpPr/>
          <p:nvPr/>
        </p:nvSpPr>
        <p:spPr>
          <a:xfrm>
            <a:off x="548640" y="5715000"/>
            <a:ext cx="164592" cy="164592"/>
          </a:xfrm>
          <a:prstGeom prst="rect">
            <a:avLst/>
          </a:prstGeom>
          <a:solidFill>
            <a:srgbClr val="800026"/>
          </a:solidFill>
          <a:ln w="6350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786384" y="5687568"/>
            <a:ext cx="4023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Severe-flood belt (NE, Gujarat, Punjab)</a:t>
            </a:r>
            <a:endParaRPr lang="en-US" sz="1200"/>
          </a:p>
        </p:txBody>
      </p:sp>
      <p:sp>
        <p:nvSpPr>
          <p:cNvPr id="9" name="Shape 6"/>
          <p:cNvSpPr/>
          <p:nvPr/>
        </p:nvSpPr>
        <p:spPr>
          <a:xfrm>
            <a:off x="548640" y="5952744"/>
            <a:ext cx="164592" cy="164592"/>
          </a:xfrm>
          <a:prstGeom prst="rect">
            <a:avLst/>
          </a:prstGeom>
          <a:solidFill>
            <a:srgbClr val="FD8C3C"/>
          </a:solidFill>
          <a:ln w="6350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786384" y="5925312"/>
            <a:ext cx="4023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Climate-stress belt (Central India)</a:t>
            </a:r>
            <a:endParaRPr lang="en-US" sz="1200"/>
          </a:p>
        </p:txBody>
      </p:sp>
      <p:sp>
        <p:nvSpPr>
          <p:cNvPr id="11" name="Shape 8"/>
          <p:cNvSpPr/>
          <p:nvPr/>
        </p:nvSpPr>
        <p:spPr>
          <a:xfrm>
            <a:off x="548640" y="6190488"/>
            <a:ext cx="164592" cy="164592"/>
          </a:xfrm>
          <a:prstGeom prst="rect">
            <a:avLst/>
          </a:prstGeom>
          <a:solidFill>
            <a:srgbClr val="FFFFCC"/>
          </a:solidFill>
          <a:ln w="6350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786384" y="6163056"/>
            <a:ext cx="4023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Lower-risk &amp; metro zones</a:t>
            </a:r>
            <a:endParaRPr lang="en-US" sz="1200"/>
          </a:p>
        </p:txBody>
      </p:sp>
      <p:sp>
        <p:nvSpPr>
          <p:cNvPr id="13" name="Shape 10"/>
          <p:cNvSpPr/>
          <p:nvPr/>
        </p:nvSpPr>
        <p:spPr>
          <a:xfrm>
            <a:off x="4983480" y="1298448"/>
            <a:ext cx="82296" cy="1481328"/>
          </a:xfrm>
          <a:prstGeom prst="rect">
            <a:avLst/>
          </a:prstGeom>
          <a:solidFill>
            <a:srgbClr val="9B12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5175504" y="1298448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C7A8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01</a:t>
            </a:r>
            <a:endParaRPr lang="en-US" sz="1600"/>
          </a:p>
        </p:txBody>
      </p:sp>
      <p:sp>
        <p:nvSpPr>
          <p:cNvPr id="15" name="Text 12"/>
          <p:cNvSpPr/>
          <p:nvPr/>
        </p:nvSpPr>
        <p:spPr>
          <a:xfrm>
            <a:off x="5687568" y="1316736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CLIMATE — compound extremes 2024-25</a:t>
            </a:r>
            <a:endParaRPr lang="en-US" sz="1300"/>
          </a:p>
        </p:txBody>
      </p:sp>
      <p:sp>
        <p:nvSpPr>
          <p:cNvPr id="16" name="Text 13"/>
          <p:cNvSpPr/>
          <p:nvPr/>
        </p:nvSpPr>
        <p:spPr>
          <a:xfrm>
            <a:off x="5687568" y="1627632"/>
            <a:ext cx="6016752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Extreme weather on 331 of 334 days in 2025; 4,419 deaths; 17.4M ha crop damage. 2024 floods killed 1,878+, displaced 351,000. Erratic monsoons now the norm — intense bursts followed by dry spells.</a:t>
            </a:r>
            <a:endParaRPr lang="en-US" sz="1200"/>
          </a:p>
        </p:txBody>
      </p:sp>
      <p:sp>
        <p:nvSpPr>
          <p:cNvPr id="17" name="Shape 14"/>
          <p:cNvSpPr/>
          <p:nvPr/>
        </p:nvSpPr>
        <p:spPr>
          <a:xfrm>
            <a:off x="4983480" y="2944368"/>
            <a:ext cx="82296" cy="1481328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5175504" y="2944368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C7A8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</a:t>
            </a:r>
            <a:endParaRPr lang="en-US" sz="1600"/>
          </a:p>
        </p:txBody>
      </p:sp>
      <p:sp>
        <p:nvSpPr>
          <p:cNvPr id="19" name="Text 16"/>
          <p:cNvSpPr/>
          <p:nvPr/>
        </p:nvSpPr>
        <p:spPr>
          <a:xfrm>
            <a:off x="5687568" y="2962656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DEBT — manageable; ext. debt $763bn (20.8% GDP)</a:t>
            </a:r>
            <a:endParaRPr lang="en-US" sz="1300"/>
          </a:p>
        </p:txBody>
      </p:sp>
      <p:sp>
        <p:nvSpPr>
          <p:cNvPr id="20" name="Text 17"/>
          <p:cNvSpPr/>
          <p:nvPr/>
        </p:nvSpPr>
        <p:spPr>
          <a:xfrm>
            <a:off x="5687568" y="3273552"/>
            <a:ext cx="6016752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External debt at $762.8bn (Mar 2026); debt-to-GDP 20.8%. Forex reserves ~$700bn cover 11 months' imports. Public debt 55.6% of GDP; fiscal deficit target 4.3% in FY27.</a:t>
            </a:r>
            <a:endParaRPr lang="en-US" sz="1200"/>
          </a:p>
        </p:txBody>
      </p:sp>
      <p:sp>
        <p:nvSpPr>
          <p:cNvPr id="21" name="Shape 18"/>
          <p:cNvSpPr/>
          <p:nvPr/>
        </p:nvSpPr>
        <p:spPr>
          <a:xfrm>
            <a:off x="4983480" y="4590288"/>
            <a:ext cx="82296" cy="1481328"/>
          </a:xfrm>
          <a:prstGeom prst="rect">
            <a:avLst/>
          </a:prstGeom>
          <a:solidFill>
            <a:srgbClr val="2F58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19"/>
          <p:cNvSpPr/>
          <p:nvPr/>
        </p:nvSpPr>
        <p:spPr>
          <a:xfrm>
            <a:off x="5175504" y="4590288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C7A8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</a:t>
            </a:r>
            <a:endParaRPr lang="en-US" sz="1600"/>
          </a:p>
        </p:txBody>
      </p:sp>
      <p:sp>
        <p:nvSpPr>
          <p:cNvPr id="23" name="Text 20"/>
          <p:cNvSpPr/>
          <p:nvPr/>
        </p:nvSpPr>
        <p:spPr>
          <a:xfrm>
            <a:off x="5687568" y="4608576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ENERGY — near-universal access, grid stable</a:t>
            </a:r>
            <a:endParaRPr lang="en-US" sz="1300"/>
          </a:p>
        </p:txBody>
      </p:sp>
      <p:sp>
        <p:nvSpPr>
          <p:cNvPr id="24" name="Text 21"/>
          <p:cNvSpPr/>
          <p:nvPr/>
        </p:nvSpPr>
        <p:spPr>
          <a:xfrm>
            <a:off x="5687568" y="4919472"/>
            <a:ext cx="6016752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Electricity access 99.9%; rural access 99.2% (WB 2023). Generated 1,840 TWh (FY26), 29% non-fossil. 500GW renewable target by 2030 — solar/wind scaling fast.</a:t>
            </a:r>
            <a:endParaRPr lang="en-US" sz="1200"/>
          </a:p>
        </p:txBody>
      </p:sp>
      <p:sp>
        <p:nvSpPr>
          <p:cNvPr id="25" name="Text 22"/>
          <p:cNvSpPr/>
          <p:nvPr/>
        </p:nvSpPr>
        <p:spPr>
          <a:xfrm>
            <a:off x="5175504" y="5550408"/>
            <a:ext cx="6720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climate-shock belt overlaps with rain-fed agriculture — </a:t>
            </a: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Central and NE India face both flood and drought whiplash. Treat climate-smart agriculture and early-warning systems as resilience infrastructure.</a:t>
            </a:r>
            <a:endParaRPr lang="en-US" sz="1200"/>
          </a:p>
        </p:txBody>
      </p:sp>
      <p:sp>
        <p:nvSpPr>
          <p:cNvPr id="26" name="Shape 23"/>
          <p:cNvSpPr/>
          <p:nvPr/>
        </p:nvSpPr>
        <p:spPr>
          <a:xfrm>
            <a:off x="502920" y="6400800"/>
            <a:ext cx="11185855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4"/>
          <p:cNvSpPr/>
          <p:nvPr/>
        </p:nvSpPr>
        <p:spPr>
          <a:xfrm>
            <a:off x="502920" y="6446520"/>
            <a:ext cx="8961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Down To Earth · CEED India · RBI · MoSPI · World Bank · PIB</a:t>
            </a:r>
            <a:endParaRPr lang="en-US" sz="1200"/>
          </a:p>
        </p:txBody>
      </p:sp>
      <p:sp>
        <p:nvSpPr>
          <p:cNvPr id="28" name="Text 25"/>
          <p:cNvSpPr/>
          <p:nvPr/>
        </p:nvSpPr>
        <p:spPr>
          <a:xfrm>
            <a:off x="9905695" y="644652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ODA</a:t>
            </a: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04 / 23</a:t>
            </a:r>
            <a:endParaRPr lang="en-US" sz="1200"/>
          </a:p>
        </p:txBody>
      </p:sp>
      <p:sp>
        <p:nvSpPr>
          <p:cNvPr id="6" name="Andaman and Nicobar Islands"/>
          <p:cNvSpPr/>
          <p:nvPr/>
        </p:nvSpPr>
        <p:spPr>
          <a:xfrm>
            <a:off x="3728459" y="4776647"/>
            <a:ext cx="36912" cy="84612"/>
          </a:xfrm>
          <a:custGeom>
            <a:avLst/>
            <a:gdLst/>
            <a:ahLst/>
            <a:cxnLst/>
            <a:rect l="l" t="t" r="r" b="b"/>
            <a:pathLst>
              <a:path w="36912" h="84612">
                <a:moveTo>
                  <a:pt x="19830" y="71823"/>
                </a:moveTo>
                <a:lnTo>
                  <a:pt x="11184" y="62522"/>
                </a:lnTo>
                <a:lnTo>
                  <a:pt x="29334" y="71384"/>
                </a:lnTo>
                <a:lnTo>
                  <a:pt x="36912" y="52926"/>
                </a:lnTo>
                <a:lnTo>
                  <a:pt x="27094" y="0"/>
                </a:lnTo>
                <a:lnTo>
                  <a:pt x="12607" y="22439"/>
                </a:lnTo>
                <a:lnTo>
                  <a:pt x="4868" y="13843"/>
                </a:lnTo>
                <a:lnTo>
                  <a:pt x="12086" y="47575"/>
                </a:lnTo>
                <a:lnTo>
                  <a:pt x="11364" y="35166"/>
                </a:lnTo>
                <a:lnTo>
                  <a:pt x="0" y="43598"/>
                </a:lnTo>
                <a:lnTo>
                  <a:pt x="3322" y="84612"/>
                </a:lnTo>
                <a:lnTo>
                  <a:pt x="27363" y="81367"/>
                </a:lnTo>
                <a:lnTo>
                  <a:pt x="19830" y="71823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Andhra Pradesh"/>
          <p:cNvSpPr/>
          <p:nvPr/>
        </p:nvSpPr>
        <p:spPr>
          <a:xfrm>
            <a:off x="1702162" y="3920944"/>
            <a:ext cx="1015935" cy="897258"/>
          </a:xfrm>
          <a:custGeom>
            <a:avLst/>
            <a:gdLst/>
            <a:ahLst/>
            <a:cxnLst/>
            <a:rect l="l" t="t" r="r" b="b"/>
            <a:pathLst>
              <a:path w="1015935" h="897258">
                <a:moveTo>
                  <a:pt x="445928" y="768227"/>
                </a:moveTo>
                <a:lnTo>
                  <a:pt x="427972" y="687868"/>
                </a:lnTo>
                <a:lnTo>
                  <a:pt x="436729" y="627996"/>
                </a:lnTo>
                <a:lnTo>
                  <a:pt x="417764" y="560210"/>
                </a:lnTo>
                <a:lnTo>
                  <a:pt x="447953" y="476850"/>
                </a:lnTo>
                <a:lnTo>
                  <a:pt x="498414" y="449734"/>
                </a:lnTo>
                <a:lnTo>
                  <a:pt x="531350" y="472923"/>
                </a:lnTo>
                <a:lnTo>
                  <a:pt x="577933" y="392365"/>
                </a:lnTo>
                <a:lnTo>
                  <a:pt x="630819" y="391950"/>
                </a:lnTo>
                <a:lnTo>
                  <a:pt x="706286" y="357391"/>
                </a:lnTo>
                <a:lnTo>
                  <a:pt x="707029" y="288983"/>
                </a:lnTo>
                <a:lnTo>
                  <a:pt x="937298" y="116652"/>
                </a:lnTo>
                <a:lnTo>
                  <a:pt x="1015935" y="15833"/>
                </a:lnTo>
                <a:lnTo>
                  <a:pt x="1011174" y="485"/>
                </a:lnTo>
                <a:lnTo>
                  <a:pt x="996475" y="4150"/>
                </a:lnTo>
                <a:lnTo>
                  <a:pt x="1006067" y="11852"/>
                </a:lnTo>
                <a:lnTo>
                  <a:pt x="997164" y="18919"/>
                </a:lnTo>
                <a:lnTo>
                  <a:pt x="974282" y="19303"/>
                </a:lnTo>
                <a:lnTo>
                  <a:pt x="964533" y="49469"/>
                </a:lnTo>
                <a:lnTo>
                  <a:pt x="932301" y="55583"/>
                </a:lnTo>
                <a:lnTo>
                  <a:pt x="907088" y="47771"/>
                </a:lnTo>
                <a:lnTo>
                  <a:pt x="894557" y="19855"/>
                </a:lnTo>
                <a:lnTo>
                  <a:pt x="889548" y="32557"/>
                </a:lnTo>
                <a:lnTo>
                  <a:pt x="873093" y="0"/>
                </a:lnTo>
                <a:lnTo>
                  <a:pt x="861789" y="20846"/>
                </a:lnTo>
                <a:lnTo>
                  <a:pt x="852976" y="9544"/>
                </a:lnTo>
                <a:lnTo>
                  <a:pt x="852192" y="28524"/>
                </a:lnTo>
                <a:lnTo>
                  <a:pt x="832960" y="22476"/>
                </a:lnTo>
                <a:lnTo>
                  <a:pt x="845068" y="43949"/>
                </a:lnTo>
                <a:lnTo>
                  <a:pt x="795086" y="70879"/>
                </a:lnTo>
                <a:lnTo>
                  <a:pt x="800363" y="107415"/>
                </a:lnTo>
                <a:lnTo>
                  <a:pt x="768373" y="97911"/>
                </a:lnTo>
                <a:lnTo>
                  <a:pt x="747314" y="127072"/>
                </a:lnTo>
                <a:lnTo>
                  <a:pt x="727595" y="84265"/>
                </a:lnTo>
                <a:lnTo>
                  <a:pt x="700035" y="160252"/>
                </a:lnTo>
                <a:lnTo>
                  <a:pt x="670263" y="150041"/>
                </a:lnTo>
                <a:lnTo>
                  <a:pt x="617637" y="183917"/>
                </a:lnTo>
                <a:lnTo>
                  <a:pt x="560218" y="179182"/>
                </a:lnTo>
                <a:lnTo>
                  <a:pt x="546475" y="196267"/>
                </a:lnTo>
                <a:lnTo>
                  <a:pt x="529887" y="192331"/>
                </a:lnTo>
                <a:lnTo>
                  <a:pt x="520665" y="214271"/>
                </a:lnTo>
                <a:lnTo>
                  <a:pt x="580139" y="245460"/>
                </a:lnTo>
                <a:lnTo>
                  <a:pt x="561217" y="265246"/>
                </a:lnTo>
                <a:lnTo>
                  <a:pt x="528745" y="266701"/>
                </a:lnTo>
                <a:lnTo>
                  <a:pt x="519381" y="291366"/>
                </a:lnTo>
                <a:lnTo>
                  <a:pt x="485612" y="275848"/>
                </a:lnTo>
                <a:lnTo>
                  <a:pt x="470954" y="292731"/>
                </a:lnTo>
                <a:lnTo>
                  <a:pt x="463848" y="284297"/>
                </a:lnTo>
                <a:lnTo>
                  <a:pt x="458040" y="300135"/>
                </a:lnTo>
                <a:lnTo>
                  <a:pt x="488403" y="308020"/>
                </a:lnTo>
                <a:lnTo>
                  <a:pt x="484368" y="328681"/>
                </a:lnTo>
                <a:lnTo>
                  <a:pt x="460207" y="321898"/>
                </a:lnTo>
                <a:lnTo>
                  <a:pt x="436789" y="290810"/>
                </a:lnTo>
                <a:lnTo>
                  <a:pt x="413995" y="308517"/>
                </a:lnTo>
                <a:lnTo>
                  <a:pt x="420770" y="324060"/>
                </a:lnTo>
                <a:lnTo>
                  <a:pt x="407082" y="345761"/>
                </a:lnTo>
                <a:lnTo>
                  <a:pt x="383014" y="333791"/>
                </a:lnTo>
                <a:lnTo>
                  <a:pt x="317187" y="356425"/>
                </a:lnTo>
                <a:lnTo>
                  <a:pt x="312058" y="402857"/>
                </a:lnTo>
                <a:lnTo>
                  <a:pt x="285705" y="401099"/>
                </a:lnTo>
                <a:lnTo>
                  <a:pt x="257189" y="431157"/>
                </a:lnTo>
                <a:lnTo>
                  <a:pt x="209126" y="423795"/>
                </a:lnTo>
                <a:lnTo>
                  <a:pt x="174262" y="456526"/>
                </a:lnTo>
                <a:lnTo>
                  <a:pt x="61593" y="438923"/>
                </a:lnTo>
                <a:lnTo>
                  <a:pt x="34204" y="453422"/>
                </a:lnTo>
                <a:lnTo>
                  <a:pt x="46319" y="479905"/>
                </a:lnTo>
                <a:lnTo>
                  <a:pt x="26607" y="502904"/>
                </a:lnTo>
                <a:lnTo>
                  <a:pt x="51443" y="547755"/>
                </a:lnTo>
                <a:lnTo>
                  <a:pt x="40409" y="570430"/>
                </a:lnTo>
                <a:lnTo>
                  <a:pt x="1490" y="560507"/>
                </a:lnTo>
                <a:lnTo>
                  <a:pt x="13318" y="579811"/>
                </a:lnTo>
                <a:lnTo>
                  <a:pt x="0" y="625854"/>
                </a:lnTo>
                <a:lnTo>
                  <a:pt x="26707" y="641879"/>
                </a:lnTo>
                <a:lnTo>
                  <a:pt x="15251" y="654175"/>
                </a:lnTo>
                <a:lnTo>
                  <a:pt x="22282" y="674907"/>
                </a:lnTo>
                <a:lnTo>
                  <a:pt x="66389" y="661806"/>
                </a:lnTo>
                <a:lnTo>
                  <a:pt x="79885" y="681186"/>
                </a:lnTo>
                <a:lnTo>
                  <a:pt x="81648" y="662128"/>
                </a:lnTo>
                <a:lnTo>
                  <a:pt x="95730" y="683168"/>
                </a:lnTo>
                <a:lnTo>
                  <a:pt x="74681" y="690480"/>
                </a:lnTo>
                <a:lnTo>
                  <a:pt x="80667" y="723818"/>
                </a:lnTo>
                <a:lnTo>
                  <a:pt x="70928" y="704353"/>
                </a:lnTo>
                <a:lnTo>
                  <a:pt x="48906" y="708309"/>
                </a:lnTo>
                <a:lnTo>
                  <a:pt x="32882" y="684226"/>
                </a:lnTo>
                <a:lnTo>
                  <a:pt x="16488" y="685444"/>
                </a:lnTo>
                <a:lnTo>
                  <a:pt x="35214" y="717602"/>
                </a:lnTo>
                <a:lnTo>
                  <a:pt x="29513" y="743078"/>
                </a:lnTo>
                <a:lnTo>
                  <a:pt x="51939" y="741122"/>
                </a:lnTo>
                <a:lnTo>
                  <a:pt x="53423" y="718733"/>
                </a:lnTo>
                <a:lnTo>
                  <a:pt x="84967" y="729980"/>
                </a:lnTo>
                <a:lnTo>
                  <a:pt x="87870" y="752064"/>
                </a:lnTo>
                <a:lnTo>
                  <a:pt x="121224" y="743994"/>
                </a:lnTo>
                <a:lnTo>
                  <a:pt x="135127" y="716053"/>
                </a:lnTo>
                <a:lnTo>
                  <a:pt x="155613" y="714575"/>
                </a:lnTo>
                <a:lnTo>
                  <a:pt x="151215" y="732157"/>
                </a:lnTo>
                <a:lnTo>
                  <a:pt x="171810" y="727281"/>
                </a:lnTo>
                <a:lnTo>
                  <a:pt x="168288" y="757442"/>
                </a:lnTo>
                <a:lnTo>
                  <a:pt x="208303" y="765011"/>
                </a:lnTo>
                <a:lnTo>
                  <a:pt x="205206" y="800125"/>
                </a:lnTo>
                <a:lnTo>
                  <a:pt x="231964" y="807168"/>
                </a:lnTo>
                <a:lnTo>
                  <a:pt x="209535" y="853182"/>
                </a:lnTo>
                <a:lnTo>
                  <a:pt x="216358" y="863954"/>
                </a:lnTo>
                <a:lnTo>
                  <a:pt x="202271" y="853948"/>
                </a:lnTo>
                <a:lnTo>
                  <a:pt x="182785" y="887968"/>
                </a:lnTo>
                <a:lnTo>
                  <a:pt x="216383" y="897258"/>
                </a:lnTo>
                <a:lnTo>
                  <a:pt x="248149" y="836251"/>
                </a:lnTo>
                <a:lnTo>
                  <a:pt x="305251" y="842893"/>
                </a:lnTo>
                <a:lnTo>
                  <a:pt x="314392" y="822234"/>
                </a:lnTo>
                <a:lnTo>
                  <a:pt x="340295" y="819857"/>
                </a:lnTo>
                <a:lnTo>
                  <a:pt x="339913" y="797419"/>
                </a:lnTo>
                <a:lnTo>
                  <a:pt x="381207" y="817213"/>
                </a:lnTo>
                <a:lnTo>
                  <a:pt x="411742" y="771269"/>
                </a:lnTo>
                <a:lnTo>
                  <a:pt x="442557" y="781102"/>
                </a:lnTo>
                <a:lnTo>
                  <a:pt x="445928" y="768227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Arunāchal Pradesh"/>
          <p:cNvSpPr/>
          <p:nvPr/>
        </p:nvSpPr>
        <p:spPr>
          <a:xfrm>
            <a:off x="3583693" y="2508223"/>
            <a:ext cx="746561" cy="381090"/>
          </a:xfrm>
          <a:custGeom>
            <a:avLst/>
            <a:gdLst/>
            <a:ahLst/>
            <a:cxnLst/>
            <a:rect l="l" t="t" r="r" b="b"/>
            <a:pathLst>
              <a:path w="746561" h="381090">
                <a:moveTo>
                  <a:pt x="469377" y="381090"/>
                </a:moveTo>
                <a:lnTo>
                  <a:pt x="494411" y="378680"/>
                </a:lnTo>
                <a:lnTo>
                  <a:pt x="595989" y="299268"/>
                </a:lnTo>
                <a:lnTo>
                  <a:pt x="656531" y="286446"/>
                </a:lnTo>
                <a:lnTo>
                  <a:pt x="678172" y="312738"/>
                </a:lnTo>
                <a:lnTo>
                  <a:pt x="715273" y="318983"/>
                </a:lnTo>
                <a:lnTo>
                  <a:pt x="680156" y="254392"/>
                </a:lnTo>
                <a:lnTo>
                  <a:pt x="726349" y="213903"/>
                </a:lnTo>
                <a:lnTo>
                  <a:pt x="743200" y="215765"/>
                </a:lnTo>
                <a:lnTo>
                  <a:pt x="746561" y="198203"/>
                </a:lnTo>
                <a:lnTo>
                  <a:pt x="732919" y="190865"/>
                </a:lnTo>
                <a:lnTo>
                  <a:pt x="744758" y="173918"/>
                </a:lnTo>
                <a:lnTo>
                  <a:pt x="651258" y="137166"/>
                </a:lnTo>
                <a:lnTo>
                  <a:pt x="617504" y="153768"/>
                </a:lnTo>
                <a:lnTo>
                  <a:pt x="600278" y="144253"/>
                </a:lnTo>
                <a:lnTo>
                  <a:pt x="645182" y="94111"/>
                </a:lnTo>
                <a:lnTo>
                  <a:pt x="633737" y="52710"/>
                </a:lnTo>
                <a:lnTo>
                  <a:pt x="588073" y="76470"/>
                </a:lnTo>
                <a:lnTo>
                  <a:pt x="581516" y="52842"/>
                </a:lnTo>
                <a:lnTo>
                  <a:pt x="616965" y="28291"/>
                </a:lnTo>
                <a:lnTo>
                  <a:pt x="597979" y="31198"/>
                </a:lnTo>
                <a:lnTo>
                  <a:pt x="578177" y="0"/>
                </a:lnTo>
                <a:lnTo>
                  <a:pt x="515994" y="27382"/>
                </a:lnTo>
                <a:lnTo>
                  <a:pt x="496681" y="58418"/>
                </a:lnTo>
                <a:lnTo>
                  <a:pt x="414142" y="40620"/>
                </a:lnTo>
                <a:lnTo>
                  <a:pt x="392610" y="15298"/>
                </a:lnTo>
                <a:lnTo>
                  <a:pt x="339945" y="51608"/>
                </a:lnTo>
                <a:lnTo>
                  <a:pt x="303125" y="108237"/>
                </a:lnTo>
                <a:lnTo>
                  <a:pt x="228195" y="112514"/>
                </a:lnTo>
                <a:lnTo>
                  <a:pt x="213115" y="154601"/>
                </a:lnTo>
                <a:lnTo>
                  <a:pt x="145416" y="183104"/>
                </a:lnTo>
                <a:lnTo>
                  <a:pt x="152053" y="201841"/>
                </a:lnTo>
                <a:lnTo>
                  <a:pt x="129279" y="224946"/>
                </a:lnTo>
                <a:lnTo>
                  <a:pt x="84749" y="219701"/>
                </a:lnTo>
                <a:lnTo>
                  <a:pt x="47634" y="239433"/>
                </a:lnTo>
                <a:lnTo>
                  <a:pt x="0" y="220125"/>
                </a:lnTo>
                <a:lnTo>
                  <a:pt x="13078" y="271037"/>
                </a:lnTo>
                <a:lnTo>
                  <a:pt x="60294" y="271753"/>
                </a:lnTo>
                <a:lnTo>
                  <a:pt x="73202" y="298145"/>
                </a:lnTo>
                <a:lnTo>
                  <a:pt x="61354" y="326825"/>
                </a:lnTo>
                <a:lnTo>
                  <a:pt x="82519" y="352606"/>
                </a:lnTo>
                <a:lnTo>
                  <a:pt x="143322" y="333166"/>
                </a:lnTo>
                <a:lnTo>
                  <a:pt x="187794" y="349388"/>
                </a:lnTo>
                <a:lnTo>
                  <a:pt x="269038" y="342042"/>
                </a:lnTo>
                <a:lnTo>
                  <a:pt x="346448" y="266046"/>
                </a:lnTo>
                <a:lnTo>
                  <a:pt x="342541" y="250701"/>
                </a:lnTo>
                <a:lnTo>
                  <a:pt x="371075" y="261326"/>
                </a:lnTo>
                <a:lnTo>
                  <a:pt x="516637" y="206530"/>
                </a:lnTo>
                <a:lnTo>
                  <a:pt x="563226" y="205418"/>
                </a:lnTo>
                <a:lnTo>
                  <a:pt x="535346" y="238595"/>
                </a:lnTo>
                <a:lnTo>
                  <a:pt x="547087" y="279665"/>
                </a:lnTo>
                <a:lnTo>
                  <a:pt x="569139" y="287440"/>
                </a:lnTo>
                <a:lnTo>
                  <a:pt x="553187" y="302482"/>
                </a:lnTo>
                <a:lnTo>
                  <a:pt x="504402" y="301555"/>
                </a:lnTo>
                <a:lnTo>
                  <a:pt x="497287" y="319749"/>
                </a:lnTo>
                <a:lnTo>
                  <a:pt x="464622" y="332434"/>
                </a:lnTo>
                <a:lnTo>
                  <a:pt x="469377" y="381090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Assam"/>
          <p:cNvSpPr/>
          <p:nvPr/>
        </p:nvSpPr>
        <p:spPr>
          <a:xfrm>
            <a:off x="3348479" y="2713678"/>
            <a:ext cx="804353" cy="524973"/>
          </a:xfrm>
          <a:custGeom>
            <a:avLst/>
            <a:gdLst/>
            <a:ahLst/>
            <a:cxnLst/>
            <a:rect l="l" t="t" r="r" b="b"/>
            <a:pathLst>
              <a:path w="804353" h="524973">
                <a:moveTo>
                  <a:pt x="699592" y="127769"/>
                </a:moveTo>
                <a:lnTo>
                  <a:pt x="732501" y="114294"/>
                </a:lnTo>
                <a:lnTo>
                  <a:pt x="739616" y="96100"/>
                </a:lnTo>
                <a:lnTo>
                  <a:pt x="788401" y="97027"/>
                </a:lnTo>
                <a:lnTo>
                  <a:pt x="804353" y="81985"/>
                </a:lnTo>
                <a:lnTo>
                  <a:pt x="782301" y="74210"/>
                </a:lnTo>
                <a:lnTo>
                  <a:pt x="770560" y="33140"/>
                </a:lnTo>
                <a:lnTo>
                  <a:pt x="798498" y="0"/>
                </a:lnTo>
                <a:lnTo>
                  <a:pt x="751851" y="1075"/>
                </a:lnTo>
                <a:lnTo>
                  <a:pt x="606289" y="55871"/>
                </a:lnTo>
                <a:lnTo>
                  <a:pt x="577755" y="45246"/>
                </a:lnTo>
                <a:lnTo>
                  <a:pt x="581662" y="60591"/>
                </a:lnTo>
                <a:lnTo>
                  <a:pt x="494902" y="138849"/>
                </a:lnTo>
                <a:lnTo>
                  <a:pt x="423008" y="143933"/>
                </a:lnTo>
                <a:lnTo>
                  <a:pt x="378536" y="127711"/>
                </a:lnTo>
                <a:lnTo>
                  <a:pt x="300097" y="153104"/>
                </a:lnTo>
                <a:lnTo>
                  <a:pt x="279249" y="143204"/>
                </a:lnTo>
                <a:lnTo>
                  <a:pt x="253500" y="158574"/>
                </a:lnTo>
                <a:lnTo>
                  <a:pt x="129637" y="163837"/>
                </a:lnTo>
                <a:lnTo>
                  <a:pt x="83638" y="145677"/>
                </a:lnTo>
                <a:lnTo>
                  <a:pt x="20392" y="168443"/>
                </a:lnTo>
                <a:lnTo>
                  <a:pt x="20081" y="216551"/>
                </a:lnTo>
                <a:lnTo>
                  <a:pt x="0" y="243099"/>
                </a:lnTo>
                <a:lnTo>
                  <a:pt x="24013" y="276799"/>
                </a:lnTo>
                <a:lnTo>
                  <a:pt x="19420" y="342448"/>
                </a:lnTo>
                <a:lnTo>
                  <a:pt x="40935" y="323115"/>
                </a:lnTo>
                <a:lnTo>
                  <a:pt x="24959" y="304251"/>
                </a:lnTo>
                <a:lnTo>
                  <a:pt x="57590" y="273830"/>
                </a:lnTo>
                <a:lnTo>
                  <a:pt x="158955" y="276381"/>
                </a:lnTo>
                <a:lnTo>
                  <a:pt x="166412" y="293904"/>
                </a:lnTo>
                <a:lnTo>
                  <a:pt x="190573" y="288277"/>
                </a:lnTo>
                <a:lnTo>
                  <a:pt x="193962" y="307325"/>
                </a:lnTo>
                <a:lnTo>
                  <a:pt x="233165" y="286924"/>
                </a:lnTo>
                <a:lnTo>
                  <a:pt x="239454" y="264697"/>
                </a:lnTo>
                <a:lnTo>
                  <a:pt x="251006" y="282410"/>
                </a:lnTo>
                <a:lnTo>
                  <a:pt x="270711" y="252876"/>
                </a:lnTo>
                <a:lnTo>
                  <a:pt x="282623" y="269556"/>
                </a:lnTo>
                <a:lnTo>
                  <a:pt x="327926" y="260251"/>
                </a:lnTo>
                <a:lnTo>
                  <a:pt x="312339" y="276899"/>
                </a:lnTo>
                <a:lnTo>
                  <a:pt x="321647" y="281721"/>
                </a:lnTo>
                <a:lnTo>
                  <a:pt x="312811" y="314237"/>
                </a:lnTo>
                <a:lnTo>
                  <a:pt x="341816" y="302940"/>
                </a:lnTo>
                <a:lnTo>
                  <a:pt x="376053" y="325386"/>
                </a:lnTo>
                <a:lnTo>
                  <a:pt x="364810" y="342597"/>
                </a:lnTo>
                <a:lnTo>
                  <a:pt x="395136" y="376804"/>
                </a:lnTo>
                <a:lnTo>
                  <a:pt x="354113" y="391604"/>
                </a:lnTo>
                <a:lnTo>
                  <a:pt x="355040" y="424123"/>
                </a:lnTo>
                <a:lnTo>
                  <a:pt x="322685" y="420113"/>
                </a:lnTo>
                <a:lnTo>
                  <a:pt x="330607" y="442623"/>
                </a:lnTo>
                <a:lnTo>
                  <a:pt x="317422" y="510306"/>
                </a:lnTo>
                <a:lnTo>
                  <a:pt x="346717" y="508702"/>
                </a:lnTo>
                <a:lnTo>
                  <a:pt x="352183" y="524973"/>
                </a:lnTo>
                <a:lnTo>
                  <a:pt x="390054" y="472167"/>
                </a:lnTo>
                <a:lnTo>
                  <a:pt x="398531" y="492410"/>
                </a:lnTo>
                <a:lnTo>
                  <a:pt x="425522" y="487002"/>
                </a:lnTo>
                <a:lnTo>
                  <a:pt x="434152" y="432331"/>
                </a:lnTo>
                <a:lnTo>
                  <a:pt x="480113" y="364608"/>
                </a:lnTo>
                <a:lnTo>
                  <a:pt x="461807" y="331560"/>
                </a:lnTo>
                <a:lnTo>
                  <a:pt x="517657" y="273409"/>
                </a:lnTo>
                <a:lnTo>
                  <a:pt x="521479" y="295475"/>
                </a:lnTo>
                <a:lnTo>
                  <a:pt x="544801" y="280684"/>
                </a:lnTo>
                <a:lnTo>
                  <a:pt x="547651" y="245623"/>
                </a:lnTo>
                <a:lnTo>
                  <a:pt x="580143" y="195000"/>
                </a:lnTo>
                <a:lnTo>
                  <a:pt x="587812" y="206375"/>
                </a:lnTo>
                <a:lnTo>
                  <a:pt x="606103" y="178479"/>
                </a:lnTo>
                <a:lnTo>
                  <a:pt x="699592" y="127769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Bihār"/>
          <p:cNvSpPr/>
          <p:nvPr/>
        </p:nvSpPr>
        <p:spPr>
          <a:xfrm>
            <a:off x="2536576" y="2774617"/>
            <a:ext cx="633842" cy="443459"/>
          </a:xfrm>
          <a:custGeom>
            <a:avLst/>
            <a:gdLst/>
            <a:ahLst/>
            <a:cxnLst/>
            <a:rect l="l" t="t" r="r" b="b"/>
            <a:pathLst>
              <a:path w="633842" h="443459">
                <a:moveTo>
                  <a:pt x="23302" y="410651"/>
                </a:moveTo>
                <a:lnTo>
                  <a:pt x="70322" y="409723"/>
                </a:lnTo>
                <a:lnTo>
                  <a:pt x="87591" y="394549"/>
                </a:lnTo>
                <a:lnTo>
                  <a:pt x="100318" y="417229"/>
                </a:lnTo>
                <a:lnTo>
                  <a:pt x="124361" y="405844"/>
                </a:lnTo>
                <a:lnTo>
                  <a:pt x="149691" y="443459"/>
                </a:lnTo>
                <a:lnTo>
                  <a:pt x="188638" y="409939"/>
                </a:lnTo>
                <a:lnTo>
                  <a:pt x="201587" y="431674"/>
                </a:lnTo>
                <a:lnTo>
                  <a:pt x="225146" y="431650"/>
                </a:lnTo>
                <a:lnTo>
                  <a:pt x="261019" y="406560"/>
                </a:lnTo>
                <a:lnTo>
                  <a:pt x="298847" y="403305"/>
                </a:lnTo>
                <a:lnTo>
                  <a:pt x="307591" y="370129"/>
                </a:lnTo>
                <a:lnTo>
                  <a:pt x="348146" y="375760"/>
                </a:lnTo>
                <a:lnTo>
                  <a:pt x="397721" y="432281"/>
                </a:lnTo>
                <a:lnTo>
                  <a:pt x="417916" y="399301"/>
                </a:lnTo>
                <a:lnTo>
                  <a:pt x="457761" y="407947"/>
                </a:lnTo>
                <a:lnTo>
                  <a:pt x="460735" y="393210"/>
                </a:lnTo>
                <a:lnTo>
                  <a:pt x="474899" y="399247"/>
                </a:lnTo>
                <a:lnTo>
                  <a:pt x="486952" y="342886"/>
                </a:lnTo>
                <a:lnTo>
                  <a:pt x="510089" y="314854"/>
                </a:lnTo>
                <a:lnTo>
                  <a:pt x="529256" y="318865"/>
                </a:lnTo>
                <a:lnTo>
                  <a:pt x="542738" y="297592"/>
                </a:lnTo>
                <a:lnTo>
                  <a:pt x="572584" y="312341"/>
                </a:lnTo>
                <a:lnTo>
                  <a:pt x="568581" y="283895"/>
                </a:lnTo>
                <a:lnTo>
                  <a:pt x="586407" y="271579"/>
                </a:lnTo>
                <a:lnTo>
                  <a:pt x="605007" y="279175"/>
                </a:lnTo>
                <a:lnTo>
                  <a:pt x="602013" y="249186"/>
                </a:lnTo>
                <a:lnTo>
                  <a:pt x="571604" y="218217"/>
                </a:lnTo>
                <a:lnTo>
                  <a:pt x="633842" y="160478"/>
                </a:lnTo>
                <a:lnTo>
                  <a:pt x="625320" y="129983"/>
                </a:lnTo>
                <a:lnTo>
                  <a:pt x="608175" y="133211"/>
                </a:lnTo>
                <a:lnTo>
                  <a:pt x="598137" y="158418"/>
                </a:lnTo>
                <a:lnTo>
                  <a:pt x="581482" y="141537"/>
                </a:lnTo>
                <a:lnTo>
                  <a:pt x="511708" y="160622"/>
                </a:lnTo>
                <a:lnTo>
                  <a:pt x="479999" y="146485"/>
                </a:lnTo>
                <a:lnTo>
                  <a:pt x="477403" y="127859"/>
                </a:lnTo>
                <a:lnTo>
                  <a:pt x="434052" y="150370"/>
                </a:lnTo>
                <a:lnTo>
                  <a:pt x="383474" y="123338"/>
                </a:lnTo>
                <a:lnTo>
                  <a:pt x="344580" y="116917"/>
                </a:lnTo>
                <a:lnTo>
                  <a:pt x="322004" y="130338"/>
                </a:lnTo>
                <a:lnTo>
                  <a:pt x="294671" y="88637"/>
                </a:lnTo>
                <a:lnTo>
                  <a:pt x="240792" y="104347"/>
                </a:lnTo>
                <a:lnTo>
                  <a:pt x="238070" y="88936"/>
                </a:lnTo>
                <a:lnTo>
                  <a:pt x="168410" y="64752"/>
                </a:lnTo>
                <a:lnTo>
                  <a:pt x="165467" y="24575"/>
                </a:lnTo>
                <a:lnTo>
                  <a:pt x="123968" y="18657"/>
                </a:lnTo>
                <a:lnTo>
                  <a:pt x="105219" y="0"/>
                </a:lnTo>
                <a:lnTo>
                  <a:pt x="67192" y="9546"/>
                </a:lnTo>
                <a:lnTo>
                  <a:pt x="94202" y="86471"/>
                </a:lnTo>
                <a:lnTo>
                  <a:pt x="118872" y="90804"/>
                </a:lnTo>
                <a:lnTo>
                  <a:pt x="117167" y="106972"/>
                </a:lnTo>
                <a:lnTo>
                  <a:pt x="139980" y="122319"/>
                </a:lnTo>
                <a:lnTo>
                  <a:pt x="97543" y="120635"/>
                </a:lnTo>
                <a:lnTo>
                  <a:pt x="74832" y="137109"/>
                </a:lnTo>
                <a:lnTo>
                  <a:pt x="109051" y="157472"/>
                </a:lnTo>
                <a:lnTo>
                  <a:pt x="107694" y="175254"/>
                </a:lnTo>
                <a:lnTo>
                  <a:pt x="87730" y="184258"/>
                </a:lnTo>
                <a:lnTo>
                  <a:pt x="167316" y="245659"/>
                </a:lnTo>
                <a:lnTo>
                  <a:pt x="99824" y="246612"/>
                </a:lnTo>
                <a:lnTo>
                  <a:pt x="66973" y="285940"/>
                </a:lnTo>
                <a:lnTo>
                  <a:pt x="4715" y="318139"/>
                </a:lnTo>
                <a:lnTo>
                  <a:pt x="0" y="343168"/>
                </a:lnTo>
                <a:lnTo>
                  <a:pt x="28990" y="397225"/>
                </a:lnTo>
                <a:lnTo>
                  <a:pt x="23302" y="410651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Chandīgarh"/>
          <p:cNvSpPr/>
          <p:nvPr/>
        </p:nvSpPr>
        <p:spPr>
          <a:xfrm>
            <a:off x="1694542" y="2330601"/>
            <a:ext cx="16892" cy="12091"/>
          </a:xfrm>
          <a:custGeom>
            <a:avLst/>
            <a:gdLst/>
            <a:ahLst/>
            <a:cxnLst/>
            <a:rect l="l" t="t" r="r" b="b"/>
            <a:pathLst>
              <a:path w="16892" h="12091">
                <a:moveTo>
                  <a:pt x="16892" y="0"/>
                </a:moveTo>
                <a:lnTo>
                  <a:pt x="0" y="1587"/>
                </a:lnTo>
                <a:lnTo>
                  <a:pt x="12558" y="12091"/>
                </a:lnTo>
                <a:lnTo>
                  <a:pt x="16892" y="0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Chhattīsgarh"/>
          <p:cNvSpPr/>
          <p:nvPr/>
        </p:nvSpPr>
        <p:spPr>
          <a:xfrm>
            <a:off x="2148679" y="3242813"/>
            <a:ext cx="524850" cy="865954"/>
          </a:xfrm>
          <a:custGeom>
            <a:avLst/>
            <a:gdLst/>
            <a:ahLst/>
            <a:cxnLst/>
            <a:rect l="l" t="t" r="r" b="b"/>
            <a:pathLst>
              <a:path w="524850" h="865954">
                <a:moveTo>
                  <a:pt x="0" y="738584"/>
                </a:moveTo>
                <a:lnTo>
                  <a:pt x="58801" y="781136"/>
                </a:lnTo>
                <a:lnTo>
                  <a:pt x="60087" y="814411"/>
                </a:lnTo>
                <a:lnTo>
                  <a:pt x="89885" y="813251"/>
                </a:lnTo>
                <a:lnTo>
                  <a:pt x="93614" y="865481"/>
                </a:lnTo>
                <a:lnTo>
                  <a:pt x="142624" y="865954"/>
                </a:lnTo>
                <a:lnTo>
                  <a:pt x="159440" y="802366"/>
                </a:lnTo>
                <a:lnTo>
                  <a:pt x="188057" y="789263"/>
                </a:lnTo>
                <a:lnTo>
                  <a:pt x="215214" y="756766"/>
                </a:lnTo>
                <a:lnTo>
                  <a:pt x="206320" y="747571"/>
                </a:lnTo>
                <a:lnTo>
                  <a:pt x="251162" y="711671"/>
                </a:lnTo>
                <a:lnTo>
                  <a:pt x="243956" y="641914"/>
                </a:lnTo>
                <a:lnTo>
                  <a:pt x="223541" y="630919"/>
                </a:lnTo>
                <a:lnTo>
                  <a:pt x="228186" y="592091"/>
                </a:lnTo>
                <a:lnTo>
                  <a:pt x="201151" y="574554"/>
                </a:lnTo>
                <a:lnTo>
                  <a:pt x="203412" y="557308"/>
                </a:lnTo>
                <a:lnTo>
                  <a:pt x="250071" y="562891"/>
                </a:lnTo>
                <a:lnTo>
                  <a:pt x="263798" y="585893"/>
                </a:lnTo>
                <a:lnTo>
                  <a:pt x="276612" y="575690"/>
                </a:lnTo>
                <a:lnTo>
                  <a:pt x="296653" y="581618"/>
                </a:lnTo>
                <a:lnTo>
                  <a:pt x="295174" y="594121"/>
                </a:lnTo>
                <a:lnTo>
                  <a:pt x="309878" y="586001"/>
                </a:lnTo>
                <a:lnTo>
                  <a:pt x="310906" y="564092"/>
                </a:lnTo>
                <a:lnTo>
                  <a:pt x="270660" y="555603"/>
                </a:lnTo>
                <a:lnTo>
                  <a:pt x="264500" y="441324"/>
                </a:lnTo>
                <a:lnTo>
                  <a:pt x="279085" y="449796"/>
                </a:lnTo>
                <a:lnTo>
                  <a:pt x="301370" y="404932"/>
                </a:lnTo>
                <a:lnTo>
                  <a:pt x="363854" y="411656"/>
                </a:lnTo>
                <a:lnTo>
                  <a:pt x="381355" y="374233"/>
                </a:lnTo>
                <a:lnTo>
                  <a:pt x="398852" y="377981"/>
                </a:lnTo>
                <a:lnTo>
                  <a:pt x="390158" y="357286"/>
                </a:lnTo>
                <a:lnTo>
                  <a:pt x="422352" y="309374"/>
                </a:lnTo>
                <a:lnTo>
                  <a:pt x="418987" y="274425"/>
                </a:lnTo>
                <a:lnTo>
                  <a:pt x="475753" y="237983"/>
                </a:lnTo>
                <a:lnTo>
                  <a:pt x="475630" y="210327"/>
                </a:lnTo>
                <a:lnTo>
                  <a:pt x="502463" y="197408"/>
                </a:lnTo>
                <a:lnTo>
                  <a:pt x="524850" y="161918"/>
                </a:lnTo>
                <a:lnTo>
                  <a:pt x="493449" y="156497"/>
                </a:lnTo>
                <a:lnTo>
                  <a:pt x="478496" y="130333"/>
                </a:lnTo>
                <a:lnTo>
                  <a:pt x="483931" y="106008"/>
                </a:lnTo>
                <a:lnTo>
                  <a:pt x="469761" y="99967"/>
                </a:lnTo>
                <a:lnTo>
                  <a:pt x="476533" y="64707"/>
                </a:lnTo>
                <a:lnTo>
                  <a:pt x="445460" y="67928"/>
                </a:lnTo>
                <a:lnTo>
                  <a:pt x="402258" y="2845"/>
                </a:lnTo>
                <a:lnTo>
                  <a:pt x="388054" y="0"/>
                </a:lnTo>
                <a:lnTo>
                  <a:pt x="365145" y="30336"/>
                </a:lnTo>
                <a:lnTo>
                  <a:pt x="321891" y="19804"/>
                </a:lnTo>
                <a:lnTo>
                  <a:pt x="286601" y="44215"/>
                </a:lnTo>
                <a:lnTo>
                  <a:pt x="169998" y="27955"/>
                </a:lnTo>
                <a:lnTo>
                  <a:pt x="181135" y="52781"/>
                </a:lnTo>
                <a:lnTo>
                  <a:pt x="165959" y="71438"/>
                </a:lnTo>
                <a:lnTo>
                  <a:pt x="172370" y="85613"/>
                </a:lnTo>
                <a:lnTo>
                  <a:pt x="210077" y="78666"/>
                </a:lnTo>
                <a:lnTo>
                  <a:pt x="244532" y="107316"/>
                </a:lnTo>
                <a:lnTo>
                  <a:pt x="240382" y="132113"/>
                </a:lnTo>
                <a:lnTo>
                  <a:pt x="212491" y="140915"/>
                </a:lnTo>
                <a:lnTo>
                  <a:pt x="171720" y="215137"/>
                </a:lnTo>
                <a:lnTo>
                  <a:pt x="106703" y="228919"/>
                </a:lnTo>
                <a:lnTo>
                  <a:pt x="93343" y="280284"/>
                </a:lnTo>
                <a:lnTo>
                  <a:pt x="80834" y="273922"/>
                </a:lnTo>
                <a:lnTo>
                  <a:pt x="57694" y="328243"/>
                </a:lnTo>
                <a:lnTo>
                  <a:pt x="51769" y="385175"/>
                </a:lnTo>
                <a:lnTo>
                  <a:pt x="24336" y="402217"/>
                </a:lnTo>
                <a:lnTo>
                  <a:pt x="19270" y="425012"/>
                </a:lnTo>
                <a:lnTo>
                  <a:pt x="34774" y="435096"/>
                </a:lnTo>
                <a:lnTo>
                  <a:pt x="40067" y="469442"/>
                </a:lnTo>
                <a:lnTo>
                  <a:pt x="26494" y="478525"/>
                </a:lnTo>
                <a:lnTo>
                  <a:pt x="45693" y="481263"/>
                </a:lnTo>
                <a:lnTo>
                  <a:pt x="44993" y="517749"/>
                </a:lnTo>
                <a:lnTo>
                  <a:pt x="15579" y="529773"/>
                </a:lnTo>
                <a:lnTo>
                  <a:pt x="36142" y="553527"/>
                </a:lnTo>
                <a:lnTo>
                  <a:pt x="16400" y="591341"/>
                </a:lnTo>
                <a:lnTo>
                  <a:pt x="34803" y="588302"/>
                </a:lnTo>
                <a:lnTo>
                  <a:pt x="79616" y="634469"/>
                </a:lnTo>
                <a:lnTo>
                  <a:pt x="61628" y="660844"/>
                </a:lnTo>
                <a:lnTo>
                  <a:pt x="38228" y="645378"/>
                </a:lnTo>
                <a:lnTo>
                  <a:pt x="15398" y="666983"/>
                </a:lnTo>
                <a:lnTo>
                  <a:pt x="0" y="738584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Delhi"/>
          <p:cNvSpPr/>
          <p:nvPr/>
        </p:nvSpPr>
        <p:spPr>
          <a:xfrm>
            <a:off x="1717297" y="2590835"/>
            <a:ext cx="56378" cy="62178"/>
          </a:xfrm>
          <a:custGeom>
            <a:avLst/>
            <a:gdLst/>
            <a:ahLst/>
            <a:cxnLst/>
            <a:rect l="l" t="t" r="r" b="b"/>
            <a:pathLst>
              <a:path w="56378" h="62178">
                <a:moveTo>
                  <a:pt x="41487" y="0"/>
                </a:moveTo>
                <a:lnTo>
                  <a:pt x="8514" y="5429"/>
                </a:lnTo>
                <a:lnTo>
                  <a:pt x="0" y="48998"/>
                </a:lnTo>
                <a:lnTo>
                  <a:pt x="26745" y="47171"/>
                </a:lnTo>
                <a:lnTo>
                  <a:pt x="36975" y="62178"/>
                </a:lnTo>
                <a:lnTo>
                  <a:pt x="56378" y="50456"/>
                </a:lnTo>
                <a:lnTo>
                  <a:pt x="41487" y="0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Dādra and Nagar Haveli and Damān and Diu"/>
          <p:cNvSpPr/>
          <p:nvPr/>
        </p:nvSpPr>
        <p:spPr>
          <a:xfrm>
            <a:off x="1211737" y="3756743"/>
            <a:ext cx="37990" cy="40236"/>
          </a:xfrm>
          <a:custGeom>
            <a:avLst/>
            <a:gdLst/>
            <a:ahLst/>
            <a:cxnLst/>
            <a:rect l="l" t="t" r="r" b="b"/>
            <a:pathLst>
              <a:path w="37990" h="40236">
                <a:moveTo>
                  <a:pt x="37990" y="32914"/>
                </a:moveTo>
                <a:lnTo>
                  <a:pt x="32629" y="20881"/>
                </a:lnTo>
                <a:lnTo>
                  <a:pt x="18876" y="27239"/>
                </a:lnTo>
                <a:lnTo>
                  <a:pt x="32451" y="9861"/>
                </a:lnTo>
                <a:lnTo>
                  <a:pt x="23494" y="0"/>
                </a:lnTo>
                <a:lnTo>
                  <a:pt x="0" y="11646"/>
                </a:lnTo>
                <a:lnTo>
                  <a:pt x="16218" y="40236"/>
                </a:lnTo>
                <a:lnTo>
                  <a:pt x="37990" y="32914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Goa"/>
          <p:cNvSpPr/>
          <p:nvPr/>
        </p:nvSpPr>
        <p:spPr>
          <a:xfrm>
            <a:off x="1308882" y="4382343"/>
            <a:ext cx="84154" cy="122591"/>
          </a:xfrm>
          <a:custGeom>
            <a:avLst/>
            <a:gdLst/>
            <a:ahLst/>
            <a:cxnLst/>
            <a:rect l="l" t="t" r="r" b="b"/>
            <a:pathLst>
              <a:path w="84154" h="122591">
                <a:moveTo>
                  <a:pt x="0" y="10118"/>
                </a:moveTo>
                <a:lnTo>
                  <a:pt x="14324" y="46412"/>
                </a:lnTo>
                <a:lnTo>
                  <a:pt x="33235" y="50214"/>
                </a:lnTo>
                <a:lnTo>
                  <a:pt x="13699" y="53407"/>
                </a:lnTo>
                <a:lnTo>
                  <a:pt x="27941" y="64346"/>
                </a:lnTo>
                <a:lnTo>
                  <a:pt x="30154" y="98175"/>
                </a:lnTo>
                <a:lnTo>
                  <a:pt x="49807" y="122591"/>
                </a:lnTo>
                <a:lnTo>
                  <a:pt x="73453" y="115527"/>
                </a:lnTo>
                <a:lnTo>
                  <a:pt x="73321" y="74389"/>
                </a:lnTo>
                <a:lnTo>
                  <a:pt x="84154" y="69396"/>
                </a:lnTo>
                <a:lnTo>
                  <a:pt x="73208" y="19686"/>
                </a:lnTo>
                <a:lnTo>
                  <a:pt x="40146" y="25970"/>
                </a:lnTo>
                <a:lnTo>
                  <a:pt x="23051" y="0"/>
                </a:lnTo>
                <a:lnTo>
                  <a:pt x="0" y="10118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Gujarāt"/>
          <p:cNvSpPr/>
          <p:nvPr/>
        </p:nvSpPr>
        <p:spPr>
          <a:xfrm>
            <a:off x="601650" y="3159671"/>
            <a:ext cx="809215" cy="628011"/>
          </a:xfrm>
          <a:custGeom>
            <a:avLst/>
            <a:gdLst/>
            <a:ahLst/>
            <a:cxnLst/>
            <a:rect l="l" t="t" r="r" b="b"/>
            <a:pathLst>
              <a:path w="809215" h="628011">
                <a:moveTo>
                  <a:pt x="616376" y="617871"/>
                </a:moveTo>
                <a:lnTo>
                  <a:pt x="610694" y="607923"/>
                </a:lnTo>
                <a:lnTo>
                  <a:pt x="633539" y="597065"/>
                </a:lnTo>
                <a:lnTo>
                  <a:pt x="642538" y="606933"/>
                </a:lnTo>
                <a:lnTo>
                  <a:pt x="629482" y="624756"/>
                </a:lnTo>
                <a:lnTo>
                  <a:pt x="674316" y="619303"/>
                </a:lnTo>
                <a:lnTo>
                  <a:pt x="678491" y="548061"/>
                </a:lnTo>
                <a:lnTo>
                  <a:pt x="716049" y="569023"/>
                </a:lnTo>
                <a:lnTo>
                  <a:pt x="741201" y="544662"/>
                </a:lnTo>
                <a:lnTo>
                  <a:pt x="735968" y="511757"/>
                </a:lnTo>
                <a:lnTo>
                  <a:pt x="694733" y="485903"/>
                </a:lnTo>
                <a:lnTo>
                  <a:pt x="725091" y="485450"/>
                </a:lnTo>
                <a:lnTo>
                  <a:pt x="740756" y="453761"/>
                </a:lnTo>
                <a:lnTo>
                  <a:pt x="789367" y="440919"/>
                </a:lnTo>
                <a:lnTo>
                  <a:pt x="729712" y="441003"/>
                </a:lnTo>
                <a:lnTo>
                  <a:pt x="722541" y="396173"/>
                </a:lnTo>
                <a:lnTo>
                  <a:pt x="767271" y="379179"/>
                </a:lnTo>
                <a:lnTo>
                  <a:pt x="756817" y="323468"/>
                </a:lnTo>
                <a:lnTo>
                  <a:pt x="785601" y="318060"/>
                </a:lnTo>
                <a:lnTo>
                  <a:pt x="753440" y="298735"/>
                </a:lnTo>
                <a:lnTo>
                  <a:pt x="796804" y="285035"/>
                </a:lnTo>
                <a:lnTo>
                  <a:pt x="809215" y="254728"/>
                </a:lnTo>
                <a:lnTo>
                  <a:pt x="762154" y="194602"/>
                </a:lnTo>
                <a:lnTo>
                  <a:pt x="701103" y="173360"/>
                </a:lnTo>
                <a:lnTo>
                  <a:pt x="704723" y="149663"/>
                </a:lnTo>
                <a:lnTo>
                  <a:pt x="687848" y="151637"/>
                </a:lnTo>
                <a:lnTo>
                  <a:pt x="666051" y="126324"/>
                </a:lnTo>
                <a:lnTo>
                  <a:pt x="667342" y="83342"/>
                </a:lnTo>
                <a:lnTo>
                  <a:pt x="652169" y="97389"/>
                </a:lnTo>
                <a:lnTo>
                  <a:pt x="629849" y="70991"/>
                </a:lnTo>
                <a:lnTo>
                  <a:pt x="649174" y="47774"/>
                </a:lnTo>
                <a:lnTo>
                  <a:pt x="631002" y="43287"/>
                </a:lnTo>
                <a:lnTo>
                  <a:pt x="632703" y="29597"/>
                </a:lnTo>
                <a:lnTo>
                  <a:pt x="609901" y="51436"/>
                </a:lnTo>
                <a:lnTo>
                  <a:pt x="562576" y="26410"/>
                </a:lnTo>
                <a:lnTo>
                  <a:pt x="552176" y="40792"/>
                </a:lnTo>
                <a:lnTo>
                  <a:pt x="525338" y="17357"/>
                </a:lnTo>
                <a:lnTo>
                  <a:pt x="538191" y="11469"/>
                </a:lnTo>
                <a:lnTo>
                  <a:pt x="501778" y="0"/>
                </a:lnTo>
                <a:lnTo>
                  <a:pt x="475156" y="14099"/>
                </a:lnTo>
                <a:lnTo>
                  <a:pt x="378972" y="3098"/>
                </a:lnTo>
                <a:lnTo>
                  <a:pt x="365078" y="23151"/>
                </a:lnTo>
                <a:lnTo>
                  <a:pt x="382174" y="42026"/>
                </a:lnTo>
                <a:lnTo>
                  <a:pt x="344625" y="66625"/>
                </a:lnTo>
                <a:lnTo>
                  <a:pt x="312086" y="63196"/>
                </a:lnTo>
                <a:lnTo>
                  <a:pt x="312343" y="39784"/>
                </a:lnTo>
                <a:lnTo>
                  <a:pt x="253392" y="57244"/>
                </a:lnTo>
                <a:lnTo>
                  <a:pt x="242595" y="74229"/>
                </a:lnTo>
                <a:lnTo>
                  <a:pt x="205218" y="74242"/>
                </a:lnTo>
                <a:lnTo>
                  <a:pt x="187732" y="57513"/>
                </a:lnTo>
                <a:lnTo>
                  <a:pt x="112529" y="67088"/>
                </a:lnTo>
                <a:lnTo>
                  <a:pt x="105171" y="56175"/>
                </a:lnTo>
                <a:lnTo>
                  <a:pt x="94883" y="68501"/>
                </a:lnTo>
                <a:lnTo>
                  <a:pt x="89985" y="54136"/>
                </a:lnTo>
                <a:lnTo>
                  <a:pt x="80655" y="101647"/>
                </a:lnTo>
                <a:lnTo>
                  <a:pt x="31963" y="99792"/>
                </a:lnTo>
                <a:lnTo>
                  <a:pt x="11345" y="114840"/>
                </a:lnTo>
                <a:lnTo>
                  <a:pt x="0" y="150392"/>
                </a:lnTo>
                <a:lnTo>
                  <a:pt x="45958" y="163837"/>
                </a:lnTo>
                <a:lnTo>
                  <a:pt x="35699" y="177256"/>
                </a:lnTo>
                <a:lnTo>
                  <a:pt x="63683" y="189632"/>
                </a:lnTo>
                <a:lnTo>
                  <a:pt x="53700" y="200986"/>
                </a:lnTo>
                <a:lnTo>
                  <a:pt x="65572" y="193666"/>
                </a:lnTo>
                <a:lnTo>
                  <a:pt x="65296" y="211528"/>
                </a:lnTo>
                <a:lnTo>
                  <a:pt x="137147" y="257191"/>
                </a:lnTo>
                <a:lnTo>
                  <a:pt x="202843" y="261550"/>
                </a:lnTo>
                <a:lnTo>
                  <a:pt x="249808" y="245766"/>
                </a:lnTo>
                <a:lnTo>
                  <a:pt x="277307" y="206082"/>
                </a:lnTo>
                <a:lnTo>
                  <a:pt x="329984" y="205493"/>
                </a:lnTo>
                <a:lnTo>
                  <a:pt x="255341" y="296256"/>
                </a:lnTo>
                <a:lnTo>
                  <a:pt x="222930" y="313415"/>
                </a:lnTo>
                <a:lnTo>
                  <a:pt x="205119" y="305643"/>
                </a:lnTo>
                <a:lnTo>
                  <a:pt x="195531" y="322792"/>
                </a:lnTo>
                <a:lnTo>
                  <a:pt x="132024" y="345339"/>
                </a:lnTo>
                <a:lnTo>
                  <a:pt x="136898" y="314239"/>
                </a:lnTo>
                <a:lnTo>
                  <a:pt x="116647" y="318592"/>
                </a:lnTo>
                <a:lnTo>
                  <a:pt x="120780" y="306079"/>
                </a:lnTo>
                <a:lnTo>
                  <a:pt x="104008" y="329381"/>
                </a:lnTo>
                <a:lnTo>
                  <a:pt x="259608" y="501732"/>
                </a:lnTo>
                <a:lnTo>
                  <a:pt x="343972" y="551535"/>
                </a:lnTo>
                <a:lnTo>
                  <a:pt x="508244" y="482070"/>
                </a:lnTo>
                <a:lnTo>
                  <a:pt x="533258" y="423544"/>
                </a:lnTo>
                <a:lnTo>
                  <a:pt x="514629" y="398535"/>
                </a:lnTo>
                <a:lnTo>
                  <a:pt x="541490" y="328773"/>
                </a:lnTo>
                <a:lnTo>
                  <a:pt x="548358" y="343355"/>
                </a:lnTo>
                <a:lnTo>
                  <a:pt x="559625" y="328049"/>
                </a:lnTo>
                <a:lnTo>
                  <a:pt x="590181" y="340309"/>
                </a:lnTo>
                <a:lnTo>
                  <a:pt x="613570" y="329664"/>
                </a:lnTo>
                <a:lnTo>
                  <a:pt x="590479" y="348198"/>
                </a:lnTo>
                <a:lnTo>
                  <a:pt x="567854" y="345015"/>
                </a:lnTo>
                <a:lnTo>
                  <a:pt x="558626" y="381128"/>
                </a:lnTo>
                <a:lnTo>
                  <a:pt x="578870" y="378206"/>
                </a:lnTo>
                <a:lnTo>
                  <a:pt x="561155" y="416259"/>
                </a:lnTo>
                <a:lnTo>
                  <a:pt x="596728" y="419053"/>
                </a:lnTo>
                <a:lnTo>
                  <a:pt x="571905" y="429014"/>
                </a:lnTo>
                <a:lnTo>
                  <a:pt x="587731" y="435384"/>
                </a:lnTo>
                <a:lnTo>
                  <a:pt x="570093" y="465777"/>
                </a:lnTo>
                <a:lnTo>
                  <a:pt x="609003" y="567500"/>
                </a:lnTo>
                <a:lnTo>
                  <a:pt x="587743" y="628011"/>
                </a:lnTo>
                <a:lnTo>
                  <a:pt x="616376" y="617871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Haryāna"/>
          <p:cNvSpPr/>
          <p:nvPr/>
        </p:nvSpPr>
        <p:spPr>
          <a:xfrm>
            <a:off x="1410952" y="2309816"/>
            <a:ext cx="398047" cy="446105"/>
          </a:xfrm>
          <a:custGeom>
            <a:avLst/>
            <a:gdLst/>
            <a:ahLst/>
            <a:cxnLst/>
            <a:rect l="l" t="t" r="r" b="b"/>
            <a:pathLst>
              <a:path w="398047" h="446105">
                <a:moveTo>
                  <a:pt x="365091" y="328300"/>
                </a:moveTo>
                <a:lnTo>
                  <a:pt x="343320" y="343197"/>
                </a:lnTo>
                <a:lnTo>
                  <a:pt x="300698" y="318804"/>
                </a:lnTo>
                <a:lnTo>
                  <a:pt x="313958" y="312525"/>
                </a:lnTo>
                <a:lnTo>
                  <a:pt x="314859" y="286448"/>
                </a:lnTo>
                <a:lnTo>
                  <a:pt x="350153" y="277814"/>
                </a:lnTo>
                <a:lnTo>
                  <a:pt x="336371" y="157226"/>
                </a:lnTo>
                <a:lnTo>
                  <a:pt x="398047" y="73745"/>
                </a:lnTo>
                <a:lnTo>
                  <a:pt x="347944" y="60541"/>
                </a:lnTo>
                <a:lnTo>
                  <a:pt x="342401" y="30468"/>
                </a:lnTo>
                <a:lnTo>
                  <a:pt x="310537" y="714"/>
                </a:lnTo>
                <a:lnTo>
                  <a:pt x="292616" y="0"/>
                </a:lnTo>
                <a:lnTo>
                  <a:pt x="313066" y="71378"/>
                </a:lnTo>
                <a:lnTo>
                  <a:pt x="288156" y="65825"/>
                </a:lnTo>
                <a:lnTo>
                  <a:pt x="264687" y="88298"/>
                </a:lnTo>
                <a:lnTo>
                  <a:pt x="277344" y="98895"/>
                </a:lnTo>
                <a:lnTo>
                  <a:pt x="263360" y="113901"/>
                </a:lnTo>
                <a:lnTo>
                  <a:pt x="247638" y="97929"/>
                </a:lnTo>
                <a:lnTo>
                  <a:pt x="234785" y="111264"/>
                </a:lnTo>
                <a:lnTo>
                  <a:pt x="220260" y="102827"/>
                </a:lnTo>
                <a:lnTo>
                  <a:pt x="224863" y="144557"/>
                </a:lnTo>
                <a:lnTo>
                  <a:pt x="199360" y="159611"/>
                </a:lnTo>
                <a:lnTo>
                  <a:pt x="125032" y="150720"/>
                </a:lnTo>
                <a:lnTo>
                  <a:pt x="96497" y="187141"/>
                </a:lnTo>
                <a:lnTo>
                  <a:pt x="97291" y="157975"/>
                </a:lnTo>
                <a:lnTo>
                  <a:pt x="79111" y="136277"/>
                </a:lnTo>
                <a:lnTo>
                  <a:pt x="5292" y="133923"/>
                </a:lnTo>
                <a:lnTo>
                  <a:pt x="0" y="159256"/>
                </a:lnTo>
                <a:lnTo>
                  <a:pt x="17673" y="158317"/>
                </a:lnTo>
                <a:lnTo>
                  <a:pt x="15529" y="216588"/>
                </a:lnTo>
                <a:lnTo>
                  <a:pt x="47513" y="206140"/>
                </a:lnTo>
                <a:lnTo>
                  <a:pt x="76153" y="230002"/>
                </a:lnTo>
                <a:lnTo>
                  <a:pt x="118793" y="226435"/>
                </a:lnTo>
                <a:lnTo>
                  <a:pt x="138013" y="314586"/>
                </a:lnTo>
                <a:lnTo>
                  <a:pt x="205980" y="378024"/>
                </a:lnTo>
                <a:lnTo>
                  <a:pt x="186018" y="386658"/>
                </a:lnTo>
                <a:lnTo>
                  <a:pt x="199023" y="388563"/>
                </a:lnTo>
                <a:lnTo>
                  <a:pt x="185225" y="408309"/>
                </a:lnTo>
                <a:lnTo>
                  <a:pt x="192179" y="420448"/>
                </a:lnTo>
                <a:lnTo>
                  <a:pt x="221543" y="423803"/>
                </a:lnTo>
                <a:lnTo>
                  <a:pt x="213915" y="400236"/>
                </a:lnTo>
                <a:lnTo>
                  <a:pt x="237404" y="394529"/>
                </a:lnTo>
                <a:lnTo>
                  <a:pt x="231033" y="374133"/>
                </a:lnTo>
                <a:lnTo>
                  <a:pt x="254385" y="378336"/>
                </a:lnTo>
                <a:lnTo>
                  <a:pt x="263602" y="403683"/>
                </a:lnTo>
                <a:lnTo>
                  <a:pt x="301833" y="368312"/>
                </a:lnTo>
                <a:lnTo>
                  <a:pt x="317371" y="379727"/>
                </a:lnTo>
                <a:lnTo>
                  <a:pt x="309737" y="446105"/>
                </a:lnTo>
                <a:lnTo>
                  <a:pt x="332023" y="434656"/>
                </a:lnTo>
                <a:lnTo>
                  <a:pt x="326822" y="423168"/>
                </a:lnTo>
                <a:lnTo>
                  <a:pt x="374818" y="418700"/>
                </a:lnTo>
                <a:lnTo>
                  <a:pt x="390494" y="405091"/>
                </a:lnTo>
                <a:lnTo>
                  <a:pt x="381489" y="386723"/>
                </a:lnTo>
                <a:lnTo>
                  <a:pt x="391185" y="365466"/>
                </a:lnTo>
                <a:lnTo>
                  <a:pt x="365091" y="328300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Himāchal Pradesh"/>
          <p:cNvSpPr/>
          <p:nvPr/>
        </p:nvSpPr>
        <p:spPr>
          <a:xfrm>
            <a:off x="1553208" y="1987256"/>
            <a:ext cx="434580" cy="392340"/>
          </a:xfrm>
          <a:custGeom>
            <a:avLst/>
            <a:gdLst/>
            <a:ahLst/>
            <a:cxnLst/>
            <a:rect l="l" t="t" r="r" b="b"/>
            <a:pathLst>
              <a:path w="434580" h="392340">
                <a:moveTo>
                  <a:pt x="252187" y="392340"/>
                </a:moveTo>
                <a:lnTo>
                  <a:pt x="283053" y="377153"/>
                </a:lnTo>
                <a:lnTo>
                  <a:pt x="268447" y="341878"/>
                </a:lnTo>
                <a:lnTo>
                  <a:pt x="293591" y="288825"/>
                </a:lnTo>
                <a:lnTo>
                  <a:pt x="353291" y="270368"/>
                </a:lnTo>
                <a:lnTo>
                  <a:pt x="434580" y="294572"/>
                </a:lnTo>
                <a:lnTo>
                  <a:pt x="401578" y="259426"/>
                </a:lnTo>
                <a:lnTo>
                  <a:pt x="398113" y="239283"/>
                </a:lnTo>
                <a:lnTo>
                  <a:pt x="413961" y="226240"/>
                </a:lnTo>
                <a:lnTo>
                  <a:pt x="395931" y="203191"/>
                </a:lnTo>
                <a:lnTo>
                  <a:pt x="405582" y="173353"/>
                </a:lnTo>
                <a:lnTo>
                  <a:pt x="364053" y="139223"/>
                </a:lnTo>
                <a:lnTo>
                  <a:pt x="374225" y="115603"/>
                </a:lnTo>
                <a:lnTo>
                  <a:pt x="364014" y="103668"/>
                </a:lnTo>
                <a:lnTo>
                  <a:pt x="343655" y="103297"/>
                </a:lnTo>
                <a:lnTo>
                  <a:pt x="355530" y="68629"/>
                </a:lnTo>
                <a:lnTo>
                  <a:pt x="308171" y="87426"/>
                </a:lnTo>
                <a:lnTo>
                  <a:pt x="265739" y="36804"/>
                </a:lnTo>
                <a:lnTo>
                  <a:pt x="221995" y="60389"/>
                </a:lnTo>
                <a:lnTo>
                  <a:pt x="170332" y="31346"/>
                </a:lnTo>
                <a:lnTo>
                  <a:pt x="152447" y="0"/>
                </a:lnTo>
                <a:lnTo>
                  <a:pt x="103775" y="9667"/>
                </a:lnTo>
                <a:lnTo>
                  <a:pt x="45711" y="52625"/>
                </a:lnTo>
                <a:lnTo>
                  <a:pt x="31507" y="44953"/>
                </a:lnTo>
                <a:lnTo>
                  <a:pt x="43521" y="83566"/>
                </a:lnTo>
                <a:lnTo>
                  <a:pt x="30355" y="102028"/>
                </a:lnTo>
                <a:lnTo>
                  <a:pt x="43489" y="117932"/>
                </a:lnTo>
                <a:lnTo>
                  <a:pt x="2932" y="139983"/>
                </a:lnTo>
                <a:lnTo>
                  <a:pt x="0" y="162874"/>
                </a:lnTo>
                <a:lnTo>
                  <a:pt x="40165" y="179296"/>
                </a:lnTo>
                <a:lnTo>
                  <a:pt x="74460" y="267600"/>
                </a:lnTo>
                <a:lnTo>
                  <a:pt x="99327" y="249706"/>
                </a:lnTo>
                <a:lnTo>
                  <a:pt x="107541" y="271380"/>
                </a:lnTo>
                <a:lnTo>
                  <a:pt x="133266" y="279105"/>
                </a:lnTo>
                <a:lnTo>
                  <a:pt x="131095" y="309827"/>
                </a:lnTo>
                <a:lnTo>
                  <a:pt x="199384" y="352065"/>
                </a:lnTo>
                <a:lnTo>
                  <a:pt x="205688" y="383101"/>
                </a:lnTo>
                <a:lnTo>
                  <a:pt x="252187" y="392340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Jammu and Kashmīr"/>
          <p:cNvSpPr/>
          <p:nvPr/>
        </p:nvSpPr>
        <p:spPr>
          <a:xfrm>
            <a:off x="1272565" y="1733351"/>
            <a:ext cx="427292" cy="388467"/>
          </a:xfrm>
          <a:custGeom>
            <a:avLst/>
            <a:gdLst/>
            <a:ahLst/>
            <a:cxnLst/>
            <a:rect l="l" t="t" r="r" b="b"/>
            <a:pathLst>
              <a:path w="427292" h="388467">
                <a:moveTo>
                  <a:pt x="94629" y="0"/>
                </a:moveTo>
                <a:lnTo>
                  <a:pt x="81392" y="31606"/>
                </a:lnTo>
                <a:lnTo>
                  <a:pt x="45722" y="44020"/>
                </a:lnTo>
                <a:lnTo>
                  <a:pt x="33094" y="74050"/>
                </a:lnTo>
                <a:lnTo>
                  <a:pt x="7243" y="73232"/>
                </a:lnTo>
                <a:lnTo>
                  <a:pt x="0" y="100612"/>
                </a:lnTo>
                <a:lnTo>
                  <a:pt x="25336" y="167881"/>
                </a:lnTo>
                <a:lnTo>
                  <a:pt x="30172" y="276873"/>
                </a:lnTo>
                <a:lnTo>
                  <a:pt x="50352" y="293909"/>
                </a:lnTo>
                <a:lnTo>
                  <a:pt x="72227" y="290998"/>
                </a:lnTo>
                <a:lnTo>
                  <a:pt x="124724" y="322270"/>
                </a:lnTo>
                <a:lnTo>
                  <a:pt x="167327" y="310861"/>
                </a:lnTo>
                <a:lnTo>
                  <a:pt x="165217" y="359677"/>
                </a:lnTo>
                <a:lnTo>
                  <a:pt x="208347" y="358245"/>
                </a:lnTo>
                <a:lnTo>
                  <a:pt x="271833" y="388467"/>
                </a:lnTo>
                <a:lnTo>
                  <a:pt x="323365" y="339667"/>
                </a:lnTo>
                <a:lnTo>
                  <a:pt x="312150" y="298858"/>
                </a:lnTo>
                <a:lnTo>
                  <a:pt x="326354" y="306530"/>
                </a:lnTo>
                <a:lnTo>
                  <a:pt x="384418" y="263572"/>
                </a:lnTo>
                <a:lnTo>
                  <a:pt x="427292" y="264571"/>
                </a:lnTo>
                <a:lnTo>
                  <a:pt x="411941" y="229228"/>
                </a:lnTo>
                <a:lnTo>
                  <a:pt x="377684" y="206212"/>
                </a:lnTo>
                <a:lnTo>
                  <a:pt x="358370" y="211253"/>
                </a:lnTo>
                <a:lnTo>
                  <a:pt x="366004" y="186739"/>
                </a:lnTo>
                <a:lnTo>
                  <a:pt x="335343" y="154614"/>
                </a:lnTo>
                <a:lnTo>
                  <a:pt x="310903" y="157868"/>
                </a:lnTo>
                <a:lnTo>
                  <a:pt x="292400" y="124868"/>
                </a:lnTo>
                <a:lnTo>
                  <a:pt x="255246" y="111755"/>
                </a:lnTo>
                <a:lnTo>
                  <a:pt x="232938" y="40637"/>
                </a:lnTo>
                <a:lnTo>
                  <a:pt x="214171" y="27905"/>
                </a:lnTo>
                <a:lnTo>
                  <a:pt x="193479" y="45386"/>
                </a:lnTo>
                <a:lnTo>
                  <a:pt x="150977" y="28560"/>
                </a:lnTo>
                <a:lnTo>
                  <a:pt x="141065" y="115"/>
                </a:lnTo>
                <a:lnTo>
                  <a:pt x="94629" y="0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Jhārkhand"/>
          <p:cNvSpPr/>
          <p:nvPr/>
        </p:nvSpPr>
        <p:spPr>
          <a:xfrm>
            <a:off x="2537803" y="3072209"/>
            <a:ext cx="589188" cy="463632"/>
          </a:xfrm>
          <a:custGeom>
            <a:avLst/>
            <a:gdLst/>
            <a:ahLst/>
            <a:cxnLst/>
            <a:rect l="l" t="t" r="r" b="b"/>
            <a:pathLst>
              <a:path w="589188" h="463632">
                <a:moveTo>
                  <a:pt x="0" y="171199"/>
                </a:moveTo>
                <a:lnTo>
                  <a:pt x="47791" y="209739"/>
                </a:lnTo>
                <a:lnTo>
                  <a:pt x="56697" y="238799"/>
                </a:lnTo>
                <a:lnTo>
                  <a:pt x="87409" y="235311"/>
                </a:lnTo>
                <a:lnTo>
                  <a:pt x="90066" y="303158"/>
                </a:lnTo>
                <a:lnTo>
                  <a:pt x="104325" y="327101"/>
                </a:lnTo>
                <a:lnTo>
                  <a:pt x="135686" y="330698"/>
                </a:lnTo>
                <a:lnTo>
                  <a:pt x="86433" y="387504"/>
                </a:lnTo>
                <a:lnTo>
                  <a:pt x="122401" y="412522"/>
                </a:lnTo>
                <a:lnTo>
                  <a:pt x="221139" y="393121"/>
                </a:lnTo>
                <a:lnTo>
                  <a:pt x="227478" y="419164"/>
                </a:lnTo>
                <a:lnTo>
                  <a:pt x="210919" y="448225"/>
                </a:lnTo>
                <a:lnTo>
                  <a:pt x="242898" y="458283"/>
                </a:lnTo>
                <a:lnTo>
                  <a:pt x="259820" y="437477"/>
                </a:lnTo>
                <a:lnTo>
                  <a:pt x="299814" y="452084"/>
                </a:lnTo>
                <a:lnTo>
                  <a:pt x="315362" y="443634"/>
                </a:lnTo>
                <a:lnTo>
                  <a:pt x="310094" y="460263"/>
                </a:lnTo>
                <a:lnTo>
                  <a:pt x="328075" y="463632"/>
                </a:lnTo>
                <a:lnTo>
                  <a:pt x="345662" y="381698"/>
                </a:lnTo>
                <a:lnTo>
                  <a:pt x="395853" y="417959"/>
                </a:lnTo>
                <a:lnTo>
                  <a:pt x="435486" y="430603"/>
                </a:lnTo>
                <a:lnTo>
                  <a:pt x="453189" y="420454"/>
                </a:lnTo>
                <a:lnTo>
                  <a:pt x="437361" y="380574"/>
                </a:lnTo>
                <a:lnTo>
                  <a:pt x="393264" y="351035"/>
                </a:lnTo>
                <a:lnTo>
                  <a:pt x="409508" y="323810"/>
                </a:lnTo>
                <a:lnTo>
                  <a:pt x="368269" y="323065"/>
                </a:lnTo>
                <a:lnTo>
                  <a:pt x="326409" y="301055"/>
                </a:lnTo>
                <a:lnTo>
                  <a:pt x="323439" y="257111"/>
                </a:lnTo>
                <a:lnTo>
                  <a:pt x="346771" y="255547"/>
                </a:lnTo>
                <a:lnTo>
                  <a:pt x="346478" y="241915"/>
                </a:lnTo>
                <a:lnTo>
                  <a:pt x="379359" y="265851"/>
                </a:lnTo>
                <a:lnTo>
                  <a:pt x="398669" y="235948"/>
                </a:lnTo>
                <a:lnTo>
                  <a:pt x="441623" y="227826"/>
                </a:lnTo>
                <a:lnTo>
                  <a:pt x="442404" y="207444"/>
                </a:lnTo>
                <a:lnTo>
                  <a:pt x="497805" y="209049"/>
                </a:lnTo>
                <a:lnTo>
                  <a:pt x="498406" y="178969"/>
                </a:lnTo>
                <a:lnTo>
                  <a:pt x="525725" y="187321"/>
                </a:lnTo>
                <a:lnTo>
                  <a:pt x="530503" y="168980"/>
                </a:lnTo>
                <a:lnTo>
                  <a:pt x="555653" y="164686"/>
                </a:lnTo>
                <a:lnTo>
                  <a:pt x="548485" y="150197"/>
                </a:lnTo>
                <a:lnTo>
                  <a:pt x="569174" y="132581"/>
                </a:lnTo>
                <a:lnTo>
                  <a:pt x="565399" y="105059"/>
                </a:lnTo>
                <a:lnTo>
                  <a:pt x="582854" y="104781"/>
                </a:lnTo>
                <a:lnTo>
                  <a:pt x="571256" y="80747"/>
                </a:lnTo>
                <a:lnTo>
                  <a:pt x="589188" y="52511"/>
                </a:lnTo>
                <a:lnTo>
                  <a:pt x="541511" y="0"/>
                </a:lnTo>
                <a:lnTo>
                  <a:pt x="486306" y="44367"/>
                </a:lnTo>
                <a:lnTo>
                  <a:pt x="473672" y="101655"/>
                </a:lnTo>
                <a:lnTo>
                  <a:pt x="416689" y="101709"/>
                </a:lnTo>
                <a:lnTo>
                  <a:pt x="396560" y="134681"/>
                </a:lnTo>
                <a:lnTo>
                  <a:pt x="346919" y="78168"/>
                </a:lnTo>
                <a:lnTo>
                  <a:pt x="306364" y="72537"/>
                </a:lnTo>
                <a:lnTo>
                  <a:pt x="297620" y="105713"/>
                </a:lnTo>
                <a:lnTo>
                  <a:pt x="259792" y="108968"/>
                </a:lnTo>
                <a:lnTo>
                  <a:pt x="223919" y="134058"/>
                </a:lnTo>
                <a:lnTo>
                  <a:pt x="200360" y="134082"/>
                </a:lnTo>
                <a:lnTo>
                  <a:pt x="187411" y="112347"/>
                </a:lnTo>
                <a:lnTo>
                  <a:pt x="148464" y="145867"/>
                </a:lnTo>
                <a:lnTo>
                  <a:pt x="123134" y="108252"/>
                </a:lnTo>
                <a:lnTo>
                  <a:pt x="99091" y="119637"/>
                </a:lnTo>
                <a:lnTo>
                  <a:pt x="86364" y="96957"/>
                </a:lnTo>
                <a:lnTo>
                  <a:pt x="69095" y="112131"/>
                </a:lnTo>
                <a:lnTo>
                  <a:pt x="9120" y="116076"/>
                </a:lnTo>
                <a:lnTo>
                  <a:pt x="16218" y="135132"/>
                </a:lnTo>
                <a:lnTo>
                  <a:pt x="0" y="171199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Karnātaka"/>
          <p:cNvSpPr/>
          <p:nvPr/>
        </p:nvSpPr>
        <p:spPr>
          <a:xfrm>
            <a:off x="1362041" y="4018639"/>
            <a:ext cx="572085" cy="940472"/>
          </a:xfrm>
          <a:custGeom>
            <a:avLst/>
            <a:gdLst/>
            <a:ahLst/>
            <a:cxnLst/>
            <a:rect l="l" t="t" r="r" b="b"/>
            <a:pathLst>
              <a:path w="572085" h="940472">
                <a:moveTo>
                  <a:pt x="3227" y="384110"/>
                </a:moveTo>
                <a:lnTo>
                  <a:pt x="20049" y="383390"/>
                </a:lnTo>
                <a:lnTo>
                  <a:pt x="30995" y="433100"/>
                </a:lnTo>
                <a:lnTo>
                  <a:pt x="20162" y="438093"/>
                </a:lnTo>
                <a:lnTo>
                  <a:pt x="25910" y="467914"/>
                </a:lnTo>
                <a:lnTo>
                  <a:pt x="0" y="500439"/>
                </a:lnTo>
                <a:lnTo>
                  <a:pt x="21652" y="512095"/>
                </a:lnTo>
                <a:lnTo>
                  <a:pt x="65817" y="629040"/>
                </a:lnTo>
                <a:lnTo>
                  <a:pt x="95954" y="776066"/>
                </a:lnTo>
                <a:lnTo>
                  <a:pt x="156972" y="803735"/>
                </a:lnTo>
                <a:lnTo>
                  <a:pt x="168161" y="845450"/>
                </a:lnTo>
                <a:lnTo>
                  <a:pt x="224733" y="890825"/>
                </a:lnTo>
                <a:lnTo>
                  <a:pt x="257060" y="888099"/>
                </a:lnTo>
                <a:lnTo>
                  <a:pt x="258016" y="905718"/>
                </a:lnTo>
                <a:lnTo>
                  <a:pt x="320869" y="939017"/>
                </a:lnTo>
                <a:lnTo>
                  <a:pt x="351388" y="940472"/>
                </a:lnTo>
                <a:lnTo>
                  <a:pt x="367861" y="910990"/>
                </a:lnTo>
                <a:lnTo>
                  <a:pt x="385009" y="923446"/>
                </a:lnTo>
                <a:lnTo>
                  <a:pt x="401833" y="910831"/>
                </a:lnTo>
                <a:lnTo>
                  <a:pt x="424415" y="917989"/>
                </a:lnTo>
                <a:lnTo>
                  <a:pt x="432931" y="892956"/>
                </a:lnTo>
                <a:lnTo>
                  <a:pt x="456035" y="891765"/>
                </a:lnTo>
                <a:lnTo>
                  <a:pt x="468895" y="869588"/>
                </a:lnTo>
                <a:lnTo>
                  <a:pt x="430115" y="856658"/>
                </a:lnTo>
                <a:lnTo>
                  <a:pt x="448543" y="834663"/>
                </a:lnTo>
                <a:lnTo>
                  <a:pt x="446260" y="793645"/>
                </a:lnTo>
                <a:lnTo>
                  <a:pt x="464215" y="792845"/>
                </a:lnTo>
                <a:lnTo>
                  <a:pt x="476446" y="765769"/>
                </a:lnTo>
                <a:lnTo>
                  <a:pt x="526717" y="780816"/>
                </a:lnTo>
                <a:lnTo>
                  <a:pt x="542618" y="756109"/>
                </a:lnTo>
                <a:lnTo>
                  <a:pt x="556479" y="766259"/>
                </a:lnTo>
                <a:lnTo>
                  <a:pt x="549656" y="755487"/>
                </a:lnTo>
                <a:lnTo>
                  <a:pt x="572085" y="709473"/>
                </a:lnTo>
                <a:lnTo>
                  <a:pt x="545327" y="702430"/>
                </a:lnTo>
                <a:lnTo>
                  <a:pt x="548523" y="667404"/>
                </a:lnTo>
                <a:lnTo>
                  <a:pt x="508409" y="659747"/>
                </a:lnTo>
                <a:lnTo>
                  <a:pt x="513058" y="631992"/>
                </a:lnTo>
                <a:lnTo>
                  <a:pt x="491336" y="634462"/>
                </a:lnTo>
                <a:lnTo>
                  <a:pt x="493762" y="616246"/>
                </a:lnTo>
                <a:lnTo>
                  <a:pt x="436889" y="653169"/>
                </a:lnTo>
                <a:lnTo>
                  <a:pt x="425088" y="632285"/>
                </a:lnTo>
                <a:lnTo>
                  <a:pt x="393544" y="621038"/>
                </a:lnTo>
                <a:lnTo>
                  <a:pt x="392060" y="643427"/>
                </a:lnTo>
                <a:lnTo>
                  <a:pt x="369842" y="645682"/>
                </a:lnTo>
                <a:lnTo>
                  <a:pt x="375335" y="619907"/>
                </a:lnTo>
                <a:lnTo>
                  <a:pt x="356609" y="587749"/>
                </a:lnTo>
                <a:lnTo>
                  <a:pt x="373003" y="586531"/>
                </a:lnTo>
                <a:lnTo>
                  <a:pt x="389027" y="610614"/>
                </a:lnTo>
                <a:lnTo>
                  <a:pt x="411049" y="606658"/>
                </a:lnTo>
                <a:lnTo>
                  <a:pt x="420951" y="626101"/>
                </a:lnTo>
                <a:lnTo>
                  <a:pt x="414758" y="592940"/>
                </a:lnTo>
                <a:lnTo>
                  <a:pt x="434124" y="589216"/>
                </a:lnTo>
                <a:lnTo>
                  <a:pt x="434169" y="574586"/>
                </a:lnTo>
                <a:lnTo>
                  <a:pt x="420033" y="564696"/>
                </a:lnTo>
                <a:lnTo>
                  <a:pt x="419929" y="583483"/>
                </a:lnTo>
                <a:lnTo>
                  <a:pt x="390062" y="563836"/>
                </a:lnTo>
                <a:lnTo>
                  <a:pt x="383750" y="580601"/>
                </a:lnTo>
                <a:lnTo>
                  <a:pt x="362403" y="577212"/>
                </a:lnTo>
                <a:lnTo>
                  <a:pt x="355372" y="556480"/>
                </a:lnTo>
                <a:lnTo>
                  <a:pt x="366828" y="544184"/>
                </a:lnTo>
                <a:lnTo>
                  <a:pt x="340121" y="528159"/>
                </a:lnTo>
                <a:lnTo>
                  <a:pt x="353439" y="482116"/>
                </a:lnTo>
                <a:lnTo>
                  <a:pt x="341611" y="462812"/>
                </a:lnTo>
                <a:lnTo>
                  <a:pt x="380530" y="472735"/>
                </a:lnTo>
                <a:lnTo>
                  <a:pt x="391564" y="450060"/>
                </a:lnTo>
                <a:lnTo>
                  <a:pt x="366728" y="405209"/>
                </a:lnTo>
                <a:lnTo>
                  <a:pt x="386440" y="382210"/>
                </a:lnTo>
                <a:lnTo>
                  <a:pt x="374188" y="355997"/>
                </a:lnTo>
                <a:lnTo>
                  <a:pt x="393622" y="342300"/>
                </a:lnTo>
                <a:lnTo>
                  <a:pt x="435391" y="346410"/>
                </a:lnTo>
                <a:lnTo>
                  <a:pt x="432416" y="301353"/>
                </a:lnTo>
                <a:lnTo>
                  <a:pt x="446131" y="296148"/>
                </a:lnTo>
                <a:lnTo>
                  <a:pt x="400061" y="271516"/>
                </a:lnTo>
                <a:lnTo>
                  <a:pt x="429531" y="254202"/>
                </a:lnTo>
                <a:lnTo>
                  <a:pt x="434004" y="197225"/>
                </a:lnTo>
                <a:lnTo>
                  <a:pt x="418431" y="168629"/>
                </a:lnTo>
                <a:lnTo>
                  <a:pt x="458179" y="130911"/>
                </a:lnTo>
                <a:lnTo>
                  <a:pt x="426442" y="119039"/>
                </a:lnTo>
                <a:lnTo>
                  <a:pt x="453521" y="66232"/>
                </a:lnTo>
                <a:lnTo>
                  <a:pt x="439746" y="54255"/>
                </a:lnTo>
                <a:lnTo>
                  <a:pt x="447102" y="23354"/>
                </a:lnTo>
                <a:lnTo>
                  <a:pt x="416600" y="19818"/>
                </a:lnTo>
                <a:lnTo>
                  <a:pt x="416581" y="0"/>
                </a:lnTo>
                <a:lnTo>
                  <a:pt x="384237" y="40576"/>
                </a:lnTo>
                <a:lnTo>
                  <a:pt x="363921" y="36149"/>
                </a:lnTo>
                <a:lnTo>
                  <a:pt x="359726" y="73488"/>
                </a:lnTo>
                <a:lnTo>
                  <a:pt x="336940" y="75718"/>
                </a:lnTo>
                <a:lnTo>
                  <a:pt x="330686" y="105724"/>
                </a:lnTo>
                <a:lnTo>
                  <a:pt x="309357" y="94914"/>
                </a:lnTo>
                <a:lnTo>
                  <a:pt x="284919" y="117193"/>
                </a:lnTo>
                <a:lnTo>
                  <a:pt x="291522" y="156007"/>
                </a:lnTo>
                <a:lnTo>
                  <a:pt x="233944" y="154903"/>
                </a:lnTo>
                <a:lnTo>
                  <a:pt x="196033" y="133685"/>
                </a:lnTo>
                <a:lnTo>
                  <a:pt x="200785" y="204368"/>
                </a:lnTo>
                <a:lnTo>
                  <a:pt x="151051" y="205122"/>
                </a:lnTo>
                <a:lnTo>
                  <a:pt x="142727" y="220881"/>
                </a:lnTo>
                <a:lnTo>
                  <a:pt x="106768" y="206741"/>
                </a:lnTo>
                <a:lnTo>
                  <a:pt x="105207" y="230376"/>
                </a:lnTo>
                <a:lnTo>
                  <a:pt x="76132" y="238190"/>
                </a:lnTo>
                <a:lnTo>
                  <a:pt x="75617" y="253112"/>
                </a:lnTo>
                <a:lnTo>
                  <a:pt x="60541" y="260372"/>
                </a:lnTo>
                <a:lnTo>
                  <a:pt x="47838" y="245289"/>
                </a:lnTo>
                <a:lnTo>
                  <a:pt x="22610" y="261183"/>
                </a:lnTo>
                <a:lnTo>
                  <a:pt x="29533" y="299079"/>
                </a:lnTo>
                <a:lnTo>
                  <a:pt x="52716" y="310077"/>
                </a:lnTo>
                <a:lnTo>
                  <a:pt x="34165" y="328979"/>
                </a:lnTo>
                <a:lnTo>
                  <a:pt x="47136" y="330488"/>
                </a:lnTo>
                <a:lnTo>
                  <a:pt x="34948" y="365751"/>
                </a:lnTo>
                <a:lnTo>
                  <a:pt x="3227" y="384110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Kerala"/>
          <p:cNvSpPr/>
          <p:nvPr/>
        </p:nvSpPr>
        <p:spPr>
          <a:xfrm>
            <a:off x="1460762" y="4795198"/>
            <a:ext cx="323795" cy="613548"/>
          </a:xfrm>
          <a:custGeom>
            <a:avLst/>
            <a:gdLst/>
            <a:ahLst/>
            <a:cxnLst/>
            <a:rect l="l" t="t" r="r" b="b"/>
            <a:pathLst>
              <a:path w="323795" h="613548">
                <a:moveTo>
                  <a:pt x="85033" y="150625"/>
                </a:moveTo>
                <a:lnTo>
                  <a:pt x="156809" y="330663"/>
                </a:lnTo>
                <a:lnTo>
                  <a:pt x="213418" y="532929"/>
                </a:lnTo>
                <a:lnTo>
                  <a:pt x="268721" y="605032"/>
                </a:lnTo>
                <a:lnTo>
                  <a:pt x="293659" y="613548"/>
                </a:lnTo>
                <a:lnTo>
                  <a:pt x="307430" y="582423"/>
                </a:lnTo>
                <a:lnTo>
                  <a:pt x="290024" y="517317"/>
                </a:lnTo>
                <a:lnTo>
                  <a:pt x="323795" y="450399"/>
                </a:lnTo>
                <a:lnTo>
                  <a:pt x="292419" y="436149"/>
                </a:lnTo>
                <a:lnTo>
                  <a:pt x="306034" y="387942"/>
                </a:lnTo>
                <a:lnTo>
                  <a:pt x="301256" y="334627"/>
                </a:lnTo>
                <a:lnTo>
                  <a:pt x="269222" y="352904"/>
                </a:lnTo>
                <a:lnTo>
                  <a:pt x="249663" y="341448"/>
                </a:lnTo>
                <a:lnTo>
                  <a:pt x="259509" y="275555"/>
                </a:lnTo>
                <a:lnTo>
                  <a:pt x="227912" y="255361"/>
                </a:lnTo>
                <a:lnTo>
                  <a:pt x="245951" y="238431"/>
                </a:lnTo>
                <a:lnTo>
                  <a:pt x="237521" y="215916"/>
                </a:lnTo>
                <a:lnTo>
                  <a:pt x="202372" y="220074"/>
                </a:lnTo>
                <a:lnTo>
                  <a:pt x="213754" y="196584"/>
                </a:lnTo>
                <a:lnTo>
                  <a:pt x="175490" y="181626"/>
                </a:lnTo>
                <a:lnTo>
                  <a:pt x="173849" y="167443"/>
                </a:lnTo>
                <a:lnTo>
                  <a:pt x="200462" y="157517"/>
                </a:lnTo>
                <a:lnTo>
                  <a:pt x="196746" y="141708"/>
                </a:lnTo>
                <a:lnTo>
                  <a:pt x="159295" y="129159"/>
                </a:lnTo>
                <a:lnTo>
                  <a:pt x="158339" y="111540"/>
                </a:lnTo>
                <a:lnTo>
                  <a:pt x="126012" y="114266"/>
                </a:lnTo>
                <a:lnTo>
                  <a:pt x="69440" y="68891"/>
                </a:lnTo>
                <a:lnTo>
                  <a:pt x="58251" y="27176"/>
                </a:lnTo>
                <a:lnTo>
                  <a:pt x="22666" y="17149"/>
                </a:lnTo>
                <a:lnTo>
                  <a:pt x="17136" y="0"/>
                </a:lnTo>
                <a:lnTo>
                  <a:pt x="0" y="4325"/>
                </a:lnTo>
                <a:lnTo>
                  <a:pt x="42347" y="107759"/>
                </a:lnTo>
                <a:lnTo>
                  <a:pt x="85033" y="150625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Ladākh"/>
          <p:cNvSpPr/>
          <p:nvPr/>
        </p:nvSpPr>
        <p:spPr>
          <a:xfrm>
            <a:off x="1165742" y="1463056"/>
            <a:ext cx="989822" cy="650309"/>
          </a:xfrm>
          <a:custGeom>
            <a:avLst/>
            <a:gdLst/>
            <a:ahLst/>
            <a:cxnLst/>
            <a:rect l="l" t="t" r="r" b="b"/>
            <a:pathLst>
              <a:path w="989822" h="650309">
                <a:moveTo>
                  <a:pt x="201452" y="270295"/>
                </a:moveTo>
                <a:lnTo>
                  <a:pt x="247888" y="270410"/>
                </a:lnTo>
                <a:lnTo>
                  <a:pt x="257800" y="298855"/>
                </a:lnTo>
                <a:lnTo>
                  <a:pt x="300302" y="315681"/>
                </a:lnTo>
                <a:lnTo>
                  <a:pt x="320994" y="298200"/>
                </a:lnTo>
                <a:lnTo>
                  <a:pt x="339761" y="310932"/>
                </a:lnTo>
                <a:lnTo>
                  <a:pt x="362069" y="382050"/>
                </a:lnTo>
                <a:lnTo>
                  <a:pt x="399223" y="395163"/>
                </a:lnTo>
                <a:lnTo>
                  <a:pt x="417726" y="428163"/>
                </a:lnTo>
                <a:lnTo>
                  <a:pt x="442166" y="424909"/>
                </a:lnTo>
                <a:lnTo>
                  <a:pt x="472827" y="457034"/>
                </a:lnTo>
                <a:lnTo>
                  <a:pt x="465193" y="481548"/>
                </a:lnTo>
                <a:lnTo>
                  <a:pt x="484507" y="476507"/>
                </a:lnTo>
                <a:lnTo>
                  <a:pt x="518764" y="499523"/>
                </a:lnTo>
                <a:lnTo>
                  <a:pt x="562718" y="559393"/>
                </a:lnTo>
                <a:lnTo>
                  <a:pt x="610877" y="584768"/>
                </a:lnTo>
                <a:lnTo>
                  <a:pt x="657095" y="561846"/>
                </a:lnTo>
                <a:lnTo>
                  <a:pt x="695744" y="611661"/>
                </a:lnTo>
                <a:lnTo>
                  <a:pt x="742973" y="592805"/>
                </a:lnTo>
                <a:lnTo>
                  <a:pt x="735173" y="631897"/>
                </a:lnTo>
                <a:lnTo>
                  <a:pt x="791340" y="601054"/>
                </a:lnTo>
                <a:lnTo>
                  <a:pt x="798734" y="636497"/>
                </a:lnTo>
                <a:lnTo>
                  <a:pt x="818868" y="650309"/>
                </a:lnTo>
                <a:lnTo>
                  <a:pt x="861546" y="615365"/>
                </a:lnTo>
                <a:lnTo>
                  <a:pt x="877759" y="623625"/>
                </a:lnTo>
                <a:lnTo>
                  <a:pt x="900550" y="595248"/>
                </a:lnTo>
                <a:lnTo>
                  <a:pt x="862974" y="557834"/>
                </a:lnTo>
                <a:lnTo>
                  <a:pt x="878433" y="523765"/>
                </a:lnTo>
                <a:lnTo>
                  <a:pt x="814826" y="507202"/>
                </a:lnTo>
                <a:lnTo>
                  <a:pt x="810122" y="472737"/>
                </a:lnTo>
                <a:lnTo>
                  <a:pt x="834350" y="474856"/>
                </a:lnTo>
                <a:lnTo>
                  <a:pt x="808791" y="425374"/>
                </a:lnTo>
                <a:lnTo>
                  <a:pt x="842516" y="412298"/>
                </a:lnTo>
                <a:lnTo>
                  <a:pt x="875926" y="419141"/>
                </a:lnTo>
                <a:lnTo>
                  <a:pt x="896089" y="383652"/>
                </a:lnTo>
                <a:lnTo>
                  <a:pt x="885442" y="357225"/>
                </a:lnTo>
                <a:lnTo>
                  <a:pt x="921781" y="355746"/>
                </a:lnTo>
                <a:lnTo>
                  <a:pt x="919475" y="336190"/>
                </a:lnTo>
                <a:lnTo>
                  <a:pt x="956782" y="324229"/>
                </a:lnTo>
                <a:lnTo>
                  <a:pt x="989822" y="220262"/>
                </a:lnTo>
                <a:lnTo>
                  <a:pt x="947889" y="170162"/>
                </a:lnTo>
                <a:lnTo>
                  <a:pt x="914589" y="175067"/>
                </a:lnTo>
                <a:lnTo>
                  <a:pt x="868839" y="148551"/>
                </a:lnTo>
                <a:lnTo>
                  <a:pt x="848143" y="150816"/>
                </a:lnTo>
                <a:lnTo>
                  <a:pt x="837588" y="170375"/>
                </a:lnTo>
                <a:lnTo>
                  <a:pt x="747311" y="177360"/>
                </a:lnTo>
                <a:lnTo>
                  <a:pt x="710923" y="211172"/>
                </a:lnTo>
                <a:lnTo>
                  <a:pt x="687399" y="201829"/>
                </a:lnTo>
                <a:lnTo>
                  <a:pt x="691225" y="222561"/>
                </a:lnTo>
                <a:lnTo>
                  <a:pt x="614782" y="219727"/>
                </a:lnTo>
                <a:lnTo>
                  <a:pt x="607184" y="211458"/>
                </a:lnTo>
                <a:lnTo>
                  <a:pt x="628104" y="212115"/>
                </a:lnTo>
                <a:lnTo>
                  <a:pt x="611793" y="186637"/>
                </a:lnTo>
                <a:lnTo>
                  <a:pt x="542219" y="169203"/>
                </a:lnTo>
                <a:lnTo>
                  <a:pt x="530888" y="154300"/>
                </a:lnTo>
                <a:lnTo>
                  <a:pt x="540954" y="141345"/>
                </a:lnTo>
                <a:lnTo>
                  <a:pt x="520920" y="122663"/>
                </a:lnTo>
                <a:lnTo>
                  <a:pt x="409544" y="69255"/>
                </a:lnTo>
                <a:lnTo>
                  <a:pt x="355381" y="3521"/>
                </a:lnTo>
                <a:lnTo>
                  <a:pt x="301718" y="23605"/>
                </a:lnTo>
                <a:lnTo>
                  <a:pt x="272925" y="0"/>
                </a:lnTo>
                <a:lnTo>
                  <a:pt x="258002" y="17774"/>
                </a:lnTo>
                <a:lnTo>
                  <a:pt x="239066" y="12089"/>
                </a:lnTo>
                <a:lnTo>
                  <a:pt x="191451" y="37282"/>
                </a:lnTo>
                <a:lnTo>
                  <a:pt x="144936" y="22780"/>
                </a:lnTo>
                <a:lnTo>
                  <a:pt x="170931" y="51650"/>
                </a:lnTo>
                <a:lnTo>
                  <a:pt x="67948" y="51922"/>
                </a:lnTo>
                <a:lnTo>
                  <a:pt x="56065" y="85071"/>
                </a:lnTo>
                <a:lnTo>
                  <a:pt x="0" y="123067"/>
                </a:lnTo>
                <a:lnTo>
                  <a:pt x="5944" y="165299"/>
                </a:lnTo>
                <a:lnTo>
                  <a:pt x="69859" y="164626"/>
                </a:lnTo>
                <a:lnTo>
                  <a:pt x="91790" y="198715"/>
                </a:lnTo>
                <a:lnTo>
                  <a:pt x="156976" y="212995"/>
                </a:lnTo>
                <a:lnTo>
                  <a:pt x="148255" y="254109"/>
                </a:lnTo>
                <a:lnTo>
                  <a:pt x="201452" y="270295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Lakshadweep"/>
          <p:cNvSpPr/>
          <p:nvPr/>
        </p:nvSpPr>
        <p:spPr>
          <a:xfrm>
            <a:off x="1192600" y="5005299"/>
            <a:ext cx="3616" cy="10610"/>
          </a:xfrm>
          <a:custGeom>
            <a:avLst/>
            <a:gdLst/>
            <a:ahLst/>
            <a:cxnLst/>
            <a:rect l="l" t="t" r="r" b="b"/>
            <a:pathLst>
              <a:path w="3616" h="10610">
                <a:moveTo>
                  <a:pt x="0" y="10610"/>
                </a:moveTo>
                <a:lnTo>
                  <a:pt x="3616" y="0"/>
                </a:lnTo>
                <a:lnTo>
                  <a:pt x="0" y="10610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Madhya Pradesh"/>
          <p:cNvSpPr/>
          <p:nvPr/>
        </p:nvSpPr>
        <p:spPr>
          <a:xfrm>
            <a:off x="1353983" y="2863697"/>
            <a:ext cx="1117687" cy="795690"/>
          </a:xfrm>
          <a:custGeom>
            <a:avLst/>
            <a:gdLst/>
            <a:ahLst/>
            <a:cxnLst/>
            <a:rect l="l" t="t" r="r" b="b"/>
            <a:pathLst>
              <a:path w="1117687" h="795690">
                <a:moveTo>
                  <a:pt x="843977" y="759440"/>
                </a:moveTo>
                <a:lnTo>
                  <a:pt x="865047" y="673789"/>
                </a:lnTo>
                <a:lnTo>
                  <a:pt x="877314" y="651615"/>
                </a:lnTo>
                <a:lnTo>
                  <a:pt x="887920" y="659628"/>
                </a:lnTo>
                <a:lnTo>
                  <a:pt x="901399" y="608035"/>
                </a:lnTo>
                <a:lnTo>
                  <a:pt x="966416" y="594253"/>
                </a:lnTo>
                <a:lnTo>
                  <a:pt x="1007187" y="520031"/>
                </a:lnTo>
                <a:lnTo>
                  <a:pt x="1035078" y="511229"/>
                </a:lnTo>
                <a:lnTo>
                  <a:pt x="1039228" y="486432"/>
                </a:lnTo>
                <a:lnTo>
                  <a:pt x="1004773" y="457782"/>
                </a:lnTo>
                <a:lnTo>
                  <a:pt x="967066" y="464729"/>
                </a:lnTo>
                <a:lnTo>
                  <a:pt x="960655" y="450554"/>
                </a:lnTo>
                <a:lnTo>
                  <a:pt x="975831" y="431897"/>
                </a:lnTo>
                <a:lnTo>
                  <a:pt x="964713" y="407037"/>
                </a:lnTo>
                <a:lnTo>
                  <a:pt x="991064" y="420228"/>
                </a:lnTo>
                <a:lnTo>
                  <a:pt x="1095410" y="415926"/>
                </a:lnTo>
                <a:lnTo>
                  <a:pt x="1117687" y="398819"/>
                </a:lnTo>
                <a:lnTo>
                  <a:pt x="1099121" y="376057"/>
                </a:lnTo>
                <a:lnTo>
                  <a:pt x="1113038" y="305608"/>
                </a:lnTo>
                <a:lnTo>
                  <a:pt x="1069213" y="297255"/>
                </a:lnTo>
                <a:lnTo>
                  <a:pt x="1067507" y="312555"/>
                </a:lnTo>
                <a:lnTo>
                  <a:pt x="1052533" y="310657"/>
                </a:lnTo>
                <a:lnTo>
                  <a:pt x="1040458" y="281263"/>
                </a:lnTo>
                <a:lnTo>
                  <a:pt x="1010122" y="280188"/>
                </a:lnTo>
                <a:lnTo>
                  <a:pt x="1002712" y="255606"/>
                </a:lnTo>
                <a:lnTo>
                  <a:pt x="965108" y="248729"/>
                </a:lnTo>
                <a:lnTo>
                  <a:pt x="960156" y="230087"/>
                </a:lnTo>
                <a:lnTo>
                  <a:pt x="949774" y="246542"/>
                </a:lnTo>
                <a:lnTo>
                  <a:pt x="922580" y="233682"/>
                </a:lnTo>
                <a:lnTo>
                  <a:pt x="905024" y="271890"/>
                </a:lnTo>
                <a:lnTo>
                  <a:pt x="863341" y="267089"/>
                </a:lnTo>
                <a:lnTo>
                  <a:pt x="872572" y="230671"/>
                </a:lnTo>
                <a:lnTo>
                  <a:pt x="849625" y="238844"/>
                </a:lnTo>
                <a:lnTo>
                  <a:pt x="858765" y="248935"/>
                </a:lnTo>
                <a:lnTo>
                  <a:pt x="836570" y="235814"/>
                </a:lnTo>
                <a:lnTo>
                  <a:pt x="838015" y="247447"/>
                </a:lnTo>
                <a:lnTo>
                  <a:pt x="821013" y="243237"/>
                </a:lnTo>
                <a:lnTo>
                  <a:pt x="829882" y="256169"/>
                </a:lnTo>
                <a:lnTo>
                  <a:pt x="815620" y="257236"/>
                </a:lnTo>
                <a:lnTo>
                  <a:pt x="817046" y="245667"/>
                </a:lnTo>
                <a:lnTo>
                  <a:pt x="802039" y="257511"/>
                </a:lnTo>
                <a:lnTo>
                  <a:pt x="814911" y="232087"/>
                </a:lnTo>
                <a:lnTo>
                  <a:pt x="793549" y="198275"/>
                </a:lnTo>
                <a:lnTo>
                  <a:pt x="741041" y="224131"/>
                </a:lnTo>
                <a:lnTo>
                  <a:pt x="741024" y="243533"/>
                </a:lnTo>
                <a:lnTo>
                  <a:pt x="684266" y="241883"/>
                </a:lnTo>
                <a:lnTo>
                  <a:pt x="695616" y="219843"/>
                </a:lnTo>
                <a:lnTo>
                  <a:pt x="670835" y="210130"/>
                </a:lnTo>
                <a:lnTo>
                  <a:pt x="668690" y="240366"/>
                </a:lnTo>
                <a:lnTo>
                  <a:pt x="636616" y="237471"/>
                </a:lnTo>
                <a:lnTo>
                  <a:pt x="634353" y="218858"/>
                </a:lnTo>
                <a:lnTo>
                  <a:pt x="617638" y="234933"/>
                </a:lnTo>
                <a:lnTo>
                  <a:pt x="627657" y="209112"/>
                </a:lnTo>
                <a:lnTo>
                  <a:pt x="613532" y="225069"/>
                </a:lnTo>
                <a:lnTo>
                  <a:pt x="606234" y="214188"/>
                </a:lnTo>
                <a:lnTo>
                  <a:pt x="631312" y="205138"/>
                </a:lnTo>
                <a:lnTo>
                  <a:pt x="619100" y="180267"/>
                </a:lnTo>
                <a:lnTo>
                  <a:pt x="613139" y="197641"/>
                </a:lnTo>
                <a:lnTo>
                  <a:pt x="598978" y="189036"/>
                </a:lnTo>
                <a:lnTo>
                  <a:pt x="603983" y="208019"/>
                </a:lnTo>
                <a:lnTo>
                  <a:pt x="589160" y="195948"/>
                </a:lnTo>
                <a:lnTo>
                  <a:pt x="560755" y="217470"/>
                </a:lnTo>
                <a:lnTo>
                  <a:pt x="578954" y="221706"/>
                </a:lnTo>
                <a:lnTo>
                  <a:pt x="585793" y="262264"/>
                </a:lnTo>
                <a:lnTo>
                  <a:pt x="605918" y="282395"/>
                </a:lnTo>
                <a:lnTo>
                  <a:pt x="601106" y="311318"/>
                </a:lnTo>
                <a:lnTo>
                  <a:pt x="617805" y="305676"/>
                </a:lnTo>
                <a:lnTo>
                  <a:pt x="629036" y="345972"/>
                </a:lnTo>
                <a:lnTo>
                  <a:pt x="608022" y="369191"/>
                </a:lnTo>
                <a:lnTo>
                  <a:pt x="571395" y="340455"/>
                </a:lnTo>
                <a:lnTo>
                  <a:pt x="554966" y="357627"/>
                </a:lnTo>
                <a:lnTo>
                  <a:pt x="526888" y="275310"/>
                </a:lnTo>
                <a:lnTo>
                  <a:pt x="563712" y="233996"/>
                </a:lnTo>
                <a:lnTo>
                  <a:pt x="544243" y="204767"/>
                </a:lnTo>
                <a:lnTo>
                  <a:pt x="561846" y="179184"/>
                </a:lnTo>
                <a:lnTo>
                  <a:pt x="608709" y="171284"/>
                </a:lnTo>
                <a:lnTo>
                  <a:pt x="601219" y="153426"/>
                </a:lnTo>
                <a:lnTo>
                  <a:pt x="650342" y="72940"/>
                </a:lnTo>
                <a:lnTo>
                  <a:pt x="633279" y="26865"/>
                </a:lnTo>
                <a:lnTo>
                  <a:pt x="551202" y="0"/>
                </a:lnTo>
                <a:lnTo>
                  <a:pt x="365507" y="106470"/>
                </a:lnTo>
                <a:lnTo>
                  <a:pt x="311152" y="158883"/>
                </a:lnTo>
                <a:lnTo>
                  <a:pt x="321551" y="194365"/>
                </a:lnTo>
                <a:lnTo>
                  <a:pt x="343635" y="211381"/>
                </a:lnTo>
                <a:lnTo>
                  <a:pt x="404716" y="214452"/>
                </a:lnTo>
                <a:lnTo>
                  <a:pt x="425305" y="200429"/>
                </a:lnTo>
                <a:lnTo>
                  <a:pt x="429844" y="241134"/>
                </a:lnTo>
                <a:lnTo>
                  <a:pt x="359870" y="256122"/>
                </a:lnTo>
                <a:lnTo>
                  <a:pt x="371678" y="274384"/>
                </a:lnTo>
                <a:lnTo>
                  <a:pt x="352965" y="282627"/>
                </a:lnTo>
                <a:lnTo>
                  <a:pt x="381993" y="295947"/>
                </a:lnTo>
                <a:lnTo>
                  <a:pt x="387169" y="315124"/>
                </a:lnTo>
                <a:lnTo>
                  <a:pt x="375267" y="330381"/>
                </a:lnTo>
                <a:lnTo>
                  <a:pt x="354720" y="320450"/>
                </a:lnTo>
                <a:lnTo>
                  <a:pt x="365457" y="376211"/>
                </a:lnTo>
                <a:lnTo>
                  <a:pt x="339757" y="370562"/>
                </a:lnTo>
                <a:lnTo>
                  <a:pt x="339322" y="354660"/>
                </a:lnTo>
                <a:lnTo>
                  <a:pt x="317963" y="372122"/>
                </a:lnTo>
                <a:lnTo>
                  <a:pt x="277844" y="364878"/>
                </a:lnTo>
                <a:lnTo>
                  <a:pt x="274402" y="348481"/>
                </a:lnTo>
                <a:lnTo>
                  <a:pt x="248427" y="403417"/>
                </a:lnTo>
                <a:lnTo>
                  <a:pt x="197789" y="421829"/>
                </a:lnTo>
                <a:lnTo>
                  <a:pt x="183833" y="396140"/>
                </a:lnTo>
                <a:lnTo>
                  <a:pt x="230027" y="385847"/>
                </a:lnTo>
                <a:lnTo>
                  <a:pt x="216147" y="340090"/>
                </a:lnTo>
                <a:lnTo>
                  <a:pt x="239241" y="331232"/>
                </a:lnTo>
                <a:lnTo>
                  <a:pt x="229959" y="293808"/>
                </a:lnTo>
                <a:lnTo>
                  <a:pt x="151442" y="297278"/>
                </a:lnTo>
                <a:lnTo>
                  <a:pt x="152053" y="277869"/>
                </a:lnTo>
                <a:lnTo>
                  <a:pt x="177692" y="274465"/>
                </a:lnTo>
                <a:lnTo>
                  <a:pt x="157042" y="273637"/>
                </a:lnTo>
                <a:lnTo>
                  <a:pt x="166067" y="250826"/>
                </a:lnTo>
                <a:lnTo>
                  <a:pt x="144616" y="249933"/>
                </a:lnTo>
                <a:lnTo>
                  <a:pt x="127842" y="277781"/>
                </a:lnTo>
                <a:lnTo>
                  <a:pt x="102334" y="262001"/>
                </a:lnTo>
                <a:lnTo>
                  <a:pt x="104330" y="287204"/>
                </a:lnTo>
                <a:lnTo>
                  <a:pt x="125583" y="293240"/>
                </a:lnTo>
                <a:lnTo>
                  <a:pt x="109360" y="306727"/>
                </a:lnTo>
                <a:lnTo>
                  <a:pt x="98039" y="286762"/>
                </a:lnTo>
                <a:lnTo>
                  <a:pt x="86433" y="326925"/>
                </a:lnTo>
                <a:lnTo>
                  <a:pt x="104954" y="332677"/>
                </a:lnTo>
                <a:lnTo>
                  <a:pt x="91319" y="358896"/>
                </a:lnTo>
                <a:lnTo>
                  <a:pt x="110379" y="362503"/>
                </a:lnTo>
                <a:lnTo>
                  <a:pt x="121275" y="390138"/>
                </a:lnTo>
                <a:lnTo>
                  <a:pt x="115429" y="444629"/>
                </a:lnTo>
                <a:lnTo>
                  <a:pt x="61667" y="485833"/>
                </a:lnTo>
                <a:lnTo>
                  <a:pt x="90610" y="502282"/>
                </a:lnTo>
                <a:lnTo>
                  <a:pt x="36811" y="522809"/>
                </a:lnTo>
                <a:lnTo>
                  <a:pt x="56882" y="550702"/>
                </a:lnTo>
                <a:lnTo>
                  <a:pt x="44471" y="581009"/>
                </a:lnTo>
                <a:lnTo>
                  <a:pt x="0" y="598422"/>
                </a:lnTo>
                <a:lnTo>
                  <a:pt x="33268" y="614034"/>
                </a:lnTo>
                <a:lnTo>
                  <a:pt x="4484" y="619442"/>
                </a:lnTo>
                <a:lnTo>
                  <a:pt x="18958" y="656346"/>
                </a:lnTo>
                <a:lnTo>
                  <a:pt x="8563" y="668186"/>
                </a:lnTo>
                <a:lnTo>
                  <a:pt x="22346" y="678236"/>
                </a:lnTo>
                <a:lnTo>
                  <a:pt x="52654" y="664867"/>
                </a:lnTo>
                <a:lnTo>
                  <a:pt x="66763" y="711803"/>
                </a:lnTo>
                <a:lnTo>
                  <a:pt x="111007" y="718953"/>
                </a:lnTo>
                <a:lnTo>
                  <a:pt x="161651" y="752517"/>
                </a:lnTo>
                <a:lnTo>
                  <a:pt x="262971" y="754362"/>
                </a:lnTo>
                <a:lnTo>
                  <a:pt x="265090" y="783973"/>
                </a:lnTo>
                <a:lnTo>
                  <a:pt x="286315" y="795690"/>
                </a:lnTo>
                <a:lnTo>
                  <a:pt x="330125" y="779910"/>
                </a:lnTo>
                <a:lnTo>
                  <a:pt x="352019" y="723794"/>
                </a:lnTo>
                <a:lnTo>
                  <a:pt x="414978" y="700973"/>
                </a:lnTo>
                <a:lnTo>
                  <a:pt x="447311" y="708711"/>
                </a:lnTo>
                <a:lnTo>
                  <a:pt x="455963" y="731391"/>
                </a:lnTo>
                <a:lnTo>
                  <a:pt x="432266" y="731494"/>
                </a:lnTo>
                <a:lnTo>
                  <a:pt x="440289" y="753944"/>
                </a:lnTo>
                <a:lnTo>
                  <a:pt x="497882" y="752361"/>
                </a:lnTo>
                <a:lnTo>
                  <a:pt x="554698" y="720924"/>
                </a:lnTo>
                <a:lnTo>
                  <a:pt x="562836" y="737155"/>
                </a:lnTo>
                <a:lnTo>
                  <a:pt x="624614" y="738639"/>
                </a:lnTo>
                <a:lnTo>
                  <a:pt x="621740" y="724472"/>
                </a:lnTo>
                <a:lnTo>
                  <a:pt x="662099" y="706180"/>
                </a:lnTo>
                <a:lnTo>
                  <a:pt x="695829" y="712805"/>
                </a:lnTo>
                <a:lnTo>
                  <a:pt x="701486" y="730823"/>
                </a:lnTo>
                <a:lnTo>
                  <a:pt x="792200" y="719559"/>
                </a:lnTo>
                <a:lnTo>
                  <a:pt x="812442" y="753605"/>
                </a:lnTo>
                <a:lnTo>
                  <a:pt x="843977" y="759440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Mahārāshtra"/>
          <p:cNvSpPr/>
          <p:nvPr/>
        </p:nvSpPr>
        <p:spPr>
          <a:xfrm>
            <a:off x="1180108" y="3527134"/>
            <a:ext cx="1048187" cy="881908"/>
          </a:xfrm>
          <a:custGeom>
            <a:avLst/>
            <a:gdLst/>
            <a:ahLst/>
            <a:cxnLst/>
            <a:rect l="l" t="t" r="r" b="b"/>
            <a:pathLst>
              <a:path w="1048187" h="881908">
                <a:moveTo>
                  <a:pt x="968571" y="454263"/>
                </a:moveTo>
                <a:lnTo>
                  <a:pt x="983969" y="382662"/>
                </a:lnTo>
                <a:lnTo>
                  <a:pt x="1006799" y="361057"/>
                </a:lnTo>
                <a:lnTo>
                  <a:pt x="1030199" y="376523"/>
                </a:lnTo>
                <a:lnTo>
                  <a:pt x="1048187" y="350148"/>
                </a:lnTo>
                <a:lnTo>
                  <a:pt x="1003374" y="303981"/>
                </a:lnTo>
                <a:lnTo>
                  <a:pt x="984971" y="307020"/>
                </a:lnTo>
                <a:lnTo>
                  <a:pt x="1004713" y="269206"/>
                </a:lnTo>
                <a:lnTo>
                  <a:pt x="984150" y="245452"/>
                </a:lnTo>
                <a:lnTo>
                  <a:pt x="1013564" y="233428"/>
                </a:lnTo>
                <a:lnTo>
                  <a:pt x="1014264" y="196942"/>
                </a:lnTo>
                <a:lnTo>
                  <a:pt x="995065" y="194204"/>
                </a:lnTo>
                <a:lnTo>
                  <a:pt x="1008638" y="185121"/>
                </a:lnTo>
                <a:lnTo>
                  <a:pt x="989736" y="128609"/>
                </a:lnTo>
                <a:lnTo>
                  <a:pt x="1020609" y="98897"/>
                </a:lnTo>
                <a:lnTo>
                  <a:pt x="986317" y="90168"/>
                </a:lnTo>
                <a:lnTo>
                  <a:pt x="960126" y="54632"/>
                </a:lnTo>
                <a:lnTo>
                  <a:pt x="919988" y="70768"/>
                </a:lnTo>
                <a:lnTo>
                  <a:pt x="900439" y="58992"/>
                </a:lnTo>
                <a:lnTo>
                  <a:pt x="875361" y="67386"/>
                </a:lnTo>
                <a:lnTo>
                  <a:pt x="869704" y="49368"/>
                </a:lnTo>
                <a:lnTo>
                  <a:pt x="835905" y="42751"/>
                </a:lnTo>
                <a:lnTo>
                  <a:pt x="795615" y="61035"/>
                </a:lnTo>
                <a:lnTo>
                  <a:pt x="798489" y="75202"/>
                </a:lnTo>
                <a:lnTo>
                  <a:pt x="736711" y="73718"/>
                </a:lnTo>
                <a:lnTo>
                  <a:pt x="726691" y="57678"/>
                </a:lnTo>
                <a:lnTo>
                  <a:pt x="642327" y="92817"/>
                </a:lnTo>
                <a:lnTo>
                  <a:pt x="614049" y="90487"/>
                </a:lnTo>
                <a:lnTo>
                  <a:pt x="606141" y="68057"/>
                </a:lnTo>
                <a:lnTo>
                  <a:pt x="629838" y="67954"/>
                </a:lnTo>
                <a:lnTo>
                  <a:pt x="621186" y="45274"/>
                </a:lnTo>
                <a:lnTo>
                  <a:pt x="588853" y="37536"/>
                </a:lnTo>
                <a:lnTo>
                  <a:pt x="525894" y="60357"/>
                </a:lnTo>
                <a:lnTo>
                  <a:pt x="504000" y="116473"/>
                </a:lnTo>
                <a:lnTo>
                  <a:pt x="460190" y="132253"/>
                </a:lnTo>
                <a:lnTo>
                  <a:pt x="438965" y="120536"/>
                </a:lnTo>
                <a:lnTo>
                  <a:pt x="436846" y="90925"/>
                </a:lnTo>
                <a:lnTo>
                  <a:pt x="335526" y="89080"/>
                </a:lnTo>
                <a:lnTo>
                  <a:pt x="284882" y="55516"/>
                </a:lnTo>
                <a:lnTo>
                  <a:pt x="244191" y="50622"/>
                </a:lnTo>
                <a:lnTo>
                  <a:pt x="219311" y="0"/>
                </a:lnTo>
                <a:lnTo>
                  <a:pt x="144083" y="28710"/>
                </a:lnTo>
                <a:lnTo>
                  <a:pt x="151254" y="73540"/>
                </a:lnTo>
                <a:lnTo>
                  <a:pt x="212318" y="67212"/>
                </a:lnTo>
                <a:lnTo>
                  <a:pt x="162298" y="86298"/>
                </a:lnTo>
                <a:lnTo>
                  <a:pt x="146633" y="117987"/>
                </a:lnTo>
                <a:lnTo>
                  <a:pt x="116275" y="118440"/>
                </a:lnTo>
                <a:lnTo>
                  <a:pt x="157510" y="144294"/>
                </a:lnTo>
                <a:lnTo>
                  <a:pt x="162659" y="177335"/>
                </a:lnTo>
                <a:lnTo>
                  <a:pt x="137591" y="201560"/>
                </a:lnTo>
                <a:lnTo>
                  <a:pt x="100033" y="180598"/>
                </a:lnTo>
                <a:lnTo>
                  <a:pt x="95858" y="251840"/>
                </a:lnTo>
                <a:lnTo>
                  <a:pt x="80695" y="250448"/>
                </a:lnTo>
                <a:lnTo>
                  <a:pt x="65574" y="272581"/>
                </a:lnTo>
                <a:lnTo>
                  <a:pt x="24822" y="248247"/>
                </a:lnTo>
                <a:lnTo>
                  <a:pt x="5663" y="269212"/>
                </a:lnTo>
                <a:lnTo>
                  <a:pt x="14184" y="292724"/>
                </a:lnTo>
                <a:lnTo>
                  <a:pt x="0" y="288076"/>
                </a:lnTo>
                <a:lnTo>
                  <a:pt x="31618" y="503790"/>
                </a:lnTo>
                <a:lnTo>
                  <a:pt x="46455" y="517204"/>
                </a:lnTo>
                <a:lnTo>
                  <a:pt x="57188" y="508250"/>
                </a:lnTo>
                <a:lnTo>
                  <a:pt x="56191" y="534203"/>
                </a:lnTo>
                <a:lnTo>
                  <a:pt x="34141" y="523314"/>
                </a:lnTo>
                <a:lnTo>
                  <a:pt x="73895" y="646539"/>
                </a:lnTo>
                <a:lnTo>
                  <a:pt x="83006" y="757507"/>
                </a:lnTo>
                <a:lnTo>
                  <a:pt x="89412" y="773447"/>
                </a:lnTo>
                <a:lnTo>
                  <a:pt x="106347" y="770499"/>
                </a:lnTo>
                <a:lnTo>
                  <a:pt x="89485" y="775915"/>
                </a:lnTo>
                <a:lnTo>
                  <a:pt x="101002" y="820490"/>
                </a:lnTo>
                <a:lnTo>
                  <a:pt x="126037" y="863087"/>
                </a:lnTo>
                <a:lnTo>
                  <a:pt x="152645" y="855508"/>
                </a:lnTo>
                <a:lnTo>
                  <a:pt x="172715" y="881908"/>
                </a:lnTo>
                <a:lnTo>
                  <a:pt x="196703" y="857880"/>
                </a:lnTo>
                <a:lnTo>
                  <a:pt x="215727" y="858763"/>
                </a:lnTo>
                <a:lnTo>
                  <a:pt x="229068" y="822493"/>
                </a:lnTo>
                <a:lnTo>
                  <a:pt x="216098" y="820484"/>
                </a:lnTo>
                <a:lnTo>
                  <a:pt x="232633" y="813559"/>
                </a:lnTo>
                <a:lnTo>
                  <a:pt x="231265" y="793552"/>
                </a:lnTo>
                <a:lnTo>
                  <a:pt x="211466" y="790584"/>
                </a:lnTo>
                <a:lnTo>
                  <a:pt x="204543" y="752688"/>
                </a:lnTo>
                <a:lnTo>
                  <a:pt x="229771" y="736794"/>
                </a:lnTo>
                <a:lnTo>
                  <a:pt x="242474" y="751877"/>
                </a:lnTo>
                <a:lnTo>
                  <a:pt x="257550" y="744617"/>
                </a:lnTo>
                <a:lnTo>
                  <a:pt x="258065" y="729695"/>
                </a:lnTo>
                <a:lnTo>
                  <a:pt x="287140" y="721881"/>
                </a:lnTo>
                <a:lnTo>
                  <a:pt x="288701" y="698246"/>
                </a:lnTo>
                <a:lnTo>
                  <a:pt x="324660" y="712386"/>
                </a:lnTo>
                <a:lnTo>
                  <a:pt x="332984" y="696627"/>
                </a:lnTo>
                <a:lnTo>
                  <a:pt x="382718" y="695873"/>
                </a:lnTo>
                <a:lnTo>
                  <a:pt x="377966" y="625190"/>
                </a:lnTo>
                <a:lnTo>
                  <a:pt x="415877" y="646408"/>
                </a:lnTo>
                <a:lnTo>
                  <a:pt x="473455" y="647512"/>
                </a:lnTo>
                <a:lnTo>
                  <a:pt x="466852" y="608698"/>
                </a:lnTo>
                <a:lnTo>
                  <a:pt x="491290" y="586419"/>
                </a:lnTo>
                <a:lnTo>
                  <a:pt x="512619" y="597229"/>
                </a:lnTo>
                <a:lnTo>
                  <a:pt x="518873" y="567223"/>
                </a:lnTo>
                <a:lnTo>
                  <a:pt x="541659" y="564993"/>
                </a:lnTo>
                <a:lnTo>
                  <a:pt x="545854" y="527654"/>
                </a:lnTo>
                <a:lnTo>
                  <a:pt x="566170" y="532081"/>
                </a:lnTo>
                <a:lnTo>
                  <a:pt x="592690" y="490619"/>
                </a:lnTo>
                <a:lnTo>
                  <a:pt x="598533" y="511323"/>
                </a:lnTo>
                <a:lnTo>
                  <a:pt x="624702" y="511089"/>
                </a:lnTo>
                <a:lnTo>
                  <a:pt x="627881" y="478144"/>
                </a:lnTo>
                <a:lnTo>
                  <a:pt x="645972" y="477067"/>
                </a:lnTo>
                <a:lnTo>
                  <a:pt x="647882" y="457282"/>
                </a:lnTo>
                <a:lnTo>
                  <a:pt x="672707" y="439603"/>
                </a:lnTo>
                <a:lnTo>
                  <a:pt x="648963" y="411886"/>
                </a:lnTo>
                <a:lnTo>
                  <a:pt x="661878" y="374519"/>
                </a:lnTo>
                <a:lnTo>
                  <a:pt x="701574" y="383659"/>
                </a:lnTo>
                <a:lnTo>
                  <a:pt x="701685" y="359691"/>
                </a:lnTo>
                <a:lnTo>
                  <a:pt x="717997" y="353671"/>
                </a:lnTo>
                <a:lnTo>
                  <a:pt x="718339" y="290809"/>
                </a:lnTo>
                <a:lnTo>
                  <a:pt x="786303" y="311719"/>
                </a:lnTo>
                <a:lnTo>
                  <a:pt x="798966" y="340535"/>
                </a:lnTo>
                <a:lnTo>
                  <a:pt x="830771" y="353279"/>
                </a:lnTo>
                <a:lnTo>
                  <a:pt x="837549" y="331641"/>
                </a:lnTo>
                <a:lnTo>
                  <a:pt x="866554" y="347624"/>
                </a:lnTo>
                <a:lnTo>
                  <a:pt x="905655" y="333975"/>
                </a:lnTo>
                <a:lnTo>
                  <a:pt x="931027" y="361321"/>
                </a:lnTo>
                <a:lnTo>
                  <a:pt x="915816" y="402200"/>
                </a:lnTo>
                <a:lnTo>
                  <a:pt x="923720" y="442173"/>
                </a:lnTo>
                <a:lnTo>
                  <a:pt x="948872" y="460087"/>
                </a:lnTo>
                <a:lnTo>
                  <a:pt x="968571" y="454263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Manipur"/>
          <p:cNvSpPr/>
          <p:nvPr/>
        </p:nvSpPr>
        <p:spPr>
          <a:xfrm>
            <a:off x="3765233" y="3026451"/>
            <a:ext cx="225485" cy="253438"/>
          </a:xfrm>
          <a:custGeom>
            <a:avLst/>
            <a:gdLst/>
            <a:ahLst/>
            <a:cxnLst/>
            <a:rect l="l" t="t" r="r" b="b"/>
            <a:pathLst>
              <a:path w="225485" h="253438">
                <a:moveTo>
                  <a:pt x="61257" y="49125"/>
                </a:moveTo>
                <a:lnTo>
                  <a:pt x="28539" y="119573"/>
                </a:lnTo>
                <a:lnTo>
                  <a:pt x="17398" y="119558"/>
                </a:lnTo>
                <a:lnTo>
                  <a:pt x="0" y="215425"/>
                </a:lnTo>
                <a:lnTo>
                  <a:pt x="35721" y="227996"/>
                </a:lnTo>
                <a:lnTo>
                  <a:pt x="47867" y="216506"/>
                </a:lnTo>
                <a:lnTo>
                  <a:pt x="67778" y="238801"/>
                </a:lnTo>
                <a:lnTo>
                  <a:pt x="99496" y="230150"/>
                </a:lnTo>
                <a:lnTo>
                  <a:pt x="149090" y="253438"/>
                </a:lnTo>
                <a:lnTo>
                  <a:pt x="225485" y="88627"/>
                </a:lnTo>
                <a:lnTo>
                  <a:pt x="204045" y="64362"/>
                </a:lnTo>
                <a:lnTo>
                  <a:pt x="216750" y="32565"/>
                </a:lnTo>
                <a:lnTo>
                  <a:pt x="201213" y="24540"/>
                </a:lnTo>
                <a:lnTo>
                  <a:pt x="206686" y="0"/>
                </a:lnTo>
                <a:lnTo>
                  <a:pt x="171706" y="24700"/>
                </a:lnTo>
                <a:lnTo>
                  <a:pt x="100849" y="19822"/>
                </a:lnTo>
                <a:lnTo>
                  <a:pt x="80514" y="66399"/>
                </a:lnTo>
                <a:lnTo>
                  <a:pt x="61257" y="49125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Meghālaya"/>
          <p:cNvSpPr/>
          <p:nvPr/>
        </p:nvSpPr>
        <p:spPr>
          <a:xfrm>
            <a:off x="3363391" y="2966554"/>
            <a:ext cx="380214" cy="149532"/>
          </a:xfrm>
          <a:custGeom>
            <a:avLst/>
            <a:gdLst/>
            <a:ahLst/>
            <a:cxnLst/>
            <a:rect l="l" t="t" r="r" b="b"/>
            <a:pathLst>
              <a:path w="380214" h="149532">
                <a:moveTo>
                  <a:pt x="332155" y="149532"/>
                </a:moveTo>
                <a:lnTo>
                  <a:pt x="380214" y="123820"/>
                </a:lnTo>
                <a:lnTo>
                  <a:pt x="349898" y="89721"/>
                </a:lnTo>
                <a:lnTo>
                  <a:pt x="361141" y="72510"/>
                </a:lnTo>
                <a:lnTo>
                  <a:pt x="326904" y="50064"/>
                </a:lnTo>
                <a:lnTo>
                  <a:pt x="297899" y="61361"/>
                </a:lnTo>
                <a:lnTo>
                  <a:pt x="306735" y="28845"/>
                </a:lnTo>
                <a:lnTo>
                  <a:pt x="297427" y="24023"/>
                </a:lnTo>
                <a:lnTo>
                  <a:pt x="312250" y="7029"/>
                </a:lnTo>
                <a:lnTo>
                  <a:pt x="267711" y="16680"/>
                </a:lnTo>
                <a:lnTo>
                  <a:pt x="255799" y="0"/>
                </a:lnTo>
                <a:lnTo>
                  <a:pt x="236094" y="29534"/>
                </a:lnTo>
                <a:lnTo>
                  <a:pt x="224542" y="11821"/>
                </a:lnTo>
                <a:lnTo>
                  <a:pt x="218253" y="34048"/>
                </a:lnTo>
                <a:lnTo>
                  <a:pt x="179050" y="54449"/>
                </a:lnTo>
                <a:lnTo>
                  <a:pt x="175661" y="35401"/>
                </a:lnTo>
                <a:lnTo>
                  <a:pt x="151500" y="41028"/>
                </a:lnTo>
                <a:lnTo>
                  <a:pt x="144043" y="23505"/>
                </a:lnTo>
                <a:lnTo>
                  <a:pt x="38645" y="22152"/>
                </a:lnTo>
                <a:lnTo>
                  <a:pt x="10047" y="51375"/>
                </a:lnTo>
                <a:lnTo>
                  <a:pt x="26023" y="70239"/>
                </a:lnTo>
                <a:lnTo>
                  <a:pt x="0" y="100277"/>
                </a:lnTo>
                <a:lnTo>
                  <a:pt x="3073" y="113254"/>
                </a:lnTo>
                <a:lnTo>
                  <a:pt x="80042" y="133870"/>
                </a:lnTo>
                <a:lnTo>
                  <a:pt x="285943" y="127826"/>
                </a:lnTo>
                <a:lnTo>
                  <a:pt x="332155" y="149532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Mizoram"/>
          <p:cNvSpPr/>
          <p:nvPr/>
        </p:nvSpPr>
        <p:spPr>
          <a:xfrm>
            <a:off x="3675205" y="3185845"/>
            <a:ext cx="143645" cy="353965"/>
          </a:xfrm>
          <a:custGeom>
            <a:avLst/>
            <a:gdLst/>
            <a:ahLst/>
            <a:cxnLst/>
            <a:rect l="l" t="t" r="r" b="b"/>
            <a:pathLst>
              <a:path w="143645" h="353965">
                <a:moveTo>
                  <a:pt x="0" y="109233"/>
                </a:moveTo>
                <a:lnTo>
                  <a:pt x="42996" y="349065"/>
                </a:lnTo>
                <a:lnTo>
                  <a:pt x="55264" y="324655"/>
                </a:lnTo>
                <a:lnTo>
                  <a:pt x="81570" y="353965"/>
                </a:lnTo>
                <a:lnTo>
                  <a:pt x="98315" y="319117"/>
                </a:lnTo>
                <a:lnTo>
                  <a:pt x="119227" y="309687"/>
                </a:lnTo>
                <a:lnTo>
                  <a:pt x="105501" y="235311"/>
                </a:lnTo>
                <a:lnTo>
                  <a:pt x="110629" y="200503"/>
                </a:lnTo>
                <a:lnTo>
                  <a:pt x="130884" y="207808"/>
                </a:lnTo>
                <a:lnTo>
                  <a:pt x="142554" y="190245"/>
                </a:lnTo>
                <a:lnTo>
                  <a:pt x="143645" y="81280"/>
                </a:lnTo>
                <a:lnTo>
                  <a:pt x="133996" y="64220"/>
                </a:lnTo>
                <a:lnTo>
                  <a:pt x="90053" y="56065"/>
                </a:lnTo>
                <a:lnTo>
                  <a:pt x="96643" y="17656"/>
                </a:lnTo>
                <a:lnTo>
                  <a:pt x="71777" y="20230"/>
                </a:lnTo>
                <a:lnTo>
                  <a:pt x="63328" y="0"/>
                </a:lnTo>
                <a:lnTo>
                  <a:pt x="27137" y="52016"/>
                </a:lnTo>
                <a:lnTo>
                  <a:pt x="3424" y="37147"/>
                </a:lnTo>
                <a:lnTo>
                  <a:pt x="0" y="109233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Nāgāland"/>
          <p:cNvSpPr/>
          <p:nvPr/>
        </p:nvSpPr>
        <p:spPr>
          <a:xfrm>
            <a:off x="3810329" y="2840802"/>
            <a:ext cx="242741" cy="252041"/>
          </a:xfrm>
          <a:custGeom>
            <a:avLst/>
            <a:gdLst/>
            <a:ahLst/>
            <a:cxnLst/>
            <a:rect l="l" t="t" r="r" b="b"/>
            <a:pathLst>
              <a:path w="242741" h="252041">
                <a:moveTo>
                  <a:pt x="242741" y="48511"/>
                </a:moveTo>
                <a:lnTo>
                  <a:pt x="237528" y="0"/>
                </a:lnTo>
                <a:lnTo>
                  <a:pt x="144253" y="51355"/>
                </a:lnTo>
                <a:lnTo>
                  <a:pt x="125962" y="79251"/>
                </a:lnTo>
                <a:lnTo>
                  <a:pt x="118293" y="67876"/>
                </a:lnTo>
                <a:lnTo>
                  <a:pt x="85801" y="118499"/>
                </a:lnTo>
                <a:lnTo>
                  <a:pt x="82951" y="153560"/>
                </a:lnTo>
                <a:lnTo>
                  <a:pt x="59629" y="168351"/>
                </a:lnTo>
                <a:lnTo>
                  <a:pt x="55807" y="146285"/>
                </a:lnTo>
                <a:lnTo>
                  <a:pt x="0" y="204359"/>
                </a:lnTo>
                <a:lnTo>
                  <a:pt x="18410" y="242066"/>
                </a:lnTo>
                <a:lnTo>
                  <a:pt x="35432" y="252041"/>
                </a:lnTo>
                <a:lnTo>
                  <a:pt x="64597" y="202436"/>
                </a:lnTo>
                <a:lnTo>
                  <a:pt x="126610" y="210349"/>
                </a:lnTo>
                <a:lnTo>
                  <a:pt x="158455" y="184435"/>
                </a:lnTo>
                <a:lnTo>
                  <a:pt x="164151" y="215930"/>
                </a:lnTo>
                <a:lnTo>
                  <a:pt x="200011" y="201754"/>
                </a:lnTo>
                <a:lnTo>
                  <a:pt x="236601" y="132091"/>
                </a:lnTo>
                <a:lnTo>
                  <a:pt x="220825" y="80421"/>
                </a:lnTo>
                <a:lnTo>
                  <a:pt x="242741" y="48511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disha"/>
          <p:cNvSpPr/>
          <p:nvPr/>
        </p:nvSpPr>
        <p:spPr>
          <a:xfrm>
            <a:off x="2291649" y="3453932"/>
            <a:ext cx="774953" cy="651367"/>
          </a:xfrm>
          <a:custGeom>
            <a:avLst/>
            <a:gdLst/>
            <a:ahLst/>
            <a:cxnLst/>
            <a:rect l="l" t="t" r="r" b="b"/>
            <a:pathLst>
              <a:path w="774953" h="651367">
                <a:moveTo>
                  <a:pt x="0" y="651367"/>
                </a:moveTo>
                <a:lnTo>
                  <a:pt x="28150" y="650929"/>
                </a:lnTo>
                <a:lnTo>
                  <a:pt x="80776" y="617053"/>
                </a:lnTo>
                <a:lnTo>
                  <a:pt x="110548" y="627264"/>
                </a:lnTo>
                <a:lnTo>
                  <a:pt x="138108" y="551277"/>
                </a:lnTo>
                <a:lnTo>
                  <a:pt x="157827" y="594084"/>
                </a:lnTo>
                <a:lnTo>
                  <a:pt x="178886" y="564923"/>
                </a:lnTo>
                <a:lnTo>
                  <a:pt x="210876" y="574427"/>
                </a:lnTo>
                <a:lnTo>
                  <a:pt x="205599" y="537891"/>
                </a:lnTo>
                <a:lnTo>
                  <a:pt x="255581" y="510961"/>
                </a:lnTo>
                <a:lnTo>
                  <a:pt x="243473" y="489488"/>
                </a:lnTo>
                <a:lnTo>
                  <a:pt x="262705" y="495536"/>
                </a:lnTo>
                <a:lnTo>
                  <a:pt x="263489" y="476556"/>
                </a:lnTo>
                <a:lnTo>
                  <a:pt x="272302" y="487858"/>
                </a:lnTo>
                <a:lnTo>
                  <a:pt x="283606" y="467012"/>
                </a:lnTo>
                <a:lnTo>
                  <a:pt x="317601" y="514783"/>
                </a:lnTo>
                <a:lnTo>
                  <a:pt x="372057" y="518551"/>
                </a:lnTo>
                <a:lnTo>
                  <a:pt x="384795" y="486315"/>
                </a:lnTo>
                <a:lnTo>
                  <a:pt x="407677" y="485931"/>
                </a:lnTo>
                <a:lnTo>
                  <a:pt x="416585" y="466552"/>
                </a:lnTo>
                <a:lnTo>
                  <a:pt x="428846" y="478904"/>
                </a:lnTo>
                <a:lnTo>
                  <a:pt x="502803" y="409220"/>
                </a:lnTo>
                <a:lnTo>
                  <a:pt x="635849" y="358170"/>
                </a:lnTo>
                <a:lnTo>
                  <a:pt x="685720" y="306974"/>
                </a:lnTo>
                <a:lnTo>
                  <a:pt x="681779" y="281184"/>
                </a:lnTo>
                <a:lnTo>
                  <a:pt x="720408" y="254144"/>
                </a:lnTo>
                <a:lnTo>
                  <a:pt x="688559" y="251686"/>
                </a:lnTo>
                <a:lnTo>
                  <a:pt x="710486" y="239293"/>
                </a:lnTo>
                <a:lnTo>
                  <a:pt x="695919" y="184504"/>
                </a:lnTo>
                <a:lnTo>
                  <a:pt x="721949" y="151539"/>
                </a:lnTo>
                <a:lnTo>
                  <a:pt x="774953" y="132353"/>
                </a:lnTo>
                <a:lnTo>
                  <a:pt x="773048" y="114582"/>
                </a:lnTo>
                <a:lnTo>
                  <a:pt x="735072" y="80664"/>
                </a:lnTo>
                <a:lnTo>
                  <a:pt x="718127" y="95933"/>
                </a:lnTo>
                <a:lnTo>
                  <a:pt x="708867" y="66058"/>
                </a:lnTo>
                <a:lnTo>
                  <a:pt x="592001" y="0"/>
                </a:lnTo>
                <a:lnTo>
                  <a:pt x="574229" y="81909"/>
                </a:lnTo>
                <a:lnTo>
                  <a:pt x="556248" y="78540"/>
                </a:lnTo>
                <a:lnTo>
                  <a:pt x="561516" y="61911"/>
                </a:lnTo>
                <a:lnTo>
                  <a:pt x="545968" y="70361"/>
                </a:lnTo>
                <a:lnTo>
                  <a:pt x="505974" y="55754"/>
                </a:lnTo>
                <a:lnTo>
                  <a:pt x="489052" y="76560"/>
                </a:lnTo>
                <a:lnTo>
                  <a:pt x="457073" y="66502"/>
                </a:lnTo>
                <a:lnTo>
                  <a:pt x="473632" y="37441"/>
                </a:lnTo>
                <a:lnTo>
                  <a:pt x="467293" y="11398"/>
                </a:lnTo>
                <a:lnTo>
                  <a:pt x="368555" y="30799"/>
                </a:lnTo>
                <a:lnTo>
                  <a:pt x="329133" y="6103"/>
                </a:lnTo>
                <a:lnTo>
                  <a:pt x="332783" y="26864"/>
                </a:lnTo>
                <a:lnTo>
                  <a:pt x="275792" y="63714"/>
                </a:lnTo>
                <a:lnTo>
                  <a:pt x="279382" y="98255"/>
                </a:lnTo>
                <a:lnTo>
                  <a:pt x="247188" y="146167"/>
                </a:lnTo>
                <a:lnTo>
                  <a:pt x="255882" y="166862"/>
                </a:lnTo>
                <a:lnTo>
                  <a:pt x="238385" y="163114"/>
                </a:lnTo>
                <a:lnTo>
                  <a:pt x="220884" y="200537"/>
                </a:lnTo>
                <a:lnTo>
                  <a:pt x="158400" y="193813"/>
                </a:lnTo>
                <a:lnTo>
                  <a:pt x="136115" y="238677"/>
                </a:lnTo>
                <a:lnTo>
                  <a:pt x="121530" y="230205"/>
                </a:lnTo>
                <a:lnTo>
                  <a:pt x="127690" y="344484"/>
                </a:lnTo>
                <a:lnTo>
                  <a:pt x="167936" y="352973"/>
                </a:lnTo>
                <a:lnTo>
                  <a:pt x="166908" y="374882"/>
                </a:lnTo>
                <a:lnTo>
                  <a:pt x="152204" y="383002"/>
                </a:lnTo>
                <a:lnTo>
                  <a:pt x="153683" y="370499"/>
                </a:lnTo>
                <a:lnTo>
                  <a:pt x="133642" y="364571"/>
                </a:lnTo>
                <a:lnTo>
                  <a:pt x="120828" y="374774"/>
                </a:lnTo>
                <a:lnTo>
                  <a:pt x="107101" y="351772"/>
                </a:lnTo>
                <a:lnTo>
                  <a:pt x="60442" y="346189"/>
                </a:lnTo>
                <a:lnTo>
                  <a:pt x="58181" y="363435"/>
                </a:lnTo>
                <a:lnTo>
                  <a:pt x="85216" y="380972"/>
                </a:lnTo>
                <a:lnTo>
                  <a:pt x="80571" y="419800"/>
                </a:lnTo>
                <a:lnTo>
                  <a:pt x="100986" y="430795"/>
                </a:lnTo>
                <a:lnTo>
                  <a:pt x="108192" y="500552"/>
                </a:lnTo>
                <a:lnTo>
                  <a:pt x="63350" y="536452"/>
                </a:lnTo>
                <a:lnTo>
                  <a:pt x="72244" y="545647"/>
                </a:lnTo>
                <a:lnTo>
                  <a:pt x="45087" y="578144"/>
                </a:lnTo>
                <a:lnTo>
                  <a:pt x="16470" y="591247"/>
                </a:lnTo>
                <a:lnTo>
                  <a:pt x="0" y="651367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Puducherry"/>
          <p:cNvSpPr/>
          <p:nvPr/>
        </p:nvSpPr>
        <p:spPr>
          <a:xfrm>
            <a:off x="2072443" y="4902754"/>
            <a:ext cx="17023" cy="23521"/>
          </a:xfrm>
          <a:custGeom>
            <a:avLst/>
            <a:gdLst/>
            <a:ahLst/>
            <a:cxnLst/>
            <a:rect l="l" t="t" r="r" b="b"/>
            <a:pathLst>
              <a:path w="17023" h="23521">
                <a:moveTo>
                  <a:pt x="17023" y="23521"/>
                </a:moveTo>
                <a:lnTo>
                  <a:pt x="9367" y="0"/>
                </a:lnTo>
                <a:lnTo>
                  <a:pt x="0" y="17449"/>
                </a:lnTo>
                <a:lnTo>
                  <a:pt x="17023" y="23521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Punjab"/>
          <p:cNvSpPr/>
          <p:nvPr/>
        </p:nvSpPr>
        <p:spPr>
          <a:xfrm>
            <a:off x="1335710" y="2089573"/>
            <a:ext cx="388411" cy="407384"/>
          </a:xfrm>
          <a:custGeom>
            <a:avLst/>
            <a:gdLst/>
            <a:ahLst/>
            <a:cxnLst/>
            <a:rect l="l" t="t" r="r" b="b"/>
            <a:pathLst>
              <a:path w="388411" h="407384">
                <a:moveTo>
                  <a:pt x="81595" y="352405"/>
                </a:moveTo>
                <a:lnTo>
                  <a:pt x="154353" y="356520"/>
                </a:lnTo>
                <a:lnTo>
                  <a:pt x="172533" y="378218"/>
                </a:lnTo>
                <a:lnTo>
                  <a:pt x="171739" y="407384"/>
                </a:lnTo>
                <a:lnTo>
                  <a:pt x="200274" y="370963"/>
                </a:lnTo>
                <a:lnTo>
                  <a:pt x="274602" y="379854"/>
                </a:lnTo>
                <a:lnTo>
                  <a:pt x="300105" y="364800"/>
                </a:lnTo>
                <a:lnTo>
                  <a:pt x="295502" y="323070"/>
                </a:lnTo>
                <a:lnTo>
                  <a:pt x="310027" y="331507"/>
                </a:lnTo>
                <a:lnTo>
                  <a:pt x="322880" y="318172"/>
                </a:lnTo>
                <a:lnTo>
                  <a:pt x="338602" y="334144"/>
                </a:lnTo>
                <a:lnTo>
                  <a:pt x="352586" y="319138"/>
                </a:lnTo>
                <a:lnTo>
                  <a:pt x="339929" y="308541"/>
                </a:lnTo>
                <a:lnTo>
                  <a:pt x="363398" y="286068"/>
                </a:lnTo>
                <a:lnTo>
                  <a:pt x="388411" y="291455"/>
                </a:lnTo>
                <a:lnTo>
                  <a:pt x="386942" y="260843"/>
                </a:lnTo>
                <a:lnTo>
                  <a:pt x="358832" y="242615"/>
                </a:lnTo>
                <a:lnTo>
                  <a:pt x="378156" y="235503"/>
                </a:lnTo>
                <a:lnTo>
                  <a:pt x="348593" y="207510"/>
                </a:lnTo>
                <a:lnTo>
                  <a:pt x="350764" y="176788"/>
                </a:lnTo>
                <a:lnTo>
                  <a:pt x="325039" y="169063"/>
                </a:lnTo>
                <a:lnTo>
                  <a:pt x="316674" y="147359"/>
                </a:lnTo>
                <a:lnTo>
                  <a:pt x="291958" y="165283"/>
                </a:lnTo>
                <a:lnTo>
                  <a:pt x="257663" y="76979"/>
                </a:lnTo>
                <a:lnTo>
                  <a:pt x="217498" y="60557"/>
                </a:lnTo>
                <a:lnTo>
                  <a:pt x="220430" y="37666"/>
                </a:lnTo>
                <a:lnTo>
                  <a:pt x="260766" y="16169"/>
                </a:lnTo>
                <a:lnTo>
                  <a:pt x="248914" y="0"/>
                </a:lnTo>
                <a:lnTo>
                  <a:pt x="209683" y="32048"/>
                </a:lnTo>
                <a:lnTo>
                  <a:pt x="185240" y="22657"/>
                </a:lnTo>
                <a:lnTo>
                  <a:pt x="175025" y="56200"/>
                </a:lnTo>
                <a:lnTo>
                  <a:pt x="126425" y="62756"/>
                </a:lnTo>
                <a:lnTo>
                  <a:pt x="76636" y="108510"/>
                </a:lnTo>
                <a:lnTo>
                  <a:pt x="97815" y="148910"/>
                </a:lnTo>
                <a:lnTo>
                  <a:pt x="79447" y="189236"/>
                </a:lnTo>
                <a:lnTo>
                  <a:pt x="103897" y="194769"/>
                </a:lnTo>
                <a:lnTo>
                  <a:pt x="6166" y="277303"/>
                </a:lnTo>
                <a:lnTo>
                  <a:pt x="11326" y="328087"/>
                </a:lnTo>
                <a:lnTo>
                  <a:pt x="0" y="344944"/>
                </a:lnTo>
                <a:lnTo>
                  <a:pt x="81595" y="352405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ājasthān"/>
          <p:cNvSpPr/>
          <p:nvPr/>
        </p:nvSpPr>
        <p:spPr>
          <a:xfrm>
            <a:off x="775389" y="2406943"/>
            <a:ext cx="1118629" cy="979217"/>
          </a:xfrm>
          <a:custGeom>
            <a:avLst/>
            <a:gdLst/>
            <a:ahLst/>
            <a:cxnLst/>
            <a:rect l="l" t="t" r="r" b="b"/>
            <a:pathLst>
              <a:path w="1118629" h="979217">
                <a:moveTo>
                  <a:pt x="992795" y="328888"/>
                </a:moveTo>
                <a:lnTo>
                  <a:pt x="962385" y="326041"/>
                </a:lnTo>
                <a:lnTo>
                  <a:pt x="967586" y="337529"/>
                </a:lnTo>
                <a:lnTo>
                  <a:pt x="945297" y="348975"/>
                </a:lnTo>
                <a:lnTo>
                  <a:pt x="952934" y="282600"/>
                </a:lnTo>
                <a:lnTo>
                  <a:pt x="937396" y="271185"/>
                </a:lnTo>
                <a:lnTo>
                  <a:pt x="899165" y="306556"/>
                </a:lnTo>
                <a:lnTo>
                  <a:pt x="889948" y="281209"/>
                </a:lnTo>
                <a:lnTo>
                  <a:pt x="866596" y="277006"/>
                </a:lnTo>
                <a:lnTo>
                  <a:pt x="872967" y="297402"/>
                </a:lnTo>
                <a:lnTo>
                  <a:pt x="849478" y="303109"/>
                </a:lnTo>
                <a:lnTo>
                  <a:pt x="857057" y="326732"/>
                </a:lnTo>
                <a:lnTo>
                  <a:pt x="825750" y="321908"/>
                </a:lnTo>
                <a:lnTo>
                  <a:pt x="834586" y="291436"/>
                </a:lnTo>
                <a:lnTo>
                  <a:pt x="822470" y="286894"/>
                </a:lnTo>
                <a:lnTo>
                  <a:pt x="841543" y="280897"/>
                </a:lnTo>
                <a:lnTo>
                  <a:pt x="773576" y="217459"/>
                </a:lnTo>
                <a:lnTo>
                  <a:pt x="754356" y="129308"/>
                </a:lnTo>
                <a:lnTo>
                  <a:pt x="711716" y="132875"/>
                </a:lnTo>
                <a:lnTo>
                  <a:pt x="683076" y="109013"/>
                </a:lnTo>
                <a:lnTo>
                  <a:pt x="651092" y="119461"/>
                </a:lnTo>
                <a:lnTo>
                  <a:pt x="653236" y="61190"/>
                </a:lnTo>
                <a:lnTo>
                  <a:pt x="635121" y="58970"/>
                </a:lnTo>
                <a:lnTo>
                  <a:pt x="641916" y="35035"/>
                </a:lnTo>
                <a:lnTo>
                  <a:pt x="561408" y="30775"/>
                </a:lnTo>
                <a:lnTo>
                  <a:pt x="571324" y="0"/>
                </a:lnTo>
                <a:lnTo>
                  <a:pt x="498057" y="34610"/>
                </a:lnTo>
                <a:lnTo>
                  <a:pt x="440553" y="160585"/>
                </a:lnTo>
                <a:lnTo>
                  <a:pt x="370152" y="195681"/>
                </a:lnTo>
                <a:lnTo>
                  <a:pt x="307284" y="306874"/>
                </a:lnTo>
                <a:lnTo>
                  <a:pt x="176601" y="341995"/>
                </a:lnTo>
                <a:lnTo>
                  <a:pt x="159779" y="337011"/>
                </a:lnTo>
                <a:lnTo>
                  <a:pt x="140649" y="300163"/>
                </a:lnTo>
                <a:lnTo>
                  <a:pt x="112995" y="299978"/>
                </a:lnTo>
                <a:lnTo>
                  <a:pt x="13070" y="413620"/>
                </a:lnTo>
                <a:lnTo>
                  <a:pt x="0" y="465571"/>
                </a:lnTo>
                <a:lnTo>
                  <a:pt x="39137" y="493916"/>
                </a:lnTo>
                <a:lnTo>
                  <a:pt x="87806" y="500352"/>
                </a:lnTo>
                <a:lnTo>
                  <a:pt x="78321" y="584467"/>
                </a:lnTo>
                <a:lnTo>
                  <a:pt x="99815" y="615278"/>
                </a:lnTo>
                <a:lnTo>
                  <a:pt x="149643" y="616867"/>
                </a:lnTo>
                <a:lnTo>
                  <a:pt x="150239" y="658733"/>
                </a:lnTo>
                <a:lnTo>
                  <a:pt x="207202" y="757712"/>
                </a:lnTo>
                <a:lnTo>
                  <a:pt x="301417" y="766827"/>
                </a:lnTo>
                <a:lnTo>
                  <a:pt x="328039" y="752728"/>
                </a:lnTo>
                <a:lnTo>
                  <a:pt x="364452" y="764197"/>
                </a:lnTo>
                <a:lnTo>
                  <a:pt x="351599" y="770085"/>
                </a:lnTo>
                <a:lnTo>
                  <a:pt x="378437" y="793520"/>
                </a:lnTo>
                <a:lnTo>
                  <a:pt x="388837" y="779138"/>
                </a:lnTo>
                <a:lnTo>
                  <a:pt x="436162" y="804164"/>
                </a:lnTo>
                <a:lnTo>
                  <a:pt x="458628" y="782097"/>
                </a:lnTo>
                <a:lnTo>
                  <a:pt x="457263" y="796015"/>
                </a:lnTo>
                <a:lnTo>
                  <a:pt x="475435" y="800502"/>
                </a:lnTo>
                <a:lnTo>
                  <a:pt x="456110" y="823719"/>
                </a:lnTo>
                <a:lnTo>
                  <a:pt x="478430" y="850117"/>
                </a:lnTo>
                <a:lnTo>
                  <a:pt x="493603" y="836070"/>
                </a:lnTo>
                <a:lnTo>
                  <a:pt x="492312" y="879052"/>
                </a:lnTo>
                <a:lnTo>
                  <a:pt x="514109" y="904365"/>
                </a:lnTo>
                <a:lnTo>
                  <a:pt x="530984" y="902391"/>
                </a:lnTo>
                <a:lnTo>
                  <a:pt x="527364" y="926088"/>
                </a:lnTo>
                <a:lnTo>
                  <a:pt x="570024" y="935372"/>
                </a:lnTo>
                <a:lnTo>
                  <a:pt x="616801" y="979217"/>
                </a:lnTo>
                <a:lnTo>
                  <a:pt x="669204" y="959036"/>
                </a:lnTo>
                <a:lnTo>
                  <a:pt x="640261" y="942587"/>
                </a:lnTo>
                <a:lnTo>
                  <a:pt x="694023" y="901383"/>
                </a:lnTo>
                <a:lnTo>
                  <a:pt x="699869" y="846892"/>
                </a:lnTo>
                <a:lnTo>
                  <a:pt x="688973" y="819257"/>
                </a:lnTo>
                <a:lnTo>
                  <a:pt x="669913" y="815650"/>
                </a:lnTo>
                <a:lnTo>
                  <a:pt x="683548" y="789431"/>
                </a:lnTo>
                <a:lnTo>
                  <a:pt x="665027" y="783679"/>
                </a:lnTo>
                <a:lnTo>
                  <a:pt x="676633" y="743516"/>
                </a:lnTo>
                <a:lnTo>
                  <a:pt x="687954" y="763481"/>
                </a:lnTo>
                <a:lnTo>
                  <a:pt x="704177" y="749994"/>
                </a:lnTo>
                <a:lnTo>
                  <a:pt x="682924" y="743958"/>
                </a:lnTo>
                <a:lnTo>
                  <a:pt x="682132" y="717473"/>
                </a:lnTo>
                <a:lnTo>
                  <a:pt x="706436" y="734535"/>
                </a:lnTo>
                <a:lnTo>
                  <a:pt x="723210" y="706687"/>
                </a:lnTo>
                <a:lnTo>
                  <a:pt x="744661" y="707580"/>
                </a:lnTo>
                <a:lnTo>
                  <a:pt x="735636" y="730391"/>
                </a:lnTo>
                <a:lnTo>
                  <a:pt x="756286" y="731219"/>
                </a:lnTo>
                <a:lnTo>
                  <a:pt x="730647" y="734623"/>
                </a:lnTo>
                <a:lnTo>
                  <a:pt x="730036" y="754032"/>
                </a:lnTo>
                <a:lnTo>
                  <a:pt x="808250" y="750061"/>
                </a:lnTo>
                <a:lnTo>
                  <a:pt x="817835" y="787986"/>
                </a:lnTo>
                <a:lnTo>
                  <a:pt x="794741" y="796844"/>
                </a:lnTo>
                <a:lnTo>
                  <a:pt x="808621" y="842601"/>
                </a:lnTo>
                <a:lnTo>
                  <a:pt x="760678" y="859706"/>
                </a:lnTo>
                <a:lnTo>
                  <a:pt x="789543" y="883988"/>
                </a:lnTo>
                <a:lnTo>
                  <a:pt x="791974" y="864239"/>
                </a:lnTo>
                <a:lnTo>
                  <a:pt x="821440" y="864600"/>
                </a:lnTo>
                <a:lnTo>
                  <a:pt x="845570" y="838341"/>
                </a:lnTo>
                <a:lnTo>
                  <a:pt x="852996" y="805235"/>
                </a:lnTo>
                <a:lnTo>
                  <a:pt x="856438" y="821632"/>
                </a:lnTo>
                <a:lnTo>
                  <a:pt x="896557" y="828876"/>
                </a:lnTo>
                <a:lnTo>
                  <a:pt x="917916" y="811414"/>
                </a:lnTo>
                <a:lnTo>
                  <a:pt x="931478" y="834428"/>
                </a:lnTo>
                <a:lnTo>
                  <a:pt x="949945" y="823184"/>
                </a:lnTo>
                <a:lnTo>
                  <a:pt x="933312" y="777212"/>
                </a:lnTo>
                <a:lnTo>
                  <a:pt x="953861" y="787135"/>
                </a:lnTo>
                <a:lnTo>
                  <a:pt x="965373" y="764311"/>
                </a:lnTo>
                <a:lnTo>
                  <a:pt x="931559" y="739381"/>
                </a:lnTo>
                <a:lnTo>
                  <a:pt x="950272" y="731138"/>
                </a:lnTo>
                <a:lnTo>
                  <a:pt x="938464" y="712876"/>
                </a:lnTo>
                <a:lnTo>
                  <a:pt x="1008438" y="697888"/>
                </a:lnTo>
                <a:lnTo>
                  <a:pt x="1003899" y="657183"/>
                </a:lnTo>
                <a:lnTo>
                  <a:pt x="983310" y="671206"/>
                </a:lnTo>
                <a:lnTo>
                  <a:pt x="922229" y="668135"/>
                </a:lnTo>
                <a:lnTo>
                  <a:pt x="900145" y="651119"/>
                </a:lnTo>
                <a:lnTo>
                  <a:pt x="889616" y="615908"/>
                </a:lnTo>
                <a:lnTo>
                  <a:pt x="960506" y="552446"/>
                </a:lnTo>
                <a:lnTo>
                  <a:pt x="1095770" y="483221"/>
                </a:lnTo>
                <a:lnTo>
                  <a:pt x="1118629" y="449889"/>
                </a:lnTo>
                <a:lnTo>
                  <a:pt x="1087343" y="459446"/>
                </a:lnTo>
                <a:lnTo>
                  <a:pt x="1053500" y="448046"/>
                </a:lnTo>
                <a:lnTo>
                  <a:pt x="1014544" y="474219"/>
                </a:lnTo>
                <a:lnTo>
                  <a:pt x="1011072" y="457450"/>
                </a:lnTo>
                <a:lnTo>
                  <a:pt x="1053800" y="437862"/>
                </a:lnTo>
                <a:lnTo>
                  <a:pt x="1022791" y="429661"/>
                </a:lnTo>
                <a:lnTo>
                  <a:pt x="1043384" y="412128"/>
                </a:lnTo>
                <a:lnTo>
                  <a:pt x="999961" y="366546"/>
                </a:lnTo>
                <a:lnTo>
                  <a:pt x="992795" y="328888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Sikkim"/>
          <p:cNvSpPr/>
          <p:nvPr/>
        </p:nvSpPr>
        <p:spPr>
          <a:xfrm>
            <a:off x="3134151" y="2690851"/>
            <a:ext cx="113573" cy="143993"/>
          </a:xfrm>
          <a:custGeom>
            <a:avLst/>
            <a:gdLst/>
            <a:ahLst/>
            <a:cxnLst/>
            <a:rect l="l" t="t" r="r" b="b"/>
            <a:pathLst>
              <a:path w="113573" h="143993">
                <a:moveTo>
                  <a:pt x="0" y="125846"/>
                </a:moveTo>
                <a:lnTo>
                  <a:pt x="52930" y="143993"/>
                </a:lnTo>
                <a:lnTo>
                  <a:pt x="113573" y="117028"/>
                </a:lnTo>
                <a:lnTo>
                  <a:pt x="95332" y="77393"/>
                </a:lnTo>
                <a:lnTo>
                  <a:pt x="111142" y="37380"/>
                </a:lnTo>
                <a:lnTo>
                  <a:pt x="104550" y="15627"/>
                </a:lnTo>
                <a:lnTo>
                  <a:pt x="75766" y="0"/>
                </a:lnTo>
                <a:lnTo>
                  <a:pt x="14540" y="24621"/>
                </a:lnTo>
                <a:lnTo>
                  <a:pt x="23325" y="46399"/>
                </a:lnTo>
                <a:lnTo>
                  <a:pt x="0" y="125846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amil Nādu"/>
          <p:cNvSpPr/>
          <p:nvPr/>
        </p:nvSpPr>
        <p:spPr>
          <a:xfrm>
            <a:off x="1634586" y="4689060"/>
            <a:ext cx="523498" cy="753076"/>
          </a:xfrm>
          <a:custGeom>
            <a:avLst/>
            <a:gdLst/>
            <a:ahLst/>
            <a:cxnLst/>
            <a:rect l="l" t="t" r="r" b="b"/>
            <a:pathLst>
              <a:path w="523498" h="753076">
                <a:moveTo>
                  <a:pt x="454790" y="237603"/>
                </a:moveTo>
                <a:lnTo>
                  <a:pt x="440619" y="219726"/>
                </a:lnTo>
                <a:lnTo>
                  <a:pt x="459064" y="220830"/>
                </a:lnTo>
                <a:lnTo>
                  <a:pt x="511774" y="107638"/>
                </a:lnTo>
                <a:lnTo>
                  <a:pt x="523498" y="34566"/>
                </a:lnTo>
                <a:lnTo>
                  <a:pt x="513573" y="0"/>
                </a:lnTo>
                <a:lnTo>
                  <a:pt x="510133" y="12986"/>
                </a:lnTo>
                <a:lnTo>
                  <a:pt x="479318" y="3153"/>
                </a:lnTo>
                <a:lnTo>
                  <a:pt x="448783" y="49097"/>
                </a:lnTo>
                <a:lnTo>
                  <a:pt x="407489" y="29303"/>
                </a:lnTo>
                <a:lnTo>
                  <a:pt x="407871" y="51741"/>
                </a:lnTo>
                <a:lnTo>
                  <a:pt x="381968" y="54118"/>
                </a:lnTo>
                <a:lnTo>
                  <a:pt x="372827" y="74777"/>
                </a:lnTo>
                <a:lnTo>
                  <a:pt x="315725" y="68135"/>
                </a:lnTo>
                <a:lnTo>
                  <a:pt x="283953" y="129145"/>
                </a:lnTo>
                <a:lnTo>
                  <a:pt x="203901" y="95348"/>
                </a:lnTo>
                <a:lnTo>
                  <a:pt x="191670" y="122424"/>
                </a:lnTo>
                <a:lnTo>
                  <a:pt x="173715" y="123224"/>
                </a:lnTo>
                <a:lnTo>
                  <a:pt x="175998" y="164242"/>
                </a:lnTo>
                <a:lnTo>
                  <a:pt x="157567" y="180477"/>
                </a:lnTo>
                <a:lnTo>
                  <a:pt x="196205" y="198510"/>
                </a:lnTo>
                <a:lnTo>
                  <a:pt x="183490" y="221344"/>
                </a:lnTo>
                <a:lnTo>
                  <a:pt x="160465" y="222459"/>
                </a:lnTo>
                <a:lnTo>
                  <a:pt x="151870" y="247568"/>
                </a:lnTo>
                <a:lnTo>
                  <a:pt x="85771" y="242847"/>
                </a:lnTo>
                <a:lnTo>
                  <a:pt x="77997" y="270394"/>
                </a:lnTo>
                <a:lnTo>
                  <a:pt x="35250" y="255231"/>
                </a:lnTo>
                <a:lnTo>
                  <a:pt x="0" y="273608"/>
                </a:lnTo>
                <a:lnTo>
                  <a:pt x="1666" y="287764"/>
                </a:lnTo>
                <a:lnTo>
                  <a:pt x="39930" y="302722"/>
                </a:lnTo>
                <a:lnTo>
                  <a:pt x="26025" y="324664"/>
                </a:lnTo>
                <a:lnTo>
                  <a:pt x="63697" y="322054"/>
                </a:lnTo>
                <a:lnTo>
                  <a:pt x="72127" y="344569"/>
                </a:lnTo>
                <a:lnTo>
                  <a:pt x="54088" y="361499"/>
                </a:lnTo>
                <a:lnTo>
                  <a:pt x="85685" y="381693"/>
                </a:lnTo>
                <a:lnTo>
                  <a:pt x="75839" y="447586"/>
                </a:lnTo>
                <a:lnTo>
                  <a:pt x="95398" y="459042"/>
                </a:lnTo>
                <a:lnTo>
                  <a:pt x="127432" y="440765"/>
                </a:lnTo>
                <a:lnTo>
                  <a:pt x="135073" y="459195"/>
                </a:lnTo>
                <a:lnTo>
                  <a:pt x="118595" y="542287"/>
                </a:lnTo>
                <a:lnTo>
                  <a:pt x="149971" y="556537"/>
                </a:lnTo>
                <a:lnTo>
                  <a:pt x="116200" y="623455"/>
                </a:lnTo>
                <a:lnTo>
                  <a:pt x="133606" y="688561"/>
                </a:lnTo>
                <a:lnTo>
                  <a:pt x="109927" y="723310"/>
                </a:lnTo>
                <a:lnTo>
                  <a:pt x="137627" y="746825"/>
                </a:lnTo>
                <a:lnTo>
                  <a:pt x="168252" y="753076"/>
                </a:lnTo>
                <a:lnTo>
                  <a:pt x="233233" y="712305"/>
                </a:lnTo>
                <a:lnTo>
                  <a:pt x="248996" y="636206"/>
                </a:lnTo>
                <a:lnTo>
                  <a:pt x="277183" y="610946"/>
                </a:lnTo>
                <a:lnTo>
                  <a:pt x="347563" y="588786"/>
                </a:lnTo>
                <a:lnTo>
                  <a:pt x="407163" y="604304"/>
                </a:lnTo>
                <a:lnTo>
                  <a:pt x="393997" y="582450"/>
                </a:lnTo>
                <a:lnTo>
                  <a:pt x="360532" y="585499"/>
                </a:lnTo>
                <a:lnTo>
                  <a:pt x="339134" y="559213"/>
                </a:lnTo>
                <a:lnTo>
                  <a:pt x="385928" y="483787"/>
                </a:lnTo>
                <a:lnTo>
                  <a:pt x="389853" y="453178"/>
                </a:lnTo>
                <a:lnTo>
                  <a:pt x="464135" y="447661"/>
                </a:lnTo>
                <a:lnTo>
                  <a:pt x="460610" y="375720"/>
                </a:lnTo>
                <a:lnTo>
                  <a:pt x="443551" y="358013"/>
                </a:lnTo>
                <a:lnTo>
                  <a:pt x="460819" y="354264"/>
                </a:lnTo>
                <a:lnTo>
                  <a:pt x="453360" y="244200"/>
                </a:lnTo>
                <a:lnTo>
                  <a:pt x="442735" y="243369"/>
                </a:lnTo>
                <a:lnTo>
                  <a:pt x="454790" y="237603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langāna"/>
          <p:cNvSpPr/>
          <p:nvPr/>
        </p:nvSpPr>
        <p:spPr>
          <a:xfrm>
            <a:off x="1762102" y="3817943"/>
            <a:ext cx="520199" cy="559527"/>
          </a:xfrm>
          <a:custGeom>
            <a:avLst/>
            <a:gdLst/>
            <a:ahLst/>
            <a:cxnLst/>
            <a:rect l="l" t="t" r="r" b="b"/>
            <a:pathLst>
              <a:path w="520199" h="559527">
                <a:moveTo>
                  <a:pt x="40163" y="222601"/>
                </a:moveTo>
                <a:lnTo>
                  <a:pt x="40468" y="257738"/>
                </a:lnTo>
                <a:lnTo>
                  <a:pt x="53451" y="267005"/>
                </a:lnTo>
                <a:lnTo>
                  <a:pt x="26381" y="319735"/>
                </a:lnTo>
                <a:lnTo>
                  <a:pt x="57686" y="334455"/>
                </a:lnTo>
                <a:lnTo>
                  <a:pt x="35276" y="340740"/>
                </a:lnTo>
                <a:lnTo>
                  <a:pt x="18370" y="369325"/>
                </a:lnTo>
                <a:lnTo>
                  <a:pt x="33943" y="397921"/>
                </a:lnTo>
                <a:lnTo>
                  <a:pt x="29470" y="454898"/>
                </a:lnTo>
                <a:lnTo>
                  <a:pt x="0" y="472212"/>
                </a:lnTo>
                <a:lnTo>
                  <a:pt x="45692" y="489976"/>
                </a:lnTo>
                <a:lnTo>
                  <a:pt x="32856" y="531986"/>
                </a:lnTo>
                <a:lnTo>
                  <a:pt x="53660" y="552713"/>
                </a:lnTo>
                <a:lnTo>
                  <a:pt x="114322" y="559527"/>
                </a:lnTo>
                <a:lnTo>
                  <a:pt x="149186" y="526796"/>
                </a:lnTo>
                <a:lnTo>
                  <a:pt x="197249" y="534158"/>
                </a:lnTo>
                <a:lnTo>
                  <a:pt x="225765" y="504100"/>
                </a:lnTo>
                <a:lnTo>
                  <a:pt x="252118" y="505858"/>
                </a:lnTo>
                <a:lnTo>
                  <a:pt x="257247" y="459426"/>
                </a:lnTo>
                <a:lnTo>
                  <a:pt x="323074" y="436792"/>
                </a:lnTo>
                <a:lnTo>
                  <a:pt x="345447" y="449809"/>
                </a:lnTo>
                <a:lnTo>
                  <a:pt x="360830" y="427061"/>
                </a:lnTo>
                <a:lnTo>
                  <a:pt x="354055" y="411518"/>
                </a:lnTo>
                <a:lnTo>
                  <a:pt x="376849" y="393811"/>
                </a:lnTo>
                <a:lnTo>
                  <a:pt x="400267" y="424899"/>
                </a:lnTo>
                <a:lnTo>
                  <a:pt x="424428" y="431682"/>
                </a:lnTo>
                <a:lnTo>
                  <a:pt x="428463" y="411021"/>
                </a:lnTo>
                <a:lnTo>
                  <a:pt x="398100" y="403136"/>
                </a:lnTo>
                <a:lnTo>
                  <a:pt x="403908" y="387298"/>
                </a:lnTo>
                <a:lnTo>
                  <a:pt x="411014" y="395732"/>
                </a:lnTo>
                <a:lnTo>
                  <a:pt x="425672" y="378849"/>
                </a:lnTo>
                <a:lnTo>
                  <a:pt x="459441" y="394367"/>
                </a:lnTo>
                <a:lnTo>
                  <a:pt x="468805" y="369702"/>
                </a:lnTo>
                <a:lnTo>
                  <a:pt x="501277" y="368247"/>
                </a:lnTo>
                <a:lnTo>
                  <a:pt x="520199" y="348461"/>
                </a:lnTo>
                <a:lnTo>
                  <a:pt x="460725" y="317272"/>
                </a:lnTo>
                <a:lnTo>
                  <a:pt x="464562" y="298913"/>
                </a:lnTo>
                <a:lnTo>
                  <a:pt x="492402" y="293928"/>
                </a:lnTo>
                <a:lnTo>
                  <a:pt x="480181" y="290330"/>
                </a:lnTo>
                <a:lnTo>
                  <a:pt x="476462" y="238121"/>
                </a:lnTo>
                <a:lnTo>
                  <a:pt x="445632" y="238336"/>
                </a:lnTo>
                <a:lnTo>
                  <a:pt x="445378" y="206006"/>
                </a:lnTo>
                <a:lnTo>
                  <a:pt x="417361" y="177670"/>
                </a:lnTo>
                <a:lnTo>
                  <a:pt x="395962" y="181008"/>
                </a:lnTo>
                <a:lnTo>
                  <a:pt x="387284" y="163639"/>
                </a:lnTo>
                <a:lnTo>
                  <a:pt x="366878" y="169278"/>
                </a:lnTo>
                <a:lnTo>
                  <a:pt x="341840" y="151557"/>
                </a:lnTo>
                <a:lnTo>
                  <a:pt x="333822" y="111391"/>
                </a:lnTo>
                <a:lnTo>
                  <a:pt x="349033" y="70512"/>
                </a:lnTo>
                <a:lnTo>
                  <a:pt x="320458" y="42087"/>
                </a:lnTo>
                <a:lnTo>
                  <a:pt x="284560" y="56815"/>
                </a:lnTo>
                <a:lnTo>
                  <a:pt x="255555" y="40832"/>
                </a:lnTo>
                <a:lnTo>
                  <a:pt x="248777" y="62470"/>
                </a:lnTo>
                <a:lnTo>
                  <a:pt x="216972" y="49726"/>
                </a:lnTo>
                <a:lnTo>
                  <a:pt x="204309" y="20910"/>
                </a:lnTo>
                <a:lnTo>
                  <a:pt x="136345" y="0"/>
                </a:lnTo>
                <a:lnTo>
                  <a:pt x="136003" y="62862"/>
                </a:lnTo>
                <a:lnTo>
                  <a:pt x="119691" y="68882"/>
                </a:lnTo>
                <a:lnTo>
                  <a:pt x="119580" y="92850"/>
                </a:lnTo>
                <a:lnTo>
                  <a:pt x="79884" y="83710"/>
                </a:lnTo>
                <a:lnTo>
                  <a:pt x="66969" y="121077"/>
                </a:lnTo>
                <a:lnTo>
                  <a:pt x="90713" y="148794"/>
                </a:lnTo>
                <a:lnTo>
                  <a:pt x="65888" y="166473"/>
                </a:lnTo>
                <a:lnTo>
                  <a:pt x="63978" y="186258"/>
                </a:lnTo>
                <a:lnTo>
                  <a:pt x="45887" y="187335"/>
                </a:lnTo>
                <a:lnTo>
                  <a:pt x="40163" y="222601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ripura"/>
          <p:cNvSpPr/>
          <p:nvPr/>
        </p:nvSpPr>
        <p:spPr>
          <a:xfrm>
            <a:off x="3534096" y="3184986"/>
            <a:ext cx="149583" cy="217925"/>
          </a:xfrm>
          <a:custGeom>
            <a:avLst/>
            <a:gdLst/>
            <a:ahLst/>
            <a:cxnLst/>
            <a:rect l="l" t="t" r="r" b="b"/>
            <a:pathLst>
              <a:path w="149583" h="217925">
                <a:moveTo>
                  <a:pt x="83834" y="140390"/>
                </a:moveTo>
                <a:lnTo>
                  <a:pt x="100598" y="150509"/>
                </a:lnTo>
                <a:lnTo>
                  <a:pt x="102039" y="108246"/>
                </a:lnTo>
                <a:lnTo>
                  <a:pt x="136289" y="120018"/>
                </a:lnTo>
                <a:lnTo>
                  <a:pt x="147632" y="90974"/>
                </a:lnTo>
                <a:lnTo>
                  <a:pt x="149583" y="47725"/>
                </a:lnTo>
                <a:lnTo>
                  <a:pt x="131805" y="38998"/>
                </a:lnTo>
                <a:lnTo>
                  <a:pt x="140178" y="18945"/>
                </a:lnTo>
                <a:lnTo>
                  <a:pt x="128718" y="0"/>
                </a:lnTo>
                <a:lnTo>
                  <a:pt x="128144" y="14905"/>
                </a:lnTo>
                <a:lnTo>
                  <a:pt x="97455" y="25944"/>
                </a:lnTo>
                <a:lnTo>
                  <a:pt x="96925" y="56524"/>
                </a:lnTo>
                <a:lnTo>
                  <a:pt x="75071" y="38723"/>
                </a:lnTo>
                <a:lnTo>
                  <a:pt x="76301" y="52913"/>
                </a:lnTo>
                <a:lnTo>
                  <a:pt x="64338" y="40553"/>
                </a:lnTo>
                <a:lnTo>
                  <a:pt x="53990" y="62166"/>
                </a:lnTo>
                <a:lnTo>
                  <a:pt x="27917" y="57855"/>
                </a:lnTo>
                <a:lnTo>
                  <a:pt x="0" y="107762"/>
                </a:lnTo>
                <a:lnTo>
                  <a:pt x="24189" y="195536"/>
                </a:lnTo>
                <a:lnTo>
                  <a:pt x="33144" y="200664"/>
                </a:lnTo>
                <a:lnTo>
                  <a:pt x="32058" y="170436"/>
                </a:lnTo>
                <a:lnTo>
                  <a:pt x="58824" y="217925"/>
                </a:lnTo>
                <a:lnTo>
                  <a:pt x="86347" y="196778"/>
                </a:lnTo>
                <a:lnTo>
                  <a:pt x="83834" y="140390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Uttar Pradesh"/>
          <p:cNvSpPr/>
          <p:nvPr/>
        </p:nvSpPr>
        <p:spPr>
          <a:xfrm>
            <a:off x="1742759" y="2379596"/>
            <a:ext cx="961133" cy="895405"/>
          </a:xfrm>
          <a:custGeom>
            <a:avLst/>
            <a:gdLst/>
            <a:ahLst/>
            <a:cxnLst/>
            <a:rect l="l" t="t" r="r" b="b"/>
            <a:pathLst>
              <a:path w="961133" h="895405">
                <a:moveTo>
                  <a:pt x="62636" y="0"/>
                </a:moveTo>
                <a:lnTo>
                  <a:pt x="13240" y="66689"/>
                </a:lnTo>
                <a:lnTo>
                  <a:pt x="0" y="110913"/>
                </a:lnTo>
                <a:lnTo>
                  <a:pt x="14694" y="219444"/>
                </a:lnTo>
                <a:lnTo>
                  <a:pt x="59378" y="295686"/>
                </a:lnTo>
                <a:lnTo>
                  <a:pt x="57621" y="337974"/>
                </a:lnTo>
                <a:lnTo>
                  <a:pt x="25328" y="356413"/>
                </a:lnTo>
                <a:lnTo>
                  <a:pt x="29671" y="382899"/>
                </a:lnTo>
                <a:lnTo>
                  <a:pt x="76014" y="439475"/>
                </a:lnTo>
                <a:lnTo>
                  <a:pt x="55421" y="457008"/>
                </a:lnTo>
                <a:lnTo>
                  <a:pt x="86430" y="465209"/>
                </a:lnTo>
                <a:lnTo>
                  <a:pt x="39958" y="489424"/>
                </a:lnTo>
                <a:lnTo>
                  <a:pt x="47912" y="501574"/>
                </a:lnTo>
                <a:lnTo>
                  <a:pt x="86035" y="475416"/>
                </a:lnTo>
                <a:lnTo>
                  <a:pt x="119973" y="486793"/>
                </a:lnTo>
                <a:lnTo>
                  <a:pt x="145239" y="473516"/>
                </a:lnTo>
                <a:lnTo>
                  <a:pt x="149733" y="491694"/>
                </a:lnTo>
                <a:lnTo>
                  <a:pt x="162800" y="484147"/>
                </a:lnTo>
                <a:lnTo>
                  <a:pt x="244503" y="510966"/>
                </a:lnTo>
                <a:lnTo>
                  <a:pt x="261101" y="542965"/>
                </a:lnTo>
                <a:lnTo>
                  <a:pt x="212443" y="637527"/>
                </a:lnTo>
                <a:lnTo>
                  <a:pt x="219933" y="655385"/>
                </a:lnTo>
                <a:lnTo>
                  <a:pt x="173070" y="663285"/>
                </a:lnTo>
                <a:lnTo>
                  <a:pt x="155467" y="688868"/>
                </a:lnTo>
                <a:lnTo>
                  <a:pt x="174936" y="718097"/>
                </a:lnTo>
                <a:lnTo>
                  <a:pt x="138112" y="759411"/>
                </a:lnTo>
                <a:lnTo>
                  <a:pt x="160889" y="836675"/>
                </a:lnTo>
                <a:lnTo>
                  <a:pt x="182619" y="824556"/>
                </a:lnTo>
                <a:lnTo>
                  <a:pt x="217520" y="853504"/>
                </a:lnTo>
                <a:lnTo>
                  <a:pt x="240260" y="830073"/>
                </a:lnTo>
                <a:lnTo>
                  <a:pt x="229029" y="789777"/>
                </a:lnTo>
                <a:lnTo>
                  <a:pt x="212330" y="795419"/>
                </a:lnTo>
                <a:lnTo>
                  <a:pt x="217142" y="766496"/>
                </a:lnTo>
                <a:lnTo>
                  <a:pt x="197017" y="746365"/>
                </a:lnTo>
                <a:lnTo>
                  <a:pt x="190178" y="705807"/>
                </a:lnTo>
                <a:lnTo>
                  <a:pt x="171979" y="701571"/>
                </a:lnTo>
                <a:lnTo>
                  <a:pt x="200384" y="680049"/>
                </a:lnTo>
                <a:lnTo>
                  <a:pt x="215207" y="692120"/>
                </a:lnTo>
                <a:lnTo>
                  <a:pt x="210550" y="672666"/>
                </a:lnTo>
                <a:lnTo>
                  <a:pt x="224056" y="681870"/>
                </a:lnTo>
                <a:lnTo>
                  <a:pt x="236176" y="664106"/>
                </a:lnTo>
                <a:lnTo>
                  <a:pt x="242536" y="689239"/>
                </a:lnTo>
                <a:lnTo>
                  <a:pt x="216881" y="699946"/>
                </a:lnTo>
                <a:lnTo>
                  <a:pt x="224756" y="709170"/>
                </a:lnTo>
                <a:lnTo>
                  <a:pt x="238881" y="693213"/>
                </a:lnTo>
                <a:lnTo>
                  <a:pt x="228669" y="718934"/>
                </a:lnTo>
                <a:lnTo>
                  <a:pt x="245577" y="702959"/>
                </a:lnTo>
                <a:lnTo>
                  <a:pt x="260563" y="725547"/>
                </a:lnTo>
                <a:lnTo>
                  <a:pt x="283818" y="721887"/>
                </a:lnTo>
                <a:lnTo>
                  <a:pt x="282059" y="694231"/>
                </a:lnTo>
                <a:lnTo>
                  <a:pt x="306840" y="703944"/>
                </a:lnTo>
                <a:lnTo>
                  <a:pt x="295490" y="725984"/>
                </a:lnTo>
                <a:lnTo>
                  <a:pt x="353558" y="727358"/>
                </a:lnTo>
                <a:lnTo>
                  <a:pt x="352265" y="708232"/>
                </a:lnTo>
                <a:lnTo>
                  <a:pt x="404773" y="682376"/>
                </a:lnTo>
                <a:lnTo>
                  <a:pt x="426135" y="716188"/>
                </a:lnTo>
                <a:lnTo>
                  <a:pt x="406017" y="736995"/>
                </a:lnTo>
                <a:lnTo>
                  <a:pt x="428423" y="729789"/>
                </a:lnTo>
                <a:lnTo>
                  <a:pt x="432147" y="744128"/>
                </a:lnTo>
                <a:lnTo>
                  <a:pt x="432633" y="726809"/>
                </a:lnTo>
                <a:lnTo>
                  <a:pt x="469989" y="733036"/>
                </a:lnTo>
                <a:lnTo>
                  <a:pt x="460849" y="722945"/>
                </a:lnTo>
                <a:lnTo>
                  <a:pt x="483796" y="714772"/>
                </a:lnTo>
                <a:lnTo>
                  <a:pt x="474565" y="751190"/>
                </a:lnTo>
                <a:lnTo>
                  <a:pt x="516248" y="755991"/>
                </a:lnTo>
                <a:lnTo>
                  <a:pt x="533804" y="717783"/>
                </a:lnTo>
                <a:lnTo>
                  <a:pt x="560998" y="730643"/>
                </a:lnTo>
                <a:lnTo>
                  <a:pt x="572131" y="714375"/>
                </a:lnTo>
                <a:lnTo>
                  <a:pt x="576332" y="732830"/>
                </a:lnTo>
                <a:lnTo>
                  <a:pt x="613936" y="739707"/>
                </a:lnTo>
                <a:lnTo>
                  <a:pt x="621346" y="764289"/>
                </a:lnTo>
                <a:lnTo>
                  <a:pt x="651682" y="765364"/>
                </a:lnTo>
                <a:lnTo>
                  <a:pt x="663757" y="794758"/>
                </a:lnTo>
                <a:lnTo>
                  <a:pt x="678731" y="796656"/>
                </a:lnTo>
                <a:lnTo>
                  <a:pt x="680437" y="781356"/>
                </a:lnTo>
                <a:lnTo>
                  <a:pt x="724262" y="789709"/>
                </a:lnTo>
                <a:lnTo>
                  <a:pt x="710481" y="860713"/>
                </a:lnTo>
                <a:lnTo>
                  <a:pt x="746421" y="895405"/>
                </a:lnTo>
                <a:lnTo>
                  <a:pt x="779522" y="888548"/>
                </a:lnTo>
                <a:lnTo>
                  <a:pt x="811262" y="827745"/>
                </a:lnTo>
                <a:lnTo>
                  <a:pt x="803583" y="809585"/>
                </a:lnTo>
                <a:lnTo>
                  <a:pt x="822805" y="792301"/>
                </a:lnTo>
                <a:lnTo>
                  <a:pt x="798575" y="758318"/>
                </a:lnTo>
                <a:lnTo>
                  <a:pt x="798532" y="713160"/>
                </a:lnTo>
                <a:lnTo>
                  <a:pt x="860790" y="680961"/>
                </a:lnTo>
                <a:lnTo>
                  <a:pt x="893641" y="641633"/>
                </a:lnTo>
                <a:lnTo>
                  <a:pt x="961133" y="640680"/>
                </a:lnTo>
                <a:lnTo>
                  <a:pt x="881547" y="579279"/>
                </a:lnTo>
                <a:lnTo>
                  <a:pt x="901511" y="570275"/>
                </a:lnTo>
                <a:lnTo>
                  <a:pt x="902868" y="552493"/>
                </a:lnTo>
                <a:lnTo>
                  <a:pt x="868649" y="532130"/>
                </a:lnTo>
                <a:lnTo>
                  <a:pt x="891360" y="515656"/>
                </a:lnTo>
                <a:lnTo>
                  <a:pt x="933797" y="517340"/>
                </a:lnTo>
                <a:lnTo>
                  <a:pt x="910984" y="501993"/>
                </a:lnTo>
                <a:lnTo>
                  <a:pt x="912689" y="485825"/>
                </a:lnTo>
                <a:lnTo>
                  <a:pt x="888019" y="481492"/>
                </a:lnTo>
                <a:lnTo>
                  <a:pt x="870895" y="422031"/>
                </a:lnTo>
                <a:lnTo>
                  <a:pt x="831320" y="401763"/>
                </a:lnTo>
                <a:lnTo>
                  <a:pt x="802463" y="400371"/>
                </a:lnTo>
                <a:lnTo>
                  <a:pt x="793518" y="420798"/>
                </a:lnTo>
                <a:lnTo>
                  <a:pt x="777029" y="403868"/>
                </a:lnTo>
                <a:lnTo>
                  <a:pt x="719329" y="397180"/>
                </a:lnTo>
                <a:lnTo>
                  <a:pt x="715941" y="366948"/>
                </a:lnTo>
                <a:lnTo>
                  <a:pt x="682948" y="372894"/>
                </a:lnTo>
                <a:lnTo>
                  <a:pt x="634668" y="339463"/>
                </a:lnTo>
                <a:lnTo>
                  <a:pt x="611079" y="348577"/>
                </a:lnTo>
                <a:lnTo>
                  <a:pt x="445856" y="235420"/>
                </a:lnTo>
                <a:lnTo>
                  <a:pt x="436915" y="253169"/>
                </a:lnTo>
                <a:lnTo>
                  <a:pt x="386265" y="215336"/>
                </a:lnTo>
                <a:lnTo>
                  <a:pt x="365351" y="229757"/>
                </a:lnTo>
                <a:lnTo>
                  <a:pt x="348021" y="207122"/>
                </a:lnTo>
                <a:lnTo>
                  <a:pt x="298065" y="210057"/>
                </a:lnTo>
                <a:lnTo>
                  <a:pt x="260043" y="173524"/>
                </a:lnTo>
                <a:lnTo>
                  <a:pt x="231974" y="174579"/>
                </a:lnTo>
                <a:lnTo>
                  <a:pt x="208073" y="149657"/>
                </a:lnTo>
                <a:lnTo>
                  <a:pt x="236553" y="131554"/>
                </a:lnTo>
                <a:lnTo>
                  <a:pt x="195235" y="115165"/>
                </a:lnTo>
                <a:lnTo>
                  <a:pt x="180371" y="91170"/>
                </a:lnTo>
                <a:lnTo>
                  <a:pt x="159329" y="82430"/>
                </a:lnTo>
                <a:lnTo>
                  <a:pt x="119352" y="112034"/>
                </a:lnTo>
                <a:lnTo>
                  <a:pt x="109859" y="93973"/>
                </a:lnTo>
                <a:lnTo>
                  <a:pt x="91024" y="97581"/>
                </a:lnTo>
                <a:lnTo>
                  <a:pt x="82654" y="60570"/>
                </a:lnTo>
                <a:lnTo>
                  <a:pt x="111727" y="21269"/>
                </a:lnTo>
                <a:lnTo>
                  <a:pt x="62636" y="0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Uttarākhand"/>
          <p:cNvSpPr/>
          <p:nvPr/>
        </p:nvSpPr>
        <p:spPr>
          <a:xfrm>
            <a:off x="1804921" y="2234947"/>
            <a:ext cx="440401" cy="374406"/>
          </a:xfrm>
          <a:custGeom>
            <a:avLst/>
            <a:gdLst/>
            <a:ahLst/>
            <a:cxnLst/>
            <a:rect l="l" t="t" r="r" b="b"/>
            <a:pathLst>
              <a:path w="440401" h="374406">
                <a:moveTo>
                  <a:pt x="317307" y="358787"/>
                </a:moveTo>
                <a:lnTo>
                  <a:pt x="327433" y="322311"/>
                </a:lnTo>
                <a:lnTo>
                  <a:pt x="346941" y="308230"/>
                </a:lnTo>
                <a:lnTo>
                  <a:pt x="339843" y="275641"/>
                </a:lnTo>
                <a:lnTo>
                  <a:pt x="361114" y="254402"/>
                </a:lnTo>
                <a:lnTo>
                  <a:pt x="355861" y="233678"/>
                </a:lnTo>
                <a:lnTo>
                  <a:pt x="440401" y="165317"/>
                </a:lnTo>
                <a:lnTo>
                  <a:pt x="336084" y="119027"/>
                </a:lnTo>
                <a:lnTo>
                  <a:pt x="339056" y="95001"/>
                </a:lnTo>
                <a:lnTo>
                  <a:pt x="291815" y="65717"/>
                </a:lnTo>
                <a:lnTo>
                  <a:pt x="236013" y="58678"/>
                </a:lnTo>
                <a:lnTo>
                  <a:pt x="193964" y="0"/>
                </a:lnTo>
                <a:lnTo>
                  <a:pt x="166606" y="22969"/>
                </a:lnTo>
                <a:lnTo>
                  <a:pt x="182867" y="46881"/>
                </a:lnTo>
                <a:lnTo>
                  <a:pt x="101578" y="22677"/>
                </a:lnTo>
                <a:lnTo>
                  <a:pt x="41550" y="41352"/>
                </a:lnTo>
                <a:lnTo>
                  <a:pt x="16734" y="94187"/>
                </a:lnTo>
                <a:lnTo>
                  <a:pt x="31340" y="129462"/>
                </a:lnTo>
                <a:lnTo>
                  <a:pt x="0" y="142856"/>
                </a:lnTo>
                <a:lnTo>
                  <a:pt x="49565" y="165918"/>
                </a:lnTo>
                <a:lnTo>
                  <a:pt x="21340" y="202644"/>
                </a:lnTo>
                <a:lnTo>
                  <a:pt x="25308" y="238358"/>
                </a:lnTo>
                <a:lnTo>
                  <a:pt x="47697" y="238622"/>
                </a:lnTo>
                <a:lnTo>
                  <a:pt x="57190" y="256683"/>
                </a:lnTo>
                <a:lnTo>
                  <a:pt x="108986" y="231490"/>
                </a:lnTo>
                <a:lnTo>
                  <a:pt x="133073" y="259814"/>
                </a:lnTo>
                <a:lnTo>
                  <a:pt x="174391" y="276203"/>
                </a:lnTo>
                <a:lnTo>
                  <a:pt x="145911" y="294306"/>
                </a:lnTo>
                <a:lnTo>
                  <a:pt x="169846" y="319255"/>
                </a:lnTo>
                <a:lnTo>
                  <a:pt x="197881" y="318173"/>
                </a:lnTo>
                <a:lnTo>
                  <a:pt x="237798" y="355348"/>
                </a:lnTo>
                <a:lnTo>
                  <a:pt x="287294" y="352231"/>
                </a:lnTo>
                <a:lnTo>
                  <a:pt x="303189" y="374406"/>
                </a:lnTo>
                <a:lnTo>
                  <a:pt x="317307" y="358787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West Bengal"/>
          <p:cNvSpPr/>
          <p:nvPr/>
        </p:nvSpPr>
        <p:spPr>
          <a:xfrm>
            <a:off x="2854729" y="2816697"/>
            <a:ext cx="516102" cy="775923"/>
          </a:xfrm>
          <a:custGeom>
            <a:avLst/>
            <a:gdLst/>
            <a:ahLst/>
            <a:cxnLst/>
            <a:rect l="l" t="t" r="r" b="b"/>
            <a:pathLst>
              <a:path w="516102" h="775923">
                <a:moveTo>
                  <a:pt x="279422" y="0"/>
                </a:moveTo>
                <a:lnTo>
                  <a:pt x="301349" y="60413"/>
                </a:lnTo>
                <a:lnTo>
                  <a:pt x="290951" y="90642"/>
                </a:lnTo>
                <a:lnTo>
                  <a:pt x="307167" y="87903"/>
                </a:lnTo>
                <a:lnTo>
                  <a:pt x="315786" y="118173"/>
                </a:lnTo>
                <a:lnTo>
                  <a:pt x="253451" y="176137"/>
                </a:lnTo>
                <a:lnTo>
                  <a:pt x="283860" y="207106"/>
                </a:lnTo>
                <a:lnTo>
                  <a:pt x="287338" y="233921"/>
                </a:lnTo>
                <a:lnTo>
                  <a:pt x="262767" y="232034"/>
                </a:lnTo>
                <a:lnTo>
                  <a:pt x="247828" y="246507"/>
                </a:lnTo>
                <a:lnTo>
                  <a:pt x="258010" y="267160"/>
                </a:lnTo>
                <a:lnTo>
                  <a:pt x="240795" y="268103"/>
                </a:lnTo>
                <a:lnTo>
                  <a:pt x="272734" y="311988"/>
                </a:lnTo>
                <a:lnTo>
                  <a:pt x="254330" y="336259"/>
                </a:lnTo>
                <a:lnTo>
                  <a:pt x="265928" y="360293"/>
                </a:lnTo>
                <a:lnTo>
                  <a:pt x="248473" y="360571"/>
                </a:lnTo>
                <a:lnTo>
                  <a:pt x="252248" y="388093"/>
                </a:lnTo>
                <a:lnTo>
                  <a:pt x="231559" y="405709"/>
                </a:lnTo>
                <a:lnTo>
                  <a:pt x="238727" y="420198"/>
                </a:lnTo>
                <a:lnTo>
                  <a:pt x="213577" y="424492"/>
                </a:lnTo>
                <a:lnTo>
                  <a:pt x="208799" y="442833"/>
                </a:lnTo>
                <a:lnTo>
                  <a:pt x="181480" y="434481"/>
                </a:lnTo>
                <a:lnTo>
                  <a:pt x="180879" y="464561"/>
                </a:lnTo>
                <a:lnTo>
                  <a:pt x="125478" y="462956"/>
                </a:lnTo>
                <a:lnTo>
                  <a:pt x="124697" y="483338"/>
                </a:lnTo>
                <a:lnTo>
                  <a:pt x="81743" y="491460"/>
                </a:lnTo>
                <a:lnTo>
                  <a:pt x="62433" y="521363"/>
                </a:lnTo>
                <a:lnTo>
                  <a:pt x="28302" y="497441"/>
                </a:lnTo>
                <a:lnTo>
                  <a:pt x="29845" y="511059"/>
                </a:lnTo>
                <a:lnTo>
                  <a:pt x="6513" y="512623"/>
                </a:lnTo>
                <a:lnTo>
                  <a:pt x="0" y="541032"/>
                </a:lnTo>
                <a:lnTo>
                  <a:pt x="46573" y="577150"/>
                </a:lnTo>
                <a:lnTo>
                  <a:pt x="92582" y="579322"/>
                </a:lnTo>
                <a:lnTo>
                  <a:pt x="76338" y="606547"/>
                </a:lnTo>
                <a:lnTo>
                  <a:pt x="120435" y="636086"/>
                </a:lnTo>
                <a:lnTo>
                  <a:pt x="136004" y="674280"/>
                </a:lnTo>
                <a:lnTo>
                  <a:pt x="114833" y="694941"/>
                </a:lnTo>
                <a:lnTo>
                  <a:pt x="153829" y="709875"/>
                </a:lnTo>
                <a:lnTo>
                  <a:pt x="155047" y="733168"/>
                </a:lnTo>
                <a:lnTo>
                  <a:pt x="180267" y="720967"/>
                </a:lnTo>
                <a:lnTo>
                  <a:pt x="212135" y="768618"/>
                </a:lnTo>
                <a:lnTo>
                  <a:pt x="252891" y="755023"/>
                </a:lnTo>
                <a:lnTo>
                  <a:pt x="275833" y="732820"/>
                </a:lnTo>
                <a:lnTo>
                  <a:pt x="276631" y="704692"/>
                </a:lnTo>
                <a:lnTo>
                  <a:pt x="298848" y="704344"/>
                </a:lnTo>
                <a:lnTo>
                  <a:pt x="276944" y="681349"/>
                </a:lnTo>
                <a:lnTo>
                  <a:pt x="300849" y="689377"/>
                </a:lnTo>
                <a:lnTo>
                  <a:pt x="310629" y="775923"/>
                </a:lnTo>
                <a:lnTo>
                  <a:pt x="310820" y="720262"/>
                </a:lnTo>
                <a:lnTo>
                  <a:pt x="317226" y="734343"/>
                </a:lnTo>
                <a:lnTo>
                  <a:pt x="322220" y="719007"/>
                </a:lnTo>
                <a:lnTo>
                  <a:pt x="326128" y="743191"/>
                </a:lnTo>
                <a:lnTo>
                  <a:pt x="326944" y="714503"/>
                </a:lnTo>
                <a:lnTo>
                  <a:pt x="337451" y="728656"/>
                </a:lnTo>
                <a:lnTo>
                  <a:pt x="348061" y="708019"/>
                </a:lnTo>
                <a:lnTo>
                  <a:pt x="340710" y="731673"/>
                </a:lnTo>
                <a:lnTo>
                  <a:pt x="353090" y="729402"/>
                </a:lnTo>
                <a:lnTo>
                  <a:pt x="360124" y="681075"/>
                </a:lnTo>
                <a:lnTo>
                  <a:pt x="358798" y="721644"/>
                </a:lnTo>
                <a:lnTo>
                  <a:pt x="374413" y="694755"/>
                </a:lnTo>
                <a:lnTo>
                  <a:pt x="373862" y="720410"/>
                </a:lnTo>
                <a:lnTo>
                  <a:pt x="392249" y="724545"/>
                </a:lnTo>
                <a:lnTo>
                  <a:pt x="403213" y="699966"/>
                </a:lnTo>
                <a:lnTo>
                  <a:pt x="395973" y="722082"/>
                </a:lnTo>
                <a:lnTo>
                  <a:pt x="405799" y="728416"/>
                </a:lnTo>
                <a:lnTo>
                  <a:pt x="416996" y="693074"/>
                </a:lnTo>
                <a:lnTo>
                  <a:pt x="385239" y="576580"/>
                </a:lnTo>
                <a:lnTo>
                  <a:pt x="404113" y="548487"/>
                </a:lnTo>
                <a:lnTo>
                  <a:pt x="369000" y="542909"/>
                </a:lnTo>
                <a:lnTo>
                  <a:pt x="379341" y="509748"/>
                </a:lnTo>
                <a:lnTo>
                  <a:pt x="348570" y="488862"/>
                </a:lnTo>
                <a:lnTo>
                  <a:pt x="350767" y="459746"/>
                </a:lnTo>
                <a:lnTo>
                  <a:pt x="375410" y="443050"/>
                </a:lnTo>
                <a:lnTo>
                  <a:pt x="371147" y="402788"/>
                </a:lnTo>
                <a:lnTo>
                  <a:pt x="301684" y="375323"/>
                </a:lnTo>
                <a:lnTo>
                  <a:pt x="280643" y="346248"/>
                </a:lnTo>
                <a:lnTo>
                  <a:pt x="295036" y="312236"/>
                </a:lnTo>
                <a:lnTo>
                  <a:pt x="328178" y="310921"/>
                </a:lnTo>
                <a:lnTo>
                  <a:pt x="333781" y="276196"/>
                </a:lnTo>
                <a:lnTo>
                  <a:pt x="394721" y="280769"/>
                </a:lnTo>
                <a:lnTo>
                  <a:pt x="405937" y="262317"/>
                </a:lnTo>
                <a:lnTo>
                  <a:pt x="384466" y="253588"/>
                </a:lnTo>
                <a:lnTo>
                  <a:pt x="380799" y="231649"/>
                </a:lnTo>
                <a:lnTo>
                  <a:pt x="346241" y="233684"/>
                </a:lnTo>
                <a:lnTo>
                  <a:pt x="288594" y="177691"/>
                </a:lnTo>
                <a:lnTo>
                  <a:pt x="300288" y="145734"/>
                </a:lnTo>
                <a:lnTo>
                  <a:pt x="343990" y="116762"/>
                </a:lnTo>
                <a:lnTo>
                  <a:pt x="319733" y="100006"/>
                </a:lnTo>
                <a:lnTo>
                  <a:pt x="329693" y="79500"/>
                </a:lnTo>
                <a:lnTo>
                  <a:pt x="372199" y="118693"/>
                </a:lnTo>
                <a:lnTo>
                  <a:pt x="362048" y="130818"/>
                </a:lnTo>
                <a:lnTo>
                  <a:pt x="411319" y="133119"/>
                </a:lnTo>
                <a:lnTo>
                  <a:pt x="393479" y="115718"/>
                </a:lnTo>
                <a:lnTo>
                  <a:pt x="400364" y="103390"/>
                </a:lnTo>
                <a:lnTo>
                  <a:pt x="417088" y="112649"/>
                </a:lnTo>
                <a:lnTo>
                  <a:pt x="424580" y="147227"/>
                </a:lnTo>
                <a:lnTo>
                  <a:pt x="475514" y="171108"/>
                </a:lnTo>
                <a:lnTo>
                  <a:pt x="485550" y="134790"/>
                </a:lnTo>
                <a:lnTo>
                  <a:pt x="498598" y="142647"/>
                </a:lnTo>
                <a:lnTo>
                  <a:pt x="496454" y="124127"/>
                </a:lnTo>
                <a:lnTo>
                  <a:pt x="513831" y="113532"/>
                </a:lnTo>
                <a:lnTo>
                  <a:pt x="516102" y="86124"/>
                </a:lnTo>
                <a:lnTo>
                  <a:pt x="513158" y="70417"/>
                </a:lnTo>
                <a:lnTo>
                  <a:pt x="474541" y="54694"/>
                </a:lnTo>
                <a:lnTo>
                  <a:pt x="420954" y="55492"/>
                </a:lnTo>
                <a:lnTo>
                  <a:pt x="388338" y="36652"/>
                </a:lnTo>
                <a:lnTo>
                  <a:pt x="379293" y="9984"/>
                </a:lnTo>
                <a:lnTo>
                  <a:pt x="348185" y="3792"/>
                </a:lnTo>
                <a:lnTo>
                  <a:pt x="332352" y="18147"/>
                </a:lnTo>
                <a:lnTo>
                  <a:pt x="279422" y="0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STRATEGY · NATIONAL DEVELOPMENT PLAN</a:t>
            </a:r>
            <a:endParaRPr lang="en-US" sz="120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831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India's Viksit Bharat @2047 — developed nation by centenary</a:t>
            </a:r>
            <a:endParaRPr lang="en-US" sz="1800"/>
          </a:p>
        </p:txBody>
      </p:sp>
      <p:sp>
        <p:nvSpPr>
          <p:cNvPr id="4" name="Shape 2"/>
          <p:cNvSpPr/>
          <p:nvPr/>
        </p:nvSpPr>
        <p:spPr>
          <a:xfrm>
            <a:off x="512064" y="1005840"/>
            <a:ext cx="502920" cy="0"/>
          </a:xfrm>
          <a:prstGeom prst="line">
            <a:avLst/>
          </a:prstGeom>
          <a:noFill/>
          <a:ln w="31750">
            <a:solidFill>
              <a:srgbClr val="AD83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02920" y="104241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Launched August 2022 (reaffirmed Aug 2026)</a:t>
            </a:r>
            <a:endParaRPr lang="en-US" sz="1200"/>
          </a:p>
        </p:txBody>
      </p:sp>
      <p:sp>
        <p:nvSpPr>
          <p:cNvPr id="6" name="Shape 4"/>
          <p:cNvSpPr/>
          <p:nvPr/>
        </p:nvSpPr>
        <p:spPr>
          <a:xfrm>
            <a:off x="502920" y="1371600"/>
            <a:ext cx="2724912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02920" y="1371600"/>
            <a:ext cx="2724912" cy="41148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12648" y="1426464"/>
            <a:ext cx="2505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2022-47</a:t>
            </a:r>
            <a:endParaRPr lang="en-US" sz="1800"/>
          </a:p>
        </p:txBody>
      </p:sp>
      <p:sp>
        <p:nvSpPr>
          <p:cNvPr id="9" name="Text 7"/>
          <p:cNvSpPr/>
          <p:nvPr/>
        </p:nvSpPr>
        <p:spPr>
          <a:xfrm>
            <a:off x="612648" y="1773936"/>
            <a:ext cx="2505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Plan horizon — 100 years of independence</a:t>
            </a:r>
            <a:endParaRPr lang="en-US" sz="1200"/>
          </a:p>
        </p:txBody>
      </p:sp>
      <p:sp>
        <p:nvSpPr>
          <p:cNvPr id="10" name="Shape 8"/>
          <p:cNvSpPr/>
          <p:nvPr/>
        </p:nvSpPr>
        <p:spPr>
          <a:xfrm>
            <a:off x="3364992" y="1371600"/>
            <a:ext cx="2724912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3364992" y="1371600"/>
            <a:ext cx="2724912" cy="41148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474720" y="1426464"/>
            <a:ext cx="2505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~7%+</a:t>
            </a:r>
            <a:endParaRPr lang="en-US" sz="1800"/>
          </a:p>
        </p:txBody>
      </p:sp>
      <p:sp>
        <p:nvSpPr>
          <p:cNvPr id="13" name="Text 11"/>
          <p:cNvSpPr/>
          <p:nvPr/>
        </p:nvSpPr>
        <p:spPr>
          <a:xfrm>
            <a:off x="3474720" y="1773936"/>
            <a:ext cx="2505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Target growth (FY26 actual 7.6%)</a:t>
            </a:r>
            <a:endParaRPr lang="en-US" sz="1200"/>
          </a:p>
        </p:txBody>
      </p:sp>
      <p:sp>
        <p:nvSpPr>
          <p:cNvPr id="14" name="Shape 12"/>
          <p:cNvSpPr/>
          <p:nvPr/>
        </p:nvSpPr>
        <p:spPr>
          <a:xfrm>
            <a:off x="6227064" y="1371600"/>
            <a:ext cx="2724912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6227064" y="1371600"/>
            <a:ext cx="2724912" cy="41148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336792" y="1426464"/>
            <a:ext cx="2505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1800"/>
          </a:p>
        </p:txBody>
      </p:sp>
      <p:sp>
        <p:nvSpPr>
          <p:cNvPr id="17" name="Text 15"/>
          <p:cNvSpPr/>
          <p:nvPr/>
        </p:nvSpPr>
        <p:spPr>
          <a:xfrm>
            <a:off x="6336792" y="1773936"/>
            <a:ext cx="2505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Pillars: Yuva, Garib, Mahilayen, Annadata</a:t>
            </a:r>
            <a:endParaRPr lang="en-US" sz="1200"/>
          </a:p>
        </p:txBody>
      </p:sp>
      <p:sp>
        <p:nvSpPr>
          <p:cNvPr id="18" name="Shape 16"/>
          <p:cNvSpPr/>
          <p:nvPr/>
        </p:nvSpPr>
        <p:spPr>
          <a:xfrm>
            <a:off x="9089136" y="1371600"/>
            <a:ext cx="2724912" cy="896112"/>
          </a:xfrm>
          <a:prstGeom prst="rect">
            <a:avLst/>
          </a:prstGeom>
          <a:solidFill>
            <a:srgbClr val="333F64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9198864" y="1426464"/>
            <a:ext cx="2505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Developed nation ($30tn economy)</a:t>
            </a:r>
            <a:endParaRPr lang="en-US" sz="1500"/>
          </a:p>
        </p:txBody>
      </p:sp>
      <p:sp>
        <p:nvSpPr>
          <p:cNvPr id="20" name="Text 18"/>
          <p:cNvSpPr/>
          <p:nvPr/>
        </p:nvSpPr>
        <p:spPr>
          <a:xfrm>
            <a:off x="9198864" y="1773936"/>
            <a:ext cx="2505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C7A8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Stated 2047 goal</a:t>
            </a:r>
            <a:endParaRPr lang="en-US" sz="1200"/>
          </a:p>
        </p:txBody>
      </p:sp>
      <p:sp>
        <p:nvSpPr>
          <p:cNvPr id="21" name="Shape 19"/>
          <p:cNvSpPr/>
          <p:nvPr/>
        </p:nvSpPr>
        <p:spPr>
          <a:xfrm>
            <a:off x="502920" y="2432304"/>
            <a:ext cx="5532120" cy="18745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502920" y="2432304"/>
            <a:ext cx="45720" cy="1874520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667512" y="2523744"/>
            <a:ext cx="5257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OVERVIEW</a:t>
            </a:r>
            <a:endParaRPr lang="en-US" sz="1200"/>
          </a:p>
        </p:txBody>
      </p:sp>
      <p:sp>
        <p:nvSpPr>
          <p:cNvPr id="24" name="Text 22"/>
          <p:cNvSpPr/>
          <p:nvPr/>
        </p:nvSpPr>
        <p:spPr>
          <a:xfrm>
            <a:off x="667512" y="2798064"/>
            <a:ext cx="5202936" cy="1399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Viksit Bharat @2047 is India's vision to become a developed nation with a $30tn economy by the centenary of independence. Coordinated by NITI Aayog, it frames all ministry budgets and policy.</a:t>
            </a:r>
            <a:endParaRPr lang="en-US" sz="1200"/>
          </a:p>
        </p:txBody>
      </p:sp>
      <p:sp>
        <p:nvSpPr>
          <p:cNvPr id="25" name="Shape 23"/>
          <p:cNvSpPr/>
          <p:nvPr/>
        </p:nvSpPr>
        <p:spPr>
          <a:xfrm>
            <a:off x="6153912" y="2432304"/>
            <a:ext cx="5532120" cy="18745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6153912" y="2432304"/>
            <a:ext cx="45720" cy="1874520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6318504" y="2523744"/>
            <a:ext cx="5257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STRUCTURE</a:t>
            </a:r>
            <a:endParaRPr lang="en-US" sz="1200"/>
          </a:p>
        </p:txBody>
      </p:sp>
      <p:sp>
        <p:nvSpPr>
          <p:cNvPr id="28" name="Text 26"/>
          <p:cNvSpPr/>
          <p:nvPr/>
        </p:nvSpPr>
        <p:spPr>
          <a:xfrm>
            <a:off x="6318504" y="2798064"/>
            <a:ext cx="5202936" cy="1399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Four pillars — Youth (skills &amp; jobs), Poor (zero poverty), Women (empowerment), Farmers (agri-tech). Key schemes: PM Gati Shakti, Ayushman Bharat, Digital India, Skill India.</a:t>
            </a:r>
            <a:endParaRPr lang="en-US" sz="1200"/>
          </a:p>
        </p:txBody>
      </p:sp>
      <p:sp>
        <p:nvSpPr>
          <p:cNvPr id="29" name="Shape 27"/>
          <p:cNvSpPr/>
          <p:nvPr/>
        </p:nvSpPr>
        <p:spPr>
          <a:xfrm>
            <a:off x="502920" y="4416552"/>
            <a:ext cx="5532120" cy="1847088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502920" y="4416552"/>
            <a:ext cx="45720" cy="1847088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667512" y="4507992"/>
            <a:ext cx="5257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FINANCING</a:t>
            </a:r>
            <a:endParaRPr lang="en-US" sz="1200"/>
          </a:p>
        </p:txBody>
      </p:sp>
      <p:sp>
        <p:nvSpPr>
          <p:cNvPr id="32" name="Text 30"/>
          <p:cNvSpPr/>
          <p:nvPr/>
        </p:nvSpPr>
        <p:spPr>
          <a:xfrm>
            <a:off x="667512" y="4782312"/>
            <a:ext cx="520293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FY27 Budget: ₹53.5 lakh crore total expenditure; capex ₹12.2 lakh crore. Fiscal deficit 4.3% of GDP. Debt-to-GDP 55.6%. Interest absorbs 26% of expenditure.</a:t>
            </a:r>
            <a:endParaRPr lang="en-US" sz="1200"/>
          </a:p>
        </p:txBody>
      </p:sp>
      <p:sp>
        <p:nvSpPr>
          <p:cNvPr id="33" name="Shape 31"/>
          <p:cNvSpPr/>
          <p:nvPr/>
        </p:nvSpPr>
        <p:spPr>
          <a:xfrm>
            <a:off x="6153912" y="4416552"/>
            <a:ext cx="5532120" cy="1847088"/>
          </a:xfrm>
          <a:prstGeom prst="rect">
            <a:avLst/>
          </a:prstGeom>
          <a:solidFill>
            <a:srgbClr val="F4F1EA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6153912" y="4416552"/>
            <a:ext cx="45720" cy="1847088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6318504" y="4507992"/>
            <a:ext cx="5257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DEVELOPMENT LENS</a:t>
            </a:r>
            <a:endParaRPr lang="en-US" sz="1200"/>
          </a:p>
        </p:txBody>
      </p:sp>
      <p:sp>
        <p:nvSpPr>
          <p:cNvPr id="36" name="Text 34"/>
          <p:cNvSpPr/>
          <p:nvPr/>
        </p:nvSpPr>
        <p:spPr>
          <a:xfrm>
            <a:off x="6318504" y="4782312"/>
            <a:ext cx="520293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For partners: frame programmes as delivering Viksit Bharat priorities — infra, skills, climate, health. India is a net donor in HADR; co-investment over aid.</a:t>
            </a:r>
            <a:endParaRPr lang="en-US" sz="1200"/>
          </a:p>
        </p:txBody>
      </p:sp>
      <p:sp>
        <p:nvSpPr>
          <p:cNvPr id="37" name="Shape 35"/>
          <p:cNvSpPr/>
          <p:nvPr/>
        </p:nvSpPr>
        <p:spPr>
          <a:xfrm>
            <a:off x="502920" y="6400800"/>
            <a:ext cx="11185855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502920" y="6446520"/>
            <a:ext cx="8961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NITI Aayog · Union Budget 2026-27 · PIB · PRS India · Wikipedia</a:t>
            </a:r>
            <a:endParaRPr lang="en-US" sz="1200"/>
          </a:p>
        </p:txBody>
      </p:sp>
      <p:sp>
        <p:nvSpPr>
          <p:cNvPr id="39" name="Text 37"/>
          <p:cNvSpPr/>
          <p:nvPr/>
        </p:nvSpPr>
        <p:spPr>
          <a:xfrm>
            <a:off x="9905695" y="644652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ODA</a:t>
            </a: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05 / 23</a:t>
            </a:r>
            <a:endParaRPr lang="en-US" sz="12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333F6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6060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>
                <a:solidFill>
                  <a:srgbClr val="C7A8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SECTION 02</a:t>
            </a:r>
            <a:endParaRPr lang="en-US" sz="1300"/>
          </a:p>
        </p:txBody>
      </p:sp>
      <p:sp>
        <p:nvSpPr>
          <p:cNvPr id="3" name="Text 1"/>
          <p:cNvSpPr/>
          <p:nvPr/>
        </p:nvSpPr>
        <p:spPr>
          <a:xfrm>
            <a:off x="475488" y="292608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Detailed Sector Analysis</a:t>
            </a:r>
            <a:endParaRPr lang="en-US" sz="3600"/>
          </a:p>
        </p:txBody>
      </p:sp>
      <p:sp>
        <p:nvSpPr>
          <p:cNvPr id="4" name="Shape 2"/>
          <p:cNvSpPr/>
          <p:nvPr/>
        </p:nvSpPr>
        <p:spPr>
          <a:xfrm>
            <a:off x="512064" y="3767328"/>
            <a:ext cx="640080" cy="0"/>
          </a:xfrm>
          <a:prstGeom prst="line">
            <a:avLst/>
          </a:prstGeom>
          <a:noFill/>
          <a:ln w="31750">
            <a:solidFill>
              <a:srgbClr val="AD83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02920" y="39319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E7E2D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Economy · Health · Education · Food Security · Agriculture · Rural Development · Infrastructure · WASH</a:t>
            </a:r>
            <a:endParaRPr lang="en-US" sz="1200"/>
          </a:p>
        </p:txBody>
      </p:sp>
      <p:sp>
        <p:nvSpPr>
          <p:cNvPr id="6" name="Shape 4"/>
          <p:cNvSpPr/>
          <p:nvPr/>
        </p:nvSpPr>
        <p:spPr>
          <a:xfrm>
            <a:off x="502920" y="6400800"/>
            <a:ext cx="11185855" cy="0"/>
          </a:xfrm>
          <a:prstGeom prst="line">
            <a:avLst/>
          </a:prstGeom>
          <a:noFill/>
          <a:ln w="9525">
            <a:solidFill>
              <a:srgbClr val="5B6A7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02920" y="6446520"/>
            <a:ext cx="8961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200"/>
          </a:p>
        </p:txBody>
      </p:sp>
      <p:sp>
        <p:nvSpPr>
          <p:cNvPr id="8" name="Text 6"/>
          <p:cNvSpPr/>
          <p:nvPr/>
        </p:nvSpPr>
        <p:spPr>
          <a:xfrm>
            <a:off x="9905695" y="644652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ODA</a:t>
            </a:r>
            <a:r>
              <a:rPr lang="en-US" sz="1200">
                <a:solidFill>
                  <a:srgbClr val="E7E2D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06 / 23</a:t>
            </a:r>
            <a:endParaRPr lang="en-US" sz="12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 · NATIONAL OVERVIEW</a:t>
            </a:r>
            <a:endParaRPr lang="en-US" sz="120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831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At a Glance — India's key development indicators</a:t>
            </a:r>
            <a:endParaRPr lang="en-US" sz="1800"/>
          </a:p>
        </p:txBody>
      </p:sp>
      <p:sp>
        <p:nvSpPr>
          <p:cNvPr id="4" name="Shape 2"/>
          <p:cNvSpPr/>
          <p:nvPr/>
        </p:nvSpPr>
        <p:spPr>
          <a:xfrm>
            <a:off x="512064" y="1005840"/>
            <a:ext cx="502920" cy="0"/>
          </a:xfrm>
          <a:prstGeom prst="line">
            <a:avLst/>
          </a:prstGeom>
          <a:noFill/>
          <a:ln w="31750">
            <a:solidFill>
              <a:srgbClr val="AD83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02920" y="1152144"/>
            <a:ext cx="1975104" cy="115214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02920" y="1152144"/>
            <a:ext cx="1975104" cy="41148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12648" y="1225296"/>
            <a:ext cx="1755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~1.46bn</a:t>
            </a:r>
            <a:endParaRPr lang="en-US" sz="1900"/>
          </a:p>
        </p:txBody>
      </p:sp>
      <p:sp>
        <p:nvSpPr>
          <p:cNvPr id="8" name="Text 6"/>
          <p:cNvSpPr/>
          <p:nvPr/>
        </p:nvSpPr>
        <p:spPr>
          <a:xfrm>
            <a:off x="612648" y="1572768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Population</a:t>
            </a:r>
            <a:endParaRPr lang="en-US" sz="1200"/>
          </a:p>
        </p:txBody>
      </p:sp>
      <p:sp>
        <p:nvSpPr>
          <p:cNvPr id="9" name="Text 7"/>
          <p:cNvSpPr/>
          <p:nvPr/>
        </p:nvSpPr>
        <p:spPr>
          <a:xfrm>
            <a:off x="612648" y="1792224"/>
            <a:ext cx="17556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 WPP mid-2026</a:t>
            </a:r>
            <a:endParaRPr lang="en-US" sz="1200"/>
          </a:p>
        </p:txBody>
      </p:sp>
      <p:sp>
        <p:nvSpPr>
          <p:cNvPr id="10" name="Shape 8"/>
          <p:cNvSpPr/>
          <p:nvPr/>
        </p:nvSpPr>
        <p:spPr>
          <a:xfrm>
            <a:off x="2606040" y="1152144"/>
            <a:ext cx="1975104" cy="115214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2606040" y="1152144"/>
            <a:ext cx="1975104" cy="41148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2715768" y="1225296"/>
            <a:ext cx="1755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~$3.9tn</a:t>
            </a:r>
            <a:endParaRPr lang="en-US" sz="1900"/>
          </a:p>
        </p:txBody>
      </p:sp>
      <p:sp>
        <p:nvSpPr>
          <p:cNvPr id="13" name="Text 11"/>
          <p:cNvSpPr/>
          <p:nvPr/>
        </p:nvSpPr>
        <p:spPr>
          <a:xfrm>
            <a:off x="2715768" y="1572768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GDP (2024)</a:t>
            </a:r>
            <a:endParaRPr lang="en-US" sz="1200"/>
          </a:p>
        </p:txBody>
      </p:sp>
      <p:sp>
        <p:nvSpPr>
          <p:cNvPr id="14" name="Text 12"/>
          <p:cNvSpPr/>
          <p:nvPr/>
        </p:nvSpPr>
        <p:spPr>
          <a:xfrm>
            <a:off x="2715768" y="1792224"/>
            <a:ext cx="17556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World Bank</a:t>
            </a:r>
            <a:endParaRPr lang="en-US" sz="1200"/>
          </a:p>
        </p:txBody>
      </p:sp>
      <p:sp>
        <p:nvSpPr>
          <p:cNvPr id="15" name="Shape 13"/>
          <p:cNvSpPr/>
          <p:nvPr/>
        </p:nvSpPr>
        <p:spPr>
          <a:xfrm>
            <a:off x="4709160" y="1152144"/>
            <a:ext cx="1975104" cy="115214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4709160" y="1152144"/>
            <a:ext cx="1975104" cy="41148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818888" y="1225296"/>
            <a:ext cx="1755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72.5 yrs</a:t>
            </a:r>
            <a:endParaRPr lang="en-US" sz="1900"/>
          </a:p>
        </p:txBody>
      </p:sp>
      <p:sp>
        <p:nvSpPr>
          <p:cNvPr id="18" name="Text 16"/>
          <p:cNvSpPr/>
          <p:nvPr/>
        </p:nvSpPr>
        <p:spPr>
          <a:xfrm>
            <a:off x="4818888" y="1572768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Life expectancy</a:t>
            </a:r>
            <a:endParaRPr lang="en-US" sz="1200"/>
          </a:p>
        </p:txBody>
      </p:sp>
      <p:sp>
        <p:nvSpPr>
          <p:cNvPr id="19" name="Text 17"/>
          <p:cNvSpPr/>
          <p:nvPr/>
        </p:nvSpPr>
        <p:spPr>
          <a:xfrm>
            <a:off x="4818888" y="1792224"/>
            <a:ext cx="17556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 WPP 2024</a:t>
            </a:r>
            <a:endParaRPr lang="en-US" sz="1200"/>
          </a:p>
        </p:txBody>
      </p:sp>
      <p:sp>
        <p:nvSpPr>
          <p:cNvPr id="20" name="Shape 18"/>
          <p:cNvSpPr/>
          <p:nvPr/>
        </p:nvSpPr>
        <p:spPr>
          <a:xfrm>
            <a:off x="502920" y="2368296"/>
            <a:ext cx="1975104" cy="115214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502920" y="2368296"/>
            <a:ext cx="1975104" cy="41148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612648" y="2441448"/>
            <a:ext cx="1755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27</a:t>
            </a:r>
            <a:endParaRPr lang="en-US" sz="1900"/>
          </a:p>
        </p:txBody>
      </p:sp>
      <p:sp>
        <p:nvSpPr>
          <p:cNvPr id="23" name="Text 21"/>
          <p:cNvSpPr/>
          <p:nvPr/>
        </p:nvSpPr>
        <p:spPr>
          <a:xfrm>
            <a:off x="612648" y="2788920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U5 mortality / 1,000</a:t>
            </a:r>
            <a:endParaRPr lang="en-US" sz="1200"/>
          </a:p>
        </p:txBody>
      </p:sp>
      <p:sp>
        <p:nvSpPr>
          <p:cNvPr id="24" name="Text 22"/>
          <p:cNvSpPr/>
          <p:nvPr/>
        </p:nvSpPr>
        <p:spPr>
          <a:xfrm>
            <a:off x="612648" y="3008376"/>
            <a:ext cx="17556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 IGME 2025</a:t>
            </a:r>
            <a:endParaRPr lang="en-US" sz="1200"/>
          </a:p>
        </p:txBody>
      </p:sp>
      <p:sp>
        <p:nvSpPr>
          <p:cNvPr id="25" name="Shape 23"/>
          <p:cNvSpPr/>
          <p:nvPr/>
        </p:nvSpPr>
        <p:spPr>
          <a:xfrm>
            <a:off x="2606040" y="2368296"/>
            <a:ext cx="1975104" cy="115214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2606040" y="2368296"/>
            <a:ext cx="1975104" cy="41148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2715768" y="2441448"/>
            <a:ext cx="1755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130/193</a:t>
            </a:r>
            <a:endParaRPr lang="en-US" sz="1900"/>
          </a:p>
        </p:txBody>
      </p:sp>
      <p:sp>
        <p:nvSpPr>
          <p:cNvPr id="28" name="Text 26"/>
          <p:cNvSpPr/>
          <p:nvPr/>
        </p:nvSpPr>
        <p:spPr>
          <a:xfrm>
            <a:off x="2715768" y="2788920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HDI rank (0.685)</a:t>
            </a:r>
            <a:endParaRPr lang="en-US" sz="1200"/>
          </a:p>
        </p:txBody>
      </p:sp>
      <p:sp>
        <p:nvSpPr>
          <p:cNvPr id="29" name="Text 27"/>
          <p:cNvSpPr/>
          <p:nvPr/>
        </p:nvSpPr>
        <p:spPr>
          <a:xfrm>
            <a:off x="2715768" y="3008376"/>
            <a:ext cx="17556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UNDP HDR 2025</a:t>
            </a:r>
            <a:endParaRPr lang="en-US" sz="1200"/>
          </a:p>
        </p:txBody>
      </p:sp>
      <p:sp>
        <p:nvSpPr>
          <p:cNvPr id="30" name="Shape 28"/>
          <p:cNvSpPr/>
          <p:nvPr/>
        </p:nvSpPr>
        <p:spPr>
          <a:xfrm>
            <a:off x="4709160" y="2368296"/>
            <a:ext cx="1975104" cy="115214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4709160" y="2368296"/>
            <a:ext cx="1975104" cy="41148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4818888" y="2441448"/>
            <a:ext cx="1755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~5%</a:t>
            </a:r>
            <a:endParaRPr lang="en-US" sz="1900"/>
          </a:p>
        </p:txBody>
      </p:sp>
      <p:sp>
        <p:nvSpPr>
          <p:cNvPr id="33" name="Text 31"/>
          <p:cNvSpPr/>
          <p:nvPr/>
        </p:nvSpPr>
        <p:spPr>
          <a:xfrm>
            <a:off x="4818888" y="2788920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Poverty rate</a:t>
            </a:r>
            <a:endParaRPr lang="en-US" sz="1200"/>
          </a:p>
        </p:txBody>
      </p:sp>
      <p:sp>
        <p:nvSpPr>
          <p:cNvPr id="34" name="Text 32"/>
          <p:cNvSpPr/>
          <p:nvPr/>
        </p:nvSpPr>
        <p:spPr>
          <a:xfrm>
            <a:off x="4818888" y="3008376"/>
            <a:ext cx="17556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WB 2023</a:t>
            </a:r>
            <a:endParaRPr lang="en-US" sz="1200"/>
          </a:p>
        </p:txBody>
      </p:sp>
      <p:sp>
        <p:nvSpPr>
          <p:cNvPr id="35" name="Shape 33"/>
          <p:cNvSpPr/>
          <p:nvPr/>
        </p:nvSpPr>
        <p:spPr>
          <a:xfrm>
            <a:off x="502920" y="3584448"/>
            <a:ext cx="1975104" cy="115214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502920" y="3584448"/>
            <a:ext cx="1975104" cy="41148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612648" y="3657600"/>
            <a:ext cx="1755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~90%</a:t>
            </a:r>
            <a:endParaRPr lang="en-US" sz="1900"/>
          </a:p>
        </p:txBody>
      </p:sp>
      <p:sp>
        <p:nvSpPr>
          <p:cNvPr id="38" name="Text 36"/>
          <p:cNvSpPr/>
          <p:nvPr/>
        </p:nvSpPr>
        <p:spPr>
          <a:xfrm>
            <a:off x="612648" y="4005072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Informality</a:t>
            </a:r>
            <a:endParaRPr lang="en-US" sz="1200"/>
          </a:p>
        </p:txBody>
      </p:sp>
      <p:sp>
        <p:nvSpPr>
          <p:cNvPr id="39" name="Text 37"/>
          <p:cNvSpPr/>
          <p:nvPr/>
        </p:nvSpPr>
        <p:spPr>
          <a:xfrm>
            <a:off x="612648" y="4224528"/>
            <a:ext cx="17556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ILO 2024</a:t>
            </a:r>
            <a:endParaRPr lang="en-US" sz="1200"/>
          </a:p>
        </p:txBody>
      </p:sp>
      <p:sp>
        <p:nvSpPr>
          <p:cNvPr id="40" name="Shape 38"/>
          <p:cNvSpPr/>
          <p:nvPr/>
        </p:nvSpPr>
        <p:spPr>
          <a:xfrm>
            <a:off x="2606040" y="3584448"/>
            <a:ext cx="1975104" cy="115214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2606040" y="3584448"/>
            <a:ext cx="1975104" cy="41148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2715768" y="3657600"/>
            <a:ext cx="1755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~$710bn</a:t>
            </a:r>
            <a:endParaRPr lang="en-US" sz="1900"/>
          </a:p>
        </p:txBody>
      </p:sp>
      <p:sp>
        <p:nvSpPr>
          <p:cNvPr id="43" name="Text 41"/>
          <p:cNvSpPr/>
          <p:nvPr/>
        </p:nvSpPr>
        <p:spPr>
          <a:xfrm>
            <a:off x="2715768" y="4005072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Reserves (2026)</a:t>
            </a:r>
            <a:endParaRPr lang="en-US" sz="1200"/>
          </a:p>
        </p:txBody>
      </p:sp>
      <p:sp>
        <p:nvSpPr>
          <p:cNvPr id="44" name="Text 42"/>
          <p:cNvSpPr/>
          <p:nvPr/>
        </p:nvSpPr>
        <p:spPr>
          <a:xfrm>
            <a:off x="2715768" y="4224528"/>
            <a:ext cx="17556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Was ~$617bn in Sep 2024</a:t>
            </a:r>
            <a:endParaRPr lang="en-US" sz="1200"/>
          </a:p>
        </p:txBody>
      </p:sp>
      <p:sp>
        <p:nvSpPr>
          <p:cNvPr id="45" name="Shape 43"/>
          <p:cNvSpPr/>
          <p:nvPr/>
        </p:nvSpPr>
        <p:spPr>
          <a:xfrm>
            <a:off x="4709160" y="3584448"/>
            <a:ext cx="1975104" cy="115214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Shape 44"/>
          <p:cNvSpPr/>
          <p:nvPr/>
        </p:nvSpPr>
        <p:spPr>
          <a:xfrm>
            <a:off x="4709160" y="3584448"/>
            <a:ext cx="1975104" cy="41148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4818888" y="3657600"/>
            <a:ext cx="1755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82%</a:t>
            </a:r>
            <a:endParaRPr lang="en-US" sz="1900"/>
          </a:p>
        </p:txBody>
      </p:sp>
      <p:sp>
        <p:nvSpPr>
          <p:cNvPr id="48" name="Text 46"/>
          <p:cNvSpPr/>
          <p:nvPr/>
        </p:nvSpPr>
        <p:spPr>
          <a:xfrm>
            <a:off x="4818888" y="4005072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Debt-to-GDP</a:t>
            </a:r>
            <a:endParaRPr lang="en-US" sz="1200"/>
          </a:p>
        </p:txBody>
      </p:sp>
      <p:sp>
        <p:nvSpPr>
          <p:cNvPr id="49" name="Text 47"/>
          <p:cNvSpPr/>
          <p:nvPr/>
        </p:nvSpPr>
        <p:spPr>
          <a:xfrm>
            <a:off x="4818888" y="4224528"/>
            <a:ext cx="17556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General govt · WB 2024</a:t>
            </a:r>
            <a:endParaRPr lang="en-US" sz="1200"/>
          </a:p>
        </p:txBody>
      </p:sp>
      <p:sp>
        <p:nvSpPr>
          <p:cNvPr id="50" name="Text 48"/>
          <p:cNvSpPr/>
          <p:nvPr/>
        </p:nvSpPr>
        <p:spPr>
          <a:xfrm>
            <a:off x="502920" y="4773168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KEY INSIGHTS</a:t>
            </a:r>
            <a:endParaRPr lang="en-US" sz="1200"/>
          </a:p>
        </p:txBody>
      </p:sp>
      <p:sp>
        <p:nvSpPr>
          <p:cNvPr id="51" name="Text 49"/>
          <p:cNvSpPr/>
          <p:nvPr/>
        </p:nvSpPr>
        <p:spPr>
          <a:xfrm>
            <a:off x="658368" y="5010912"/>
            <a:ext cx="598932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700"/>
              </a:spcAft>
              <a:buSzPct val="100000"/>
              <a:buChar char="▪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HDI 0.685 (130/193); extreme poverty ~5% but ~90% informality persists despite 7%+ growth.</a:t>
            </a:r>
            <a:endParaRPr lang="en-US" sz="1200"/>
          </a:p>
          <a:p>
            <a:pPr marL="152400" indent="-152400">
              <a:spcAft>
                <a:spcPts val="700"/>
              </a:spcAft>
              <a:buSzPct val="100000"/>
              <a:buChar char="▪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Robust fundamentals: GDP growth 7.6% FY24; forex reserves ~$710bn; U5MR dropped 79% since 1990.</a:t>
            </a:r>
            <a:endParaRPr lang="en-US" sz="1200"/>
          </a:p>
          <a:p>
            <a:pPr marL="152400" indent="-152400">
              <a:spcAft>
                <a:spcPts val="700"/>
              </a:spcAft>
              <a:buSzPct val="100000"/>
              <a:buChar char="▪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constraint: high informality and income inequality (HDI loss 30.7%) limit inclusive growth gains.</a:t>
            </a:r>
            <a:endParaRPr lang="en-US" sz="1200"/>
          </a:p>
        </p:txBody>
      </p:sp>
      <p:sp>
        <p:nvSpPr>
          <p:cNvPr id="52" name="Text 50"/>
          <p:cNvSpPr/>
          <p:nvPr/>
        </p:nvSpPr>
        <p:spPr>
          <a:xfrm>
            <a:off x="6903720" y="120700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Population by state (millions)</a:t>
            </a:r>
            <a:endParaRPr lang="en-US" sz="1200"/>
          </a:p>
        </p:txBody>
      </p:sp>
      <p:sp>
        <p:nvSpPr>
          <p:cNvPr id="53" name="Text 51"/>
          <p:cNvSpPr/>
          <p:nvPr/>
        </p:nvSpPr>
        <p:spPr>
          <a:xfrm>
            <a:off x="6903720" y="1463040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Census of India 2011 / RGI projections</a:t>
            </a:r>
            <a:endParaRPr lang="en-US" sz="1200"/>
          </a:p>
        </p:txBody>
      </p:sp>
      <p:sp>
        <p:nvSpPr>
          <p:cNvPr id="55" name="Shape 52"/>
          <p:cNvSpPr/>
          <p:nvPr/>
        </p:nvSpPr>
        <p:spPr>
          <a:xfrm>
            <a:off x="502920" y="6400800"/>
            <a:ext cx="11185855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" name="Text 53"/>
          <p:cNvSpPr/>
          <p:nvPr/>
        </p:nvSpPr>
        <p:spPr>
          <a:xfrm>
            <a:off x="502920" y="6446520"/>
            <a:ext cx="8961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 WPP 2024 · World Bank · UNDP HDR 2025 · UN IGME 2025 · RBI</a:t>
            </a:r>
            <a:endParaRPr lang="en-US" sz="1200"/>
          </a:p>
        </p:txBody>
      </p:sp>
      <p:sp>
        <p:nvSpPr>
          <p:cNvPr id="57" name="Text 54"/>
          <p:cNvSpPr/>
          <p:nvPr/>
        </p:nvSpPr>
        <p:spPr>
          <a:xfrm>
            <a:off x="9905695" y="644652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ODA</a:t>
            </a: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07 / 23</a:t>
            </a:r>
            <a:endParaRPr lang="en-US" sz="1200"/>
          </a:p>
        </p:txBody>
      </p:sp>
      <p:sp>
        <p:nvSpPr>
          <p:cNvPr id="54" name="Andaman and Nicobar Islands"/>
          <p:cNvSpPr/>
          <p:nvPr/>
        </p:nvSpPr>
        <p:spPr>
          <a:xfrm>
            <a:off x="10606154" y="5323986"/>
            <a:ext cx="40156" cy="92050"/>
          </a:xfrm>
          <a:custGeom>
            <a:avLst/>
            <a:gdLst/>
            <a:ahLst/>
            <a:cxnLst/>
            <a:rect l="l" t="t" r="r" b="b"/>
            <a:pathLst>
              <a:path w="40156" h="92050">
                <a:moveTo>
                  <a:pt x="21573" y="78136"/>
                </a:moveTo>
                <a:lnTo>
                  <a:pt x="12167" y="68018"/>
                </a:lnTo>
                <a:lnTo>
                  <a:pt x="31912" y="77658"/>
                </a:lnTo>
                <a:lnTo>
                  <a:pt x="40156" y="57578"/>
                </a:lnTo>
                <a:lnTo>
                  <a:pt x="29475" y="0"/>
                </a:lnTo>
                <a:lnTo>
                  <a:pt x="13714" y="24410"/>
                </a:lnTo>
                <a:lnTo>
                  <a:pt x="5295" y="15059"/>
                </a:lnTo>
                <a:lnTo>
                  <a:pt x="13147" y="51756"/>
                </a:lnTo>
                <a:lnTo>
                  <a:pt x="12362" y="38257"/>
                </a:lnTo>
                <a:lnTo>
                  <a:pt x="0" y="47430"/>
                </a:lnTo>
                <a:lnTo>
                  <a:pt x="3613" y="92050"/>
                </a:lnTo>
                <a:lnTo>
                  <a:pt x="29767" y="88519"/>
                </a:lnTo>
                <a:lnTo>
                  <a:pt x="21573" y="78136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Andhra Pradesh"/>
          <p:cNvSpPr/>
          <p:nvPr/>
        </p:nvSpPr>
        <p:spPr>
          <a:xfrm>
            <a:off x="8401720" y="4393055"/>
            <a:ext cx="1105248" cy="976139"/>
          </a:xfrm>
          <a:custGeom>
            <a:avLst/>
            <a:gdLst/>
            <a:ahLst/>
            <a:cxnLst/>
            <a:rect l="l" t="t" r="r" b="b"/>
            <a:pathLst>
              <a:path w="1105248" h="976139">
                <a:moveTo>
                  <a:pt x="485131" y="835764"/>
                </a:moveTo>
                <a:lnTo>
                  <a:pt x="465596" y="748341"/>
                </a:lnTo>
                <a:lnTo>
                  <a:pt x="475123" y="683205"/>
                </a:lnTo>
                <a:lnTo>
                  <a:pt x="454491" y="609460"/>
                </a:lnTo>
                <a:lnTo>
                  <a:pt x="487333" y="518771"/>
                </a:lnTo>
                <a:lnTo>
                  <a:pt x="542230" y="489271"/>
                </a:lnTo>
                <a:lnTo>
                  <a:pt x="578062" y="514499"/>
                </a:lnTo>
                <a:lnTo>
                  <a:pt x="628740" y="426859"/>
                </a:lnTo>
                <a:lnTo>
                  <a:pt x="686276" y="426407"/>
                </a:lnTo>
                <a:lnTo>
                  <a:pt x="768378" y="388811"/>
                </a:lnTo>
                <a:lnTo>
                  <a:pt x="769186" y="314389"/>
                </a:lnTo>
                <a:lnTo>
                  <a:pt x="1019698" y="126907"/>
                </a:lnTo>
                <a:lnTo>
                  <a:pt x="1105248" y="17225"/>
                </a:lnTo>
                <a:lnTo>
                  <a:pt x="1100069" y="528"/>
                </a:lnTo>
                <a:lnTo>
                  <a:pt x="1084078" y="4515"/>
                </a:lnTo>
                <a:lnTo>
                  <a:pt x="1094512" y="12895"/>
                </a:lnTo>
                <a:lnTo>
                  <a:pt x="1084827" y="20582"/>
                </a:lnTo>
                <a:lnTo>
                  <a:pt x="1059934" y="21000"/>
                </a:lnTo>
                <a:lnTo>
                  <a:pt x="1049327" y="53819"/>
                </a:lnTo>
                <a:lnTo>
                  <a:pt x="1014262" y="60470"/>
                </a:lnTo>
                <a:lnTo>
                  <a:pt x="986832" y="51972"/>
                </a:lnTo>
                <a:lnTo>
                  <a:pt x="973199" y="21601"/>
                </a:lnTo>
                <a:lnTo>
                  <a:pt x="967751" y="35420"/>
                </a:lnTo>
                <a:lnTo>
                  <a:pt x="949849" y="0"/>
                </a:lnTo>
                <a:lnTo>
                  <a:pt x="937550" y="22679"/>
                </a:lnTo>
                <a:lnTo>
                  <a:pt x="927964" y="10384"/>
                </a:lnTo>
                <a:lnTo>
                  <a:pt x="927110" y="31033"/>
                </a:lnTo>
                <a:lnTo>
                  <a:pt x="906188" y="24453"/>
                </a:lnTo>
                <a:lnTo>
                  <a:pt x="919360" y="47814"/>
                </a:lnTo>
                <a:lnTo>
                  <a:pt x="864984" y="77111"/>
                </a:lnTo>
                <a:lnTo>
                  <a:pt x="870725" y="116859"/>
                </a:lnTo>
                <a:lnTo>
                  <a:pt x="835923" y="106519"/>
                </a:lnTo>
                <a:lnTo>
                  <a:pt x="813012" y="138243"/>
                </a:lnTo>
                <a:lnTo>
                  <a:pt x="791559" y="91674"/>
                </a:lnTo>
                <a:lnTo>
                  <a:pt x="761577" y="174340"/>
                </a:lnTo>
                <a:lnTo>
                  <a:pt x="729187" y="163232"/>
                </a:lnTo>
                <a:lnTo>
                  <a:pt x="671935" y="200087"/>
                </a:lnTo>
                <a:lnTo>
                  <a:pt x="609468" y="194935"/>
                </a:lnTo>
                <a:lnTo>
                  <a:pt x="594517" y="213522"/>
                </a:lnTo>
                <a:lnTo>
                  <a:pt x="576471" y="209240"/>
                </a:lnTo>
                <a:lnTo>
                  <a:pt x="566438" y="233108"/>
                </a:lnTo>
                <a:lnTo>
                  <a:pt x="631141" y="267039"/>
                </a:lnTo>
                <a:lnTo>
                  <a:pt x="610554" y="288565"/>
                </a:lnTo>
                <a:lnTo>
                  <a:pt x="575229" y="290148"/>
                </a:lnTo>
                <a:lnTo>
                  <a:pt x="565041" y="316982"/>
                </a:lnTo>
                <a:lnTo>
                  <a:pt x="528304" y="300099"/>
                </a:lnTo>
                <a:lnTo>
                  <a:pt x="512357" y="318467"/>
                </a:lnTo>
                <a:lnTo>
                  <a:pt x="504626" y="309291"/>
                </a:lnTo>
                <a:lnTo>
                  <a:pt x="498307" y="326521"/>
                </a:lnTo>
                <a:lnTo>
                  <a:pt x="531340" y="335100"/>
                </a:lnTo>
                <a:lnTo>
                  <a:pt x="526950" y="357576"/>
                </a:lnTo>
                <a:lnTo>
                  <a:pt x="500665" y="350197"/>
                </a:lnTo>
                <a:lnTo>
                  <a:pt x="475188" y="316376"/>
                </a:lnTo>
                <a:lnTo>
                  <a:pt x="450391" y="335640"/>
                </a:lnTo>
                <a:lnTo>
                  <a:pt x="457760" y="352550"/>
                </a:lnTo>
                <a:lnTo>
                  <a:pt x="442870" y="376158"/>
                </a:lnTo>
                <a:lnTo>
                  <a:pt x="416686" y="363136"/>
                </a:lnTo>
                <a:lnTo>
                  <a:pt x="345071" y="387759"/>
                </a:lnTo>
                <a:lnTo>
                  <a:pt x="339492" y="438273"/>
                </a:lnTo>
                <a:lnTo>
                  <a:pt x="310822" y="436361"/>
                </a:lnTo>
                <a:lnTo>
                  <a:pt x="279799" y="469062"/>
                </a:lnTo>
                <a:lnTo>
                  <a:pt x="227511" y="461052"/>
                </a:lnTo>
                <a:lnTo>
                  <a:pt x="189582" y="496660"/>
                </a:lnTo>
                <a:lnTo>
                  <a:pt x="67008" y="477510"/>
                </a:lnTo>
                <a:lnTo>
                  <a:pt x="37211" y="493283"/>
                </a:lnTo>
                <a:lnTo>
                  <a:pt x="50392" y="522095"/>
                </a:lnTo>
                <a:lnTo>
                  <a:pt x="28947" y="547116"/>
                </a:lnTo>
                <a:lnTo>
                  <a:pt x="55966" y="595909"/>
                </a:lnTo>
                <a:lnTo>
                  <a:pt x="43962" y="620578"/>
                </a:lnTo>
                <a:lnTo>
                  <a:pt x="1621" y="609783"/>
                </a:lnTo>
                <a:lnTo>
                  <a:pt x="14489" y="630784"/>
                </a:lnTo>
                <a:lnTo>
                  <a:pt x="0" y="680875"/>
                </a:lnTo>
                <a:lnTo>
                  <a:pt x="29055" y="698309"/>
                </a:lnTo>
                <a:lnTo>
                  <a:pt x="16592" y="711686"/>
                </a:lnTo>
                <a:lnTo>
                  <a:pt x="24241" y="734240"/>
                </a:lnTo>
                <a:lnTo>
                  <a:pt x="72226" y="719987"/>
                </a:lnTo>
                <a:lnTo>
                  <a:pt x="86908" y="741072"/>
                </a:lnTo>
                <a:lnTo>
                  <a:pt x="88826" y="720338"/>
                </a:lnTo>
                <a:lnTo>
                  <a:pt x="104146" y="743227"/>
                </a:lnTo>
                <a:lnTo>
                  <a:pt x="81247" y="751183"/>
                </a:lnTo>
                <a:lnTo>
                  <a:pt x="87759" y="787451"/>
                </a:lnTo>
                <a:lnTo>
                  <a:pt x="77164" y="766275"/>
                </a:lnTo>
                <a:lnTo>
                  <a:pt x="53206" y="770578"/>
                </a:lnTo>
                <a:lnTo>
                  <a:pt x="35773" y="744378"/>
                </a:lnTo>
                <a:lnTo>
                  <a:pt x="17937" y="745703"/>
                </a:lnTo>
                <a:lnTo>
                  <a:pt x="38310" y="780688"/>
                </a:lnTo>
                <a:lnTo>
                  <a:pt x="32108" y="808404"/>
                </a:lnTo>
                <a:lnTo>
                  <a:pt x="56505" y="806276"/>
                </a:lnTo>
                <a:lnTo>
                  <a:pt x="58120" y="781919"/>
                </a:lnTo>
                <a:lnTo>
                  <a:pt x="92436" y="794154"/>
                </a:lnTo>
                <a:lnTo>
                  <a:pt x="95595" y="818180"/>
                </a:lnTo>
                <a:lnTo>
                  <a:pt x="131881" y="809401"/>
                </a:lnTo>
                <a:lnTo>
                  <a:pt x="147007" y="779003"/>
                </a:lnTo>
                <a:lnTo>
                  <a:pt x="169293" y="777395"/>
                </a:lnTo>
                <a:lnTo>
                  <a:pt x="164509" y="796523"/>
                </a:lnTo>
                <a:lnTo>
                  <a:pt x="186914" y="791218"/>
                </a:lnTo>
                <a:lnTo>
                  <a:pt x="183082" y="824030"/>
                </a:lnTo>
                <a:lnTo>
                  <a:pt x="226615" y="832266"/>
                </a:lnTo>
                <a:lnTo>
                  <a:pt x="223246" y="870466"/>
                </a:lnTo>
                <a:lnTo>
                  <a:pt x="252356" y="878128"/>
                </a:lnTo>
                <a:lnTo>
                  <a:pt x="227956" y="928188"/>
                </a:lnTo>
                <a:lnTo>
                  <a:pt x="235379" y="939906"/>
                </a:lnTo>
                <a:lnTo>
                  <a:pt x="220053" y="929021"/>
                </a:lnTo>
                <a:lnTo>
                  <a:pt x="198854" y="966032"/>
                </a:lnTo>
                <a:lnTo>
                  <a:pt x="235406" y="976139"/>
                </a:lnTo>
                <a:lnTo>
                  <a:pt x="269964" y="909768"/>
                </a:lnTo>
                <a:lnTo>
                  <a:pt x="332086" y="916995"/>
                </a:lnTo>
                <a:lnTo>
                  <a:pt x="342031" y="894519"/>
                </a:lnTo>
                <a:lnTo>
                  <a:pt x="370211" y="891933"/>
                </a:lnTo>
                <a:lnTo>
                  <a:pt x="369796" y="867522"/>
                </a:lnTo>
                <a:lnTo>
                  <a:pt x="414720" y="889057"/>
                </a:lnTo>
                <a:lnTo>
                  <a:pt x="447939" y="839073"/>
                </a:lnTo>
                <a:lnTo>
                  <a:pt x="481463" y="849770"/>
                </a:lnTo>
                <a:lnTo>
                  <a:pt x="485131" y="835764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Arunāchal Pradesh"/>
          <p:cNvSpPr/>
          <p:nvPr/>
        </p:nvSpPr>
        <p:spPr>
          <a:xfrm>
            <a:off x="10448660" y="2856140"/>
            <a:ext cx="812193" cy="414592"/>
          </a:xfrm>
          <a:custGeom>
            <a:avLst/>
            <a:gdLst/>
            <a:ahLst/>
            <a:cxnLst/>
            <a:rect l="l" t="t" r="r" b="b"/>
            <a:pathLst>
              <a:path w="812193" h="414592">
                <a:moveTo>
                  <a:pt x="510641" y="414592"/>
                </a:moveTo>
                <a:lnTo>
                  <a:pt x="537876" y="411970"/>
                </a:lnTo>
                <a:lnTo>
                  <a:pt x="648384" y="325577"/>
                </a:lnTo>
                <a:lnTo>
                  <a:pt x="714249" y="311627"/>
                </a:lnTo>
                <a:lnTo>
                  <a:pt x="737792" y="340231"/>
                </a:lnTo>
                <a:lnTo>
                  <a:pt x="778155" y="347025"/>
                </a:lnTo>
                <a:lnTo>
                  <a:pt x="739950" y="276756"/>
                </a:lnTo>
                <a:lnTo>
                  <a:pt x="790204" y="232707"/>
                </a:lnTo>
                <a:lnTo>
                  <a:pt x="808537" y="234733"/>
                </a:lnTo>
                <a:lnTo>
                  <a:pt x="812193" y="215627"/>
                </a:lnTo>
                <a:lnTo>
                  <a:pt x="797352" y="207644"/>
                </a:lnTo>
                <a:lnTo>
                  <a:pt x="810231" y="189207"/>
                </a:lnTo>
                <a:lnTo>
                  <a:pt x="708511" y="149223"/>
                </a:lnTo>
                <a:lnTo>
                  <a:pt x="671791" y="167285"/>
                </a:lnTo>
                <a:lnTo>
                  <a:pt x="653051" y="156934"/>
                </a:lnTo>
                <a:lnTo>
                  <a:pt x="701902" y="102384"/>
                </a:lnTo>
                <a:lnTo>
                  <a:pt x="689451" y="57344"/>
                </a:lnTo>
                <a:lnTo>
                  <a:pt x="639773" y="83192"/>
                </a:lnTo>
                <a:lnTo>
                  <a:pt x="632638" y="57487"/>
                </a:lnTo>
                <a:lnTo>
                  <a:pt x="671204" y="30777"/>
                </a:lnTo>
                <a:lnTo>
                  <a:pt x="650550" y="33940"/>
                </a:lnTo>
                <a:lnTo>
                  <a:pt x="629007" y="0"/>
                </a:lnTo>
                <a:lnTo>
                  <a:pt x="561356" y="29789"/>
                </a:lnTo>
                <a:lnTo>
                  <a:pt x="540346" y="63552"/>
                </a:lnTo>
                <a:lnTo>
                  <a:pt x="450551" y="44190"/>
                </a:lnTo>
                <a:lnTo>
                  <a:pt x="427126" y="16642"/>
                </a:lnTo>
                <a:lnTo>
                  <a:pt x="369830" y="56144"/>
                </a:lnTo>
                <a:lnTo>
                  <a:pt x="329774" y="117752"/>
                </a:lnTo>
                <a:lnTo>
                  <a:pt x="248256" y="122405"/>
                </a:lnTo>
                <a:lnTo>
                  <a:pt x="231851" y="168192"/>
                </a:lnTo>
                <a:lnTo>
                  <a:pt x="158201" y="199201"/>
                </a:lnTo>
                <a:lnTo>
                  <a:pt x="165421" y="219585"/>
                </a:lnTo>
                <a:lnTo>
                  <a:pt x="140645" y="244720"/>
                </a:lnTo>
                <a:lnTo>
                  <a:pt x="92200" y="239015"/>
                </a:lnTo>
                <a:lnTo>
                  <a:pt x="51822" y="260481"/>
                </a:lnTo>
                <a:lnTo>
                  <a:pt x="0" y="239476"/>
                </a:lnTo>
                <a:lnTo>
                  <a:pt x="14228" y="294864"/>
                </a:lnTo>
                <a:lnTo>
                  <a:pt x="65595" y="295642"/>
                </a:lnTo>
                <a:lnTo>
                  <a:pt x="79638" y="324355"/>
                </a:lnTo>
                <a:lnTo>
                  <a:pt x="66748" y="355557"/>
                </a:lnTo>
                <a:lnTo>
                  <a:pt x="89774" y="383604"/>
                </a:lnTo>
                <a:lnTo>
                  <a:pt x="155922" y="362454"/>
                </a:lnTo>
                <a:lnTo>
                  <a:pt x="204304" y="380103"/>
                </a:lnTo>
                <a:lnTo>
                  <a:pt x="292690" y="372111"/>
                </a:lnTo>
                <a:lnTo>
                  <a:pt x="376905" y="289434"/>
                </a:lnTo>
                <a:lnTo>
                  <a:pt x="372656" y="272740"/>
                </a:lnTo>
                <a:lnTo>
                  <a:pt x="403698" y="284299"/>
                </a:lnTo>
                <a:lnTo>
                  <a:pt x="562056" y="224686"/>
                </a:lnTo>
                <a:lnTo>
                  <a:pt x="612741" y="223476"/>
                </a:lnTo>
                <a:lnTo>
                  <a:pt x="582410" y="259569"/>
                </a:lnTo>
                <a:lnTo>
                  <a:pt x="595183" y="304250"/>
                </a:lnTo>
                <a:lnTo>
                  <a:pt x="619174" y="312708"/>
                </a:lnTo>
                <a:lnTo>
                  <a:pt x="601819" y="329073"/>
                </a:lnTo>
                <a:lnTo>
                  <a:pt x="548746" y="328065"/>
                </a:lnTo>
                <a:lnTo>
                  <a:pt x="541005" y="347858"/>
                </a:lnTo>
                <a:lnTo>
                  <a:pt x="505469" y="361658"/>
                </a:lnTo>
                <a:lnTo>
                  <a:pt x="510641" y="414592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Assam"/>
          <p:cNvSpPr/>
          <p:nvPr/>
        </p:nvSpPr>
        <p:spPr>
          <a:xfrm>
            <a:off x="10192768" y="3079657"/>
            <a:ext cx="875066" cy="571124"/>
          </a:xfrm>
          <a:custGeom>
            <a:avLst/>
            <a:gdLst/>
            <a:ahLst/>
            <a:cxnLst/>
            <a:rect l="l" t="t" r="r" b="b"/>
            <a:pathLst>
              <a:path w="875066" h="571124">
                <a:moveTo>
                  <a:pt x="761095" y="139001"/>
                </a:moveTo>
                <a:lnTo>
                  <a:pt x="796897" y="124341"/>
                </a:lnTo>
                <a:lnTo>
                  <a:pt x="804638" y="104548"/>
                </a:lnTo>
                <a:lnTo>
                  <a:pt x="857711" y="105556"/>
                </a:lnTo>
                <a:lnTo>
                  <a:pt x="875066" y="89191"/>
                </a:lnTo>
                <a:lnTo>
                  <a:pt x="851075" y="80733"/>
                </a:lnTo>
                <a:lnTo>
                  <a:pt x="838302" y="36052"/>
                </a:lnTo>
                <a:lnTo>
                  <a:pt x="868696" y="0"/>
                </a:lnTo>
                <a:lnTo>
                  <a:pt x="817948" y="1169"/>
                </a:lnTo>
                <a:lnTo>
                  <a:pt x="659590" y="60782"/>
                </a:lnTo>
                <a:lnTo>
                  <a:pt x="628548" y="49223"/>
                </a:lnTo>
                <a:lnTo>
                  <a:pt x="632797" y="65917"/>
                </a:lnTo>
                <a:lnTo>
                  <a:pt x="538411" y="151055"/>
                </a:lnTo>
                <a:lnTo>
                  <a:pt x="460196" y="156586"/>
                </a:lnTo>
                <a:lnTo>
                  <a:pt x="411814" y="138937"/>
                </a:lnTo>
                <a:lnTo>
                  <a:pt x="326480" y="166563"/>
                </a:lnTo>
                <a:lnTo>
                  <a:pt x="303799" y="155792"/>
                </a:lnTo>
                <a:lnTo>
                  <a:pt x="275786" y="172514"/>
                </a:lnTo>
                <a:lnTo>
                  <a:pt x="141034" y="178239"/>
                </a:lnTo>
                <a:lnTo>
                  <a:pt x="90991" y="158483"/>
                </a:lnTo>
                <a:lnTo>
                  <a:pt x="22185" y="183250"/>
                </a:lnTo>
                <a:lnTo>
                  <a:pt x="21847" y="235587"/>
                </a:lnTo>
                <a:lnTo>
                  <a:pt x="0" y="264469"/>
                </a:lnTo>
                <a:lnTo>
                  <a:pt x="26124" y="301132"/>
                </a:lnTo>
                <a:lnTo>
                  <a:pt x="21128" y="372553"/>
                </a:lnTo>
                <a:lnTo>
                  <a:pt x="44534" y="351520"/>
                </a:lnTo>
                <a:lnTo>
                  <a:pt x="27153" y="330998"/>
                </a:lnTo>
                <a:lnTo>
                  <a:pt x="62653" y="297902"/>
                </a:lnTo>
                <a:lnTo>
                  <a:pt x="172930" y="300678"/>
                </a:lnTo>
                <a:lnTo>
                  <a:pt x="181042" y="319741"/>
                </a:lnTo>
                <a:lnTo>
                  <a:pt x="207327" y="313619"/>
                </a:lnTo>
                <a:lnTo>
                  <a:pt x="211014" y="334342"/>
                </a:lnTo>
                <a:lnTo>
                  <a:pt x="253663" y="312147"/>
                </a:lnTo>
                <a:lnTo>
                  <a:pt x="260505" y="287967"/>
                </a:lnTo>
                <a:lnTo>
                  <a:pt x="273073" y="307236"/>
                </a:lnTo>
                <a:lnTo>
                  <a:pt x="294510" y="275106"/>
                </a:lnTo>
                <a:lnTo>
                  <a:pt x="307469" y="293253"/>
                </a:lnTo>
                <a:lnTo>
                  <a:pt x="356755" y="283130"/>
                </a:lnTo>
                <a:lnTo>
                  <a:pt x="339798" y="301241"/>
                </a:lnTo>
                <a:lnTo>
                  <a:pt x="349924" y="306487"/>
                </a:lnTo>
                <a:lnTo>
                  <a:pt x="340311" y="341862"/>
                </a:lnTo>
                <a:lnTo>
                  <a:pt x="371867" y="329571"/>
                </a:lnTo>
                <a:lnTo>
                  <a:pt x="409113" y="353990"/>
                </a:lnTo>
                <a:lnTo>
                  <a:pt x="396882" y="372715"/>
                </a:lnTo>
                <a:lnTo>
                  <a:pt x="429874" y="409929"/>
                </a:lnTo>
                <a:lnTo>
                  <a:pt x="385244" y="426030"/>
                </a:lnTo>
                <a:lnTo>
                  <a:pt x="386253" y="461408"/>
                </a:lnTo>
                <a:lnTo>
                  <a:pt x="351053" y="457045"/>
                </a:lnTo>
                <a:lnTo>
                  <a:pt x="359671" y="481535"/>
                </a:lnTo>
                <a:lnTo>
                  <a:pt x="345328" y="555167"/>
                </a:lnTo>
                <a:lnTo>
                  <a:pt x="377198" y="553422"/>
                </a:lnTo>
                <a:lnTo>
                  <a:pt x="383144" y="571124"/>
                </a:lnTo>
                <a:lnTo>
                  <a:pt x="424345" y="513676"/>
                </a:lnTo>
                <a:lnTo>
                  <a:pt x="433567" y="535698"/>
                </a:lnTo>
                <a:lnTo>
                  <a:pt x="462931" y="529815"/>
                </a:lnTo>
                <a:lnTo>
                  <a:pt x="472319" y="470337"/>
                </a:lnTo>
                <a:lnTo>
                  <a:pt x="522321" y="396661"/>
                </a:lnTo>
                <a:lnTo>
                  <a:pt x="502406" y="360708"/>
                </a:lnTo>
                <a:lnTo>
                  <a:pt x="563166" y="297444"/>
                </a:lnTo>
                <a:lnTo>
                  <a:pt x="567324" y="321450"/>
                </a:lnTo>
                <a:lnTo>
                  <a:pt x="592696" y="305358"/>
                </a:lnTo>
                <a:lnTo>
                  <a:pt x="595796" y="267215"/>
                </a:lnTo>
                <a:lnTo>
                  <a:pt x="631145" y="212142"/>
                </a:lnTo>
                <a:lnTo>
                  <a:pt x="639488" y="224518"/>
                </a:lnTo>
                <a:lnTo>
                  <a:pt x="659387" y="194169"/>
                </a:lnTo>
                <a:lnTo>
                  <a:pt x="761095" y="139001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Bihār"/>
          <p:cNvSpPr/>
          <p:nvPr/>
        </p:nvSpPr>
        <p:spPr>
          <a:xfrm>
            <a:off x="9309490" y="3145953"/>
            <a:ext cx="689564" cy="482444"/>
          </a:xfrm>
          <a:custGeom>
            <a:avLst/>
            <a:gdLst/>
            <a:ahLst/>
            <a:cxnLst/>
            <a:rect l="l" t="t" r="r" b="b"/>
            <a:pathLst>
              <a:path w="689564" h="482444">
                <a:moveTo>
                  <a:pt x="25350" y="446752"/>
                </a:moveTo>
                <a:lnTo>
                  <a:pt x="76504" y="445743"/>
                </a:lnTo>
                <a:lnTo>
                  <a:pt x="95290" y="429234"/>
                </a:lnTo>
                <a:lnTo>
                  <a:pt x="109137" y="453908"/>
                </a:lnTo>
                <a:lnTo>
                  <a:pt x="135293" y="441522"/>
                </a:lnTo>
                <a:lnTo>
                  <a:pt x="162850" y="482444"/>
                </a:lnTo>
                <a:lnTo>
                  <a:pt x="205221" y="445977"/>
                </a:lnTo>
                <a:lnTo>
                  <a:pt x="219308" y="469623"/>
                </a:lnTo>
                <a:lnTo>
                  <a:pt x="244939" y="469597"/>
                </a:lnTo>
                <a:lnTo>
                  <a:pt x="283965" y="442301"/>
                </a:lnTo>
                <a:lnTo>
                  <a:pt x="325119" y="438760"/>
                </a:lnTo>
                <a:lnTo>
                  <a:pt x="334631" y="402667"/>
                </a:lnTo>
                <a:lnTo>
                  <a:pt x="378751" y="408793"/>
                </a:lnTo>
                <a:lnTo>
                  <a:pt x="432685" y="470283"/>
                </a:lnTo>
                <a:lnTo>
                  <a:pt x="454656" y="434404"/>
                </a:lnTo>
                <a:lnTo>
                  <a:pt x="498004" y="443810"/>
                </a:lnTo>
                <a:lnTo>
                  <a:pt x="501239" y="427778"/>
                </a:lnTo>
                <a:lnTo>
                  <a:pt x="516647" y="434345"/>
                </a:lnTo>
                <a:lnTo>
                  <a:pt x="529761" y="373029"/>
                </a:lnTo>
                <a:lnTo>
                  <a:pt x="554931" y="342533"/>
                </a:lnTo>
                <a:lnTo>
                  <a:pt x="575783" y="346897"/>
                </a:lnTo>
                <a:lnTo>
                  <a:pt x="590451" y="323753"/>
                </a:lnTo>
                <a:lnTo>
                  <a:pt x="622920" y="339799"/>
                </a:lnTo>
                <a:lnTo>
                  <a:pt x="618565" y="308852"/>
                </a:lnTo>
                <a:lnTo>
                  <a:pt x="637959" y="295454"/>
                </a:lnTo>
                <a:lnTo>
                  <a:pt x="658193" y="303717"/>
                </a:lnTo>
                <a:lnTo>
                  <a:pt x="654937" y="271092"/>
                </a:lnTo>
                <a:lnTo>
                  <a:pt x="621854" y="237401"/>
                </a:lnTo>
                <a:lnTo>
                  <a:pt x="689564" y="174586"/>
                </a:lnTo>
                <a:lnTo>
                  <a:pt x="680292" y="141410"/>
                </a:lnTo>
                <a:lnTo>
                  <a:pt x="661640" y="144921"/>
                </a:lnTo>
                <a:lnTo>
                  <a:pt x="650720" y="172344"/>
                </a:lnTo>
                <a:lnTo>
                  <a:pt x="632601" y="153979"/>
                </a:lnTo>
                <a:lnTo>
                  <a:pt x="556693" y="174742"/>
                </a:lnTo>
                <a:lnTo>
                  <a:pt x="522195" y="159362"/>
                </a:lnTo>
                <a:lnTo>
                  <a:pt x="519372" y="139099"/>
                </a:lnTo>
                <a:lnTo>
                  <a:pt x="472210" y="163589"/>
                </a:lnTo>
                <a:lnTo>
                  <a:pt x="417185" y="134180"/>
                </a:lnTo>
                <a:lnTo>
                  <a:pt x="374872" y="127195"/>
                </a:lnTo>
                <a:lnTo>
                  <a:pt x="350312" y="141796"/>
                </a:lnTo>
                <a:lnTo>
                  <a:pt x="320576" y="96429"/>
                </a:lnTo>
                <a:lnTo>
                  <a:pt x="261960" y="113520"/>
                </a:lnTo>
                <a:lnTo>
                  <a:pt x="258998" y="96754"/>
                </a:lnTo>
                <a:lnTo>
                  <a:pt x="183215" y="70444"/>
                </a:lnTo>
                <a:lnTo>
                  <a:pt x="180013" y="26735"/>
                </a:lnTo>
                <a:lnTo>
                  <a:pt x="134865" y="20297"/>
                </a:lnTo>
                <a:lnTo>
                  <a:pt x="114469" y="0"/>
                </a:lnTo>
                <a:lnTo>
                  <a:pt x="73098" y="10385"/>
                </a:lnTo>
                <a:lnTo>
                  <a:pt x="102483" y="94073"/>
                </a:lnTo>
                <a:lnTo>
                  <a:pt x="129321" y="98787"/>
                </a:lnTo>
                <a:lnTo>
                  <a:pt x="127467" y="116375"/>
                </a:lnTo>
                <a:lnTo>
                  <a:pt x="152285" y="133072"/>
                </a:lnTo>
                <a:lnTo>
                  <a:pt x="106117" y="131240"/>
                </a:lnTo>
                <a:lnTo>
                  <a:pt x="81410" y="149162"/>
                </a:lnTo>
                <a:lnTo>
                  <a:pt x="118637" y="171316"/>
                </a:lnTo>
                <a:lnTo>
                  <a:pt x="117161" y="190661"/>
                </a:lnTo>
                <a:lnTo>
                  <a:pt x="95442" y="200456"/>
                </a:lnTo>
                <a:lnTo>
                  <a:pt x="182025" y="267255"/>
                </a:lnTo>
                <a:lnTo>
                  <a:pt x="108599" y="268291"/>
                </a:lnTo>
                <a:lnTo>
                  <a:pt x="72860" y="311077"/>
                </a:lnTo>
                <a:lnTo>
                  <a:pt x="5129" y="346107"/>
                </a:lnTo>
                <a:lnTo>
                  <a:pt x="0" y="373336"/>
                </a:lnTo>
                <a:lnTo>
                  <a:pt x="31538" y="432145"/>
                </a:lnTo>
                <a:lnTo>
                  <a:pt x="25350" y="446752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Chandīgarh"/>
          <p:cNvSpPr/>
          <p:nvPr/>
        </p:nvSpPr>
        <p:spPr>
          <a:xfrm>
            <a:off x="8393430" y="2662903"/>
            <a:ext cx="18377" cy="13153"/>
          </a:xfrm>
          <a:custGeom>
            <a:avLst/>
            <a:gdLst/>
            <a:ahLst/>
            <a:cxnLst/>
            <a:rect l="l" t="t" r="r" b="b"/>
            <a:pathLst>
              <a:path w="18377" h="13153">
                <a:moveTo>
                  <a:pt x="18377" y="0"/>
                </a:moveTo>
                <a:lnTo>
                  <a:pt x="0" y="1725"/>
                </a:lnTo>
                <a:lnTo>
                  <a:pt x="13663" y="13153"/>
                </a:lnTo>
                <a:lnTo>
                  <a:pt x="18377" y="0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Chhattīsgarh"/>
          <p:cNvSpPr/>
          <p:nvPr/>
        </p:nvSpPr>
        <p:spPr>
          <a:xfrm>
            <a:off x="8887492" y="3655309"/>
            <a:ext cx="570991" cy="942082"/>
          </a:xfrm>
          <a:custGeom>
            <a:avLst/>
            <a:gdLst/>
            <a:ahLst/>
            <a:cxnLst/>
            <a:rect l="l" t="t" r="r" b="b"/>
            <a:pathLst>
              <a:path w="570991" h="942082">
                <a:moveTo>
                  <a:pt x="0" y="803514"/>
                </a:moveTo>
                <a:lnTo>
                  <a:pt x="63970" y="849807"/>
                </a:lnTo>
                <a:lnTo>
                  <a:pt x="65369" y="886008"/>
                </a:lnTo>
                <a:lnTo>
                  <a:pt x="97786" y="884746"/>
                </a:lnTo>
                <a:lnTo>
                  <a:pt x="101843" y="941566"/>
                </a:lnTo>
                <a:lnTo>
                  <a:pt x="155161" y="942082"/>
                </a:lnTo>
                <a:lnTo>
                  <a:pt x="173456" y="872903"/>
                </a:lnTo>
                <a:lnTo>
                  <a:pt x="204589" y="858648"/>
                </a:lnTo>
                <a:lnTo>
                  <a:pt x="234133" y="823295"/>
                </a:lnTo>
                <a:lnTo>
                  <a:pt x="224457" y="813292"/>
                </a:lnTo>
                <a:lnTo>
                  <a:pt x="273242" y="774235"/>
                </a:lnTo>
                <a:lnTo>
                  <a:pt x="265403" y="698346"/>
                </a:lnTo>
                <a:lnTo>
                  <a:pt x="243193" y="686384"/>
                </a:lnTo>
                <a:lnTo>
                  <a:pt x="248246" y="644143"/>
                </a:lnTo>
                <a:lnTo>
                  <a:pt x="218834" y="625063"/>
                </a:lnTo>
                <a:lnTo>
                  <a:pt x="221294" y="606302"/>
                </a:lnTo>
                <a:lnTo>
                  <a:pt x="272055" y="612375"/>
                </a:lnTo>
                <a:lnTo>
                  <a:pt x="286989" y="637400"/>
                </a:lnTo>
                <a:lnTo>
                  <a:pt x="300929" y="626300"/>
                </a:lnTo>
                <a:lnTo>
                  <a:pt x="322731" y="632748"/>
                </a:lnTo>
                <a:lnTo>
                  <a:pt x="321123" y="646351"/>
                </a:lnTo>
                <a:lnTo>
                  <a:pt x="337119" y="637518"/>
                </a:lnTo>
                <a:lnTo>
                  <a:pt x="338238" y="613682"/>
                </a:lnTo>
                <a:lnTo>
                  <a:pt x="294453" y="604447"/>
                </a:lnTo>
                <a:lnTo>
                  <a:pt x="287752" y="480121"/>
                </a:lnTo>
                <a:lnTo>
                  <a:pt x="303619" y="489338"/>
                </a:lnTo>
                <a:lnTo>
                  <a:pt x="327863" y="440530"/>
                </a:lnTo>
                <a:lnTo>
                  <a:pt x="395841" y="447845"/>
                </a:lnTo>
                <a:lnTo>
                  <a:pt x="414881" y="407132"/>
                </a:lnTo>
                <a:lnTo>
                  <a:pt x="433915" y="411210"/>
                </a:lnTo>
                <a:lnTo>
                  <a:pt x="424458" y="388695"/>
                </a:lnTo>
                <a:lnTo>
                  <a:pt x="459482" y="336571"/>
                </a:lnTo>
                <a:lnTo>
                  <a:pt x="455820" y="298550"/>
                </a:lnTo>
                <a:lnTo>
                  <a:pt x="517577" y="258904"/>
                </a:lnTo>
                <a:lnTo>
                  <a:pt x="517443" y="228816"/>
                </a:lnTo>
                <a:lnTo>
                  <a:pt x="546635" y="214762"/>
                </a:lnTo>
                <a:lnTo>
                  <a:pt x="570991" y="176152"/>
                </a:lnTo>
                <a:lnTo>
                  <a:pt x="536829" y="170254"/>
                </a:lnTo>
                <a:lnTo>
                  <a:pt x="520561" y="141790"/>
                </a:lnTo>
                <a:lnTo>
                  <a:pt x="526474" y="115327"/>
                </a:lnTo>
                <a:lnTo>
                  <a:pt x="511059" y="108755"/>
                </a:lnTo>
                <a:lnTo>
                  <a:pt x="518425" y="70395"/>
                </a:lnTo>
                <a:lnTo>
                  <a:pt x="484621" y="73900"/>
                </a:lnTo>
                <a:lnTo>
                  <a:pt x="437621" y="3095"/>
                </a:lnTo>
                <a:lnTo>
                  <a:pt x="422168" y="0"/>
                </a:lnTo>
                <a:lnTo>
                  <a:pt x="397245" y="33002"/>
                </a:lnTo>
                <a:lnTo>
                  <a:pt x="350189" y="21545"/>
                </a:lnTo>
                <a:lnTo>
                  <a:pt x="311796" y="48102"/>
                </a:lnTo>
                <a:lnTo>
                  <a:pt x="184943" y="30412"/>
                </a:lnTo>
                <a:lnTo>
                  <a:pt x="197058" y="57420"/>
                </a:lnTo>
                <a:lnTo>
                  <a:pt x="180548" y="77717"/>
                </a:lnTo>
                <a:lnTo>
                  <a:pt x="187523" y="93139"/>
                </a:lnTo>
                <a:lnTo>
                  <a:pt x="228545" y="85581"/>
                </a:lnTo>
                <a:lnTo>
                  <a:pt x="266028" y="116750"/>
                </a:lnTo>
                <a:lnTo>
                  <a:pt x="261514" y="143727"/>
                </a:lnTo>
                <a:lnTo>
                  <a:pt x="231171" y="153303"/>
                </a:lnTo>
                <a:lnTo>
                  <a:pt x="186815" y="234049"/>
                </a:lnTo>
                <a:lnTo>
                  <a:pt x="116083" y="249043"/>
                </a:lnTo>
                <a:lnTo>
                  <a:pt x="101548" y="304924"/>
                </a:lnTo>
                <a:lnTo>
                  <a:pt x="87940" y="298003"/>
                </a:lnTo>
                <a:lnTo>
                  <a:pt x="62766" y="357099"/>
                </a:lnTo>
                <a:lnTo>
                  <a:pt x="56320" y="419036"/>
                </a:lnTo>
                <a:lnTo>
                  <a:pt x="26474" y="437576"/>
                </a:lnTo>
                <a:lnTo>
                  <a:pt x="20964" y="462376"/>
                </a:lnTo>
                <a:lnTo>
                  <a:pt x="37831" y="473345"/>
                </a:lnTo>
                <a:lnTo>
                  <a:pt x="43588" y="510711"/>
                </a:lnTo>
                <a:lnTo>
                  <a:pt x="28822" y="520593"/>
                </a:lnTo>
                <a:lnTo>
                  <a:pt x="49710" y="523572"/>
                </a:lnTo>
                <a:lnTo>
                  <a:pt x="48948" y="563265"/>
                </a:lnTo>
                <a:lnTo>
                  <a:pt x="16947" y="576346"/>
                </a:lnTo>
                <a:lnTo>
                  <a:pt x="39319" y="602188"/>
                </a:lnTo>
                <a:lnTo>
                  <a:pt x="17842" y="643327"/>
                </a:lnTo>
                <a:lnTo>
                  <a:pt x="37862" y="640021"/>
                </a:lnTo>
                <a:lnTo>
                  <a:pt x="86615" y="690246"/>
                </a:lnTo>
                <a:lnTo>
                  <a:pt x="67046" y="718939"/>
                </a:lnTo>
                <a:lnTo>
                  <a:pt x="41588" y="702114"/>
                </a:lnTo>
                <a:lnTo>
                  <a:pt x="16751" y="725619"/>
                </a:lnTo>
                <a:lnTo>
                  <a:pt x="0" y="803514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Delhi"/>
          <p:cNvSpPr/>
          <p:nvPr/>
        </p:nvSpPr>
        <p:spPr>
          <a:xfrm>
            <a:off x="8418186" y="2946014"/>
            <a:ext cx="61334" cy="67644"/>
          </a:xfrm>
          <a:custGeom>
            <a:avLst/>
            <a:gdLst/>
            <a:ahLst/>
            <a:cxnLst/>
            <a:rect l="l" t="t" r="r" b="b"/>
            <a:pathLst>
              <a:path w="61334" h="67644">
                <a:moveTo>
                  <a:pt x="45134" y="0"/>
                </a:moveTo>
                <a:lnTo>
                  <a:pt x="9262" y="5906"/>
                </a:lnTo>
                <a:lnTo>
                  <a:pt x="0" y="53306"/>
                </a:lnTo>
                <a:lnTo>
                  <a:pt x="29096" y="51318"/>
                </a:lnTo>
                <a:lnTo>
                  <a:pt x="40225" y="67644"/>
                </a:lnTo>
                <a:lnTo>
                  <a:pt x="61334" y="54892"/>
                </a:lnTo>
                <a:lnTo>
                  <a:pt x="45134" y="0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Dādra and Nagar Haveli and Damān and Diu"/>
          <p:cNvSpPr/>
          <p:nvPr/>
        </p:nvSpPr>
        <p:spPr>
          <a:xfrm>
            <a:off x="7868181" y="4214419"/>
            <a:ext cx="41330" cy="43773"/>
          </a:xfrm>
          <a:custGeom>
            <a:avLst/>
            <a:gdLst/>
            <a:ahLst/>
            <a:cxnLst/>
            <a:rect l="l" t="t" r="r" b="b"/>
            <a:pathLst>
              <a:path w="41330" h="43773">
                <a:moveTo>
                  <a:pt x="41330" y="35808"/>
                </a:moveTo>
                <a:lnTo>
                  <a:pt x="35498" y="22717"/>
                </a:lnTo>
                <a:lnTo>
                  <a:pt x="20535" y="29634"/>
                </a:lnTo>
                <a:lnTo>
                  <a:pt x="35304" y="10728"/>
                </a:lnTo>
                <a:lnTo>
                  <a:pt x="25559" y="0"/>
                </a:lnTo>
                <a:lnTo>
                  <a:pt x="0" y="12670"/>
                </a:lnTo>
                <a:lnTo>
                  <a:pt x="17644" y="43773"/>
                </a:lnTo>
                <a:lnTo>
                  <a:pt x="41330" y="35808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Goa"/>
          <p:cNvSpPr/>
          <p:nvPr/>
        </p:nvSpPr>
        <p:spPr>
          <a:xfrm>
            <a:off x="7973866" y="4895017"/>
            <a:ext cx="91552" cy="133368"/>
          </a:xfrm>
          <a:custGeom>
            <a:avLst/>
            <a:gdLst/>
            <a:ahLst/>
            <a:cxnLst/>
            <a:rect l="l" t="t" r="r" b="b"/>
            <a:pathLst>
              <a:path w="91552" h="133368">
                <a:moveTo>
                  <a:pt x="0" y="11007"/>
                </a:moveTo>
                <a:lnTo>
                  <a:pt x="15583" y="50492"/>
                </a:lnTo>
                <a:lnTo>
                  <a:pt x="36157" y="54629"/>
                </a:lnTo>
                <a:lnTo>
                  <a:pt x="14903" y="58103"/>
                </a:lnTo>
                <a:lnTo>
                  <a:pt x="30398" y="70003"/>
                </a:lnTo>
                <a:lnTo>
                  <a:pt x="32805" y="106806"/>
                </a:lnTo>
                <a:lnTo>
                  <a:pt x="54186" y="133368"/>
                </a:lnTo>
                <a:lnTo>
                  <a:pt x="79911" y="125683"/>
                </a:lnTo>
                <a:lnTo>
                  <a:pt x="79767" y="80929"/>
                </a:lnTo>
                <a:lnTo>
                  <a:pt x="91552" y="75497"/>
                </a:lnTo>
                <a:lnTo>
                  <a:pt x="79644" y="21416"/>
                </a:lnTo>
                <a:lnTo>
                  <a:pt x="43676" y="28253"/>
                </a:lnTo>
                <a:lnTo>
                  <a:pt x="25078" y="0"/>
                </a:lnTo>
                <a:lnTo>
                  <a:pt x="0" y="11007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Gujarāt"/>
          <p:cNvSpPr/>
          <p:nvPr/>
        </p:nvSpPr>
        <p:spPr>
          <a:xfrm>
            <a:off x="7204459" y="3564857"/>
            <a:ext cx="880356" cy="683221"/>
          </a:xfrm>
          <a:custGeom>
            <a:avLst/>
            <a:gdLst/>
            <a:ahLst/>
            <a:cxnLst/>
            <a:rect l="l" t="t" r="r" b="b"/>
            <a:pathLst>
              <a:path w="880356" h="683221">
                <a:moveTo>
                  <a:pt x="670564" y="672190"/>
                </a:moveTo>
                <a:lnTo>
                  <a:pt x="664382" y="661367"/>
                </a:lnTo>
                <a:lnTo>
                  <a:pt x="689236" y="649555"/>
                </a:lnTo>
                <a:lnTo>
                  <a:pt x="699026" y="660290"/>
                </a:lnTo>
                <a:lnTo>
                  <a:pt x="684822" y="679680"/>
                </a:lnTo>
                <a:lnTo>
                  <a:pt x="733598" y="673748"/>
                </a:lnTo>
                <a:lnTo>
                  <a:pt x="738139" y="596243"/>
                </a:lnTo>
                <a:lnTo>
                  <a:pt x="779000" y="619048"/>
                </a:lnTo>
                <a:lnTo>
                  <a:pt x="806363" y="592545"/>
                </a:lnTo>
                <a:lnTo>
                  <a:pt x="800670" y="556747"/>
                </a:lnTo>
                <a:lnTo>
                  <a:pt x="755809" y="528620"/>
                </a:lnTo>
                <a:lnTo>
                  <a:pt x="788837" y="528127"/>
                </a:lnTo>
                <a:lnTo>
                  <a:pt x="805878" y="493653"/>
                </a:lnTo>
                <a:lnTo>
                  <a:pt x="858763" y="479682"/>
                </a:lnTo>
                <a:lnTo>
                  <a:pt x="793863" y="479773"/>
                </a:lnTo>
                <a:lnTo>
                  <a:pt x="786062" y="431002"/>
                </a:lnTo>
                <a:lnTo>
                  <a:pt x="834724" y="412514"/>
                </a:lnTo>
                <a:lnTo>
                  <a:pt x="823351" y="351905"/>
                </a:lnTo>
                <a:lnTo>
                  <a:pt x="854666" y="346021"/>
                </a:lnTo>
                <a:lnTo>
                  <a:pt x="819678" y="324998"/>
                </a:lnTo>
                <a:lnTo>
                  <a:pt x="866854" y="310093"/>
                </a:lnTo>
                <a:lnTo>
                  <a:pt x="880356" y="277123"/>
                </a:lnTo>
                <a:lnTo>
                  <a:pt x="829158" y="211711"/>
                </a:lnTo>
                <a:lnTo>
                  <a:pt x="762739" y="188601"/>
                </a:lnTo>
                <a:lnTo>
                  <a:pt x="766678" y="162820"/>
                </a:lnTo>
                <a:lnTo>
                  <a:pt x="748319" y="164968"/>
                </a:lnTo>
                <a:lnTo>
                  <a:pt x="724606" y="137430"/>
                </a:lnTo>
                <a:lnTo>
                  <a:pt x="726011" y="90669"/>
                </a:lnTo>
                <a:lnTo>
                  <a:pt x="709503" y="105951"/>
                </a:lnTo>
                <a:lnTo>
                  <a:pt x="685221" y="77232"/>
                </a:lnTo>
                <a:lnTo>
                  <a:pt x="706245" y="51975"/>
                </a:lnTo>
                <a:lnTo>
                  <a:pt x="686475" y="47093"/>
                </a:lnTo>
                <a:lnTo>
                  <a:pt x="688326" y="32199"/>
                </a:lnTo>
                <a:lnTo>
                  <a:pt x="663519" y="55959"/>
                </a:lnTo>
                <a:lnTo>
                  <a:pt x="612034" y="28732"/>
                </a:lnTo>
                <a:lnTo>
                  <a:pt x="600720" y="44379"/>
                </a:lnTo>
                <a:lnTo>
                  <a:pt x="571522" y="18884"/>
                </a:lnTo>
                <a:lnTo>
                  <a:pt x="585505" y="12478"/>
                </a:lnTo>
                <a:lnTo>
                  <a:pt x="545891" y="0"/>
                </a:lnTo>
                <a:lnTo>
                  <a:pt x="516929" y="15338"/>
                </a:lnTo>
                <a:lnTo>
                  <a:pt x="412289" y="3371"/>
                </a:lnTo>
                <a:lnTo>
                  <a:pt x="397174" y="25187"/>
                </a:lnTo>
                <a:lnTo>
                  <a:pt x="415773" y="45721"/>
                </a:lnTo>
                <a:lnTo>
                  <a:pt x="374923" y="72483"/>
                </a:lnTo>
                <a:lnTo>
                  <a:pt x="339523" y="68752"/>
                </a:lnTo>
                <a:lnTo>
                  <a:pt x="339802" y="43281"/>
                </a:lnTo>
                <a:lnTo>
                  <a:pt x="275669" y="62277"/>
                </a:lnTo>
                <a:lnTo>
                  <a:pt x="263923" y="80755"/>
                </a:lnTo>
                <a:lnTo>
                  <a:pt x="223260" y="80769"/>
                </a:lnTo>
                <a:lnTo>
                  <a:pt x="204237" y="62570"/>
                </a:lnTo>
                <a:lnTo>
                  <a:pt x="122423" y="72986"/>
                </a:lnTo>
                <a:lnTo>
                  <a:pt x="114417" y="61114"/>
                </a:lnTo>
                <a:lnTo>
                  <a:pt x="103226" y="74523"/>
                </a:lnTo>
                <a:lnTo>
                  <a:pt x="97896" y="58896"/>
                </a:lnTo>
                <a:lnTo>
                  <a:pt x="87746" y="110583"/>
                </a:lnTo>
                <a:lnTo>
                  <a:pt x="34773" y="108565"/>
                </a:lnTo>
                <a:lnTo>
                  <a:pt x="12343" y="124936"/>
                </a:lnTo>
                <a:lnTo>
                  <a:pt x="0" y="163613"/>
                </a:lnTo>
                <a:lnTo>
                  <a:pt x="49999" y="178241"/>
                </a:lnTo>
                <a:lnTo>
                  <a:pt x="38838" y="192839"/>
                </a:lnTo>
                <a:lnTo>
                  <a:pt x="69283" y="206303"/>
                </a:lnTo>
                <a:lnTo>
                  <a:pt x="58422" y="218656"/>
                </a:lnTo>
                <a:lnTo>
                  <a:pt x="71338" y="210692"/>
                </a:lnTo>
                <a:lnTo>
                  <a:pt x="71037" y="230125"/>
                </a:lnTo>
                <a:lnTo>
                  <a:pt x="149205" y="279802"/>
                </a:lnTo>
                <a:lnTo>
                  <a:pt x="220676" y="284544"/>
                </a:lnTo>
                <a:lnTo>
                  <a:pt x="271770" y="267372"/>
                </a:lnTo>
                <a:lnTo>
                  <a:pt x="301686" y="224199"/>
                </a:lnTo>
                <a:lnTo>
                  <a:pt x="358995" y="223558"/>
                </a:lnTo>
                <a:lnTo>
                  <a:pt x="277789" y="322301"/>
                </a:lnTo>
                <a:lnTo>
                  <a:pt x="242529" y="340968"/>
                </a:lnTo>
                <a:lnTo>
                  <a:pt x="223153" y="332513"/>
                </a:lnTo>
                <a:lnTo>
                  <a:pt x="212721" y="351170"/>
                </a:lnTo>
                <a:lnTo>
                  <a:pt x="143632" y="375699"/>
                </a:lnTo>
                <a:lnTo>
                  <a:pt x="148934" y="341865"/>
                </a:lnTo>
                <a:lnTo>
                  <a:pt x="126903" y="346600"/>
                </a:lnTo>
                <a:lnTo>
                  <a:pt x="131399" y="332988"/>
                </a:lnTo>
                <a:lnTo>
                  <a:pt x="113152" y="358338"/>
                </a:lnTo>
                <a:lnTo>
                  <a:pt x="282432" y="545841"/>
                </a:lnTo>
                <a:lnTo>
                  <a:pt x="374212" y="600021"/>
                </a:lnTo>
                <a:lnTo>
                  <a:pt x="552925" y="524450"/>
                </a:lnTo>
                <a:lnTo>
                  <a:pt x="580139" y="460780"/>
                </a:lnTo>
                <a:lnTo>
                  <a:pt x="559872" y="433572"/>
                </a:lnTo>
                <a:lnTo>
                  <a:pt x="589094" y="357676"/>
                </a:lnTo>
                <a:lnTo>
                  <a:pt x="596566" y="373541"/>
                </a:lnTo>
                <a:lnTo>
                  <a:pt x="608824" y="356889"/>
                </a:lnTo>
                <a:lnTo>
                  <a:pt x="642066" y="370227"/>
                </a:lnTo>
                <a:lnTo>
                  <a:pt x="667511" y="358646"/>
                </a:lnTo>
                <a:lnTo>
                  <a:pt x="642391" y="378809"/>
                </a:lnTo>
                <a:lnTo>
                  <a:pt x="617776" y="375346"/>
                </a:lnTo>
                <a:lnTo>
                  <a:pt x="607737" y="414634"/>
                </a:lnTo>
                <a:lnTo>
                  <a:pt x="629761" y="411455"/>
                </a:lnTo>
                <a:lnTo>
                  <a:pt x="610488" y="452854"/>
                </a:lnTo>
                <a:lnTo>
                  <a:pt x="649188" y="455893"/>
                </a:lnTo>
                <a:lnTo>
                  <a:pt x="622184" y="466729"/>
                </a:lnTo>
                <a:lnTo>
                  <a:pt x="639400" y="473660"/>
                </a:lnTo>
                <a:lnTo>
                  <a:pt x="620212" y="506725"/>
                </a:lnTo>
                <a:lnTo>
                  <a:pt x="662543" y="617390"/>
                </a:lnTo>
                <a:lnTo>
                  <a:pt x="639414" y="683221"/>
                </a:lnTo>
                <a:lnTo>
                  <a:pt x="670564" y="672190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Haryāna"/>
          <p:cNvSpPr/>
          <p:nvPr/>
        </p:nvSpPr>
        <p:spPr>
          <a:xfrm>
            <a:off x="8084909" y="2640290"/>
            <a:ext cx="433041" cy="485323"/>
          </a:xfrm>
          <a:custGeom>
            <a:avLst/>
            <a:gdLst/>
            <a:ahLst/>
            <a:cxnLst/>
            <a:rect l="l" t="t" r="r" b="b"/>
            <a:pathLst>
              <a:path w="433041" h="485323">
                <a:moveTo>
                  <a:pt x="397187" y="357161"/>
                </a:moveTo>
                <a:lnTo>
                  <a:pt x="373502" y="373368"/>
                </a:lnTo>
                <a:lnTo>
                  <a:pt x="327134" y="346831"/>
                </a:lnTo>
                <a:lnTo>
                  <a:pt x="341559" y="340000"/>
                </a:lnTo>
                <a:lnTo>
                  <a:pt x="342539" y="311630"/>
                </a:lnTo>
                <a:lnTo>
                  <a:pt x="380937" y="302237"/>
                </a:lnTo>
                <a:lnTo>
                  <a:pt x="365942" y="171048"/>
                </a:lnTo>
                <a:lnTo>
                  <a:pt x="433041" y="80227"/>
                </a:lnTo>
                <a:lnTo>
                  <a:pt x="378533" y="65864"/>
                </a:lnTo>
                <a:lnTo>
                  <a:pt x="372502" y="33147"/>
                </a:lnTo>
                <a:lnTo>
                  <a:pt x="337837" y="776"/>
                </a:lnTo>
                <a:lnTo>
                  <a:pt x="318340" y="0"/>
                </a:lnTo>
                <a:lnTo>
                  <a:pt x="340589" y="77652"/>
                </a:lnTo>
                <a:lnTo>
                  <a:pt x="313489" y="71612"/>
                </a:lnTo>
                <a:lnTo>
                  <a:pt x="287957" y="96060"/>
                </a:lnTo>
                <a:lnTo>
                  <a:pt x="301726" y="107589"/>
                </a:lnTo>
                <a:lnTo>
                  <a:pt x="286512" y="123914"/>
                </a:lnTo>
                <a:lnTo>
                  <a:pt x="269409" y="106539"/>
                </a:lnTo>
                <a:lnTo>
                  <a:pt x="255425" y="121045"/>
                </a:lnTo>
                <a:lnTo>
                  <a:pt x="239624" y="111867"/>
                </a:lnTo>
                <a:lnTo>
                  <a:pt x="244632" y="157266"/>
                </a:lnTo>
                <a:lnTo>
                  <a:pt x="216887" y="173643"/>
                </a:lnTo>
                <a:lnTo>
                  <a:pt x="136024" y="163970"/>
                </a:lnTo>
                <a:lnTo>
                  <a:pt x="104981" y="203593"/>
                </a:lnTo>
                <a:lnTo>
                  <a:pt x="105845" y="171863"/>
                </a:lnTo>
                <a:lnTo>
                  <a:pt x="86066" y="148257"/>
                </a:lnTo>
                <a:lnTo>
                  <a:pt x="5758" y="145697"/>
                </a:lnTo>
                <a:lnTo>
                  <a:pt x="0" y="173257"/>
                </a:lnTo>
                <a:lnTo>
                  <a:pt x="19227" y="172235"/>
                </a:lnTo>
                <a:lnTo>
                  <a:pt x="16895" y="235629"/>
                </a:lnTo>
                <a:lnTo>
                  <a:pt x="51691" y="224262"/>
                </a:lnTo>
                <a:lnTo>
                  <a:pt x="82848" y="250222"/>
                </a:lnTo>
                <a:lnTo>
                  <a:pt x="129237" y="246342"/>
                </a:lnTo>
                <a:lnTo>
                  <a:pt x="150147" y="342241"/>
                </a:lnTo>
                <a:lnTo>
                  <a:pt x="224088" y="411257"/>
                </a:lnTo>
                <a:lnTo>
                  <a:pt x="202371" y="420650"/>
                </a:lnTo>
                <a:lnTo>
                  <a:pt x="216520" y="422723"/>
                </a:lnTo>
                <a:lnTo>
                  <a:pt x="201509" y="444205"/>
                </a:lnTo>
                <a:lnTo>
                  <a:pt x="209075" y="457410"/>
                </a:lnTo>
                <a:lnTo>
                  <a:pt x="241020" y="461060"/>
                </a:lnTo>
                <a:lnTo>
                  <a:pt x="232721" y="435421"/>
                </a:lnTo>
                <a:lnTo>
                  <a:pt x="258274" y="429213"/>
                </a:lnTo>
                <a:lnTo>
                  <a:pt x="251344" y="407024"/>
                </a:lnTo>
                <a:lnTo>
                  <a:pt x="276749" y="411596"/>
                </a:lnTo>
                <a:lnTo>
                  <a:pt x="286776" y="439171"/>
                </a:lnTo>
                <a:lnTo>
                  <a:pt x="328368" y="400691"/>
                </a:lnTo>
                <a:lnTo>
                  <a:pt x="345272" y="413109"/>
                </a:lnTo>
                <a:lnTo>
                  <a:pt x="336967" y="485323"/>
                </a:lnTo>
                <a:lnTo>
                  <a:pt x="361213" y="472868"/>
                </a:lnTo>
                <a:lnTo>
                  <a:pt x="355554" y="460370"/>
                </a:lnTo>
                <a:lnTo>
                  <a:pt x="407769" y="455509"/>
                </a:lnTo>
                <a:lnTo>
                  <a:pt x="424824" y="440703"/>
                </a:lnTo>
                <a:lnTo>
                  <a:pt x="415026" y="420720"/>
                </a:lnTo>
                <a:lnTo>
                  <a:pt x="425575" y="397595"/>
                </a:lnTo>
                <a:lnTo>
                  <a:pt x="397187" y="357161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Himāchal Pradesh"/>
          <p:cNvSpPr/>
          <p:nvPr/>
        </p:nvSpPr>
        <p:spPr>
          <a:xfrm>
            <a:off x="8239671" y="2289373"/>
            <a:ext cx="472785" cy="426832"/>
          </a:xfrm>
          <a:custGeom>
            <a:avLst/>
            <a:gdLst/>
            <a:ahLst/>
            <a:cxnLst/>
            <a:rect l="l" t="t" r="r" b="b"/>
            <a:pathLst>
              <a:path w="472785" h="426832">
                <a:moveTo>
                  <a:pt x="274357" y="426832"/>
                </a:moveTo>
                <a:lnTo>
                  <a:pt x="307937" y="410309"/>
                </a:lnTo>
                <a:lnTo>
                  <a:pt x="292047" y="371933"/>
                </a:lnTo>
                <a:lnTo>
                  <a:pt x="319402" y="314216"/>
                </a:lnTo>
                <a:lnTo>
                  <a:pt x="384350" y="294136"/>
                </a:lnTo>
                <a:lnTo>
                  <a:pt x="472785" y="320468"/>
                </a:lnTo>
                <a:lnTo>
                  <a:pt x="436882" y="282232"/>
                </a:lnTo>
                <a:lnTo>
                  <a:pt x="433112" y="260319"/>
                </a:lnTo>
                <a:lnTo>
                  <a:pt x="450354" y="246129"/>
                </a:lnTo>
                <a:lnTo>
                  <a:pt x="430738" y="221054"/>
                </a:lnTo>
                <a:lnTo>
                  <a:pt x="441238" y="188593"/>
                </a:lnTo>
                <a:lnTo>
                  <a:pt x="396058" y="151463"/>
                </a:lnTo>
                <a:lnTo>
                  <a:pt x="407124" y="125766"/>
                </a:lnTo>
                <a:lnTo>
                  <a:pt x="396015" y="112782"/>
                </a:lnTo>
                <a:lnTo>
                  <a:pt x="373867" y="112378"/>
                </a:lnTo>
                <a:lnTo>
                  <a:pt x="386786" y="74662"/>
                </a:lnTo>
                <a:lnTo>
                  <a:pt x="335263" y="95112"/>
                </a:lnTo>
                <a:lnTo>
                  <a:pt x="289101" y="40039"/>
                </a:lnTo>
                <a:lnTo>
                  <a:pt x="241512" y="65698"/>
                </a:lnTo>
                <a:lnTo>
                  <a:pt x="185306" y="34102"/>
                </a:lnTo>
                <a:lnTo>
                  <a:pt x="165850" y="0"/>
                </a:lnTo>
                <a:lnTo>
                  <a:pt x="112899" y="10517"/>
                </a:lnTo>
                <a:lnTo>
                  <a:pt x="49730" y="57252"/>
                </a:lnTo>
                <a:lnTo>
                  <a:pt x="34277" y="48905"/>
                </a:lnTo>
                <a:lnTo>
                  <a:pt x="47348" y="90913"/>
                </a:lnTo>
                <a:lnTo>
                  <a:pt x="33024" y="110997"/>
                </a:lnTo>
                <a:lnTo>
                  <a:pt x="47312" y="128300"/>
                </a:lnTo>
                <a:lnTo>
                  <a:pt x="3191" y="152289"/>
                </a:lnTo>
                <a:lnTo>
                  <a:pt x="0" y="177193"/>
                </a:lnTo>
                <a:lnTo>
                  <a:pt x="43697" y="195059"/>
                </a:lnTo>
                <a:lnTo>
                  <a:pt x="81006" y="291125"/>
                </a:lnTo>
                <a:lnTo>
                  <a:pt x="108059" y="271658"/>
                </a:lnTo>
                <a:lnTo>
                  <a:pt x="116995" y="295238"/>
                </a:lnTo>
                <a:lnTo>
                  <a:pt x="144982" y="303642"/>
                </a:lnTo>
                <a:lnTo>
                  <a:pt x="142620" y="337064"/>
                </a:lnTo>
                <a:lnTo>
                  <a:pt x="216912" y="383015"/>
                </a:lnTo>
                <a:lnTo>
                  <a:pt x="223771" y="416781"/>
                </a:lnTo>
                <a:lnTo>
                  <a:pt x="274357" y="426832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Jammu and Kashmīr"/>
          <p:cNvSpPr/>
          <p:nvPr/>
        </p:nvSpPr>
        <p:spPr>
          <a:xfrm>
            <a:off x="7934357" y="2013147"/>
            <a:ext cx="464855" cy="422618"/>
          </a:xfrm>
          <a:custGeom>
            <a:avLst/>
            <a:gdLst/>
            <a:ahLst/>
            <a:cxnLst/>
            <a:rect l="l" t="t" r="r" b="b"/>
            <a:pathLst>
              <a:path w="464855" h="422618">
                <a:moveTo>
                  <a:pt x="102947" y="0"/>
                </a:moveTo>
                <a:lnTo>
                  <a:pt x="88547" y="34384"/>
                </a:lnTo>
                <a:lnTo>
                  <a:pt x="49741" y="47890"/>
                </a:lnTo>
                <a:lnTo>
                  <a:pt x="36003" y="80560"/>
                </a:lnTo>
                <a:lnTo>
                  <a:pt x="7879" y="79670"/>
                </a:lnTo>
                <a:lnTo>
                  <a:pt x="0" y="109456"/>
                </a:lnTo>
                <a:lnTo>
                  <a:pt x="27563" y="182639"/>
                </a:lnTo>
                <a:lnTo>
                  <a:pt x="32824" y="301214"/>
                </a:lnTo>
                <a:lnTo>
                  <a:pt x="54778" y="319746"/>
                </a:lnTo>
                <a:lnTo>
                  <a:pt x="78577" y="316580"/>
                </a:lnTo>
                <a:lnTo>
                  <a:pt x="135688" y="350601"/>
                </a:lnTo>
                <a:lnTo>
                  <a:pt x="182036" y="338190"/>
                </a:lnTo>
                <a:lnTo>
                  <a:pt x="179741" y="391296"/>
                </a:lnTo>
                <a:lnTo>
                  <a:pt x="226663" y="389738"/>
                </a:lnTo>
                <a:lnTo>
                  <a:pt x="295730" y="422618"/>
                </a:lnTo>
                <a:lnTo>
                  <a:pt x="351793" y="369528"/>
                </a:lnTo>
                <a:lnTo>
                  <a:pt x="339591" y="325131"/>
                </a:lnTo>
                <a:lnTo>
                  <a:pt x="355044" y="333478"/>
                </a:lnTo>
                <a:lnTo>
                  <a:pt x="418213" y="286743"/>
                </a:lnTo>
                <a:lnTo>
                  <a:pt x="464855" y="287830"/>
                </a:lnTo>
                <a:lnTo>
                  <a:pt x="448155" y="249380"/>
                </a:lnTo>
                <a:lnTo>
                  <a:pt x="410886" y="224340"/>
                </a:lnTo>
                <a:lnTo>
                  <a:pt x="389874" y="229825"/>
                </a:lnTo>
                <a:lnTo>
                  <a:pt x="398179" y="203155"/>
                </a:lnTo>
                <a:lnTo>
                  <a:pt x="364823" y="168207"/>
                </a:lnTo>
                <a:lnTo>
                  <a:pt x="338235" y="171746"/>
                </a:lnTo>
                <a:lnTo>
                  <a:pt x="318105" y="135845"/>
                </a:lnTo>
                <a:lnTo>
                  <a:pt x="277685" y="121579"/>
                </a:lnTo>
                <a:lnTo>
                  <a:pt x="253416" y="44209"/>
                </a:lnTo>
                <a:lnTo>
                  <a:pt x="232999" y="30358"/>
                </a:lnTo>
                <a:lnTo>
                  <a:pt x="210487" y="49375"/>
                </a:lnTo>
                <a:lnTo>
                  <a:pt x="164249" y="31071"/>
                </a:lnTo>
                <a:lnTo>
                  <a:pt x="153466" y="125"/>
                </a:lnTo>
                <a:lnTo>
                  <a:pt x="102947" y="0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Jhārkhand"/>
          <p:cNvSpPr/>
          <p:nvPr/>
        </p:nvSpPr>
        <p:spPr>
          <a:xfrm>
            <a:off x="9310825" y="3469706"/>
            <a:ext cx="640984" cy="504392"/>
          </a:xfrm>
          <a:custGeom>
            <a:avLst/>
            <a:gdLst/>
            <a:ahLst/>
            <a:cxnLst/>
            <a:rect l="l" t="t" r="r" b="b"/>
            <a:pathLst>
              <a:path w="640984" h="504392">
                <a:moveTo>
                  <a:pt x="0" y="186250"/>
                </a:moveTo>
                <a:lnTo>
                  <a:pt x="51991" y="228178"/>
                </a:lnTo>
                <a:lnTo>
                  <a:pt x="61681" y="259793"/>
                </a:lnTo>
                <a:lnTo>
                  <a:pt x="95092" y="255998"/>
                </a:lnTo>
                <a:lnTo>
                  <a:pt x="97983" y="329810"/>
                </a:lnTo>
                <a:lnTo>
                  <a:pt x="113496" y="355857"/>
                </a:lnTo>
                <a:lnTo>
                  <a:pt x="147614" y="359771"/>
                </a:lnTo>
                <a:lnTo>
                  <a:pt x="94031" y="421571"/>
                </a:lnTo>
                <a:lnTo>
                  <a:pt x="133160" y="448788"/>
                </a:lnTo>
                <a:lnTo>
                  <a:pt x="240579" y="427681"/>
                </a:lnTo>
                <a:lnTo>
                  <a:pt x="247475" y="456014"/>
                </a:lnTo>
                <a:lnTo>
                  <a:pt x="229461" y="487630"/>
                </a:lnTo>
                <a:lnTo>
                  <a:pt x="264251" y="498572"/>
                </a:lnTo>
                <a:lnTo>
                  <a:pt x="282660" y="475937"/>
                </a:lnTo>
                <a:lnTo>
                  <a:pt x="326170" y="491828"/>
                </a:lnTo>
                <a:lnTo>
                  <a:pt x="343085" y="482635"/>
                </a:lnTo>
                <a:lnTo>
                  <a:pt x="337355" y="500726"/>
                </a:lnTo>
                <a:lnTo>
                  <a:pt x="356916" y="504392"/>
                </a:lnTo>
                <a:lnTo>
                  <a:pt x="376049" y="415254"/>
                </a:lnTo>
                <a:lnTo>
                  <a:pt x="430652" y="454703"/>
                </a:lnTo>
                <a:lnTo>
                  <a:pt x="473770" y="468459"/>
                </a:lnTo>
                <a:lnTo>
                  <a:pt x="493029" y="457417"/>
                </a:lnTo>
                <a:lnTo>
                  <a:pt x="475809" y="414032"/>
                </a:lnTo>
                <a:lnTo>
                  <a:pt x="427835" y="381895"/>
                </a:lnTo>
                <a:lnTo>
                  <a:pt x="445508" y="352278"/>
                </a:lnTo>
                <a:lnTo>
                  <a:pt x="400643" y="351467"/>
                </a:lnTo>
                <a:lnTo>
                  <a:pt x="355103" y="327521"/>
                </a:lnTo>
                <a:lnTo>
                  <a:pt x="351873" y="279715"/>
                </a:lnTo>
                <a:lnTo>
                  <a:pt x="377255" y="278014"/>
                </a:lnTo>
                <a:lnTo>
                  <a:pt x="376937" y="263183"/>
                </a:lnTo>
                <a:lnTo>
                  <a:pt x="412708" y="289223"/>
                </a:lnTo>
                <a:lnTo>
                  <a:pt x="433716" y="256691"/>
                </a:lnTo>
                <a:lnTo>
                  <a:pt x="480446" y="247856"/>
                </a:lnTo>
                <a:lnTo>
                  <a:pt x="481296" y="225681"/>
                </a:lnTo>
                <a:lnTo>
                  <a:pt x="541568" y="227428"/>
                </a:lnTo>
                <a:lnTo>
                  <a:pt x="542221" y="194703"/>
                </a:lnTo>
                <a:lnTo>
                  <a:pt x="571942" y="203789"/>
                </a:lnTo>
                <a:lnTo>
                  <a:pt x="577140" y="183835"/>
                </a:lnTo>
                <a:lnTo>
                  <a:pt x="604501" y="179165"/>
                </a:lnTo>
                <a:lnTo>
                  <a:pt x="596703" y="163401"/>
                </a:lnTo>
                <a:lnTo>
                  <a:pt x="619210" y="144237"/>
                </a:lnTo>
                <a:lnTo>
                  <a:pt x="615103" y="114296"/>
                </a:lnTo>
                <a:lnTo>
                  <a:pt x="634093" y="113993"/>
                </a:lnTo>
                <a:lnTo>
                  <a:pt x="621475" y="87846"/>
                </a:lnTo>
                <a:lnTo>
                  <a:pt x="640984" y="57128"/>
                </a:lnTo>
                <a:lnTo>
                  <a:pt x="589116" y="0"/>
                </a:lnTo>
                <a:lnTo>
                  <a:pt x="529058" y="48268"/>
                </a:lnTo>
                <a:lnTo>
                  <a:pt x="515312" y="110592"/>
                </a:lnTo>
                <a:lnTo>
                  <a:pt x="453321" y="110651"/>
                </a:lnTo>
                <a:lnTo>
                  <a:pt x="431422" y="146522"/>
                </a:lnTo>
                <a:lnTo>
                  <a:pt x="377416" y="85040"/>
                </a:lnTo>
                <a:lnTo>
                  <a:pt x="333296" y="78914"/>
                </a:lnTo>
                <a:lnTo>
                  <a:pt x="323784" y="115007"/>
                </a:lnTo>
                <a:lnTo>
                  <a:pt x="282630" y="118548"/>
                </a:lnTo>
                <a:lnTo>
                  <a:pt x="243604" y="145844"/>
                </a:lnTo>
                <a:lnTo>
                  <a:pt x="217973" y="145870"/>
                </a:lnTo>
                <a:lnTo>
                  <a:pt x="203886" y="122224"/>
                </a:lnTo>
                <a:lnTo>
                  <a:pt x="161515" y="158691"/>
                </a:lnTo>
                <a:lnTo>
                  <a:pt x="133958" y="117769"/>
                </a:lnTo>
                <a:lnTo>
                  <a:pt x="107802" y="130155"/>
                </a:lnTo>
                <a:lnTo>
                  <a:pt x="93955" y="105481"/>
                </a:lnTo>
                <a:lnTo>
                  <a:pt x="75169" y="121990"/>
                </a:lnTo>
                <a:lnTo>
                  <a:pt x="9921" y="126281"/>
                </a:lnTo>
                <a:lnTo>
                  <a:pt x="17643" y="147012"/>
                </a:lnTo>
                <a:lnTo>
                  <a:pt x="0" y="186250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Karnātaka"/>
          <p:cNvSpPr/>
          <p:nvPr/>
        </p:nvSpPr>
        <p:spPr>
          <a:xfrm>
            <a:off x="8031698" y="4499339"/>
            <a:ext cx="622378" cy="1023151"/>
          </a:xfrm>
          <a:custGeom>
            <a:avLst/>
            <a:gdLst/>
            <a:ahLst/>
            <a:cxnLst/>
            <a:rect l="l" t="t" r="r" b="b"/>
            <a:pathLst>
              <a:path w="622378" h="1023151">
                <a:moveTo>
                  <a:pt x="3511" y="417878"/>
                </a:moveTo>
                <a:lnTo>
                  <a:pt x="21812" y="417094"/>
                </a:lnTo>
                <a:lnTo>
                  <a:pt x="33720" y="471175"/>
                </a:lnTo>
                <a:lnTo>
                  <a:pt x="21935" y="476607"/>
                </a:lnTo>
                <a:lnTo>
                  <a:pt x="28188" y="509050"/>
                </a:lnTo>
                <a:lnTo>
                  <a:pt x="0" y="544434"/>
                </a:lnTo>
                <a:lnTo>
                  <a:pt x="23556" y="557114"/>
                </a:lnTo>
                <a:lnTo>
                  <a:pt x="71603" y="684340"/>
                </a:lnTo>
                <a:lnTo>
                  <a:pt x="104390" y="844292"/>
                </a:lnTo>
                <a:lnTo>
                  <a:pt x="170773" y="874394"/>
                </a:lnTo>
                <a:lnTo>
                  <a:pt x="182944" y="919776"/>
                </a:lnTo>
                <a:lnTo>
                  <a:pt x="244490" y="969140"/>
                </a:lnTo>
                <a:lnTo>
                  <a:pt x="279659" y="966174"/>
                </a:lnTo>
                <a:lnTo>
                  <a:pt x="280699" y="985341"/>
                </a:lnTo>
                <a:lnTo>
                  <a:pt x="349078" y="1021568"/>
                </a:lnTo>
                <a:lnTo>
                  <a:pt x="382279" y="1023151"/>
                </a:lnTo>
                <a:lnTo>
                  <a:pt x="400201" y="991077"/>
                </a:lnTo>
                <a:lnTo>
                  <a:pt x="418856" y="1004628"/>
                </a:lnTo>
                <a:lnTo>
                  <a:pt x="437159" y="990904"/>
                </a:lnTo>
                <a:lnTo>
                  <a:pt x="461727" y="998691"/>
                </a:lnTo>
                <a:lnTo>
                  <a:pt x="470991" y="971458"/>
                </a:lnTo>
                <a:lnTo>
                  <a:pt x="496127" y="970162"/>
                </a:lnTo>
                <a:lnTo>
                  <a:pt x="510117" y="946036"/>
                </a:lnTo>
                <a:lnTo>
                  <a:pt x="467928" y="931968"/>
                </a:lnTo>
                <a:lnTo>
                  <a:pt x="487975" y="908040"/>
                </a:lnTo>
                <a:lnTo>
                  <a:pt x="485492" y="863416"/>
                </a:lnTo>
                <a:lnTo>
                  <a:pt x="505025" y="862545"/>
                </a:lnTo>
                <a:lnTo>
                  <a:pt x="518332" y="833089"/>
                </a:lnTo>
                <a:lnTo>
                  <a:pt x="573022" y="849460"/>
                </a:lnTo>
                <a:lnTo>
                  <a:pt x="590321" y="822580"/>
                </a:lnTo>
                <a:lnTo>
                  <a:pt x="605401" y="833622"/>
                </a:lnTo>
                <a:lnTo>
                  <a:pt x="597978" y="821904"/>
                </a:lnTo>
                <a:lnTo>
                  <a:pt x="622378" y="771844"/>
                </a:lnTo>
                <a:lnTo>
                  <a:pt x="593268" y="764182"/>
                </a:lnTo>
                <a:lnTo>
                  <a:pt x="596746" y="726077"/>
                </a:lnTo>
                <a:lnTo>
                  <a:pt x="553104" y="717746"/>
                </a:lnTo>
                <a:lnTo>
                  <a:pt x="558163" y="687552"/>
                </a:lnTo>
                <a:lnTo>
                  <a:pt x="534531" y="690239"/>
                </a:lnTo>
                <a:lnTo>
                  <a:pt x="537170" y="670421"/>
                </a:lnTo>
                <a:lnTo>
                  <a:pt x="475297" y="710591"/>
                </a:lnTo>
                <a:lnTo>
                  <a:pt x="462458" y="687870"/>
                </a:lnTo>
                <a:lnTo>
                  <a:pt x="428142" y="675635"/>
                </a:lnTo>
                <a:lnTo>
                  <a:pt x="426527" y="699992"/>
                </a:lnTo>
                <a:lnTo>
                  <a:pt x="402356" y="702445"/>
                </a:lnTo>
                <a:lnTo>
                  <a:pt x="408332" y="674404"/>
                </a:lnTo>
                <a:lnTo>
                  <a:pt x="387959" y="639419"/>
                </a:lnTo>
                <a:lnTo>
                  <a:pt x="405795" y="638094"/>
                </a:lnTo>
                <a:lnTo>
                  <a:pt x="423228" y="664294"/>
                </a:lnTo>
                <a:lnTo>
                  <a:pt x="447186" y="659991"/>
                </a:lnTo>
                <a:lnTo>
                  <a:pt x="457958" y="681143"/>
                </a:lnTo>
                <a:lnTo>
                  <a:pt x="451221" y="645066"/>
                </a:lnTo>
                <a:lnTo>
                  <a:pt x="472289" y="641016"/>
                </a:lnTo>
                <a:lnTo>
                  <a:pt x="472339" y="625099"/>
                </a:lnTo>
                <a:lnTo>
                  <a:pt x="456959" y="614340"/>
                </a:lnTo>
                <a:lnTo>
                  <a:pt x="456846" y="634779"/>
                </a:lnTo>
                <a:lnTo>
                  <a:pt x="424353" y="613404"/>
                </a:lnTo>
                <a:lnTo>
                  <a:pt x="417486" y="631643"/>
                </a:lnTo>
                <a:lnTo>
                  <a:pt x="394263" y="627956"/>
                </a:lnTo>
                <a:lnTo>
                  <a:pt x="386614" y="605402"/>
                </a:lnTo>
                <a:lnTo>
                  <a:pt x="399077" y="592025"/>
                </a:lnTo>
                <a:lnTo>
                  <a:pt x="370022" y="574591"/>
                </a:lnTo>
                <a:lnTo>
                  <a:pt x="384511" y="524500"/>
                </a:lnTo>
                <a:lnTo>
                  <a:pt x="371643" y="503499"/>
                </a:lnTo>
                <a:lnTo>
                  <a:pt x="413984" y="514294"/>
                </a:lnTo>
                <a:lnTo>
                  <a:pt x="425988" y="489625"/>
                </a:lnTo>
                <a:lnTo>
                  <a:pt x="398969" y="440832"/>
                </a:lnTo>
                <a:lnTo>
                  <a:pt x="420414" y="415811"/>
                </a:lnTo>
                <a:lnTo>
                  <a:pt x="407084" y="387293"/>
                </a:lnTo>
                <a:lnTo>
                  <a:pt x="428226" y="372393"/>
                </a:lnTo>
                <a:lnTo>
                  <a:pt x="473668" y="376863"/>
                </a:lnTo>
                <a:lnTo>
                  <a:pt x="470431" y="327845"/>
                </a:lnTo>
                <a:lnTo>
                  <a:pt x="485351" y="322183"/>
                </a:lnTo>
                <a:lnTo>
                  <a:pt x="435232" y="295385"/>
                </a:lnTo>
                <a:lnTo>
                  <a:pt x="467293" y="276549"/>
                </a:lnTo>
                <a:lnTo>
                  <a:pt x="472159" y="214564"/>
                </a:lnTo>
                <a:lnTo>
                  <a:pt x="455217" y="183453"/>
                </a:lnTo>
                <a:lnTo>
                  <a:pt x="498458" y="142420"/>
                </a:lnTo>
                <a:lnTo>
                  <a:pt x="463932" y="129504"/>
                </a:lnTo>
                <a:lnTo>
                  <a:pt x="493392" y="72055"/>
                </a:lnTo>
                <a:lnTo>
                  <a:pt x="478406" y="59025"/>
                </a:lnTo>
                <a:lnTo>
                  <a:pt x="486408" y="25408"/>
                </a:lnTo>
                <a:lnTo>
                  <a:pt x="453225" y="21560"/>
                </a:lnTo>
                <a:lnTo>
                  <a:pt x="453204" y="0"/>
                </a:lnTo>
                <a:lnTo>
                  <a:pt x="418017" y="44143"/>
                </a:lnTo>
                <a:lnTo>
                  <a:pt x="395914" y="39327"/>
                </a:lnTo>
                <a:lnTo>
                  <a:pt x="391351" y="79949"/>
                </a:lnTo>
                <a:lnTo>
                  <a:pt x="366562" y="82375"/>
                </a:lnTo>
                <a:lnTo>
                  <a:pt x="359758" y="115019"/>
                </a:lnTo>
                <a:lnTo>
                  <a:pt x="336554" y="103258"/>
                </a:lnTo>
                <a:lnTo>
                  <a:pt x="309967" y="127495"/>
                </a:lnTo>
                <a:lnTo>
                  <a:pt x="317150" y="169722"/>
                </a:lnTo>
                <a:lnTo>
                  <a:pt x="254511" y="168521"/>
                </a:lnTo>
                <a:lnTo>
                  <a:pt x="213267" y="145438"/>
                </a:lnTo>
                <a:lnTo>
                  <a:pt x="218437" y="222334"/>
                </a:lnTo>
                <a:lnTo>
                  <a:pt x="164331" y="223155"/>
                </a:lnTo>
                <a:lnTo>
                  <a:pt x="155274" y="240299"/>
                </a:lnTo>
                <a:lnTo>
                  <a:pt x="116155" y="224916"/>
                </a:lnTo>
                <a:lnTo>
                  <a:pt x="114457" y="250629"/>
                </a:lnTo>
                <a:lnTo>
                  <a:pt x="82825" y="259130"/>
                </a:lnTo>
                <a:lnTo>
                  <a:pt x="82266" y="275363"/>
                </a:lnTo>
                <a:lnTo>
                  <a:pt x="65863" y="283262"/>
                </a:lnTo>
                <a:lnTo>
                  <a:pt x="52044" y="266853"/>
                </a:lnTo>
                <a:lnTo>
                  <a:pt x="24598" y="284144"/>
                </a:lnTo>
                <a:lnTo>
                  <a:pt x="32129" y="325372"/>
                </a:lnTo>
                <a:lnTo>
                  <a:pt x="57351" y="337337"/>
                </a:lnTo>
                <a:lnTo>
                  <a:pt x="37169" y="357900"/>
                </a:lnTo>
                <a:lnTo>
                  <a:pt x="51280" y="359542"/>
                </a:lnTo>
                <a:lnTo>
                  <a:pt x="38021" y="397905"/>
                </a:lnTo>
                <a:lnTo>
                  <a:pt x="3511" y="417878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Kerala"/>
          <p:cNvSpPr/>
          <p:nvPr/>
        </p:nvSpPr>
        <p:spPr>
          <a:xfrm>
            <a:off x="8139098" y="5344167"/>
            <a:ext cx="352261" cy="667486"/>
          </a:xfrm>
          <a:custGeom>
            <a:avLst/>
            <a:gdLst/>
            <a:ahLst/>
            <a:cxnLst/>
            <a:rect l="l" t="t" r="r" b="b"/>
            <a:pathLst>
              <a:path w="352261" h="667486">
                <a:moveTo>
                  <a:pt x="92509" y="163866"/>
                </a:moveTo>
                <a:lnTo>
                  <a:pt x="170595" y="359732"/>
                </a:lnTo>
                <a:lnTo>
                  <a:pt x="232181" y="579780"/>
                </a:lnTo>
                <a:lnTo>
                  <a:pt x="292345" y="658222"/>
                </a:lnTo>
                <a:lnTo>
                  <a:pt x="319475" y="667486"/>
                </a:lnTo>
                <a:lnTo>
                  <a:pt x="334457" y="633625"/>
                </a:lnTo>
                <a:lnTo>
                  <a:pt x="315521" y="562795"/>
                </a:lnTo>
                <a:lnTo>
                  <a:pt x="352261" y="489995"/>
                </a:lnTo>
                <a:lnTo>
                  <a:pt x="318126" y="474492"/>
                </a:lnTo>
                <a:lnTo>
                  <a:pt x="332939" y="422046"/>
                </a:lnTo>
                <a:lnTo>
                  <a:pt x="327740" y="364044"/>
                </a:lnTo>
                <a:lnTo>
                  <a:pt x="292891" y="383929"/>
                </a:lnTo>
                <a:lnTo>
                  <a:pt x="271611" y="371466"/>
                </a:lnTo>
                <a:lnTo>
                  <a:pt x="282324" y="299779"/>
                </a:lnTo>
                <a:lnTo>
                  <a:pt x="247949" y="277810"/>
                </a:lnTo>
                <a:lnTo>
                  <a:pt x="267574" y="259392"/>
                </a:lnTo>
                <a:lnTo>
                  <a:pt x="258402" y="234897"/>
                </a:lnTo>
                <a:lnTo>
                  <a:pt x="220164" y="239422"/>
                </a:lnTo>
                <a:lnTo>
                  <a:pt x="232546" y="213866"/>
                </a:lnTo>
                <a:lnTo>
                  <a:pt x="190918" y="197593"/>
                </a:lnTo>
                <a:lnTo>
                  <a:pt x="189133" y="182163"/>
                </a:lnTo>
                <a:lnTo>
                  <a:pt x="218086" y="171365"/>
                </a:lnTo>
                <a:lnTo>
                  <a:pt x="214043" y="154166"/>
                </a:lnTo>
                <a:lnTo>
                  <a:pt x="173299" y="140513"/>
                </a:lnTo>
                <a:lnTo>
                  <a:pt x="172259" y="121346"/>
                </a:lnTo>
                <a:lnTo>
                  <a:pt x="137090" y="124312"/>
                </a:lnTo>
                <a:lnTo>
                  <a:pt x="75544" y="74948"/>
                </a:lnTo>
                <a:lnTo>
                  <a:pt x="63373" y="29566"/>
                </a:lnTo>
                <a:lnTo>
                  <a:pt x="24659" y="18657"/>
                </a:lnTo>
                <a:lnTo>
                  <a:pt x="18643" y="0"/>
                </a:lnTo>
                <a:lnTo>
                  <a:pt x="0" y="4705"/>
                </a:lnTo>
                <a:lnTo>
                  <a:pt x="46070" y="117233"/>
                </a:lnTo>
                <a:lnTo>
                  <a:pt x="92509" y="163866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Ladākh"/>
          <p:cNvSpPr/>
          <p:nvPr/>
        </p:nvSpPr>
        <p:spPr>
          <a:xfrm>
            <a:off x="7818143" y="1719089"/>
            <a:ext cx="1076839" cy="707480"/>
          </a:xfrm>
          <a:custGeom>
            <a:avLst/>
            <a:gdLst/>
            <a:ahLst/>
            <a:cxnLst/>
            <a:rect l="l" t="t" r="r" b="b"/>
            <a:pathLst>
              <a:path w="1076839" h="707480">
                <a:moveTo>
                  <a:pt x="219161" y="294058"/>
                </a:moveTo>
                <a:lnTo>
                  <a:pt x="269680" y="294183"/>
                </a:lnTo>
                <a:lnTo>
                  <a:pt x="280463" y="325129"/>
                </a:lnTo>
                <a:lnTo>
                  <a:pt x="326701" y="343433"/>
                </a:lnTo>
                <a:lnTo>
                  <a:pt x="349213" y="324416"/>
                </a:lnTo>
                <a:lnTo>
                  <a:pt x="369630" y="338267"/>
                </a:lnTo>
                <a:lnTo>
                  <a:pt x="393899" y="415637"/>
                </a:lnTo>
                <a:lnTo>
                  <a:pt x="434319" y="429903"/>
                </a:lnTo>
                <a:lnTo>
                  <a:pt x="454449" y="465804"/>
                </a:lnTo>
                <a:lnTo>
                  <a:pt x="481037" y="462265"/>
                </a:lnTo>
                <a:lnTo>
                  <a:pt x="514393" y="497213"/>
                </a:lnTo>
                <a:lnTo>
                  <a:pt x="506088" y="523883"/>
                </a:lnTo>
                <a:lnTo>
                  <a:pt x="527100" y="518398"/>
                </a:lnTo>
                <a:lnTo>
                  <a:pt x="564369" y="543438"/>
                </a:lnTo>
                <a:lnTo>
                  <a:pt x="612187" y="608570"/>
                </a:lnTo>
                <a:lnTo>
                  <a:pt x="664580" y="636177"/>
                </a:lnTo>
                <a:lnTo>
                  <a:pt x="714861" y="611240"/>
                </a:lnTo>
                <a:lnTo>
                  <a:pt x="756908" y="665434"/>
                </a:lnTo>
                <a:lnTo>
                  <a:pt x="808289" y="644920"/>
                </a:lnTo>
                <a:lnTo>
                  <a:pt x="799803" y="687448"/>
                </a:lnTo>
                <a:lnTo>
                  <a:pt x="860907" y="653894"/>
                </a:lnTo>
                <a:lnTo>
                  <a:pt x="868952" y="692453"/>
                </a:lnTo>
                <a:lnTo>
                  <a:pt x="890855" y="707480"/>
                </a:lnTo>
                <a:lnTo>
                  <a:pt x="937286" y="669463"/>
                </a:lnTo>
                <a:lnTo>
                  <a:pt x="954924" y="678450"/>
                </a:lnTo>
                <a:lnTo>
                  <a:pt x="979719" y="647578"/>
                </a:lnTo>
                <a:lnTo>
                  <a:pt x="938840" y="606874"/>
                </a:lnTo>
                <a:lnTo>
                  <a:pt x="955657" y="569810"/>
                </a:lnTo>
                <a:lnTo>
                  <a:pt x="886459" y="551792"/>
                </a:lnTo>
                <a:lnTo>
                  <a:pt x="881341" y="514297"/>
                </a:lnTo>
                <a:lnTo>
                  <a:pt x="907699" y="516602"/>
                </a:lnTo>
                <a:lnTo>
                  <a:pt x="879893" y="462770"/>
                </a:lnTo>
                <a:lnTo>
                  <a:pt x="916583" y="448544"/>
                </a:lnTo>
                <a:lnTo>
                  <a:pt x="952930" y="455989"/>
                </a:lnTo>
                <a:lnTo>
                  <a:pt x="974865" y="417380"/>
                </a:lnTo>
                <a:lnTo>
                  <a:pt x="963282" y="388630"/>
                </a:lnTo>
                <a:lnTo>
                  <a:pt x="1002816" y="387021"/>
                </a:lnTo>
                <a:lnTo>
                  <a:pt x="1000307" y="365746"/>
                </a:lnTo>
                <a:lnTo>
                  <a:pt x="1040894" y="352733"/>
                </a:lnTo>
                <a:lnTo>
                  <a:pt x="1076839" y="239626"/>
                </a:lnTo>
                <a:lnTo>
                  <a:pt x="1031219" y="185122"/>
                </a:lnTo>
                <a:lnTo>
                  <a:pt x="994992" y="190458"/>
                </a:lnTo>
                <a:lnTo>
                  <a:pt x="945219" y="161611"/>
                </a:lnTo>
                <a:lnTo>
                  <a:pt x="922704" y="164075"/>
                </a:lnTo>
                <a:lnTo>
                  <a:pt x="911222" y="185353"/>
                </a:lnTo>
                <a:lnTo>
                  <a:pt x="813008" y="192952"/>
                </a:lnTo>
                <a:lnTo>
                  <a:pt x="773422" y="229737"/>
                </a:lnTo>
                <a:lnTo>
                  <a:pt x="747829" y="219572"/>
                </a:lnTo>
                <a:lnTo>
                  <a:pt x="751991" y="242127"/>
                </a:lnTo>
                <a:lnTo>
                  <a:pt x="668828" y="239044"/>
                </a:lnTo>
                <a:lnTo>
                  <a:pt x="660562" y="230048"/>
                </a:lnTo>
                <a:lnTo>
                  <a:pt x="683321" y="230763"/>
                </a:lnTo>
                <a:lnTo>
                  <a:pt x="665576" y="203045"/>
                </a:lnTo>
                <a:lnTo>
                  <a:pt x="589886" y="184078"/>
                </a:lnTo>
                <a:lnTo>
                  <a:pt x="577559" y="167865"/>
                </a:lnTo>
                <a:lnTo>
                  <a:pt x="588509" y="153771"/>
                </a:lnTo>
                <a:lnTo>
                  <a:pt x="566714" y="133447"/>
                </a:lnTo>
                <a:lnTo>
                  <a:pt x="445547" y="75344"/>
                </a:lnTo>
                <a:lnTo>
                  <a:pt x="386623" y="3831"/>
                </a:lnTo>
                <a:lnTo>
                  <a:pt x="328242" y="25681"/>
                </a:lnTo>
                <a:lnTo>
                  <a:pt x="296918" y="0"/>
                </a:lnTo>
                <a:lnTo>
                  <a:pt x="280683" y="19337"/>
                </a:lnTo>
                <a:lnTo>
                  <a:pt x="260083" y="13153"/>
                </a:lnTo>
                <a:lnTo>
                  <a:pt x="208281" y="40560"/>
                </a:lnTo>
                <a:lnTo>
                  <a:pt x="157677" y="24783"/>
                </a:lnTo>
                <a:lnTo>
                  <a:pt x="185957" y="56191"/>
                </a:lnTo>
                <a:lnTo>
                  <a:pt x="73921" y="56487"/>
                </a:lnTo>
                <a:lnTo>
                  <a:pt x="60994" y="92550"/>
                </a:lnTo>
                <a:lnTo>
                  <a:pt x="0" y="133887"/>
                </a:lnTo>
                <a:lnTo>
                  <a:pt x="6466" y="179831"/>
                </a:lnTo>
                <a:lnTo>
                  <a:pt x="76000" y="179100"/>
                </a:lnTo>
                <a:lnTo>
                  <a:pt x="99859" y="216185"/>
                </a:lnTo>
                <a:lnTo>
                  <a:pt x="170776" y="231721"/>
                </a:lnTo>
                <a:lnTo>
                  <a:pt x="161287" y="276449"/>
                </a:lnTo>
                <a:lnTo>
                  <a:pt x="219161" y="294058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Lakshadweep"/>
          <p:cNvSpPr/>
          <p:nvPr/>
        </p:nvSpPr>
        <p:spPr>
          <a:xfrm>
            <a:off x="7847362" y="5572738"/>
            <a:ext cx="3933" cy="11543"/>
          </a:xfrm>
          <a:custGeom>
            <a:avLst/>
            <a:gdLst/>
            <a:ahLst/>
            <a:cxnLst/>
            <a:rect l="l" t="t" r="r" b="b"/>
            <a:pathLst>
              <a:path w="3933" h="11543">
                <a:moveTo>
                  <a:pt x="0" y="11543"/>
                </a:moveTo>
                <a:lnTo>
                  <a:pt x="3933" y="0"/>
                </a:lnTo>
                <a:lnTo>
                  <a:pt x="0" y="11543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Madhya Pradesh"/>
          <p:cNvSpPr/>
          <p:nvPr/>
        </p:nvSpPr>
        <p:spPr>
          <a:xfrm>
            <a:off x="8022932" y="3242864"/>
            <a:ext cx="1215945" cy="865640"/>
          </a:xfrm>
          <a:custGeom>
            <a:avLst/>
            <a:gdLst/>
            <a:ahLst/>
            <a:cxnLst/>
            <a:rect l="l" t="t" r="r" b="b"/>
            <a:pathLst>
              <a:path w="1215945" h="865640">
                <a:moveTo>
                  <a:pt x="918173" y="826204"/>
                </a:moveTo>
                <a:lnTo>
                  <a:pt x="941095" y="733023"/>
                </a:lnTo>
                <a:lnTo>
                  <a:pt x="954441" y="708899"/>
                </a:lnTo>
                <a:lnTo>
                  <a:pt x="965978" y="717617"/>
                </a:lnTo>
                <a:lnTo>
                  <a:pt x="980643" y="661488"/>
                </a:lnTo>
                <a:lnTo>
                  <a:pt x="1051375" y="646494"/>
                </a:lnTo>
                <a:lnTo>
                  <a:pt x="1095731" y="565748"/>
                </a:lnTo>
                <a:lnTo>
                  <a:pt x="1126074" y="556172"/>
                </a:lnTo>
                <a:lnTo>
                  <a:pt x="1130588" y="529195"/>
                </a:lnTo>
                <a:lnTo>
                  <a:pt x="1093105" y="498026"/>
                </a:lnTo>
                <a:lnTo>
                  <a:pt x="1052083" y="505584"/>
                </a:lnTo>
                <a:lnTo>
                  <a:pt x="1045108" y="490162"/>
                </a:lnTo>
                <a:lnTo>
                  <a:pt x="1061618" y="469865"/>
                </a:lnTo>
                <a:lnTo>
                  <a:pt x="1049523" y="442820"/>
                </a:lnTo>
                <a:lnTo>
                  <a:pt x="1078190" y="457171"/>
                </a:lnTo>
                <a:lnTo>
                  <a:pt x="1191710" y="452491"/>
                </a:lnTo>
                <a:lnTo>
                  <a:pt x="1215945" y="433879"/>
                </a:lnTo>
                <a:lnTo>
                  <a:pt x="1195747" y="409116"/>
                </a:lnTo>
                <a:lnTo>
                  <a:pt x="1210887" y="332475"/>
                </a:lnTo>
                <a:lnTo>
                  <a:pt x="1163210" y="323387"/>
                </a:lnTo>
                <a:lnTo>
                  <a:pt x="1161353" y="340032"/>
                </a:lnTo>
                <a:lnTo>
                  <a:pt x="1145063" y="337968"/>
                </a:lnTo>
                <a:lnTo>
                  <a:pt x="1131927" y="305989"/>
                </a:lnTo>
                <a:lnTo>
                  <a:pt x="1098924" y="304820"/>
                </a:lnTo>
                <a:lnTo>
                  <a:pt x="1090863" y="278077"/>
                </a:lnTo>
                <a:lnTo>
                  <a:pt x="1049953" y="270595"/>
                </a:lnTo>
                <a:lnTo>
                  <a:pt x="1044566" y="250314"/>
                </a:lnTo>
                <a:lnTo>
                  <a:pt x="1033271" y="268216"/>
                </a:lnTo>
                <a:lnTo>
                  <a:pt x="1003686" y="254225"/>
                </a:lnTo>
                <a:lnTo>
                  <a:pt x="984587" y="295793"/>
                </a:lnTo>
                <a:lnTo>
                  <a:pt x="939239" y="290569"/>
                </a:lnTo>
                <a:lnTo>
                  <a:pt x="949281" y="250949"/>
                </a:lnTo>
                <a:lnTo>
                  <a:pt x="924318" y="259841"/>
                </a:lnTo>
                <a:lnTo>
                  <a:pt x="934261" y="270819"/>
                </a:lnTo>
                <a:lnTo>
                  <a:pt x="910115" y="256545"/>
                </a:lnTo>
                <a:lnTo>
                  <a:pt x="911687" y="269200"/>
                </a:lnTo>
                <a:lnTo>
                  <a:pt x="893190" y="264620"/>
                </a:lnTo>
                <a:lnTo>
                  <a:pt x="902838" y="278689"/>
                </a:lnTo>
                <a:lnTo>
                  <a:pt x="887323" y="279850"/>
                </a:lnTo>
                <a:lnTo>
                  <a:pt x="888875" y="267264"/>
                </a:lnTo>
                <a:lnTo>
                  <a:pt x="872548" y="280149"/>
                </a:lnTo>
                <a:lnTo>
                  <a:pt x="886551" y="252490"/>
                </a:lnTo>
                <a:lnTo>
                  <a:pt x="863311" y="215706"/>
                </a:lnTo>
                <a:lnTo>
                  <a:pt x="806187" y="243834"/>
                </a:lnTo>
                <a:lnTo>
                  <a:pt x="806169" y="264942"/>
                </a:lnTo>
                <a:lnTo>
                  <a:pt x="744421" y="263148"/>
                </a:lnTo>
                <a:lnTo>
                  <a:pt x="756770" y="239170"/>
                </a:lnTo>
                <a:lnTo>
                  <a:pt x="729810" y="228603"/>
                </a:lnTo>
                <a:lnTo>
                  <a:pt x="727476" y="261497"/>
                </a:lnTo>
                <a:lnTo>
                  <a:pt x="692583" y="258347"/>
                </a:lnTo>
                <a:lnTo>
                  <a:pt x="690120" y="238098"/>
                </a:lnTo>
                <a:lnTo>
                  <a:pt x="671936" y="255586"/>
                </a:lnTo>
                <a:lnTo>
                  <a:pt x="682835" y="227495"/>
                </a:lnTo>
                <a:lnTo>
                  <a:pt x="667469" y="244855"/>
                </a:lnTo>
                <a:lnTo>
                  <a:pt x="659530" y="233017"/>
                </a:lnTo>
                <a:lnTo>
                  <a:pt x="686812" y="223172"/>
                </a:lnTo>
                <a:lnTo>
                  <a:pt x="673527" y="196114"/>
                </a:lnTo>
                <a:lnTo>
                  <a:pt x="667041" y="215016"/>
                </a:lnTo>
                <a:lnTo>
                  <a:pt x="651635" y="205654"/>
                </a:lnTo>
                <a:lnTo>
                  <a:pt x="657080" y="226306"/>
                </a:lnTo>
                <a:lnTo>
                  <a:pt x="640954" y="213174"/>
                </a:lnTo>
                <a:lnTo>
                  <a:pt x="610052" y="236588"/>
                </a:lnTo>
                <a:lnTo>
                  <a:pt x="629851" y="241197"/>
                </a:lnTo>
                <a:lnTo>
                  <a:pt x="637291" y="285320"/>
                </a:lnTo>
                <a:lnTo>
                  <a:pt x="659186" y="307220"/>
                </a:lnTo>
                <a:lnTo>
                  <a:pt x="653950" y="338686"/>
                </a:lnTo>
                <a:lnTo>
                  <a:pt x="672118" y="332548"/>
                </a:lnTo>
                <a:lnTo>
                  <a:pt x="684336" y="376387"/>
                </a:lnTo>
                <a:lnTo>
                  <a:pt x="661475" y="401647"/>
                </a:lnTo>
                <a:lnTo>
                  <a:pt x="621628" y="370385"/>
                </a:lnTo>
                <a:lnTo>
                  <a:pt x="603754" y="389067"/>
                </a:lnTo>
                <a:lnTo>
                  <a:pt x="573208" y="299513"/>
                </a:lnTo>
                <a:lnTo>
                  <a:pt x="613269" y="254567"/>
                </a:lnTo>
                <a:lnTo>
                  <a:pt x="592088" y="222768"/>
                </a:lnTo>
                <a:lnTo>
                  <a:pt x="611239" y="194936"/>
                </a:lnTo>
                <a:lnTo>
                  <a:pt x="662222" y="186342"/>
                </a:lnTo>
                <a:lnTo>
                  <a:pt x="654074" y="166914"/>
                </a:lnTo>
                <a:lnTo>
                  <a:pt x="707515" y="79352"/>
                </a:lnTo>
                <a:lnTo>
                  <a:pt x="688952" y="29227"/>
                </a:lnTo>
                <a:lnTo>
                  <a:pt x="599659" y="0"/>
                </a:lnTo>
                <a:lnTo>
                  <a:pt x="397640" y="115830"/>
                </a:lnTo>
                <a:lnTo>
                  <a:pt x="338506" y="172851"/>
                </a:lnTo>
                <a:lnTo>
                  <a:pt x="349819" y="211452"/>
                </a:lnTo>
                <a:lnTo>
                  <a:pt x="373845" y="229964"/>
                </a:lnTo>
                <a:lnTo>
                  <a:pt x="440295" y="233305"/>
                </a:lnTo>
                <a:lnTo>
                  <a:pt x="462694" y="218048"/>
                </a:lnTo>
                <a:lnTo>
                  <a:pt x="467632" y="262333"/>
                </a:lnTo>
                <a:lnTo>
                  <a:pt x="391507" y="278638"/>
                </a:lnTo>
                <a:lnTo>
                  <a:pt x="404353" y="298505"/>
                </a:lnTo>
                <a:lnTo>
                  <a:pt x="383995" y="307473"/>
                </a:lnTo>
                <a:lnTo>
                  <a:pt x="415575" y="321964"/>
                </a:lnTo>
                <a:lnTo>
                  <a:pt x="421206" y="342827"/>
                </a:lnTo>
                <a:lnTo>
                  <a:pt x="408258" y="359426"/>
                </a:lnTo>
                <a:lnTo>
                  <a:pt x="385904" y="348621"/>
                </a:lnTo>
                <a:lnTo>
                  <a:pt x="397585" y="409284"/>
                </a:lnTo>
                <a:lnTo>
                  <a:pt x="369626" y="403139"/>
                </a:lnTo>
                <a:lnTo>
                  <a:pt x="369153" y="385838"/>
                </a:lnTo>
                <a:lnTo>
                  <a:pt x="345916" y="404835"/>
                </a:lnTo>
                <a:lnTo>
                  <a:pt x="302270" y="396955"/>
                </a:lnTo>
                <a:lnTo>
                  <a:pt x="298526" y="379116"/>
                </a:lnTo>
                <a:lnTo>
                  <a:pt x="270267" y="438882"/>
                </a:lnTo>
                <a:lnTo>
                  <a:pt x="215177" y="458913"/>
                </a:lnTo>
                <a:lnTo>
                  <a:pt x="199994" y="430965"/>
                </a:lnTo>
                <a:lnTo>
                  <a:pt x="250250" y="419767"/>
                </a:lnTo>
                <a:lnTo>
                  <a:pt x="235149" y="369988"/>
                </a:lnTo>
                <a:lnTo>
                  <a:pt x="260273" y="360351"/>
                </a:lnTo>
                <a:lnTo>
                  <a:pt x="250175" y="319637"/>
                </a:lnTo>
                <a:lnTo>
                  <a:pt x="164756" y="323412"/>
                </a:lnTo>
                <a:lnTo>
                  <a:pt x="165420" y="302297"/>
                </a:lnTo>
                <a:lnTo>
                  <a:pt x="193313" y="298593"/>
                </a:lnTo>
                <a:lnTo>
                  <a:pt x="170847" y="297692"/>
                </a:lnTo>
                <a:lnTo>
                  <a:pt x="180667" y="272876"/>
                </a:lnTo>
                <a:lnTo>
                  <a:pt x="157330" y="271905"/>
                </a:lnTo>
                <a:lnTo>
                  <a:pt x="139081" y="302201"/>
                </a:lnTo>
                <a:lnTo>
                  <a:pt x="111330" y="285033"/>
                </a:lnTo>
                <a:lnTo>
                  <a:pt x="113502" y="312452"/>
                </a:lnTo>
                <a:lnTo>
                  <a:pt x="136624" y="319019"/>
                </a:lnTo>
                <a:lnTo>
                  <a:pt x="118974" y="333692"/>
                </a:lnTo>
                <a:lnTo>
                  <a:pt x="106658" y="311972"/>
                </a:lnTo>
                <a:lnTo>
                  <a:pt x="94032" y="355665"/>
                </a:lnTo>
                <a:lnTo>
                  <a:pt x="114181" y="361923"/>
                </a:lnTo>
                <a:lnTo>
                  <a:pt x="99347" y="390447"/>
                </a:lnTo>
                <a:lnTo>
                  <a:pt x="120083" y="394371"/>
                </a:lnTo>
                <a:lnTo>
                  <a:pt x="131937" y="424436"/>
                </a:lnTo>
                <a:lnTo>
                  <a:pt x="125577" y="483717"/>
                </a:lnTo>
                <a:lnTo>
                  <a:pt x="67088" y="528544"/>
                </a:lnTo>
                <a:lnTo>
                  <a:pt x="98576" y="546438"/>
                </a:lnTo>
                <a:lnTo>
                  <a:pt x="40048" y="568770"/>
                </a:lnTo>
                <a:lnTo>
                  <a:pt x="61883" y="599116"/>
                </a:lnTo>
                <a:lnTo>
                  <a:pt x="48381" y="632086"/>
                </a:lnTo>
                <a:lnTo>
                  <a:pt x="0" y="651031"/>
                </a:lnTo>
                <a:lnTo>
                  <a:pt x="36193" y="668014"/>
                </a:lnTo>
                <a:lnTo>
                  <a:pt x="4878" y="673898"/>
                </a:lnTo>
                <a:lnTo>
                  <a:pt x="20625" y="714046"/>
                </a:lnTo>
                <a:lnTo>
                  <a:pt x="9316" y="726927"/>
                </a:lnTo>
                <a:lnTo>
                  <a:pt x="24310" y="737860"/>
                </a:lnTo>
                <a:lnTo>
                  <a:pt x="57283" y="723316"/>
                </a:lnTo>
                <a:lnTo>
                  <a:pt x="72632" y="774379"/>
                </a:lnTo>
                <a:lnTo>
                  <a:pt x="120766" y="782158"/>
                </a:lnTo>
                <a:lnTo>
                  <a:pt x="175862" y="818672"/>
                </a:lnTo>
                <a:lnTo>
                  <a:pt x="286090" y="820679"/>
                </a:lnTo>
                <a:lnTo>
                  <a:pt x="288395" y="852893"/>
                </a:lnTo>
                <a:lnTo>
                  <a:pt x="311486" y="865640"/>
                </a:lnTo>
                <a:lnTo>
                  <a:pt x="359147" y="848473"/>
                </a:lnTo>
                <a:lnTo>
                  <a:pt x="382966" y="787424"/>
                </a:lnTo>
                <a:lnTo>
                  <a:pt x="451459" y="762596"/>
                </a:lnTo>
                <a:lnTo>
                  <a:pt x="486635" y="771015"/>
                </a:lnTo>
                <a:lnTo>
                  <a:pt x="496047" y="795688"/>
                </a:lnTo>
                <a:lnTo>
                  <a:pt x="470268" y="795801"/>
                </a:lnTo>
                <a:lnTo>
                  <a:pt x="478996" y="820224"/>
                </a:lnTo>
                <a:lnTo>
                  <a:pt x="541652" y="818502"/>
                </a:lnTo>
                <a:lnTo>
                  <a:pt x="603463" y="784301"/>
                </a:lnTo>
                <a:lnTo>
                  <a:pt x="612316" y="801960"/>
                </a:lnTo>
                <a:lnTo>
                  <a:pt x="679525" y="803574"/>
                </a:lnTo>
                <a:lnTo>
                  <a:pt x="676399" y="788162"/>
                </a:lnTo>
                <a:lnTo>
                  <a:pt x="720306" y="768262"/>
                </a:lnTo>
                <a:lnTo>
                  <a:pt x="757000" y="775469"/>
                </a:lnTo>
                <a:lnTo>
                  <a:pt x="763155" y="795071"/>
                </a:lnTo>
                <a:lnTo>
                  <a:pt x="861845" y="782816"/>
                </a:lnTo>
                <a:lnTo>
                  <a:pt x="883866" y="819856"/>
                </a:lnTo>
                <a:lnTo>
                  <a:pt x="918173" y="826204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Mahārāshtra"/>
          <p:cNvSpPr/>
          <p:nvPr/>
        </p:nvSpPr>
        <p:spPr>
          <a:xfrm>
            <a:off x="7833772" y="3964625"/>
            <a:ext cx="1140335" cy="959438"/>
          </a:xfrm>
          <a:custGeom>
            <a:avLst/>
            <a:gdLst/>
            <a:ahLst/>
            <a:cxnLst/>
            <a:rect l="l" t="t" r="r" b="b"/>
            <a:pathLst>
              <a:path w="1140335" h="959438">
                <a:moveTo>
                  <a:pt x="1053720" y="494198"/>
                </a:moveTo>
                <a:lnTo>
                  <a:pt x="1070471" y="416303"/>
                </a:lnTo>
                <a:lnTo>
                  <a:pt x="1095308" y="392798"/>
                </a:lnTo>
                <a:lnTo>
                  <a:pt x="1120766" y="409623"/>
                </a:lnTo>
                <a:lnTo>
                  <a:pt x="1140335" y="380930"/>
                </a:lnTo>
                <a:lnTo>
                  <a:pt x="1091582" y="330705"/>
                </a:lnTo>
                <a:lnTo>
                  <a:pt x="1071562" y="334011"/>
                </a:lnTo>
                <a:lnTo>
                  <a:pt x="1093039" y="292872"/>
                </a:lnTo>
                <a:lnTo>
                  <a:pt x="1070667" y="267030"/>
                </a:lnTo>
                <a:lnTo>
                  <a:pt x="1102668" y="253949"/>
                </a:lnTo>
                <a:lnTo>
                  <a:pt x="1103430" y="214256"/>
                </a:lnTo>
                <a:lnTo>
                  <a:pt x="1082542" y="211277"/>
                </a:lnTo>
                <a:lnTo>
                  <a:pt x="1097308" y="201395"/>
                </a:lnTo>
                <a:lnTo>
                  <a:pt x="1076745" y="139915"/>
                </a:lnTo>
                <a:lnTo>
                  <a:pt x="1110332" y="107591"/>
                </a:lnTo>
                <a:lnTo>
                  <a:pt x="1073026" y="98095"/>
                </a:lnTo>
                <a:lnTo>
                  <a:pt x="1044532" y="59434"/>
                </a:lnTo>
                <a:lnTo>
                  <a:pt x="1000866" y="76989"/>
                </a:lnTo>
                <a:lnTo>
                  <a:pt x="979598" y="64178"/>
                </a:lnTo>
                <a:lnTo>
                  <a:pt x="952315" y="73310"/>
                </a:lnTo>
                <a:lnTo>
                  <a:pt x="946160" y="53708"/>
                </a:lnTo>
                <a:lnTo>
                  <a:pt x="909391" y="46509"/>
                </a:lnTo>
                <a:lnTo>
                  <a:pt x="865559" y="66401"/>
                </a:lnTo>
                <a:lnTo>
                  <a:pt x="868685" y="81813"/>
                </a:lnTo>
                <a:lnTo>
                  <a:pt x="801476" y="80199"/>
                </a:lnTo>
                <a:lnTo>
                  <a:pt x="790575" y="62749"/>
                </a:lnTo>
                <a:lnTo>
                  <a:pt x="698794" y="100977"/>
                </a:lnTo>
                <a:lnTo>
                  <a:pt x="668031" y="98442"/>
                </a:lnTo>
                <a:lnTo>
                  <a:pt x="659428" y="74040"/>
                </a:lnTo>
                <a:lnTo>
                  <a:pt x="685207" y="73927"/>
                </a:lnTo>
                <a:lnTo>
                  <a:pt x="675795" y="49254"/>
                </a:lnTo>
                <a:lnTo>
                  <a:pt x="640619" y="40835"/>
                </a:lnTo>
                <a:lnTo>
                  <a:pt x="572126" y="65663"/>
                </a:lnTo>
                <a:lnTo>
                  <a:pt x="548307" y="126712"/>
                </a:lnTo>
                <a:lnTo>
                  <a:pt x="500646" y="143879"/>
                </a:lnTo>
                <a:lnTo>
                  <a:pt x="477555" y="131132"/>
                </a:lnTo>
                <a:lnTo>
                  <a:pt x="475250" y="98918"/>
                </a:lnTo>
                <a:lnTo>
                  <a:pt x="365022" y="96911"/>
                </a:lnTo>
                <a:lnTo>
                  <a:pt x="309926" y="60397"/>
                </a:lnTo>
                <a:lnTo>
                  <a:pt x="265658" y="55073"/>
                </a:lnTo>
                <a:lnTo>
                  <a:pt x="238590" y="0"/>
                </a:lnTo>
                <a:lnTo>
                  <a:pt x="156749" y="31234"/>
                </a:lnTo>
                <a:lnTo>
                  <a:pt x="164550" y="80005"/>
                </a:lnTo>
                <a:lnTo>
                  <a:pt x="230982" y="73120"/>
                </a:lnTo>
                <a:lnTo>
                  <a:pt x="176565" y="93885"/>
                </a:lnTo>
                <a:lnTo>
                  <a:pt x="159524" y="128359"/>
                </a:lnTo>
                <a:lnTo>
                  <a:pt x="126496" y="128852"/>
                </a:lnTo>
                <a:lnTo>
                  <a:pt x="171357" y="156979"/>
                </a:lnTo>
                <a:lnTo>
                  <a:pt x="176958" y="192925"/>
                </a:lnTo>
                <a:lnTo>
                  <a:pt x="149687" y="219280"/>
                </a:lnTo>
                <a:lnTo>
                  <a:pt x="108826" y="196475"/>
                </a:lnTo>
                <a:lnTo>
                  <a:pt x="104285" y="273980"/>
                </a:lnTo>
                <a:lnTo>
                  <a:pt x="87788" y="272465"/>
                </a:lnTo>
                <a:lnTo>
                  <a:pt x="71338" y="296544"/>
                </a:lnTo>
                <a:lnTo>
                  <a:pt x="27004" y="270071"/>
                </a:lnTo>
                <a:lnTo>
                  <a:pt x="6160" y="292879"/>
                </a:lnTo>
                <a:lnTo>
                  <a:pt x="15430" y="318458"/>
                </a:lnTo>
                <a:lnTo>
                  <a:pt x="0" y="313401"/>
                </a:lnTo>
                <a:lnTo>
                  <a:pt x="34397" y="548079"/>
                </a:lnTo>
                <a:lnTo>
                  <a:pt x="50538" y="562672"/>
                </a:lnTo>
                <a:lnTo>
                  <a:pt x="62215" y="552931"/>
                </a:lnTo>
                <a:lnTo>
                  <a:pt x="61130" y="581166"/>
                </a:lnTo>
                <a:lnTo>
                  <a:pt x="37141" y="569320"/>
                </a:lnTo>
                <a:lnTo>
                  <a:pt x="80390" y="703378"/>
                </a:lnTo>
                <a:lnTo>
                  <a:pt x="90303" y="824101"/>
                </a:lnTo>
                <a:lnTo>
                  <a:pt x="97272" y="841442"/>
                </a:lnTo>
                <a:lnTo>
                  <a:pt x="115695" y="838235"/>
                </a:lnTo>
                <a:lnTo>
                  <a:pt x="97351" y="844127"/>
                </a:lnTo>
                <a:lnTo>
                  <a:pt x="109881" y="892621"/>
                </a:lnTo>
                <a:lnTo>
                  <a:pt x="137116" y="938963"/>
                </a:lnTo>
                <a:lnTo>
                  <a:pt x="166064" y="930717"/>
                </a:lnTo>
                <a:lnTo>
                  <a:pt x="187898" y="959438"/>
                </a:lnTo>
                <a:lnTo>
                  <a:pt x="213995" y="933298"/>
                </a:lnTo>
                <a:lnTo>
                  <a:pt x="234692" y="934258"/>
                </a:lnTo>
                <a:lnTo>
                  <a:pt x="249205" y="894800"/>
                </a:lnTo>
                <a:lnTo>
                  <a:pt x="235095" y="892614"/>
                </a:lnTo>
                <a:lnTo>
                  <a:pt x="253084" y="885081"/>
                </a:lnTo>
                <a:lnTo>
                  <a:pt x="251595" y="863315"/>
                </a:lnTo>
                <a:lnTo>
                  <a:pt x="230055" y="860086"/>
                </a:lnTo>
                <a:lnTo>
                  <a:pt x="222524" y="818858"/>
                </a:lnTo>
                <a:lnTo>
                  <a:pt x="249970" y="801567"/>
                </a:lnTo>
                <a:lnTo>
                  <a:pt x="263789" y="817976"/>
                </a:lnTo>
                <a:lnTo>
                  <a:pt x="280192" y="810077"/>
                </a:lnTo>
                <a:lnTo>
                  <a:pt x="280751" y="793844"/>
                </a:lnTo>
                <a:lnTo>
                  <a:pt x="312383" y="785343"/>
                </a:lnTo>
                <a:lnTo>
                  <a:pt x="314081" y="759630"/>
                </a:lnTo>
                <a:lnTo>
                  <a:pt x="353200" y="775013"/>
                </a:lnTo>
                <a:lnTo>
                  <a:pt x="362257" y="757869"/>
                </a:lnTo>
                <a:lnTo>
                  <a:pt x="416363" y="757048"/>
                </a:lnTo>
                <a:lnTo>
                  <a:pt x="411193" y="680152"/>
                </a:lnTo>
                <a:lnTo>
                  <a:pt x="452437" y="703235"/>
                </a:lnTo>
                <a:lnTo>
                  <a:pt x="515076" y="704436"/>
                </a:lnTo>
                <a:lnTo>
                  <a:pt x="507893" y="662209"/>
                </a:lnTo>
                <a:lnTo>
                  <a:pt x="534480" y="637972"/>
                </a:lnTo>
                <a:lnTo>
                  <a:pt x="557684" y="649733"/>
                </a:lnTo>
                <a:lnTo>
                  <a:pt x="564488" y="617089"/>
                </a:lnTo>
                <a:lnTo>
                  <a:pt x="589277" y="614663"/>
                </a:lnTo>
                <a:lnTo>
                  <a:pt x="593840" y="574041"/>
                </a:lnTo>
                <a:lnTo>
                  <a:pt x="615943" y="578857"/>
                </a:lnTo>
                <a:lnTo>
                  <a:pt x="644794" y="533750"/>
                </a:lnTo>
                <a:lnTo>
                  <a:pt x="651151" y="556274"/>
                </a:lnTo>
                <a:lnTo>
                  <a:pt x="679620" y="556020"/>
                </a:lnTo>
                <a:lnTo>
                  <a:pt x="683078" y="520179"/>
                </a:lnTo>
                <a:lnTo>
                  <a:pt x="702760" y="519007"/>
                </a:lnTo>
                <a:lnTo>
                  <a:pt x="704838" y="497482"/>
                </a:lnTo>
                <a:lnTo>
                  <a:pt x="731846" y="478250"/>
                </a:lnTo>
                <a:lnTo>
                  <a:pt x="706014" y="448096"/>
                </a:lnTo>
                <a:lnTo>
                  <a:pt x="720064" y="407444"/>
                </a:lnTo>
                <a:lnTo>
                  <a:pt x="763251" y="417387"/>
                </a:lnTo>
                <a:lnTo>
                  <a:pt x="763371" y="391312"/>
                </a:lnTo>
                <a:lnTo>
                  <a:pt x="781117" y="384763"/>
                </a:lnTo>
                <a:lnTo>
                  <a:pt x="781489" y="316375"/>
                </a:lnTo>
                <a:lnTo>
                  <a:pt x="855428" y="339123"/>
                </a:lnTo>
                <a:lnTo>
                  <a:pt x="869204" y="370472"/>
                </a:lnTo>
                <a:lnTo>
                  <a:pt x="903806" y="384336"/>
                </a:lnTo>
                <a:lnTo>
                  <a:pt x="911179" y="360796"/>
                </a:lnTo>
                <a:lnTo>
                  <a:pt x="942734" y="378185"/>
                </a:lnTo>
                <a:lnTo>
                  <a:pt x="985272" y="363336"/>
                </a:lnTo>
                <a:lnTo>
                  <a:pt x="1012875" y="393086"/>
                </a:lnTo>
                <a:lnTo>
                  <a:pt x="996326" y="437559"/>
                </a:lnTo>
                <a:lnTo>
                  <a:pt x="1004925" y="481045"/>
                </a:lnTo>
                <a:lnTo>
                  <a:pt x="1032288" y="500534"/>
                </a:lnTo>
                <a:lnTo>
                  <a:pt x="1053720" y="494198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Manipur"/>
          <p:cNvSpPr/>
          <p:nvPr/>
        </p:nvSpPr>
        <p:spPr>
          <a:xfrm>
            <a:off x="10646160" y="3419926"/>
            <a:ext cx="245308" cy="275718"/>
          </a:xfrm>
          <a:custGeom>
            <a:avLst/>
            <a:gdLst/>
            <a:ahLst/>
            <a:cxnLst/>
            <a:rect l="l" t="t" r="r" b="b"/>
            <a:pathLst>
              <a:path w="245308" h="275718">
                <a:moveTo>
                  <a:pt x="66643" y="53443"/>
                </a:moveTo>
                <a:lnTo>
                  <a:pt x="31048" y="130085"/>
                </a:lnTo>
                <a:lnTo>
                  <a:pt x="18927" y="130068"/>
                </a:lnTo>
                <a:lnTo>
                  <a:pt x="0" y="234363"/>
                </a:lnTo>
                <a:lnTo>
                  <a:pt x="38861" y="248039"/>
                </a:lnTo>
                <a:lnTo>
                  <a:pt x="52075" y="235539"/>
                </a:lnTo>
                <a:lnTo>
                  <a:pt x="73736" y="259794"/>
                </a:lnTo>
                <a:lnTo>
                  <a:pt x="108243" y="250383"/>
                </a:lnTo>
                <a:lnTo>
                  <a:pt x="162197" y="275718"/>
                </a:lnTo>
                <a:lnTo>
                  <a:pt x="245308" y="96418"/>
                </a:lnTo>
                <a:lnTo>
                  <a:pt x="221983" y="70020"/>
                </a:lnTo>
                <a:lnTo>
                  <a:pt x="235805" y="35427"/>
                </a:lnTo>
                <a:lnTo>
                  <a:pt x="218902" y="26697"/>
                </a:lnTo>
                <a:lnTo>
                  <a:pt x="224856" y="0"/>
                </a:lnTo>
                <a:lnTo>
                  <a:pt x="186801" y="26871"/>
                </a:lnTo>
                <a:lnTo>
                  <a:pt x="109715" y="21564"/>
                </a:lnTo>
                <a:lnTo>
                  <a:pt x="87593" y="72236"/>
                </a:lnTo>
                <a:lnTo>
                  <a:pt x="66643" y="53443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Meghālaya"/>
          <p:cNvSpPr/>
          <p:nvPr/>
        </p:nvSpPr>
        <p:spPr>
          <a:xfrm>
            <a:off x="10208991" y="3354763"/>
            <a:ext cx="413640" cy="162678"/>
          </a:xfrm>
          <a:custGeom>
            <a:avLst/>
            <a:gdLst/>
            <a:ahLst/>
            <a:cxnLst/>
            <a:rect l="l" t="t" r="r" b="b"/>
            <a:pathLst>
              <a:path w="413640" h="162678">
                <a:moveTo>
                  <a:pt x="361356" y="162678"/>
                </a:moveTo>
                <a:lnTo>
                  <a:pt x="413640" y="134705"/>
                </a:lnTo>
                <a:lnTo>
                  <a:pt x="380659" y="97609"/>
                </a:lnTo>
                <a:lnTo>
                  <a:pt x="392890" y="78884"/>
                </a:lnTo>
                <a:lnTo>
                  <a:pt x="355644" y="54465"/>
                </a:lnTo>
                <a:lnTo>
                  <a:pt x="324088" y="66756"/>
                </a:lnTo>
                <a:lnTo>
                  <a:pt x="333701" y="31381"/>
                </a:lnTo>
                <a:lnTo>
                  <a:pt x="323575" y="26135"/>
                </a:lnTo>
                <a:lnTo>
                  <a:pt x="339700" y="7647"/>
                </a:lnTo>
                <a:lnTo>
                  <a:pt x="291246" y="18147"/>
                </a:lnTo>
                <a:lnTo>
                  <a:pt x="278287" y="0"/>
                </a:lnTo>
                <a:lnTo>
                  <a:pt x="256850" y="32130"/>
                </a:lnTo>
                <a:lnTo>
                  <a:pt x="244282" y="12861"/>
                </a:lnTo>
                <a:lnTo>
                  <a:pt x="237440" y="37041"/>
                </a:lnTo>
                <a:lnTo>
                  <a:pt x="194791" y="59236"/>
                </a:lnTo>
                <a:lnTo>
                  <a:pt x="191104" y="38513"/>
                </a:lnTo>
                <a:lnTo>
                  <a:pt x="164819" y="44635"/>
                </a:lnTo>
                <a:lnTo>
                  <a:pt x="156707" y="25572"/>
                </a:lnTo>
                <a:lnTo>
                  <a:pt x="42043" y="24100"/>
                </a:lnTo>
                <a:lnTo>
                  <a:pt x="10930" y="55892"/>
                </a:lnTo>
                <a:lnTo>
                  <a:pt x="28311" y="76414"/>
                </a:lnTo>
                <a:lnTo>
                  <a:pt x="0" y="109093"/>
                </a:lnTo>
                <a:lnTo>
                  <a:pt x="3344" y="123211"/>
                </a:lnTo>
                <a:lnTo>
                  <a:pt x="87079" y="145639"/>
                </a:lnTo>
                <a:lnTo>
                  <a:pt x="311081" y="139064"/>
                </a:lnTo>
                <a:lnTo>
                  <a:pt x="361356" y="162678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Mizoram"/>
          <p:cNvSpPr/>
          <p:nvPr/>
        </p:nvSpPr>
        <p:spPr>
          <a:xfrm>
            <a:off x="10548218" y="3593333"/>
            <a:ext cx="156273" cy="385082"/>
          </a:xfrm>
          <a:custGeom>
            <a:avLst/>
            <a:gdLst/>
            <a:ahLst/>
            <a:cxnLst/>
            <a:rect l="l" t="t" r="r" b="b"/>
            <a:pathLst>
              <a:path w="156273" h="385082">
                <a:moveTo>
                  <a:pt x="0" y="118835"/>
                </a:moveTo>
                <a:lnTo>
                  <a:pt x="46776" y="379751"/>
                </a:lnTo>
                <a:lnTo>
                  <a:pt x="60122" y="353196"/>
                </a:lnTo>
                <a:lnTo>
                  <a:pt x="88741" y="385082"/>
                </a:lnTo>
                <a:lnTo>
                  <a:pt x="106958" y="347170"/>
                </a:lnTo>
                <a:lnTo>
                  <a:pt x="129708" y="336912"/>
                </a:lnTo>
                <a:lnTo>
                  <a:pt x="114776" y="255998"/>
                </a:lnTo>
                <a:lnTo>
                  <a:pt x="120354" y="218129"/>
                </a:lnTo>
                <a:lnTo>
                  <a:pt x="142390" y="226076"/>
                </a:lnTo>
                <a:lnTo>
                  <a:pt x="155086" y="206969"/>
                </a:lnTo>
                <a:lnTo>
                  <a:pt x="156273" y="88425"/>
                </a:lnTo>
                <a:lnTo>
                  <a:pt x="145775" y="69865"/>
                </a:lnTo>
                <a:lnTo>
                  <a:pt x="97969" y="60994"/>
                </a:lnTo>
                <a:lnTo>
                  <a:pt x="105139" y="19208"/>
                </a:lnTo>
                <a:lnTo>
                  <a:pt x="78087" y="22008"/>
                </a:lnTo>
                <a:lnTo>
                  <a:pt x="68895" y="0"/>
                </a:lnTo>
                <a:lnTo>
                  <a:pt x="29523" y="56588"/>
                </a:lnTo>
                <a:lnTo>
                  <a:pt x="3724" y="40413"/>
                </a:lnTo>
                <a:lnTo>
                  <a:pt x="0" y="118835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Nāgāland"/>
          <p:cNvSpPr/>
          <p:nvPr/>
        </p:nvSpPr>
        <p:spPr>
          <a:xfrm>
            <a:off x="10695220" y="3217956"/>
            <a:ext cx="264081" cy="274198"/>
          </a:xfrm>
          <a:custGeom>
            <a:avLst/>
            <a:gdLst/>
            <a:ahLst/>
            <a:cxnLst/>
            <a:rect l="l" t="t" r="r" b="b"/>
            <a:pathLst>
              <a:path w="264081" h="274198">
                <a:moveTo>
                  <a:pt x="264081" y="52776"/>
                </a:moveTo>
                <a:lnTo>
                  <a:pt x="258410" y="0"/>
                </a:lnTo>
                <a:lnTo>
                  <a:pt x="156935" y="55870"/>
                </a:lnTo>
                <a:lnTo>
                  <a:pt x="137036" y="86219"/>
                </a:lnTo>
                <a:lnTo>
                  <a:pt x="128693" y="73843"/>
                </a:lnTo>
                <a:lnTo>
                  <a:pt x="93344" y="128916"/>
                </a:lnTo>
                <a:lnTo>
                  <a:pt x="90244" y="167059"/>
                </a:lnTo>
                <a:lnTo>
                  <a:pt x="64872" y="183151"/>
                </a:lnTo>
                <a:lnTo>
                  <a:pt x="60714" y="159145"/>
                </a:lnTo>
                <a:lnTo>
                  <a:pt x="0" y="222325"/>
                </a:lnTo>
                <a:lnTo>
                  <a:pt x="20029" y="263347"/>
                </a:lnTo>
                <a:lnTo>
                  <a:pt x="38547" y="274198"/>
                </a:lnTo>
                <a:lnTo>
                  <a:pt x="70277" y="220232"/>
                </a:lnTo>
                <a:lnTo>
                  <a:pt x="137741" y="228841"/>
                </a:lnTo>
                <a:lnTo>
                  <a:pt x="172385" y="200649"/>
                </a:lnTo>
                <a:lnTo>
                  <a:pt x="178582" y="234913"/>
                </a:lnTo>
                <a:lnTo>
                  <a:pt x="217595" y="219491"/>
                </a:lnTo>
                <a:lnTo>
                  <a:pt x="257402" y="143703"/>
                </a:lnTo>
                <a:lnTo>
                  <a:pt x="240239" y="87491"/>
                </a:lnTo>
                <a:lnTo>
                  <a:pt x="264081" y="52776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disha"/>
          <p:cNvSpPr/>
          <p:nvPr/>
        </p:nvSpPr>
        <p:spPr>
          <a:xfrm>
            <a:off x="9043030" y="3884988"/>
            <a:ext cx="843081" cy="708630"/>
          </a:xfrm>
          <a:custGeom>
            <a:avLst/>
            <a:gdLst/>
            <a:ahLst/>
            <a:cxnLst/>
            <a:rect l="l" t="t" r="r" b="b"/>
            <a:pathLst>
              <a:path w="843081" h="708630">
                <a:moveTo>
                  <a:pt x="0" y="708630"/>
                </a:moveTo>
                <a:lnTo>
                  <a:pt x="30625" y="708154"/>
                </a:lnTo>
                <a:lnTo>
                  <a:pt x="87877" y="671299"/>
                </a:lnTo>
                <a:lnTo>
                  <a:pt x="120267" y="682407"/>
                </a:lnTo>
                <a:lnTo>
                  <a:pt x="150249" y="599741"/>
                </a:lnTo>
                <a:lnTo>
                  <a:pt x="171702" y="646310"/>
                </a:lnTo>
                <a:lnTo>
                  <a:pt x="194613" y="614586"/>
                </a:lnTo>
                <a:lnTo>
                  <a:pt x="229415" y="624926"/>
                </a:lnTo>
                <a:lnTo>
                  <a:pt x="223674" y="585178"/>
                </a:lnTo>
                <a:lnTo>
                  <a:pt x="278050" y="555881"/>
                </a:lnTo>
                <a:lnTo>
                  <a:pt x="264878" y="532520"/>
                </a:lnTo>
                <a:lnTo>
                  <a:pt x="285800" y="539100"/>
                </a:lnTo>
                <a:lnTo>
                  <a:pt x="286654" y="518451"/>
                </a:lnTo>
                <a:lnTo>
                  <a:pt x="296240" y="530746"/>
                </a:lnTo>
                <a:lnTo>
                  <a:pt x="308539" y="508067"/>
                </a:lnTo>
                <a:lnTo>
                  <a:pt x="345522" y="560039"/>
                </a:lnTo>
                <a:lnTo>
                  <a:pt x="404766" y="564137"/>
                </a:lnTo>
                <a:lnTo>
                  <a:pt x="418624" y="529067"/>
                </a:lnTo>
                <a:lnTo>
                  <a:pt x="443517" y="528649"/>
                </a:lnTo>
                <a:lnTo>
                  <a:pt x="453208" y="507567"/>
                </a:lnTo>
                <a:lnTo>
                  <a:pt x="466547" y="521005"/>
                </a:lnTo>
                <a:lnTo>
                  <a:pt x="547006" y="445195"/>
                </a:lnTo>
                <a:lnTo>
                  <a:pt x="691748" y="389657"/>
                </a:lnTo>
                <a:lnTo>
                  <a:pt x="746003" y="333960"/>
                </a:lnTo>
                <a:lnTo>
                  <a:pt x="741716" y="305903"/>
                </a:lnTo>
                <a:lnTo>
                  <a:pt x="783741" y="276486"/>
                </a:lnTo>
                <a:lnTo>
                  <a:pt x="749092" y="273812"/>
                </a:lnTo>
                <a:lnTo>
                  <a:pt x="772946" y="260329"/>
                </a:lnTo>
                <a:lnTo>
                  <a:pt x="757099" y="200724"/>
                </a:lnTo>
                <a:lnTo>
                  <a:pt x="785417" y="164861"/>
                </a:lnTo>
                <a:lnTo>
                  <a:pt x="843081" y="143988"/>
                </a:lnTo>
                <a:lnTo>
                  <a:pt x="841009" y="124655"/>
                </a:lnTo>
                <a:lnTo>
                  <a:pt x="799693" y="87755"/>
                </a:lnTo>
                <a:lnTo>
                  <a:pt x="781259" y="104367"/>
                </a:lnTo>
                <a:lnTo>
                  <a:pt x="771185" y="71865"/>
                </a:lnTo>
                <a:lnTo>
                  <a:pt x="644045" y="0"/>
                </a:lnTo>
                <a:lnTo>
                  <a:pt x="624711" y="89110"/>
                </a:lnTo>
                <a:lnTo>
                  <a:pt x="605150" y="85444"/>
                </a:lnTo>
                <a:lnTo>
                  <a:pt x="610880" y="67353"/>
                </a:lnTo>
                <a:lnTo>
                  <a:pt x="593965" y="76546"/>
                </a:lnTo>
                <a:lnTo>
                  <a:pt x="550455" y="60655"/>
                </a:lnTo>
                <a:lnTo>
                  <a:pt x="532046" y="83290"/>
                </a:lnTo>
                <a:lnTo>
                  <a:pt x="497256" y="72348"/>
                </a:lnTo>
                <a:lnTo>
                  <a:pt x="515270" y="40732"/>
                </a:lnTo>
                <a:lnTo>
                  <a:pt x="508374" y="12399"/>
                </a:lnTo>
                <a:lnTo>
                  <a:pt x="400955" y="33506"/>
                </a:lnTo>
                <a:lnTo>
                  <a:pt x="358068" y="6639"/>
                </a:lnTo>
                <a:lnTo>
                  <a:pt x="362039" y="29225"/>
                </a:lnTo>
                <a:lnTo>
                  <a:pt x="300038" y="69315"/>
                </a:lnTo>
                <a:lnTo>
                  <a:pt x="303944" y="106892"/>
                </a:lnTo>
                <a:lnTo>
                  <a:pt x="268920" y="159016"/>
                </a:lnTo>
                <a:lnTo>
                  <a:pt x="278377" y="181531"/>
                </a:lnTo>
                <a:lnTo>
                  <a:pt x="259343" y="177453"/>
                </a:lnTo>
                <a:lnTo>
                  <a:pt x="240303" y="218166"/>
                </a:lnTo>
                <a:lnTo>
                  <a:pt x="172325" y="210851"/>
                </a:lnTo>
                <a:lnTo>
                  <a:pt x="148081" y="259659"/>
                </a:lnTo>
                <a:lnTo>
                  <a:pt x="132214" y="250442"/>
                </a:lnTo>
                <a:lnTo>
                  <a:pt x="138915" y="374768"/>
                </a:lnTo>
                <a:lnTo>
                  <a:pt x="182700" y="384003"/>
                </a:lnTo>
                <a:lnTo>
                  <a:pt x="181581" y="407839"/>
                </a:lnTo>
                <a:lnTo>
                  <a:pt x="165585" y="416672"/>
                </a:lnTo>
                <a:lnTo>
                  <a:pt x="167193" y="403069"/>
                </a:lnTo>
                <a:lnTo>
                  <a:pt x="145391" y="396621"/>
                </a:lnTo>
                <a:lnTo>
                  <a:pt x="131451" y="407721"/>
                </a:lnTo>
                <a:lnTo>
                  <a:pt x="116517" y="382696"/>
                </a:lnTo>
                <a:lnTo>
                  <a:pt x="65756" y="376623"/>
                </a:lnTo>
                <a:lnTo>
                  <a:pt x="63296" y="395384"/>
                </a:lnTo>
                <a:lnTo>
                  <a:pt x="92708" y="414464"/>
                </a:lnTo>
                <a:lnTo>
                  <a:pt x="87655" y="456705"/>
                </a:lnTo>
                <a:lnTo>
                  <a:pt x="109865" y="468667"/>
                </a:lnTo>
                <a:lnTo>
                  <a:pt x="117704" y="544556"/>
                </a:lnTo>
                <a:lnTo>
                  <a:pt x="68919" y="583613"/>
                </a:lnTo>
                <a:lnTo>
                  <a:pt x="78595" y="593616"/>
                </a:lnTo>
                <a:lnTo>
                  <a:pt x="49051" y="628969"/>
                </a:lnTo>
                <a:lnTo>
                  <a:pt x="17918" y="643224"/>
                </a:lnTo>
                <a:lnTo>
                  <a:pt x="0" y="708630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Puducherry"/>
          <p:cNvSpPr/>
          <p:nvPr/>
        </p:nvSpPr>
        <p:spPr>
          <a:xfrm>
            <a:off x="8804553" y="5461179"/>
            <a:ext cx="18519" cy="25588"/>
          </a:xfrm>
          <a:custGeom>
            <a:avLst/>
            <a:gdLst/>
            <a:ahLst/>
            <a:cxnLst/>
            <a:rect l="l" t="t" r="r" b="b"/>
            <a:pathLst>
              <a:path w="18519" h="25588">
                <a:moveTo>
                  <a:pt x="18519" y="25588"/>
                </a:moveTo>
                <a:lnTo>
                  <a:pt x="10191" y="0"/>
                </a:lnTo>
                <a:lnTo>
                  <a:pt x="0" y="18982"/>
                </a:lnTo>
                <a:lnTo>
                  <a:pt x="18519" y="25588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Punjab"/>
          <p:cNvSpPr/>
          <p:nvPr/>
        </p:nvSpPr>
        <p:spPr>
          <a:xfrm>
            <a:off x="8003053" y="2400685"/>
            <a:ext cx="422556" cy="443198"/>
          </a:xfrm>
          <a:custGeom>
            <a:avLst/>
            <a:gdLst/>
            <a:ahLst/>
            <a:cxnLst/>
            <a:rect l="l" t="t" r="r" b="b"/>
            <a:pathLst>
              <a:path w="422556" h="443198">
                <a:moveTo>
                  <a:pt x="88768" y="383385"/>
                </a:moveTo>
                <a:lnTo>
                  <a:pt x="167922" y="387862"/>
                </a:lnTo>
                <a:lnTo>
                  <a:pt x="187701" y="411468"/>
                </a:lnTo>
                <a:lnTo>
                  <a:pt x="186837" y="443198"/>
                </a:lnTo>
                <a:lnTo>
                  <a:pt x="217880" y="403575"/>
                </a:lnTo>
                <a:lnTo>
                  <a:pt x="298743" y="413248"/>
                </a:lnTo>
                <a:lnTo>
                  <a:pt x="326488" y="396871"/>
                </a:lnTo>
                <a:lnTo>
                  <a:pt x="321480" y="351472"/>
                </a:lnTo>
                <a:lnTo>
                  <a:pt x="337281" y="360650"/>
                </a:lnTo>
                <a:lnTo>
                  <a:pt x="351265" y="346144"/>
                </a:lnTo>
                <a:lnTo>
                  <a:pt x="368368" y="363519"/>
                </a:lnTo>
                <a:lnTo>
                  <a:pt x="383582" y="347194"/>
                </a:lnTo>
                <a:lnTo>
                  <a:pt x="369813" y="335665"/>
                </a:lnTo>
                <a:lnTo>
                  <a:pt x="395345" y="311217"/>
                </a:lnTo>
                <a:lnTo>
                  <a:pt x="422556" y="317077"/>
                </a:lnTo>
                <a:lnTo>
                  <a:pt x="420958" y="283774"/>
                </a:lnTo>
                <a:lnTo>
                  <a:pt x="390377" y="263943"/>
                </a:lnTo>
                <a:lnTo>
                  <a:pt x="411400" y="256207"/>
                </a:lnTo>
                <a:lnTo>
                  <a:pt x="379238" y="225752"/>
                </a:lnTo>
                <a:lnTo>
                  <a:pt x="381600" y="192330"/>
                </a:lnTo>
                <a:lnTo>
                  <a:pt x="353613" y="183926"/>
                </a:lnTo>
                <a:lnTo>
                  <a:pt x="344513" y="160314"/>
                </a:lnTo>
                <a:lnTo>
                  <a:pt x="317624" y="179813"/>
                </a:lnTo>
                <a:lnTo>
                  <a:pt x="280315" y="83747"/>
                </a:lnTo>
                <a:lnTo>
                  <a:pt x="236618" y="65881"/>
                </a:lnTo>
                <a:lnTo>
                  <a:pt x="239809" y="40977"/>
                </a:lnTo>
                <a:lnTo>
                  <a:pt x="283690" y="17590"/>
                </a:lnTo>
                <a:lnTo>
                  <a:pt x="270796" y="0"/>
                </a:lnTo>
                <a:lnTo>
                  <a:pt x="228116" y="34865"/>
                </a:lnTo>
                <a:lnTo>
                  <a:pt x="201525" y="24649"/>
                </a:lnTo>
                <a:lnTo>
                  <a:pt x="190411" y="61140"/>
                </a:lnTo>
                <a:lnTo>
                  <a:pt x="137539" y="68273"/>
                </a:lnTo>
                <a:lnTo>
                  <a:pt x="83373" y="118049"/>
                </a:lnTo>
                <a:lnTo>
                  <a:pt x="106414" y="162001"/>
                </a:lnTo>
                <a:lnTo>
                  <a:pt x="86431" y="205872"/>
                </a:lnTo>
                <a:lnTo>
                  <a:pt x="113031" y="211891"/>
                </a:lnTo>
                <a:lnTo>
                  <a:pt x="6708" y="301682"/>
                </a:lnTo>
                <a:lnTo>
                  <a:pt x="12321" y="356929"/>
                </a:lnTo>
                <a:lnTo>
                  <a:pt x="0" y="375269"/>
                </a:lnTo>
                <a:lnTo>
                  <a:pt x="88768" y="383385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ājasthān"/>
          <p:cNvSpPr/>
          <p:nvPr/>
        </p:nvSpPr>
        <p:spPr>
          <a:xfrm>
            <a:off x="7393473" y="2745956"/>
            <a:ext cx="1216970" cy="1065302"/>
          </a:xfrm>
          <a:custGeom>
            <a:avLst/>
            <a:gdLst/>
            <a:ahLst/>
            <a:cxnLst/>
            <a:rect l="l" t="t" r="r" b="b"/>
            <a:pathLst>
              <a:path w="1216970" h="1065302">
                <a:moveTo>
                  <a:pt x="1080074" y="357801"/>
                </a:moveTo>
                <a:lnTo>
                  <a:pt x="1046990" y="354704"/>
                </a:lnTo>
                <a:lnTo>
                  <a:pt x="1052649" y="367202"/>
                </a:lnTo>
                <a:lnTo>
                  <a:pt x="1028400" y="379653"/>
                </a:lnTo>
                <a:lnTo>
                  <a:pt x="1036708" y="307443"/>
                </a:lnTo>
                <a:lnTo>
                  <a:pt x="1019804" y="295025"/>
                </a:lnTo>
                <a:lnTo>
                  <a:pt x="978212" y="333505"/>
                </a:lnTo>
                <a:lnTo>
                  <a:pt x="968185" y="305930"/>
                </a:lnTo>
                <a:lnTo>
                  <a:pt x="942780" y="301358"/>
                </a:lnTo>
                <a:lnTo>
                  <a:pt x="949710" y="323547"/>
                </a:lnTo>
                <a:lnTo>
                  <a:pt x="924157" y="329755"/>
                </a:lnTo>
                <a:lnTo>
                  <a:pt x="932403" y="355455"/>
                </a:lnTo>
                <a:lnTo>
                  <a:pt x="898343" y="350207"/>
                </a:lnTo>
                <a:lnTo>
                  <a:pt x="907956" y="317057"/>
                </a:lnTo>
                <a:lnTo>
                  <a:pt x="894775" y="312115"/>
                </a:lnTo>
                <a:lnTo>
                  <a:pt x="915524" y="305591"/>
                </a:lnTo>
                <a:lnTo>
                  <a:pt x="841583" y="236575"/>
                </a:lnTo>
                <a:lnTo>
                  <a:pt x="820673" y="140676"/>
                </a:lnTo>
                <a:lnTo>
                  <a:pt x="774284" y="144556"/>
                </a:lnTo>
                <a:lnTo>
                  <a:pt x="743127" y="118596"/>
                </a:lnTo>
                <a:lnTo>
                  <a:pt x="708331" y="129963"/>
                </a:lnTo>
                <a:lnTo>
                  <a:pt x="710663" y="66569"/>
                </a:lnTo>
                <a:lnTo>
                  <a:pt x="690956" y="64153"/>
                </a:lnTo>
                <a:lnTo>
                  <a:pt x="698348" y="38114"/>
                </a:lnTo>
                <a:lnTo>
                  <a:pt x="610762" y="33480"/>
                </a:lnTo>
                <a:lnTo>
                  <a:pt x="621550" y="0"/>
                </a:lnTo>
                <a:lnTo>
                  <a:pt x="541841" y="37652"/>
                </a:lnTo>
                <a:lnTo>
                  <a:pt x="479282" y="174702"/>
                </a:lnTo>
                <a:lnTo>
                  <a:pt x="402692" y="212884"/>
                </a:lnTo>
                <a:lnTo>
                  <a:pt x="334297" y="333851"/>
                </a:lnTo>
                <a:lnTo>
                  <a:pt x="192126" y="372060"/>
                </a:lnTo>
                <a:lnTo>
                  <a:pt x="173826" y="366638"/>
                </a:lnTo>
                <a:lnTo>
                  <a:pt x="153013" y="326550"/>
                </a:lnTo>
                <a:lnTo>
                  <a:pt x="122928" y="326349"/>
                </a:lnTo>
                <a:lnTo>
                  <a:pt x="14219" y="449982"/>
                </a:lnTo>
                <a:lnTo>
                  <a:pt x="0" y="506500"/>
                </a:lnTo>
                <a:lnTo>
                  <a:pt x="42577" y="537337"/>
                </a:lnTo>
                <a:lnTo>
                  <a:pt x="95524" y="544338"/>
                </a:lnTo>
                <a:lnTo>
                  <a:pt x="85206" y="635848"/>
                </a:lnTo>
                <a:lnTo>
                  <a:pt x="108589" y="669368"/>
                </a:lnTo>
                <a:lnTo>
                  <a:pt x="162798" y="671097"/>
                </a:lnTo>
                <a:lnTo>
                  <a:pt x="163446" y="716643"/>
                </a:lnTo>
                <a:lnTo>
                  <a:pt x="225417" y="824323"/>
                </a:lnTo>
                <a:lnTo>
                  <a:pt x="327915" y="834239"/>
                </a:lnTo>
                <a:lnTo>
                  <a:pt x="356877" y="818901"/>
                </a:lnTo>
                <a:lnTo>
                  <a:pt x="396491" y="831379"/>
                </a:lnTo>
                <a:lnTo>
                  <a:pt x="382508" y="837785"/>
                </a:lnTo>
                <a:lnTo>
                  <a:pt x="411706" y="863280"/>
                </a:lnTo>
                <a:lnTo>
                  <a:pt x="423020" y="847633"/>
                </a:lnTo>
                <a:lnTo>
                  <a:pt x="474505" y="874860"/>
                </a:lnTo>
                <a:lnTo>
                  <a:pt x="498947" y="850852"/>
                </a:lnTo>
                <a:lnTo>
                  <a:pt x="497461" y="865994"/>
                </a:lnTo>
                <a:lnTo>
                  <a:pt x="517231" y="870876"/>
                </a:lnTo>
                <a:lnTo>
                  <a:pt x="496207" y="896133"/>
                </a:lnTo>
                <a:lnTo>
                  <a:pt x="520489" y="924852"/>
                </a:lnTo>
                <a:lnTo>
                  <a:pt x="536997" y="909570"/>
                </a:lnTo>
                <a:lnTo>
                  <a:pt x="535592" y="956331"/>
                </a:lnTo>
                <a:lnTo>
                  <a:pt x="559305" y="983869"/>
                </a:lnTo>
                <a:lnTo>
                  <a:pt x="577664" y="981721"/>
                </a:lnTo>
                <a:lnTo>
                  <a:pt x="573725" y="1007502"/>
                </a:lnTo>
                <a:lnTo>
                  <a:pt x="620135" y="1017602"/>
                </a:lnTo>
                <a:lnTo>
                  <a:pt x="671025" y="1065302"/>
                </a:lnTo>
                <a:lnTo>
                  <a:pt x="728035" y="1043346"/>
                </a:lnTo>
                <a:lnTo>
                  <a:pt x="696547" y="1025452"/>
                </a:lnTo>
                <a:lnTo>
                  <a:pt x="755036" y="980625"/>
                </a:lnTo>
                <a:lnTo>
                  <a:pt x="761396" y="921344"/>
                </a:lnTo>
                <a:lnTo>
                  <a:pt x="749542" y="891279"/>
                </a:lnTo>
                <a:lnTo>
                  <a:pt x="728806" y="887355"/>
                </a:lnTo>
                <a:lnTo>
                  <a:pt x="743640" y="858831"/>
                </a:lnTo>
                <a:lnTo>
                  <a:pt x="723491" y="852573"/>
                </a:lnTo>
                <a:lnTo>
                  <a:pt x="736117" y="808880"/>
                </a:lnTo>
                <a:lnTo>
                  <a:pt x="748433" y="830600"/>
                </a:lnTo>
                <a:lnTo>
                  <a:pt x="766083" y="815927"/>
                </a:lnTo>
                <a:lnTo>
                  <a:pt x="742961" y="809360"/>
                </a:lnTo>
                <a:lnTo>
                  <a:pt x="742099" y="780547"/>
                </a:lnTo>
                <a:lnTo>
                  <a:pt x="768540" y="799109"/>
                </a:lnTo>
                <a:lnTo>
                  <a:pt x="786789" y="768813"/>
                </a:lnTo>
                <a:lnTo>
                  <a:pt x="810126" y="769784"/>
                </a:lnTo>
                <a:lnTo>
                  <a:pt x="800306" y="794600"/>
                </a:lnTo>
                <a:lnTo>
                  <a:pt x="822772" y="795501"/>
                </a:lnTo>
                <a:lnTo>
                  <a:pt x="794879" y="799205"/>
                </a:lnTo>
                <a:lnTo>
                  <a:pt x="794215" y="820320"/>
                </a:lnTo>
                <a:lnTo>
                  <a:pt x="879305" y="816000"/>
                </a:lnTo>
                <a:lnTo>
                  <a:pt x="889732" y="857259"/>
                </a:lnTo>
                <a:lnTo>
                  <a:pt x="864608" y="866896"/>
                </a:lnTo>
                <a:lnTo>
                  <a:pt x="879709" y="916675"/>
                </a:lnTo>
                <a:lnTo>
                  <a:pt x="827551" y="935284"/>
                </a:lnTo>
                <a:lnTo>
                  <a:pt x="858952" y="961701"/>
                </a:lnTo>
                <a:lnTo>
                  <a:pt x="861598" y="940216"/>
                </a:lnTo>
                <a:lnTo>
                  <a:pt x="893654" y="940609"/>
                </a:lnTo>
                <a:lnTo>
                  <a:pt x="919905" y="912041"/>
                </a:lnTo>
                <a:lnTo>
                  <a:pt x="927985" y="876024"/>
                </a:lnTo>
                <a:lnTo>
                  <a:pt x="931729" y="893863"/>
                </a:lnTo>
                <a:lnTo>
                  <a:pt x="975375" y="901743"/>
                </a:lnTo>
                <a:lnTo>
                  <a:pt x="998612" y="882746"/>
                </a:lnTo>
                <a:lnTo>
                  <a:pt x="1013365" y="907784"/>
                </a:lnTo>
                <a:lnTo>
                  <a:pt x="1033456" y="895551"/>
                </a:lnTo>
                <a:lnTo>
                  <a:pt x="1015361" y="845538"/>
                </a:lnTo>
                <a:lnTo>
                  <a:pt x="1037717" y="856334"/>
                </a:lnTo>
                <a:lnTo>
                  <a:pt x="1050240" y="831503"/>
                </a:lnTo>
                <a:lnTo>
                  <a:pt x="1013454" y="804381"/>
                </a:lnTo>
                <a:lnTo>
                  <a:pt x="1033812" y="795413"/>
                </a:lnTo>
                <a:lnTo>
                  <a:pt x="1020966" y="775546"/>
                </a:lnTo>
                <a:lnTo>
                  <a:pt x="1097091" y="759241"/>
                </a:lnTo>
                <a:lnTo>
                  <a:pt x="1092153" y="714956"/>
                </a:lnTo>
                <a:lnTo>
                  <a:pt x="1069754" y="730213"/>
                </a:lnTo>
                <a:lnTo>
                  <a:pt x="1003304" y="726872"/>
                </a:lnTo>
                <a:lnTo>
                  <a:pt x="979278" y="708360"/>
                </a:lnTo>
                <a:lnTo>
                  <a:pt x="967824" y="670053"/>
                </a:lnTo>
                <a:lnTo>
                  <a:pt x="1044946" y="601012"/>
                </a:lnTo>
                <a:lnTo>
                  <a:pt x="1192101" y="525702"/>
                </a:lnTo>
                <a:lnTo>
                  <a:pt x="1216970" y="489439"/>
                </a:lnTo>
                <a:lnTo>
                  <a:pt x="1182934" y="499837"/>
                </a:lnTo>
                <a:lnTo>
                  <a:pt x="1146115" y="487435"/>
                </a:lnTo>
                <a:lnTo>
                  <a:pt x="1103735" y="515908"/>
                </a:lnTo>
                <a:lnTo>
                  <a:pt x="1099957" y="497665"/>
                </a:lnTo>
                <a:lnTo>
                  <a:pt x="1146441" y="476355"/>
                </a:lnTo>
                <a:lnTo>
                  <a:pt x="1112706" y="467433"/>
                </a:lnTo>
                <a:lnTo>
                  <a:pt x="1135110" y="448359"/>
                </a:lnTo>
                <a:lnTo>
                  <a:pt x="1087869" y="398770"/>
                </a:lnTo>
                <a:lnTo>
                  <a:pt x="1080074" y="357801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Sikkim"/>
          <p:cNvSpPr/>
          <p:nvPr/>
        </p:nvSpPr>
        <p:spPr>
          <a:xfrm>
            <a:off x="9959598" y="3054822"/>
            <a:ext cx="123557" cy="156652"/>
          </a:xfrm>
          <a:custGeom>
            <a:avLst/>
            <a:gdLst/>
            <a:ahLst/>
            <a:cxnLst/>
            <a:rect l="l" t="t" r="r" b="b"/>
            <a:pathLst>
              <a:path w="123557" h="156652">
                <a:moveTo>
                  <a:pt x="0" y="136910"/>
                </a:moveTo>
                <a:lnTo>
                  <a:pt x="57584" y="156652"/>
                </a:lnTo>
                <a:lnTo>
                  <a:pt x="123557" y="127317"/>
                </a:lnTo>
                <a:lnTo>
                  <a:pt x="103713" y="84198"/>
                </a:lnTo>
                <a:lnTo>
                  <a:pt x="120913" y="40667"/>
                </a:lnTo>
                <a:lnTo>
                  <a:pt x="113741" y="17001"/>
                </a:lnTo>
                <a:lnTo>
                  <a:pt x="82427" y="0"/>
                </a:lnTo>
                <a:lnTo>
                  <a:pt x="15818" y="26786"/>
                </a:lnTo>
                <a:lnTo>
                  <a:pt x="25376" y="50479"/>
                </a:lnTo>
                <a:lnTo>
                  <a:pt x="0" y="136910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amil Nādu"/>
          <p:cNvSpPr/>
          <p:nvPr/>
        </p:nvSpPr>
        <p:spPr>
          <a:xfrm>
            <a:off x="8328204" y="5228698"/>
            <a:ext cx="569520" cy="819280"/>
          </a:xfrm>
          <a:custGeom>
            <a:avLst/>
            <a:gdLst/>
            <a:ahLst/>
            <a:cxnLst/>
            <a:rect l="l" t="t" r="r" b="b"/>
            <a:pathLst>
              <a:path w="569520" h="819280">
                <a:moveTo>
                  <a:pt x="494771" y="258491"/>
                </a:moveTo>
                <a:lnTo>
                  <a:pt x="479354" y="239043"/>
                </a:lnTo>
                <a:lnTo>
                  <a:pt x="499420" y="240244"/>
                </a:lnTo>
                <a:lnTo>
                  <a:pt x="556765" y="117101"/>
                </a:lnTo>
                <a:lnTo>
                  <a:pt x="569520" y="37605"/>
                </a:lnTo>
                <a:lnTo>
                  <a:pt x="558721" y="0"/>
                </a:lnTo>
                <a:lnTo>
                  <a:pt x="554979" y="14127"/>
                </a:lnTo>
                <a:lnTo>
                  <a:pt x="521455" y="3430"/>
                </a:lnTo>
                <a:lnTo>
                  <a:pt x="488236" y="53414"/>
                </a:lnTo>
                <a:lnTo>
                  <a:pt x="443312" y="31879"/>
                </a:lnTo>
                <a:lnTo>
                  <a:pt x="443727" y="56290"/>
                </a:lnTo>
                <a:lnTo>
                  <a:pt x="415547" y="58876"/>
                </a:lnTo>
                <a:lnTo>
                  <a:pt x="405602" y="81352"/>
                </a:lnTo>
                <a:lnTo>
                  <a:pt x="343480" y="74125"/>
                </a:lnTo>
                <a:lnTo>
                  <a:pt x="308915" y="140498"/>
                </a:lnTo>
                <a:lnTo>
                  <a:pt x="221826" y="103730"/>
                </a:lnTo>
                <a:lnTo>
                  <a:pt x="208519" y="133186"/>
                </a:lnTo>
                <a:lnTo>
                  <a:pt x="188986" y="134057"/>
                </a:lnTo>
                <a:lnTo>
                  <a:pt x="191469" y="178681"/>
                </a:lnTo>
                <a:lnTo>
                  <a:pt x="171419" y="196344"/>
                </a:lnTo>
                <a:lnTo>
                  <a:pt x="213453" y="215962"/>
                </a:lnTo>
                <a:lnTo>
                  <a:pt x="199621" y="240803"/>
                </a:lnTo>
                <a:lnTo>
                  <a:pt x="174571" y="242017"/>
                </a:lnTo>
                <a:lnTo>
                  <a:pt x="165221" y="269332"/>
                </a:lnTo>
                <a:lnTo>
                  <a:pt x="93310" y="264197"/>
                </a:lnTo>
                <a:lnTo>
                  <a:pt x="84853" y="294166"/>
                </a:lnTo>
                <a:lnTo>
                  <a:pt x="38348" y="277669"/>
                </a:lnTo>
                <a:lnTo>
                  <a:pt x="0" y="297662"/>
                </a:lnTo>
                <a:lnTo>
                  <a:pt x="1812" y="313062"/>
                </a:lnTo>
                <a:lnTo>
                  <a:pt x="43440" y="329335"/>
                </a:lnTo>
                <a:lnTo>
                  <a:pt x="28313" y="353206"/>
                </a:lnTo>
                <a:lnTo>
                  <a:pt x="69296" y="350366"/>
                </a:lnTo>
                <a:lnTo>
                  <a:pt x="78468" y="374861"/>
                </a:lnTo>
                <a:lnTo>
                  <a:pt x="58843" y="393279"/>
                </a:lnTo>
                <a:lnTo>
                  <a:pt x="93218" y="415248"/>
                </a:lnTo>
                <a:lnTo>
                  <a:pt x="82505" y="486935"/>
                </a:lnTo>
                <a:lnTo>
                  <a:pt x="103785" y="499398"/>
                </a:lnTo>
                <a:lnTo>
                  <a:pt x="138634" y="479513"/>
                </a:lnTo>
                <a:lnTo>
                  <a:pt x="146947" y="499564"/>
                </a:lnTo>
                <a:lnTo>
                  <a:pt x="129020" y="589961"/>
                </a:lnTo>
                <a:lnTo>
                  <a:pt x="163155" y="605464"/>
                </a:lnTo>
                <a:lnTo>
                  <a:pt x="126415" y="678264"/>
                </a:lnTo>
                <a:lnTo>
                  <a:pt x="145351" y="749094"/>
                </a:lnTo>
                <a:lnTo>
                  <a:pt x="119591" y="786898"/>
                </a:lnTo>
                <a:lnTo>
                  <a:pt x="149725" y="812480"/>
                </a:lnTo>
                <a:lnTo>
                  <a:pt x="183043" y="819280"/>
                </a:lnTo>
                <a:lnTo>
                  <a:pt x="253737" y="774926"/>
                </a:lnTo>
                <a:lnTo>
                  <a:pt x="270885" y="692137"/>
                </a:lnTo>
                <a:lnTo>
                  <a:pt x="301550" y="664655"/>
                </a:lnTo>
                <a:lnTo>
                  <a:pt x="378118" y="640547"/>
                </a:lnTo>
                <a:lnTo>
                  <a:pt x="442957" y="657430"/>
                </a:lnTo>
                <a:lnTo>
                  <a:pt x="428634" y="633655"/>
                </a:lnTo>
                <a:lnTo>
                  <a:pt x="392227" y="636971"/>
                </a:lnTo>
                <a:lnTo>
                  <a:pt x="368947" y="608374"/>
                </a:lnTo>
                <a:lnTo>
                  <a:pt x="419855" y="526318"/>
                </a:lnTo>
                <a:lnTo>
                  <a:pt x="424125" y="493018"/>
                </a:lnTo>
                <a:lnTo>
                  <a:pt x="504938" y="487016"/>
                </a:lnTo>
                <a:lnTo>
                  <a:pt x="501103" y="408751"/>
                </a:lnTo>
                <a:lnTo>
                  <a:pt x="482544" y="389487"/>
                </a:lnTo>
                <a:lnTo>
                  <a:pt x="501330" y="385408"/>
                </a:lnTo>
                <a:lnTo>
                  <a:pt x="493215" y="265668"/>
                </a:lnTo>
                <a:lnTo>
                  <a:pt x="481656" y="264764"/>
                </a:lnTo>
                <a:lnTo>
                  <a:pt x="494771" y="258491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langāna"/>
          <p:cNvSpPr/>
          <p:nvPr/>
        </p:nvSpPr>
        <p:spPr>
          <a:xfrm>
            <a:off x="8466930" y="4281000"/>
            <a:ext cx="565931" cy="608715"/>
          </a:xfrm>
          <a:custGeom>
            <a:avLst/>
            <a:gdLst/>
            <a:ahLst/>
            <a:cxnLst/>
            <a:rect l="l" t="t" r="r" b="b"/>
            <a:pathLst>
              <a:path w="565931" h="608715">
                <a:moveTo>
                  <a:pt x="43694" y="242169"/>
                </a:moveTo>
                <a:lnTo>
                  <a:pt x="44026" y="280396"/>
                </a:lnTo>
                <a:lnTo>
                  <a:pt x="58149" y="290477"/>
                </a:lnTo>
                <a:lnTo>
                  <a:pt x="28700" y="347843"/>
                </a:lnTo>
                <a:lnTo>
                  <a:pt x="62757" y="363857"/>
                </a:lnTo>
                <a:lnTo>
                  <a:pt x="38377" y="370694"/>
                </a:lnTo>
                <a:lnTo>
                  <a:pt x="19985" y="401792"/>
                </a:lnTo>
                <a:lnTo>
                  <a:pt x="36927" y="432903"/>
                </a:lnTo>
                <a:lnTo>
                  <a:pt x="32061" y="494888"/>
                </a:lnTo>
                <a:lnTo>
                  <a:pt x="0" y="513724"/>
                </a:lnTo>
                <a:lnTo>
                  <a:pt x="49708" y="533050"/>
                </a:lnTo>
                <a:lnTo>
                  <a:pt x="35744" y="578753"/>
                </a:lnTo>
                <a:lnTo>
                  <a:pt x="58377" y="601303"/>
                </a:lnTo>
                <a:lnTo>
                  <a:pt x="124372" y="608715"/>
                </a:lnTo>
                <a:lnTo>
                  <a:pt x="162301" y="573107"/>
                </a:lnTo>
                <a:lnTo>
                  <a:pt x="214589" y="581117"/>
                </a:lnTo>
                <a:lnTo>
                  <a:pt x="245612" y="548416"/>
                </a:lnTo>
                <a:lnTo>
                  <a:pt x="274282" y="550328"/>
                </a:lnTo>
                <a:lnTo>
                  <a:pt x="279861" y="499814"/>
                </a:lnTo>
                <a:lnTo>
                  <a:pt x="351476" y="475191"/>
                </a:lnTo>
                <a:lnTo>
                  <a:pt x="375816" y="489352"/>
                </a:lnTo>
                <a:lnTo>
                  <a:pt x="392550" y="464605"/>
                </a:lnTo>
                <a:lnTo>
                  <a:pt x="385181" y="447695"/>
                </a:lnTo>
                <a:lnTo>
                  <a:pt x="409978" y="428431"/>
                </a:lnTo>
                <a:lnTo>
                  <a:pt x="435455" y="462252"/>
                </a:lnTo>
                <a:lnTo>
                  <a:pt x="461740" y="469631"/>
                </a:lnTo>
                <a:lnTo>
                  <a:pt x="466130" y="447155"/>
                </a:lnTo>
                <a:lnTo>
                  <a:pt x="433097" y="438576"/>
                </a:lnTo>
                <a:lnTo>
                  <a:pt x="439416" y="421346"/>
                </a:lnTo>
                <a:lnTo>
                  <a:pt x="447147" y="430522"/>
                </a:lnTo>
                <a:lnTo>
                  <a:pt x="463094" y="412154"/>
                </a:lnTo>
                <a:lnTo>
                  <a:pt x="499831" y="429037"/>
                </a:lnTo>
                <a:lnTo>
                  <a:pt x="510019" y="402203"/>
                </a:lnTo>
                <a:lnTo>
                  <a:pt x="545344" y="400620"/>
                </a:lnTo>
                <a:lnTo>
                  <a:pt x="565931" y="379094"/>
                </a:lnTo>
                <a:lnTo>
                  <a:pt x="501228" y="345163"/>
                </a:lnTo>
                <a:lnTo>
                  <a:pt x="505403" y="325190"/>
                </a:lnTo>
                <a:lnTo>
                  <a:pt x="535690" y="319767"/>
                </a:lnTo>
                <a:lnTo>
                  <a:pt x="522394" y="315853"/>
                </a:lnTo>
                <a:lnTo>
                  <a:pt x="518348" y="259055"/>
                </a:lnTo>
                <a:lnTo>
                  <a:pt x="484808" y="259289"/>
                </a:lnTo>
                <a:lnTo>
                  <a:pt x="484532" y="224116"/>
                </a:lnTo>
                <a:lnTo>
                  <a:pt x="454052" y="193289"/>
                </a:lnTo>
                <a:lnTo>
                  <a:pt x="430771" y="196920"/>
                </a:lnTo>
                <a:lnTo>
                  <a:pt x="421331" y="178024"/>
                </a:lnTo>
                <a:lnTo>
                  <a:pt x="399130" y="184159"/>
                </a:lnTo>
                <a:lnTo>
                  <a:pt x="371892" y="164880"/>
                </a:lnTo>
                <a:lnTo>
                  <a:pt x="363168" y="121184"/>
                </a:lnTo>
                <a:lnTo>
                  <a:pt x="379717" y="76711"/>
                </a:lnTo>
                <a:lnTo>
                  <a:pt x="348630" y="45786"/>
                </a:lnTo>
                <a:lnTo>
                  <a:pt x="309576" y="61810"/>
                </a:lnTo>
                <a:lnTo>
                  <a:pt x="278021" y="44421"/>
                </a:lnTo>
                <a:lnTo>
                  <a:pt x="270648" y="67961"/>
                </a:lnTo>
                <a:lnTo>
                  <a:pt x="236046" y="54097"/>
                </a:lnTo>
                <a:lnTo>
                  <a:pt x="222270" y="22748"/>
                </a:lnTo>
                <a:lnTo>
                  <a:pt x="148331" y="0"/>
                </a:lnTo>
                <a:lnTo>
                  <a:pt x="147959" y="68388"/>
                </a:lnTo>
                <a:lnTo>
                  <a:pt x="130213" y="74937"/>
                </a:lnTo>
                <a:lnTo>
                  <a:pt x="130093" y="101012"/>
                </a:lnTo>
                <a:lnTo>
                  <a:pt x="86906" y="91069"/>
                </a:lnTo>
                <a:lnTo>
                  <a:pt x="72856" y="131721"/>
                </a:lnTo>
                <a:lnTo>
                  <a:pt x="98688" y="161875"/>
                </a:lnTo>
                <a:lnTo>
                  <a:pt x="71680" y="181107"/>
                </a:lnTo>
                <a:lnTo>
                  <a:pt x="69602" y="202632"/>
                </a:lnTo>
                <a:lnTo>
                  <a:pt x="49920" y="203804"/>
                </a:lnTo>
                <a:lnTo>
                  <a:pt x="43694" y="242169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ripura"/>
          <p:cNvSpPr/>
          <p:nvPr/>
        </p:nvSpPr>
        <p:spPr>
          <a:xfrm>
            <a:off x="10394703" y="3592398"/>
            <a:ext cx="162734" cy="237084"/>
          </a:xfrm>
          <a:custGeom>
            <a:avLst/>
            <a:gdLst/>
            <a:ahLst/>
            <a:cxnLst/>
            <a:rect l="l" t="t" r="r" b="b"/>
            <a:pathLst>
              <a:path w="162734" h="237084">
                <a:moveTo>
                  <a:pt x="91205" y="152732"/>
                </a:moveTo>
                <a:lnTo>
                  <a:pt x="109443" y="163740"/>
                </a:lnTo>
                <a:lnTo>
                  <a:pt x="111010" y="117762"/>
                </a:lnTo>
                <a:lnTo>
                  <a:pt x="148271" y="130569"/>
                </a:lnTo>
                <a:lnTo>
                  <a:pt x="160611" y="98971"/>
                </a:lnTo>
                <a:lnTo>
                  <a:pt x="162734" y="51920"/>
                </a:lnTo>
                <a:lnTo>
                  <a:pt x="143393" y="42426"/>
                </a:lnTo>
                <a:lnTo>
                  <a:pt x="152502" y="20611"/>
                </a:lnTo>
                <a:lnTo>
                  <a:pt x="140034" y="0"/>
                </a:lnTo>
                <a:lnTo>
                  <a:pt x="139410" y="16215"/>
                </a:lnTo>
                <a:lnTo>
                  <a:pt x="106023" y="28224"/>
                </a:lnTo>
                <a:lnTo>
                  <a:pt x="105446" y="61493"/>
                </a:lnTo>
                <a:lnTo>
                  <a:pt x="81671" y="42127"/>
                </a:lnTo>
                <a:lnTo>
                  <a:pt x="83009" y="57565"/>
                </a:lnTo>
                <a:lnTo>
                  <a:pt x="69995" y="44118"/>
                </a:lnTo>
                <a:lnTo>
                  <a:pt x="58736" y="67631"/>
                </a:lnTo>
                <a:lnTo>
                  <a:pt x="30372" y="62941"/>
                </a:lnTo>
                <a:lnTo>
                  <a:pt x="0" y="117236"/>
                </a:lnTo>
                <a:lnTo>
                  <a:pt x="26316" y="212726"/>
                </a:lnTo>
                <a:lnTo>
                  <a:pt x="36059" y="218304"/>
                </a:lnTo>
                <a:lnTo>
                  <a:pt x="34876" y="185419"/>
                </a:lnTo>
                <a:lnTo>
                  <a:pt x="63995" y="237084"/>
                </a:lnTo>
                <a:lnTo>
                  <a:pt x="93939" y="214077"/>
                </a:lnTo>
                <a:lnTo>
                  <a:pt x="91205" y="152732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Uttar Pradesh"/>
          <p:cNvSpPr/>
          <p:nvPr/>
        </p:nvSpPr>
        <p:spPr>
          <a:xfrm>
            <a:off x="8445886" y="2716205"/>
            <a:ext cx="1045629" cy="974121"/>
          </a:xfrm>
          <a:custGeom>
            <a:avLst/>
            <a:gdLst/>
            <a:ahLst/>
            <a:cxnLst/>
            <a:rect l="l" t="t" r="r" b="b"/>
            <a:pathLst>
              <a:path w="1045629" h="974121">
                <a:moveTo>
                  <a:pt x="68142" y="0"/>
                </a:moveTo>
                <a:lnTo>
                  <a:pt x="14405" y="72551"/>
                </a:lnTo>
                <a:lnTo>
                  <a:pt x="0" y="120663"/>
                </a:lnTo>
                <a:lnTo>
                  <a:pt x="15986" y="238736"/>
                </a:lnTo>
                <a:lnTo>
                  <a:pt x="64598" y="321680"/>
                </a:lnTo>
                <a:lnTo>
                  <a:pt x="62687" y="367685"/>
                </a:lnTo>
                <a:lnTo>
                  <a:pt x="27555" y="387745"/>
                </a:lnTo>
                <a:lnTo>
                  <a:pt x="32280" y="416560"/>
                </a:lnTo>
                <a:lnTo>
                  <a:pt x="82697" y="478110"/>
                </a:lnTo>
                <a:lnTo>
                  <a:pt x="60293" y="497184"/>
                </a:lnTo>
                <a:lnTo>
                  <a:pt x="94028" y="506106"/>
                </a:lnTo>
                <a:lnTo>
                  <a:pt x="43471" y="532450"/>
                </a:lnTo>
                <a:lnTo>
                  <a:pt x="52125" y="545668"/>
                </a:lnTo>
                <a:lnTo>
                  <a:pt x="93599" y="517210"/>
                </a:lnTo>
                <a:lnTo>
                  <a:pt x="130521" y="529588"/>
                </a:lnTo>
                <a:lnTo>
                  <a:pt x="158008" y="515143"/>
                </a:lnTo>
                <a:lnTo>
                  <a:pt x="162896" y="534920"/>
                </a:lnTo>
                <a:lnTo>
                  <a:pt x="177112" y="526708"/>
                </a:lnTo>
                <a:lnTo>
                  <a:pt x="265998" y="555886"/>
                </a:lnTo>
                <a:lnTo>
                  <a:pt x="284055" y="590697"/>
                </a:lnTo>
                <a:lnTo>
                  <a:pt x="231120" y="693573"/>
                </a:lnTo>
                <a:lnTo>
                  <a:pt x="239268" y="713001"/>
                </a:lnTo>
                <a:lnTo>
                  <a:pt x="188285" y="721595"/>
                </a:lnTo>
                <a:lnTo>
                  <a:pt x="169134" y="749427"/>
                </a:lnTo>
                <a:lnTo>
                  <a:pt x="190315" y="781226"/>
                </a:lnTo>
                <a:lnTo>
                  <a:pt x="150254" y="826172"/>
                </a:lnTo>
                <a:lnTo>
                  <a:pt x="175033" y="910228"/>
                </a:lnTo>
                <a:lnTo>
                  <a:pt x="198674" y="897044"/>
                </a:lnTo>
                <a:lnTo>
                  <a:pt x="236643" y="928537"/>
                </a:lnTo>
                <a:lnTo>
                  <a:pt x="261382" y="903046"/>
                </a:lnTo>
                <a:lnTo>
                  <a:pt x="249164" y="859207"/>
                </a:lnTo>
                <a:lnTo>
                  <a:pt x="230996" y="865345"/>
                </a:lnTo>
                <a:lnTo>
                  <a:pt x="236232" y="833879"/>
                </a:lnTo>
                <a:lnTo>
                  <a:pt x="214337" y="811979"/>
                </a:lnTo>
                <a:lnTo>
                  <a:pt x="206897" y="767856"/>
                </a:lnTo>
                <a:lnTo>
                  <a:pt x="187098" y="763247"/>
                </a:lnTo>
                <a:lnTo>
                  <a:pt x="218000" y="739833"/>
                </a:lnTo>
                <a:lnTo>
                  <a:pt x="234126" y="752965"/>
                </a:lnTo>
                <a:lnTo>
                  <a:pt x="229060" y="731801"/>
                </a:lnTo>
                <a:lnTo>
                  <a:pt x="243753" y="741814"/>
                </a:lnTo>
                <a:lnTo>
                  <a:pt x="256939" y="722488"/>
                </a:lnTo>
                <a:lnTo>
                  <a:pt x="263858" y="749831"/>
                </a:lnTo>
                <a:lnTo>
                  <a:pt x="235947" y="761480"/>
                </a:lnTo>
                <a:lnTo>
                  <a:pt x="244515" y="771514"/>
                </a:lnTo>
                <a:lnTo>
                  <a:pt x="259881" y="754154"/>
                </a:lnTo>
                <a:lnTo>
                  <a:pt x="248772" y="782137"/>
                </a:lnTo>
                <a:lnTo>
                  <a:pt x="267166" y="764757"/>
                </a:lnTo>
                <a:lnTo>
                  <a:pt x="283469" y="789330"/>
                </a:lnTo>
                <a:lnTo>
                  <a:pt x="308769" y="785349"/>
                </a:lnTo>
                <a:lnTo>
                  <a:pt x="306856" y="755262"/>
                </a:lnTo>
                <a:lnTo>
                  <a:pt x="333816" y="765829"/>
                </a:lnTo>
                <a:lnTo>
                  <a:pt x="321467" y="789807"/>
                </a:lnTo>
                <a:lnTo>
                  <a:pt x="384641" y="791301"/>
                </a:lnTo>
                <a:lnTo>
                  <a:pt x="383233" y="770493"/>
                </a:lnTo>
                <a:lnTo>
                  <a:pt x="440357" y="742365"/>
                </a:lnTo>
                <a:lnTo>
                  <a:pt x="463597" y="779149"/>
                </a:lnTo>
                <a:lnTo>
                  <a:pt x="441711" y="801785"/>
                </a:lnTo>
                <a:lnTo>
                  <a:pt x="466087" y="793946"/>
                </a:lnTo>
                <a:lnTo>
                  <a:pt x="470138" y="809545"/>
                </a:lnTo>
                <a:lnTo>
                  <a:pt x="470667" y="790704"/>
                </a:lnTo>
                <a:lnTo>
                  <a:pt x="511307" y="797478"/>
                </a:lnTo>
                <a:lnTo>
                  <a:pt x="501364" y="786500"/>
                </a:lnTo>
                <a:lnTo>
                  <a:pt x="526327" y="777608"/>
                </a:lnTo>
                <a:lnTo>
                  <a:pt x="516285" y="817228"/>
                </a:lnTo>
                <a:lnTo>
                  <a:pt x="561633" y="822452"/>
                </a:lnTo>
                <a:lnTo>
                  <a:pt x="580732" y="780884"/>
                </a:lnTo>
                <a:lnTo>
                  <a:pt x="610317" y="794875"/>
                </a:lnTo>
                <a:lnTo>
                  <a:pt x="622428" y="777177"/>
                </a:lnTo>
                <a:lnTo>
                  <a:pt x="626999" y="797254"/>
                </a:lnTo>
                <a:lnTo>
                  <a:pt x="667909" y="804736"/>
                </a:lnTo>
                <a:lnTo>
                  <a:pt x="675970" y="831479"/>
                </a:lnTo>
                <a:lnTo>
                  <a:pt x="708973" y="832648"/>
                </a:lnTo>
                <a:lnTo>
                  <a:pt x="722109" y="864627"/>
                </a:lnTo>
                <a:lnTo>
                  <a:pt x="738399" y="866691"/>
                </a:lnTo>
                <a:lnTo>
                  <a:pt x="740256" y="850046"/>
                </a:lnTo>
                <a:lnTo>
                  <a:pt x="787933" y="859134"/>
                </a:lnTo>
                <a:lnTo>
                  <a:pt x="772941" y="936380"/>
                </a:lnTo>
                <a:lnTo>
                  <a:pt x="812041" y="974121"/>
                </a:lnTo>
                <a:lnTo>
                  <a:pt x="848051" y="966662"/>
                </a:lnTo>
                <a:lnTo>
                  <a:pt x="882582" y="900513"/>
                </a:lnTo>
                <a:lnTo>
                  <a:pt x="874228" y="880757"/>
                </a:lnTo>
                <a:lnTo>
                  <a:pt x="895139" y="861953"/>
                </a:lnTo>
                <a:lnTo>
                  <a:pt x="868779" y="824982"/>
                </a:lnTo>
                <a:lnTo>
                  <a:pt x="868733" y="775855"/>
                </a:lnTo>
                <a:lnTo>
                  <a:pt x="936464" y="740825"/>
                </a:lnTo>
                <a:lnTo>
                  <a:pt x="972203" y="698039"/>
                </a:lnTo>
                <a:lnTo>
                  <a:pt x="1045629" y="697003"/>
                </a:lnTo>
                <a:lnTo>
                  <a:pt x="959046" y="630204"/>
                </a:lnTo>
                <a:lnTo>
                  <a:pt x="980765" y="620409"/>
                </a:lnTo>
                <a:lnTo>
                  <a:pt x="982241" y="601064"/>
                </a:lnTo>
                <a:lnTo>
                  <a:pt x="945014" y="578910"/>
                </a:lnTo>
                <a:lnTo>
                  <a:pt x="969721" y="560988"/>
                </a:lnTo>
                <a:lnTo>
                  <a:pt x="1015889" y="562820"/>
                </a:lnTo>
                <a:lnTo>
                  <a:pt x="991071" y="546123"/>
                </a:lnTo>
                <a:lnTo>
                  <a:pt x="992925" y="528535"/>
                </a:lnTo>
                <a:lnTo>
                  <a:pt x="966087" y="523821"/>
                </a:lnTo>
                <a:lnTo>
                  <a:pt x="947457" y="459132"/>
                </a:lnTo>
                <a:lnTo>
                  <a:pt x="904403" y="437083"/>
                </a:lnTo>
                <a:lnTo>
                  <a:pt x="873010" y="435568"/>
                </a:lnTo>
                <a:lnTo>
                  <a:pt x="863277" y="457791"/>
                </a:lnTo>
                <a:lnTo>
                  <a:pt x="845339" y="439373"/>
                </a:lnTo>
                <a:lnTo>
                  <a:pt x="782567" y="432096"/>
                </a:lnTo>
                <a:lnTo>
                  <a:pt x="778881" y="399206"/>
                </a:lnTo>
                <a:lnTo>
                  <a:pt x="742987" y="405675"/>
                </a:lnTo>
                <a:lnTo>
                  <a:pt x="690463" y="369305"/>
                </a:lnTo>
                <a:lnTo>
                  <a:pt x="664801" y="379220"/>
                </a:lnTo>
                <a:lnTo>
                  <a:pt x="485053" y="256115"/>
                </a:lnTo>
                <a:lnTo>
                  <a:pt x="475325" y="275425"/>
                </a:lnTo>
                <a:lnTo>
                  <a:pt x="420223" y="234266"/>
                </a:lnTo>
                <a:lnTo>
                  <a:pt x="397469" y="249955"/>
                </a:lnTo>
                <a:lnTo>
                  <a:pt x="378617" y="225330"/>
                </a:lnTo>
                <a:lnTo>
                  <a:pt x="324269" y="228523"/>
                </a:lnTo>
                <a:lnTo>
                  <a:pt x="282904" y="188778"/>
                </a:lnTo>
                <a:lnTo>
                  <a:pt x="252368" y="189926"/>
                </a:lnTo>
                <a:lnTo>
                  <a:pt x="226365" y="162813"/>
                </a:lnTo>
                <a:lnTo>
                  <a:pt x="257349" y="143119"/>
                </a:lnTo>
                <a:lnTo>
                  <a:pt x="212398" y="125288"/>
                </a:lnTo>
                <a:lnTo>
                  <a:pt x="196228" y="99185"/>
                </a:lnTo>
                <a:lnTo>
                  <a:pt x="173336" y="89676"/>
                </a:lnTo>
                <a:lnTo>
                  <a:pt x="129845" y="121882"/>
                </a:lnTo>
                <a:lnTo>
                  <a:pt x="119517" y="102234"/>
                </a:lnTo>
                <a:lnTo>
                  <a:pt x="99026" y="106159"/>
                </a:lnTo>
                <a:lnTo>
                  <a:pt x="89920" y="65895"/>
                </a:lnTo>
                <a:lnTo>
                  <a:pt x="121549" y="23138"/>
                </a:lnTo>
                <a:lnTo>
                  <a:pt x="68142" y="0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Uttarākhand"/>
          <p:cNvSpPr/>
          <p:nvPr/>
        </p:nvSpPr>
        <p:spPr>
          <a:xfrm>
            <a:off x="8513513" y="2558839"/>
            <a:ext cx="479117" cy="407321"/>
          </a:xfrm>
          <a:custGeom>
            <a:avLst/>
            <a:gdLst/>
            <a:ahLst/>
            <a:cxnLst/>
            <a:rect l="l" t="t" r="r" b="b"/>
            <a:pathLst>
              <a:path w="479117" h="407321">
                <a:moveTo>
                  <a:pt x="345202" y="390329"/>
                </a:moveTo>
                <a:lnTo>
                  <a:pt x="356218" y="350646"/>
                </a:lnTo>
                <a:lnTo>
                  <a:pt x="377441" y="335327"/>
                </a:lnTo>
                <a:lnTo>
                  <a:pt x="369719" y="299873"/>
                </a:lnTo>
                <a:lnTo>
                  <a:pt x="392861" y="276767"/>
                </a:lnTo>
                <a:lnTo>
                  <a:pt x="387146" y="254221"/>
                </a:lnTo>
                <a:lnTo>
                  <a:pt x="479117" y="179850"/>
                </a:lnTo>
                <a:lnTo>
                  <a:pt x="365630" y="129491"/>
                </a:lnTo>
                <a:lnTo>
                  <a:pt x="368864" y="103353"/>
                </a:lnTo>
                <a:lnTo>
                  <a:pt x="317469" y="71495"/>
                </a:lnTo>
                <a:lnTo>
                  <a:pt x="256761" y="63837"/>
                </a:lnTo>
                <a:lnTo>
                  <a:pt x="211016" y="0"/>
                </a:lnTo>
                <a:lnTo>
                  <a:pt x="181252" y="24989"/>
                </a:lnTo>
                <a:lnTo>
                  <a:pt x="198943" y="51002"/>
                </a:lnTo>
                <a:lnTo>
                  <a:pt x="110508" y="24670"/>
                </a:lnTo>
                <a:lnTo>
                  <a:pt x="45203" y="44988"/>
                </a:lnTo>
                <a:lnTo>
                  <a:pt x="18205" y="102467"/>
                </a:lnTo>
                <a:lnTo>
                  <a:pt x="34095" y="140843"/>
                </a:lnTo>
                <a:lnTo>
                  <a:pt x="0" y="155415"/>
                </a:lnTo>
                <a:lnTo>
                  <a:pt x="53922" y="180504"/>
                </a:lnTo>
                <a:lnTo>
                  <a:pt x="23216" y="220459"/>
                </a:lnTo>
                <a:lnTo>
                  <a:pt x="27533" y="259313"/>
                </a:lnTo>
                <a:lnTo>
                  <a:pt x="51890" y="259600"/>
                </a:lnTo>
                <a:lnTo>
                  <a:pt x="62218" y="279248"/>
                </a:lnTo>
                <a:lnTo>
                  <a:pt x="118567" y="251841"/>
                </a:lnTo>
                <a:lnTo>
                  <a:pt x="144771" y="282654"/>
                </a:lnTo>
                <a:lnTo>
                  <a:pt x="189722" y="300485"/>
                </a:lnTo>
                <a:lnTo>
                  <a:pt x="158738" y="320179"/>
                </a:lnTo>
                <a:lnTo>
                  <a:pt x="184778" y="347321"/>
                </a:lnTo>
                <a:lnTo>
                  <a:pt x="215277" y="346144"/>
                </a:lnTo>
                <a:lnTo>
                  <a:pt x="258704" y="386588"/>
                </a:lnTo>
                <a:lnTo>
                  <a:pt x="312550" y="383196"/>
                </a:lnTo>
                <a:lnTo>
                  <a:pt x="329842" y="407321"/>
                </a:lnTo>
                <a:lnTo>
                  <a:pt x="345202" y="390329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West Bengal"/>
          <p:cNvSpPr/>
          <p:nvPr/>
        </p:nvSpPr>
        <p:spPr>
          <a:xfrm>
            <a:off x="9655611" y="3191732"/>
            <a:ext cx="561474" cy="844136"/>
          </a:xfrm>
          <a:custGeom>
            <a:avLst/>
            <a:gdLst/>
            <a:ahLst/>
            <a:cxnLst/>
            <a:rect l="l" t="t" r="r" b="b"/>
            <a:pathLst>
              <a:path w="561474" h="844136">
                <a:moveTo>
                  <a:pt x="303987" y="0"/>
                </a:moveTo>
                <a:lnTo>
                  <a:pt x="327842" y="65723"/>
                </a:lnTo>
                <a:lnTo>
                  <a:pt x="316530" y="98610"/>
                </a:lnTo>
                <a:lnTo>
                  <a:pt x="334171" y="95631"/>
                </a:lnTo>
                <a:lnTo>
                  <a:pt x="343548" y="128562"/>
                </a:lnTo>
                <a:lnTo>
                  <a:pt x="275733" y="191622"/>
                </a:lnTo>
                <a:lnTo>
                  <a:pt x="308816" y="225313"/>
                </a:lnTo>
                <a:lnTo>
                  <a:pt x="312599" y="254485"/>
                </a:lnTo>
                <a:lnTo>
                  <a:pt x="285869" y="252432"/>
                </a:lnTo>
                <a:lnTo>
                  <a:pt x="269616" y="268178"/>
                </a:lnTo>
                <a:lnTo>
                  <a:pt x="280693" y="290646"/>
                </a:lnTo>
                <a:lnTo>
                  <a:pt x="261964" y="291673"/>
                </a:lnTo>
                <a:lnTo>
                  <a:pt x="296712" y="339415"/>
                </a:lnTo>
                <a:lnTo>
                  <a:pt x="276689" y="365820"/>
                </a:lnTo>
                <a:lnTo>
                  <a:pt x="289307" y="391967"/>
                </a:lnTo>
                <a:lnTo>
                  <a:pt x="270317" y="392270"/>
                </a:lnTo>
                <a:lnTo>
                  <a:pt x="274424" y="422211"/>
                </a:lnTo>
                <a:lnTo>
                  <a:pt x="251917" y="441375"/>
                </a:lnTo>
                <a:lnTo>
                  <a:pt x="259715" y="457139"/>
                </a:lnTo>
                <a:lnTo>
                  <a:pt x="232354" y="461809"/>
                </a:lnTo>
                <a:lnTo>
                  <a:pt x="227156" y="481763"/>
                </a:lnTo>
                <a:lnTo>
                  <a:pt x="197435" y="472677"/>
                </a:lnTo>
                <a:lnTo>
                  <a:pt x="196782" y="505402"/>
                </a:lnTo>
                <a:lnTo>
                  <a:pt x="136510" y="503655"/>
                </a:lnTo>
                <a:lnTo>
                  <a:pt x="135660" y="525830"/>
                </a:lnTo>
                <a:lnTo>
                  <a:pt x="88930" y="534665"/>
                </a:lnTo>
                <a:lnTo>
                  <a:pt x="67922" y="567197"/>
                </a:lnTo>
                <a:lnTo>
                  <a:pt x="30791" y="541172"/>
                </a:lnTo>
                <a:lnTo>
                  <a:pt x="32469" y="555988"/>
                </a:lnTo>
                <a:lnTo>
                  <a:pt x="7087" y="557689"/>
                </a:lnTo>
                <a:lnTo>
                  <a:pt x="0" y="588595"/>
                </a:lnTo>
                <a:lnTo>
                  <a:pt x="50668" y="627889"/>
                </a:lnTo>
                <a:lnTo>
                  <a:pt x="100722" y="630252"/>
                </a:lnTo>
                <a:lnTo>
                  <a:pt x="83049" y="659869"/>
                </a:lnTo>
                <a:lnTo>
                  <a:pt x="131023" y="692006"/>
                </a:lnTo>
                <a:lnTo>
                  <a:pt x="147961" y="733557"/>
                </a:lnTo>
                <a:lnTo>
                  <a:pt x="124929" y="756034"/>
                </a:lnTo>
                <a:lnTo>
                  <a:pt x="167354" y="772282"/>
                </a:lnTo>
                <a:lnTo>
                  <a:pt x="168678" y="797623"/>
                </a:lnTo>
                <a:lnTo>
                  <a:pt x="196115" y="784349"/>
                </a:lnTo>
                <a:lnTo>
                  <a:pt x="230785" y="836189"/>
                </a:lnTo>
                <a:lnTo>
                  <a:pt x="275123" y="821398"/>
                </a:lnTo>
                <a:lnTo>
                  <a:pt x="300083" y="797243"/>
                </a:lnTo>
                <a:lnTo>
                  <a:pt x="300951" y="766642"/>
                </a:lnTo>
                <a:lnTo>
                  <a:pt x="325121" y="766265"/>
                </a:lnTo>
                <a:lnTo>
                  <a:pt x="301291" y="741248"/>
                </a:lnTo>
                <a:lnTo>
                  <a:pt x="327298" y="749981"/>
                </a:lnTo>
                <a:lnTo>
                  <a:pt x="337938" y="844136"/>
                </a:lnTo>
                <a:lnTo>
                  <a:pt x="338146" y="783582"/>
                </a:lnTo>
                <a:lnTo>
                  <a:pt x="345114" y="798900"/>
                </a:lnTo>
                <a:lnTo>
                  <a:pt x="350548" y="782216"/>
                </a:lnTo>
                <a:lnTo>
                  <a:pt x="354799" y="808526"/>
                </a:lnTo>
                <a:lnTo>
                  <a:pt x="355687" y="777317"/>
                </a:lnTo>
                <a:lnTo>
                  <a:pt x="367118" y="792714"/>
                </a:lnTo>
                <a:lnTo>
                  <a:pt x="378661" y="770263"/>
                </a:lnTo>
                <a:lnTo>
                  <a:pt x="370663" y="795996"/>
                </a:lnTo>
                <a:lnTo>
                  <a:pt x="384132" y="793525"/>
                </a:lnTo>
                <a:lnTo>
                  <a:pt x="391784" y="740949"/>
                </a:lnTo>
                <a:lnTo>
                  <a:pt x="390342" y="785085"/>
                </a:lnTo>
                <a:lnTo>
                  <a:pt x="407329" y="755833"/>
                </a:lnTo>
                <a:lnTo>
                  <a:pt x="406730" y="783742"/>
                </a:lnTo>
                <a:lnTo>
                  <a:pt x="426734" y="788241"/>
                </a:lnTo>
                <a:lnTo>
                  <a:pt x="438661" y="761502"/>
                </a:lnTo>
                <a:lnTo>
                  <a:pt x="430785" y="785562"/>
                </a:lnTo>
                <a:lnTo>
                  <a:pt x="441474" y="792452"/>
                </a:lnTo>
                <a:lnTo>
                  <a:pt x="453656" y="754003"/>
                </a:lnTo>
                <a:lnTo>
                  <a:pt x="419107" y="627268"/>
                </a:lnTo>
                <a:lnTo>
                  <a:pt x="439640" y="596705"/>
                </a:lnTo>
                <a:lnTo>
                  <a:pt x="401440" y="590637"/>
                </a:lnTo>
                <a:lnTo>
                  <a:pt x="412691" y="554561"/>
                </a:lnTo>
                <a:lnTo>
                  <a:pt x="379214" y="531839"/>
                </a:lnTo>
                <a:lnTo>
                  <a:pt x="381605" y="500164"/>
                </a:lnTo>
                <a:lnTo>
                  <a:pt x="408414" y="481999"/>
                </a:lnTo>
                <a:lnTo>
                  <a:pt x="403776" y="438198"/>
                </a:lnTo>
                <a:lnTo>
                  <a:pt x="328206" y="408318"/>
                </a:lnTo>
                <a:lnTo>
                  <a:pt x="305315" y="376688"/>
                </a:lnTo>
                <a:lnTo>
                  <a:pt x="320974" y="339685"/>
                </a:lnTo>
                <a:lnTo>
                  <a:pt x="357030" y="338255"/>
                </a:lnTo>
                <a:lnTo>
                  <a:pt x="363125" y="300477"/>
                </a:lnTo>
                <a:lnTo>
                  <a:pt x="429422" y="305452"/>
                </a:lnTo>
                <a:lnTo>
                  <a:pt x="441624" y="285378"/>
                </a:lnTo>
                <a:lnTo>
                  <a:pt x="418266" y="275881"/>
                </a:lnTo>
                <a:lnTo>
                  <a:pt x="414277" y="252014"/>
                </a:lnTo>
                <a:lnTo>
                  <a:pt x="376681" y="254227"/>
                </a:lnTo>
                <a:lnTo>
                  <a:pt x="313966" y="193312"/>
                </a:lnTo>
                <a:lnTo>
                  <a:pt x="326687" y="158545"/>
                </a:lnTo>
                <a:lnTo>
                  <a:pt x="374232" y="127026"/>
                </a:lnTo>
                <a:lnTo>
                  <a:pt x="347842" y="108797"/>
                </a:lnTo>
                <a:lnTo>
                  <a:pt x="358678" y="86489"/>
                </a:lnTo>
                <a:lnTo>
                  <a:pt x="404921" y="129128"/>
                </a:lnTo>
                <a:lnTo>
                  <a:pt x="393877" y="142318"/>
                </a:lnTo>
                <a:lnTo>
                  <a:pt x="447479" y="144821"/>
                </a:lnTo>
                <a:lnTo>
                  <a:pt x="428071" y="125891"/>
                </a:lnTo>
                <a:lnTo>
                  <a:pt x="435561" y="112479"/>
                </a:lnTo>
                <a:lnTo>
                  <a:pt x="453756" y="122552"/>
                </a:lnTo>
                <a:lnTo>
                  <a:pt x="461906" y="160170"/>
                </a:lnTo>
                <a:lnTo>
                  <a:pt x="517318" y="186150"/>
                </a:lnTo>
                <a:lnTo>
                  <a:pt x="528236" y="146639"/>
                </a:lnTo>
                <a:lnTo>
                  <a:pt x="542432" y="155187"/>
                </a:lnTo>
                <a:lnTo>
                  <a:pt x="540099" y="135039"/>
                </a:lnTo>
                <a:lnTo>
                  <a:pt x="559004" y="123512"/>
                </a:lnTo>
                <a:lnTo>
                  <a:pt x="561474" y="93695"/>
                </a:lnTo>
                <a:lnTo>
                  <a:pt x="558272" y="76607"/>
                </a:lnTo>
                <a:lnTo>
                  <a:pt x="516259" y="59503"/>
                </a:lnTo>
                <a:lnTo>
                  <a:pt x="457962" y="60370"/>
                </a:lnTo>
                <a:lnTo>
                  <a:pt x="422479" y="39874"/>
                </a:lnTo>
                <a:lnTo>
                  <a:pt x="412638" y="10862"/>
                </a:lnTo>
                <a:lnTo>
                  <a:pt x="378795" y="4125"/>
                </a:lnTo>
                <a:lnTo>
                  <a:pt x="361571" y="19742"/>
                </a:lnTo>
                <a:lnTo>
                  <a:pt x="303987" y="0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 · ECONOMY</a:t>
            </a:r>
            <a:endParaRPr lang="en-US" sz="120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831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Economy — 6.6% growth in FY2025/26 and inflation at multi-year lows below 2%</a:t>
            </a:r>
            <a:endParaRPr lang="en-US" sz="1700"/>
          </a:p>
        </p:txBody>
      </p:sp>
      <p:sp>
        <p:nvSpPr>
          <p:cNvPr id="4" name="Shape 2"/>
          <p:cNvSpPr/>
          <p:nvPr/>
        </p:nvSpPr>
        <p:spPr>
          <a:xfrm>
            <a:off x="512064" y="1005840"/>
            <a:ext cx="502920" cy="0"/>
          </a:xfrm>
          <a:prstGeom prst="line">
            <a:avLst/>
          </a:prstGeom>
          <a:noFill/>
          <a:ln w="31750">
            <a:solidFill>
              <a:srgbClr val="AD83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02920" y="1188720"/>
            <a:ext cx="1975104" cy="115214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1975104" cy="41148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12648" y="1261872"/>
            <a:ext cx="1755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6.6%</a:t>
            </a:r>
            <a:endParaRPr lang="en-US" sz="1900"/>
          </a:p>
        </p:txBody>
      </p:sp>
      <p:sp>
        <p:nvSpPr>
          <p:cNvPr id="8" name="Text 6"/>
          <p:cNvSpPr/>
          <p:nvPr/>
        </p:nvSpPr>
        <p:spPr>
          <a:xfrm>
            <a:off x="612648" y="1609344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GDP growth FY25/26</a:t>
            </a:r>
            <a:endParaRPr lang="en-US" sz="1200"/>
          </a:p>
        </p:txBody>
      </p:sp>
      <p:sp>
        <p:nvSpPr>
          <p:cNvPr id="9" name="Text 7"/>
          <p:cNvSpPr/>
          <p:nvPr/>
        </p:nvSpPr>
        <p:spPr>
          <a:xfrm>
            <a:off x="612648" y="1828800"/>
            <a:ext cx="17556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IMF Nov 2025 · 6.2% in 2026f</a:t>
            </a:r>
            <a:endParaRPr lang="en-US" sz="1200"/>
          </a:p>
        </p:txBody>
      </p:sp>
      <p:sp>
        <p:nvSpPr>
          <p:cNvPr id="10" name="Shape 8"/>
          <p:cNvSpPr/>
          <p:nvPr/>
        </p:nvSpPr>
        <p:spPr>
          <a:xfrm>
            <a:off x="2606040" y="1188720"/>
            <a:ext cx="1975104" cy="115214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2606040" y="1188720"/>
            <a:ext cx="1975104" cy="41148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2715768" y="1261872"/>
            <a:ext cx="1755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1.3%</a:t>
            </a:r>
            <a:endParaRPr lang="en-US" sz="1900"/>
          </a:p>
        </p:txBody>
      </p:sp>
      <p:sp>
        <p:nvSpPr>
          <p:cNvPr id="13" name="Text 11"/>
          <p:cNvSpPr/>
          <p:nvPr/>
        </p:nvSpPr>
        <p:spPr>
          <a:xfrm>
            <a:off x="2715768" y="1609344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CPI inflation y/y</a:t>
            </a:r>
            <a:endParaRPr lang="en-US" sz="1200"/>
          </a:p>
        </p:txBody>
      </p:sp>
      <p:sp>
        <p:nvSpPr>
          <p:cNvPr id="14" name="Text 12"/>
          <p:cNvSpPr/>
          <p:nvPr/>
        </p:nvSpPr>
        <p:spPr>
          <a:xfrm>
            <a:off x="2715768" y="1828800"/>
            <a:ext cx="17556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Dec 2025 · was 4.3% Jan 25</a:t>
            </a:r>
            <a:endParaRPr lang="en-US" sz="1200"/>
          </a:p>
        </p:txBody>
      </p:sp>
      <p:sp>
        <p:nvSpPr>
          <p:cNvPr id="15" name="Shape 13"/>
          <p:cNvSpPr/>
          <p:nvPr/>
        </p:nvSpPr>
        <p:spPr>
          <a:xfrm>
            <a:off x="4709160" y="1188720"/>
            <a:ext cx="1975104" cy="115214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4709160" y="1188720"/>
            <a:ext cx="1975104" cy="41148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818888" y="1261872"/>
            <a:ext cx="1755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$3.6tn</a:t>
            </a:r>
            <a:endParaRPr lang="en-US" sz="1900"/>
          </a:p>
        </p:txBody>
      </p:sp>
      <p:sp>
        <p:nvSpPr>
          <p:cNvPr id="18" name="Text 16"/>
          <p:cNvSpPr/>
          <p:nvPr/>
        </p:nvSpPr>
        <p:spPr>
          <a:xfrm>
            <a:off x="4818888" y="1609344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Nominal GDP</a:t>
            </a:r>
            <a:endParaRPr lang="en-US" sz="1200"/>
          </a:p>
        </p:txBody>
      </p:sp>
      <p:sp>
        <p:nvSpPr>
          <p:cNvPr id="19" name="Text 17"/>
          <p:cNvSpPr/>
          <p:nvPr/>
        </p:nvSpPr>
        <p:spPr>
          <a:xfrm>
            <a:off x="4818888" y="1828800"/>
            <a:ext cx="17556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84% debt-to-GDP · IMF 25</a:t>
            </a:r>
            <a:endParaRPr lang="en-US" sz="1200"/>
          </a:p>
        </p:txBody>
      </p:sp>
      <p:sp>
        <p:nvSpPr>
          <p:cNvPr id="20" name="Text 18"/>
          <p:cNvSpPr/>
          <p:nvPr/>
        </p:nvSpPr>
        <p:spPr>
          <a:xfrm>
            <a:off x="502920" y="2432304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KEY INSIGHTS</a:t>
            </a:r>
            <a:endParaRPr lang="en-US" sz="1200"/>
          </a:p>
        </p:txBody>
      </p:sp>
      <p:sp>
        <p:nvSpPr>
          <p:cNvPr id="21" name="Text 19"/>
          <p:cNvSpPr/>
          <p:nvPr/>
        </p:nvSpPr>
        <p:spPr>
          <a:xfrm>
            <a:off x="658368" y="2688336"/>
            <a:ext cx="598932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Growth led by services and manufacturing; RBI cut repo rate to 5.25%; inflation fell to historic low of 0.25% in Oct 2025.</a:t>
            </a:r>
            <a:endParaRPr lang="en-US" sz="1200"/>
          </a:p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Narrow fiscal space (84% debt-to-GDP); youth unemployment 9.9%; NEET rate 25%; informality remains elevated.</a:t>
            </a:r>
            <a:endParaRPr lang="en-US" sz="1200"/>
          </a:p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Domestic consumption resilient; external headwinds from US tariffs partly offset by GST rationalisation and benign oil prices.</a:t>
            </a:r>
            <a:endParaRPr lang="en-US" sz="1200"/>
          </a:p>
        </p:txBody>
      </p:sp>
      <p:sp>
        <p:nvSpPr>
          <p:cNvPr id="22" name="Shape 20"/>
          <p:cNvSpPr/>
          <p:nvPr/>
        </p:nvSpPr>
        <p:spPr>
          <a:xfrm>
            <a:off x="502920" y="4663440"/>
            <a:ext cx="6172200" cy="1591056"/>
          </a:xfrm>
          <a:prstGeom prst="rect">
            <a:avLst/>
          </a:prstGeom>
          <a:solidFill>
            <a:srgbClr val="F4F1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502920" y="4663440"/>
            <a:ext cx="45720" cy="1591056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694944" y="475488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POTENTIAL INTERVENTIONS</a:t>
            </a:r>
            <a:endParaRPr lang="en-US" sz="1200"/>
          </a:p>
        </p:txBody>
      </p:sp>
      <p:sp>
        <p:nvSpPr>
          <p:cNvPr id="25" name="Text 23"/>
          <p:cNvSpPr/>
          <p:nvPr/>
        </p:nvSpPr>
        <p:spPr>
          <a:xfrm>
            <a:off x="713232" y="5029200"/>
            <a:ext cx="219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▸</a:t>
            </a:r>
            <a:endParaRPr lang="en-US" sz="1200"/>
          </a:p>
        </p:txBody>
      </p:sp>
      <p:sp>
        <p:nvSpPr>
          <p:cNvPr id="26" name="Text 24"/>
          <p:cNvSpPr/>
          <p:nvPr/>
        </p:nvSpPr>
        <p:spPr>
          <a:xfrm>
            <a:off x="932688" y="5029200"/>
            <a:ext cx="5632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Support fiscal consolidation — debt-to-GDP target of 50% by 2030-31 needs sustained effort.</a:t>
            </a:r>
            <a:endParaRPr lang="en-US" sz="1200"/>
          </a:p>
        </p:txBody>
      </p:sp>
      <p:sp>
        <p:nvSpPr>
          <p:cNvPr id="27" name="Text 25"/>
          <p:cNvSpPr/>
          <p:nvPr/>
        </p:nvSpPr>
        <p:spPr>
          <a:xfrm>
            <a:off x="713232" y="5394960"/>
            <a:ext cx="219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▸</a:t>
            </a:r>
            <a:endParaRPr lang="en-US" sz="1200"/>
          </a:p>
        </p:txBody>
      </p:sp>
      <p:sp>
        <p:nvSpPr>
          <p:cNvPr id="28" name="Text 26"/>
          <p:cNvSpPr/>
          <p:nvPr/>
        </p:nvSpPr>
        <p:spPr>
          <a:xfrm>
            <a:off x="932688" y="5394960"/>
            <a:ext cx="5632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MSME and formal-sector finance for youth and women entrepreneurs.</a:t>
            </a:r>
            <a:endParaRPr lang="en-US" sz="1200"/>
          </a:p>
        </p:txBody>
      </p:sp>
      <p:sp>
        <p:nvSpPr>
          <p:cNvPr id="29" name="Text 27"/>
          <p:cNvSpPr/>
          <p:nvPr/>
        </p:nvSpPr>
        <p:spPr>
          <a:xfrm>
            <a:off x="713232" y="5760720"/>
            <a:ext cx="219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▸</a:t>
            </a:r>
            <a:endParaRPr lang="en-US" sz="1200"/>
          </a:p>
        </p:txBody>
      </p:sp>
      <p:sp>
        <p:nvSpPr>
          <p:cNvPr id="30" name="Text 28"/>
          <p:cNvSpPr/>
          <p:nvPr/>
        </p:nvSpPr>
        <p:spPr>
          <a:xfrm>
            <a:off x="932688" y="5760720"/>
            <a:ext cx="5632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Value-addition in electronics manufacturing and renewable energy supply chains.</a:t>
            </a:r>
            <a:endParaRPr lang="en-US" sz="1200"/>
          </a:p>
        </p:txBody>
      </p:sp>
      <p:sp>
        <p:nvSpPr>
          <p:cNvPr id="31" name="Text 29"/>
          <p:cNvSpPr/>
          <p:nvPr/>
        </p:nvSpPr>
        <p:spPr>
          <a:xfrm>
            <a:off x="6903720" y="120700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Unemployment by state (%)</a:t>
            </a:r>
            <a:endParaRPr lang="en-US" sz="1200"/>
          </a:p>
        </p:txBody>
      </p:sp>
      <p:sp>
        <p:nvSpPr>
          <p:cNvPr id="32" name="Text 30"/>
          <p:cNvSpPr/>
          <p:nvPr/>
        </p:nvSpPr>
        <p:spPr>
          <a:xfrm>
            <a:off x="6903720" y="1463040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PLFS 2025 pattern · MoSPI (est.)</a:t>
            </a:r>
            <a:endParaRPr lang="en-US" sz="1200"/>
          </a:p>
        </p:txBody>
      </p:sp>
      <p:sp>
        <p:nvSpPr>
          <p:cNvPr id="34" name="Shape 31"/>
          <p:cNvSpPr/>
          <p:nvPr/>
        </p:nvSpPr>
        <p:spPr>
          <a:xfrm>
            <a:off x="502920" y="6400800"/>
            <a:ext cx="11185855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2"/>
          <p:cNvSpPr/>
          <p:nvPr/>
        </p:nvSpPr>
        <p:spPr>
          <a:xfrm>
            <a:off x="502920" y="6446520"/>
            <a:ext cx="8961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RBI · IMF Article IV Nov 2025 · MoSPI · Union Budget 2026-27</a:t>
            </a:r>
            <a:endParaRPr lang="en-US" sz="1200"/>
          </a:p>
        </p:txBody>
      </p:sp>
      <p:sp>
        <p:nvSpPr>
          <p:cNvPr id="36" name="Text 33"/>
          <p:cNvSpPr/>
          <p:nvPr/>
        </p:nvSpPr>
        <p:spPr>
          <a:xfrm>
            <a:off x="9905695" y="644652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ODA</a:t>
            </a: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08 / 23</a:t>
            </a:r>
            <a:endParaRPr lang="en-US" sz="1200"/>
          </a:p>
        </p:txBody>
      </p:sp>
      <p:sp>
        <p:nvSpPr>
          <p:cNvPr id="33" name="Andaman and Nicobar Islands"/>
          <p:cNvSpPr/>
          <p:nvPr/>
        </p:nvSpPr>
        <p:spPr>
          <a:xfrm>
            <a:off x="10606154" y="5323986"/>
            <a:ext cx="40156" cy="92050"/>
          </a:xfrm>
          <a:custGeom>
            <a:avLst/>
            <a:gdLst/>
            <a:ahLst/>
            <a:cxnLst/>
            <a:rect l="l" t="t" r="r" b="b"/>
            <a:pathLst>
              <a:path w="40156" h="92050">
                <a:moveTo>
                  <a:pt x="21573" y="78136"/>
                </a:moveTo>
                <a:lnTo>
                  <a:pt x="12167" y="68018"/>
                </a:lnTo>
                <a:lnTo>
                  <a:pt x="31912" y="77658"/>
                </a:lnTo>
                <a:lnTo>
                  <a:pt x="40156" y="57578"/>
                </a:lnTo>
                <a:lnTo>
                  <a:pt x="29475" y="0"/>
                </a:lnTo>
                <a:lnTo>
                  <a:pt x="13714" y="24410"/>
                </a:lnTo>
                <a:lnTo>
                  <a:pt x="5295" y="15059"/>
                </a:lnTo>
                <a:lnTo>
                  <a:pt x="13147" y="51756"/>
                </a:lnTo>
                <a:lnTo>
                  <a:pt x="12362" y="38257"/>
                </a:lnTo>
                <a:lnTo>
                  <a:pt x="0" y="47430"/>
                </a:lnTo>
                <a:lnTo>
                  <a:pt x="3613" y="92050"/>
                </a:lnTo>
                <a:lnTo>
                  <a:pt x="29767" y="88519"/>
                </a:lnTo>
                <a:lnTo>
                  <a:pt x="21573" y="78136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Andhra Pradesh"/>
          <p:cNvSpPr/>
          <p:nvPr/>
        </p:nvSpPr>
        <p:spPr>
          <a:xfrm>
            <a:off x="8401720" y="4393055"/>
            <a:ext cx="1105248" cy="976139"/>
          </a:xfrm>
          <a:custGeom>
            <a:avLst/>
            <a:gdLst/>
            <a:ahLst/>
            <a:cxnLst/>
            <a:rect l="l" t="t" r="r" b="b"/>
            <a:pathLst>
              <a:path w="1105248" h="976139">
                <a:moveTo>
                  <a:pt x="485131" y="835764"/>
                </a:moveTo>
                <a:lnTo>
                  <a:pt x="465596" y="748341"/>
                </a:lnTo>
                <a:lnTo>
                  <a:pt x="475123" y="683205"/>
                </a:lnTo>
                <a:lnTo>
                  <a:pt x="454491" y="609460"/>
                </a:lnTo>
                <a:lnTo>
                  <a:pt x="487333" y="518771"/>
                </a:lnTo>
                <a:lnTo>
                  <a:pt x="542230" y="489271"/>
                </a:lnTo>
                <a:lnTo>
                  <a:pt x="578062" y="514499"/>
                </a:lnTo>
                <a:lnTo>
                  <a:pt x="628740" y="426859"/>
                </a:lnTo>
                <a:lnTo>
                  <a:pt x="686276" y="426407"/>
                </a:lnTo>
                <a:lnTo>
                  <a:pt x="768378" y="388811"/>
                </a:lnTo>
                <a:lnTo>
                  <a:pt x="769186" y="314389"/>
                </a:lnTo>
                <a:lnTo>
                  <a:pt x="1019698" y="126907"/>
                </a:lnTo>
                <a:lnTo>
                  <a:pt x="1105248" y="17225"/>
                </a:lnTo>
                <a:lnTo>
                  <a:pt x="1100069" y="528"/>
                </a:lnTo>
                <a:lnTo>
                  <a:pt x="1084078" y="4515"/>
                </a:lnTo>
                <a:lnTo>
                  <a:pt x="1094512" y="12895"/>
                </a:lnTo>
                <a:lnTo>
                  <a:pt x="1084827" y="20582"/>
                </a:lnTo>
                <a:lnTo>
                  <a:pt x="1059934" y="21000"/>
                </a:lnTo>
                <a:lnTo>
                  <a:pt x="1049327" y="53819"/>
                </a:lnTo>
                <a:lnTo>
                  <a:pt x="1014262" y="60470"/>
                </a:lnTo>
                <a:lnTo>
                  <a:pt x="986832" y="51972"/>
                </a:lnTo>
                <a:lnTo>
                  <a:pt x="973199" y="21601"/>
                </a:lnTo>
                <a:lnTo>
                  <a:pt x="967751" y="35420"/>
                </a:lnTo>
                <a:lnTo>
                  <a:pt x="949849" y="0"/>
                </a:lnTo>
                <a:lnTo>
                  <a:pt x="937550" y="22679"/>
                </a:lnTo>
                <a:lnTo>
                  <a:pt x="927964" y="10384"/>
                </a:lnTo>
                <a:lnTo>
                  <a:pt x="927110" y="31033"/>
                </a:lnTo>
                <a:lnTo>
                  <a:pt x="906188" y="24453"/>
                </a:lnTo>
                <a:lnTo>
                  <a:pt x="919360" y="47814"/>
                </a:lnTo>
                <a:lnTo>
                  <a:pt x="864984" y="77111"/>
                </a:lnTo>
                <a:lnTo>
                  <a:pt x="870725" y="116859"/>
                </a:lnTo>
                <a:lnTo>
                  <a:pt x="835923" y="106519"/>
                </a:lnTo>
                <a:lnTo>
                  <a:pt x="813012" y="138243"/>
                </a:lnTo>
                <a:lnTo>
                  <a:pt x="791559" y="91674"/>
                </a:lnTo>
                <a:lnTo>
                  <a:pt x="761577" y="174340"/>
                </a:lnTo>
                <a:lnTo>
                  <a:pt x="729187" y="163232"/>
                </a:lnTo>
                <a:lnTo>
                  <a:pt x="671935" y="200087"/>
                </a:lnTo>
                <a:lnTo>
                  <a:pt x="609468" y="194935"/>
                </a:lnTo>
                <a:lnTo>
                  <a:pt x="594517" y="213522"/>
                </a:lnTo>
                <a:lnTo>
                  <a:pt x="576471" y="209240"/>
                </a:lnTo>
                <a:lnTo>
                  <a:pt x="566438" y="233108"/>
                </a:lnTo>
                <a:lnTo>
                  <a:pt x="631141" y="267039"/>
                </a:lnTo>
                <a:lnTo>
                  <a:pt x="610554" y="288565"/>
                </a:lnTo>
                <a:lnTo>
                  <a:pt x="575229" y="290148"/>
                </a:lnTo>
                <a:lnTo>
                  <a:pt x="565041" y="316982"/>
                </a:lnTo>
                <a:lnTo>
                  <a:pt x="528304" y="300099"/>
                </a:lnTo>
                <a:lnTo>
                  <a:pt x="512357" y="318467"/>
                </a:lnTo>
                <a:lnTo>
                  <a:pt x="504626" y="309291"/>
                </a:lnTo>
                <a:lnTo>
                  <a:pt x="498307" y="326521"/>
                </a:lnTo>
                <a:lnTo>
                  <a:pt x="531340" y="335100"/>
                </a:lnTo>
                <a:lnTo>
                  <a:pt x="526950" y="357576"/>
                </a:lnTo>
                <a:lnTo>
                  <a:pt x="500665" y="350197"/>
                </a:lnTo>
                <a:lnTo>
                  <a:pt x="475188" y="316376"/>
                </a:lnTo>
                <a:lnTo>
                  <a:pt x="450391" y="335640"/>
                </a:lnTo>
                <a:lnTo>
                  <a:pt x="457760" y="352550"/>
                </a:lnTo>
                <a:lnTo>
                  <a:pt x="442870" y="376158"/>
                </a:lnTo>
                <a:lnTo>
                  <a:pt x="416686" y="363136"/>
                </a:lnTo>
                <a:lnTo>
                  <a:pt x="345071" y="387759"/>
                </a:lnTo>
                <a:lnTo>
                  <a:pt x="339492" y="438273"/>
                </a:lnTo>
                <a:lnTo>
                  <a:pt x="310822" y="436361"/>
                </a:lnTo>
                <a:lnTo>
                  <a:pt x="279799" y="469062"/>
                </a:lnTo>
                <a:lnTo>
                  <a:pt x="227511" y="461052"/>
                </a:lnTo>
                <a:lnTo>
                  <a:pt x="189582" y="496660"/>
                </a:lnTo>
                <a:lnTo>
                  <a:pt x="67008" y="477510"/>
                </a:lnTo>
                <a:lnTo>
                  <a:pt x="37211" y="493283"/>
                </a:lnTo>
                <a:lnTo>
                  <a:pt x="50392" y="522095"/>
                </a:lnTo>
                <a:lnTo>
                  <a:pt x="28947" y="547116"/>
                </a:lnTo>
                <a:lnTo>
                  <a:pt x="55966" y="595909"/>
                </a:lnTo>
                <a:lnTo>
                  <a:pt x="43962" y="620578"/>
                </a:lnTo>
                <a:lnTo>
                  <a:pt x="1621" y="609783"/>
                </a:lnTo>
                <a:lnTo>
                  <a:pt x="14489" y="630784"/>
                </a:lnTo>
                <a:lnTo>
                  <a:pt x="0" y="680875"/>
                </a:lnTo>
                <a:lnTo>
                  <a:pt x="29055" y="698309"/>
                </a:lnTo>
                <a:lnTo>
                  <a:pt x="16592" y="711686"/>
                </a:lnTo>
                <a:lnTo>
                  <a:pt x="24241" y="734240"/>
                </a:lnTo>
                <a:lnTo>
                  <a:pt x="72226" y="719987"/>
                </a:lnTo>
                <a:lnTo>
                  <a:pt x="86908" y="741072"/>
                </a:lnTo>
                <a:lnTo>
                  <a:pt x="88826" y="720338"/>
                </a:lnTo>
                <a:lnTo>
                  <a:pt x="104146" y="743227"/>
                </a:lnTo>
                <a:lnTo>
                  <a:pt x="81247" y="751183"/>
                </a:lnTo>
                <a:lnTo>
                  <a:pt x="87759" y="787451"/>
                </a:lnTo>
                <a:lnTo>
                  <a:pt x="77164" y="766275"/>
                </a:lnTo>
                <a:lnTo>
                  <a:pt x="53206" y="770578"/>
                </a:lnTo>
                <a:lnTo>
                  <a:pt x="35773" y="744378"/>
                </a:lnTo>
                <a:lnTo>
                  <a:pt x="17937" y="745703"/>
                </a:lnTo>
                <a:lnTo>
                  <a:pt x="38310" y="780688"/>
                </a:lnTo>
                <a:lnTo>
                  <a:pt x="32108" y="808404"/>
                </a:lnTo>
                <a:lnTo>
                  <a:pt x="56505" y="806276"/>
                </a:lnTo>
                <a:lnTo>
                  <a:pt x="58120" y="781919"/>
                </a:lnTo>
                <a:lnTo>
                  <a:pt x="92436" y="794154"/>
                </a:lnTo>
                <a:lnTo>
                  <a:pt x="95595" y="818180"/>
                </a:lnTo>
                <a:lnTo>
                  <a:pt x="131881" y="809401"/>
                </a:lnTo>
                <a:lnTo>
                  <a:pt x="147007" y="779003"/>
                </a:lnTo>
                <a:lnTo>
                  <a:pt x="169293" y="777395"/>
                </a:lnTo>
                <a:lnTo>
                  <a:pt x="164509" y="796523"/>
                </a:lnTo>
                <a:lnTo>
                  <a:pt x="186914" y="791218"/>
                </a:lnTo>
                <a:lnTo>
                  <a:pt x="183082" y="824030"/>
                </a:lnTo>
                <a:lnTo>
                  <a:pt x="226615" y="832266"/>
                </a:lnTo>
                <a:lnTo>
                  <a:pt x="223246" y="870466"/>
                </a:lnTo>
                <a:lnTo>
                  <a:pt x="252356" y="878128"/>
                </a:lnTo>
                <a:lnTo>
                  <a:pt x="227956" y="928188"/>
                </a:lnTo>
                <a:lnTo>
                  <a:pt x="235379" y="939906"/>
                </a:lnTo>
                <a:lnTo>
                  <a:pt x="220053" y="929021"/>
                </a:lnTo>
                <a:lnTo>
                  <a:pt x="198854" y="966032"/>
                </a:lnTo>
                <a:lnTo>
                  <a:pt x="235406" y="976139"/>
                </a:lnTo>
                <a:lnTo>
                  <a:pt x="269964" y="909768"/>
                </a:lnTo>
                <a:lnTo>
                  <a:pt x="332086" y="916995"/>
                </a:lnTo>
                <a:lnTo>
                  <a:pt x="342031" y="894519"/>
                </a:lnTo>
                <a:lnTo>
                  <a:pt x="370211" y="891933"/>
                </a:lnTo>
                <a:lnTo>
                  <a:pt x="369796" y="867522"/>
                </a:lnTo>
                <a:lnTo>
                  <a:pt x="414720" y="889057"/>
                </a:lnTo>
                <a:lnTo>
                  <a:pt x="447939" y="839073"/>
                </a:lnTo>
                <a:lnTo>
                  <a:pt x="481463" y="849770"/>
                </a:lnTo>
                <a:lnTo>
                  <a:pt x="485131" y="835764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Arunāchal Pradesh"/>
          <p:cNvSpPr/>
          <p:nvPr/>
        </p:nvSpPr>
        <p:spPr>
          <a:xfrm>
            <a:off x="10448660" y="2856140"/>
            <a:ext cx="812193" cy="414592"/>
          </a:xfrm>
          <a:custGeom>
            <a:avLst/>
            <a:gdLst/>
            <a:ahLst/>
            <a:cxnLst/>
            <a:rect l="l" t="t" r="r" b="b"/>
            <a:pathLst>
              <a:path w="812193" h="414592">
                <a:moveTo>
                  <a:pt x="510641" y="414592"/>
                </a:moveTo>
                <a:lnTo>
                  <a:pt x="537876" y="411970"/>
                </a:lnTo>
                <a:lnTo>
                  <a:pt x="648384" y="325577"/>
                </a:lnTo>
                <a:lnTo>
                  <a:pt x="714249" y="311627"/>
                </a:lnTo>
                <a:lnTo>
                  <a:pt x="737792" y="340231"/>
                </a:lnTo>
                <a:lnTo>
                  <a:pt x="778155" y="347025"/>
                </a:lnTo>
                <a:lnTo>
                  <a:pt x="739950" y="276756"/>
                </a:lnTo>
                <a:lnTo>
                  <a:pt x="790204" y="232707"/>
                </a:lnTo>
                <a:lnTo>
                  <a:pt x="808537" y="234733"/>
                </a:lnTo>
                <a:lnTo>
                  <a:pt x="812193" y="215627"/>
                </a:lnTo>
                <a:lnTo>
                  <a:pt x="797352" y="207644"/>
                </a:lnTo>
                <a:lnTo>
                  <a:pt x="810231" y="189207"/>
                </a:lnTo>
                <a:lnTo>
                  <a:pt x="708511" y="149223"/>
                </a:lnTo>
                <a:lnTo>
                  <a:pt x="671791" y="167285"/>
                </a:lnTo>
                <a:lnTo>
                  <a:pt x="653051" y="156934"/>
                </a:lnTo>
                <a:lnTo>
                  <a:pt x="701902" y="102384"/>
                </a:lnTo>
                <a:lnTo>
                  <a:pt x="689451" y="57344"/>
                </a:lnTo>
                <a:lnTo>
                  <a:pt x="639773" y="83192"/>
                </a:lnTo>
                <a:lnTo>
                  <a:pt x="632638" y="57487"/>
                </a:lnTo>
                <a:lnTo>
                  <a:pt x="671204" y="30777"/>
                </a:lnTo>
                <a:lnTo>
                  <a:pt x="650550" y="33940"/>
                </a:lnTo>
                <a:lnTo>
                  <a:pt x="629007" y="0"/>
                </a:lnTo>
                <a:lnTo>
                  <a:pt x="561356" y="29789"/>
                </a:lnTo>
                <a:lnTo>
                  <a:pt x="540346" y="63552"/>
                </a:lnTo>
                <a:lnTo>
                  <a:pt x="450551" y="44190"/>
                </a:lnTo>
                <a:lnTo>
                  <a:pt x="427126" y="16642"/>
                </a:lnTo>
                <a:lnTo>
                  <a:pt x="369830" y="56144"/>
                </a:lnTo>
                <a:lnTo>
                  <a:pt x="329774" y="117752"/>
                </a:lnTo>
                <a:lnTo>
                  <a:pt x="248256" y="122405"/>
                </a:lnTo>
                <a:lnTo>
                  <a:pt x="231851" y="168192"/>
                </a:lnTo>
                <a:lnTo>
                  <a:pt x="158201" y="199201"/>
                </a:lnTo>
                <a:lnTo>
                  <a:pt x="165421" y="219585"/>
                </a:lnTo>
                <a:lnTo>
                  <a:pt x="140645" y="244720"/>
                </a:lnTo>
                <a:lnTo>
                  <a:pt x="92200" y="239015"/>
                </a:lnTo>
                <a:lnTo>
                  <a:pt x="51822" y="260481"/>
                </a:lnTo>
                <a:lnTo>
                  <a:pt x="0" y="239476"/>
                </a:lnTo>
                <a:lnTo>
                  <a:pt x="14228" y="294864"/>
                </a:lnTo>
                <a:lnTo>
                  <a:pt x="65595" y="295642"/>
                </a:lnTo>
                <a:lnTo>
                  <a:pt x="79638" y="324355"/>
                </a:lnTo>
                <a:lnTo>
                  <a:pt x="66748" y="355557"/>
                </a:lnTo>
                <a:lnTo>
                  <a:pt x="89774" y="383604"/>
                </a:lnTo>
                <a:lnTo>
                  <a:pt x="155922" y="362454"/>
                </a:lnTo>
                <a:lnTo>
                  <a:pt x="204304" y="380103"/>
                </a:lnTo>
                <a:lnTo>
                  <a:pt x="292690" y="372111"/>
                </a:lnTo>
                <a:lnTo>
                  <a:pt x="376905" y="289434"/>
                </a:lnTo>
                <a:lnTo>
                  <a:pt x="372656" y="272740"/>
                </a:lnTo>
                <a:lnTo>
                  <a:pt x="403698" y="284299"/>
                </a:lnTo>
                <a:lnTo>
                  <a:pt x="562056" y="224686"/>
                </a:lnTo>
                <a:lnTo>
                  <a:pt x="612741" y="223476"/>
                </a:lnTo>
                <a:lnTo>
                  <a:pt x="582410" y="259569"/>
                </a:lnTo>
                <a:lnTo>
                  <a:pt x="595183" y="304250"/>
                </a:lnTo>
                <a:lnTo>
                  <a:pt x="619174" y="312708"/>
                </a:lnTo>
                <a:lnTo>
                  <a:pt x="601819" y="329073"/>
                </a:lnTo>
                <a:lnTo>
                  <a:pt x="548746" y="328065"/>
                </a:lnTo>
                <a:lnTo>
                  <a:pt x="541005" y="347858"/>
                </a:lnTo>
                <a:lnTo>
                  <a:pt x="505469" y="361658"/>
                </a:lnTo>
                <a:lnTo>
                  <a:pt x="510641" y="414592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Assam"/>
          <p:cNvSpPr/>
          <p:nvPr/>
        </p:nvSpPr>
        <p:spPr>
          <a:xfrm>
            <a:off x="10192768" y="3079657"/>
            <a:ext cx="875066" cy="571124"/>
          </a:xfrm>
          <a:custGeom>
            <a:avLst/>
            <a:gdLst/>
            <a:ahLst/>
            <a:cxnLst/>
            <a:rect l="l" t="t" r="r" b="b"/>
            <a:pathLst>
              <a:path w="875066" h="571124">
                <a:moveTo>
                  <a:pt x="761095" y="139001"/>
                </a:moveTo>
                <a:lnTo>
                  <a:pt x="796897" y="124341"/>
                </a:lnTo>
                <a:lnTo>
                  <a:pt x="804638" y="104548"/>
                </a:lnTo>
                <a:lnTo>
                  <a:pt x="857711" y="105556"/>
                </a:lnTo>
                <a:lnTo>
                  <a:pt x="875066" y="89191"/>
                </a:lnTo>
                <a:lnTo>
                  <a:pt x="851075" y="80733"/>
                </a:lnTo>
                <a:lnTo>
                  <a:pt x="838302" y="36052"/>
                </a:lnTo>
                <a:lnTo>
                  <a:pt x="868696" y="0"/>
                </a:lnTo>
                <a:lnTo>
                  <a:pt x="817948" y="1169"/>
                </a:lnTo>
                <a:lnTo>
                  <a:pt x="659590" y="60782"/>
                </a:lnTo>
                <a:lnTo>
                  <a:pt x="628548" y="49223"/>
                </a:lnTo>
                <a:lnTo>
                  <a:pt x="632797" y="65917"/>
                </a:lnTo>
                <a:lnTo>
                  <a:pt x="538411" y="151055"/>
                </a:lnTo>
                <a:lnTo>
                  <a:pt x="460196" y="156586"/>
                </a:lnTo>
                <a:lnTo>
                  <a:pt x="411814" y="138937"/>
                </a:lnTo>
                <a:lnTo>
                  <a:pt x="326480" y="166563"/>
                </a:lnTo>
                <a:lnTo>
                  <a:pt x="303799" y="155792"/>
                </a:lnTo>
                <a:lnTo>
                  <a:pt x="275786" y="172514"/>
                </a:lnTo>
                <a:lnTo>
                  <a:pt x="141034" y="178239"/>
                </a:lnTo>
                <a:lnTo>
                  <a:pt x="90991" y="158483"/>
                </a:lnTo>
                <a:lnTo>
                  <a:pt x="22185" y="183250"/>
                </a:lnTo>
                <a:lnTo>
                  <a:pt x="21847" y="235587"/>
                </a:lnTo>
                <a:lnTo>
                  <a:pt x="0" y="264469"/>
                </a:lnTo>
                <a:lnTo>
                  <a:pt x="26124" y="301132"/>
                </a:lnTo>
                <a:lnTo>
                  <a:pt x="21128" y="372553"/>
                </a:lnTo>
                <a:lnTo>
                  <a:pt x="44534" y="351520"/>
                </a:lnTo>
                <a:lnTo>
                  <a:pt x="27153" y="330998"/>
                </a:lnTo>
                <a:lnTo>
                  <a:pt x="62653" y="297902"/>
                </a:lnTo>
                <a:lnTo>
                  <a:pt x="172930" y="300678"/>
                </a:lnTo>
                <a:lnTo>
                  <a:pt x="181042" y="319741"/>
                </a:lnTo>
                <a:lnTo>
                  <a:pt x="207327" y="313619"/>
                </a:lnTo>
                <a:lnTo>
                  <a:pt x="211014" y="334342"/>
                </a:lnTo>
                <a:lnTo>
                  <a:pt x="253663" y="312147"/>
                </a:lnTo>
                <a:lnTo>
                  <a:pt x="260505" y="287967"/>
                </a:lnTo>
                <a:lnTo>
                  <a:pt x="273073" y="307236"/>
                </a:lnTo>
                <a:lnTo>
                  <a:pt x="294510" y="275106"/>
                </a:lnTo>
                <a:lnTo>
                  <a:pt x="307469" y="293253"/>
                </a:lnTo>
                <a:lnTo>
                  <a:pt x="356755" y="283130"/>
                </a:lnTo>
                <a:lnTo>
                  <a:pt x="339798" y="301241"/>
                </a:lnTo>
                <a:lnTo>
                  <a:pt x="349924" y="306487"/>
                </a:lnTo>
                <a:lnTo>
                  <a:pt x="340311" y="341862"/>
                </a:lnTo>
                <a:lnTo>
                  <a:pt x="371867" y="329571"/>
                </a:lnTo>
                <a:lnTo>
                  <a:pt x="409113" y="353990"/>
                </a:lnTo>
                <a:lnTo>
                  <a:pt x="396882" y="372715"/>
                </a:lnTo>
                <a:lnTo>
                  <a:pt x="429874" y="409929"/>
                </a:lnTo>
                <a:lnTo>
                  <a:pt x="385244" y="426030"/>
                </a:lnTo>
                <a:lnTo>
                  <a:pt x="386253" y="461408"/>
                </a:lnTo>
                <a:lnTo>
                  <a:pt x="351053" y="457045"/>
                </a:lnTo>
                <a:lnTo>
                  <a:pt x="359671" y="481535"/>
                </a:lnTo>
                <a:lnTo>
                  <a:pt x="345328" y="555167"/>
                </a:lnTo>
                <a:lnTo>
                  <a:pt x="377198" y="553422"/>
                </a:lnTo>
                <a:lnTo>
                  <a:pt x="383144" y="571124"/>
                </a:lnTo>
                <a:lnTo>
                  <a:pt x="424345" y="513676"/>
                </a:lnTo>
                <a:lnTo>
                  <a:pt x="433567" y="535698"/>
                </a:lnTo>
                <a:lnTo>
                  <a:pt x="462931" y="529815"/>
                </a:lnTo>
                <a:lnTo>
                  <a:pt x="472319" y="470337"/>
                </a:lnTo>
                <a:lnTo>
                  <a:pt x="522321" y="396661"/>
                </a:lnTo>
                <a:lnTo>
                  <a:pt x="502406" y="360708"/>
                </a:lnTo>
                <a:lnTo>
                  <a:pt x="563166" y="297444"/>
                </a:lnTo>
                <a:lnTo>
                  <a:pt x="567324" y="321450"/>
                </a:lnTo>
                <a:lnTo>
                  <a:pt x="592696" y="305358"/>
                </a:lnTo>
                <a:lnTo>
                  <a:pt x="595796" y="267215"/>
                </a:lnTo>
                <a:lnTo>
                  <a:pt x="631145" y="212142"/>
                </a:lnTo>
                <a:lnTo>
                  <a:pt x="639488" y="224518"/>
                </a:lnTo>
                <a:lnTo>
                  <a:pt x="659387" y="194169"/>
                </a:lnTo>
                <a:lnTo>
                  <a:pt x="761095" y="139001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Bihār"/>
          <p:cNvSpPr/>
          <p:nvPr/>
        </p:nvSpPr>
        <p:spPr>
          <a:xfrm>
            <a:off x="9309490" y="3145953"/>
            <a:ext cx="689564" cy="482444"/>
          </a:xfrm>
          <a:custGeom>
            <a:avLst/>
            <a:gdLst/>
            <a:ahLst/>
            <a:cxnLst/>
            <a:rect l="l" t="t" r="r" b="b"/>
            <a:pathLst>
              <a:path w="689564" h="482444">
                <a:moveTo>
                  <a:pt x="25350" y="446752"/>
                </a:moveTo>
                <a:lnTo>
                  <a:pt x="76504" y="445743"/>
                </a:lnTo>
                <a:lnTo>
                  <a:pt x="95290" y="429234"/>
                </a:lnTo>
                <a:lnTo>
                  <a:pt x="109137" y="453908"/>
                </a:lnTo>
                <a:lnTo>
                  <a:pt x="135293" y="441522"/>
                </a:lnTo>
                <a:lnTo>
                  <a:pt x="162850" y="482444"/>
                </a:lnTo>
                <a:lnTo>
                  <a:pt x="205221" y="445977"/>
                </a:lnTo>
                <a:lnTo>
                  <a:pt x="219308" y="469623"/>
                </a:lnTo>
                <a:lnTo>
                  <a:pt x="244939" y="469597"/>
                </a:lnTo>
                <a:lnTo>
                  <a:pt x="283965" y="442301"/>
                </a:lnTo>
                <a:lnTo>
                  <a:pt x="325119" y="438760"/>
                </a:lnTo>
                <a:lnTo>
                  <a:pt x="334631" y="402667"/>
                </a:lnTo>
                <a:lnTo>
                  <a:pt x="378751" y="408793"/>
                </a:lnTo>
                <a:lnTo>
                  <a:pt x="432685" y="470283"/>
                </a:lnTo>
                <a:lnTo>
                  <a:pt x="454656" y="434404"/>
                </a:lnTo>
                <a:lnTo>
                  <a:pt x="498004" y="443810"/>
                </a:lnTo>
                <a:lnTo>
                  <a:pt x="501239" y="427778"/>
                </a:lnTo>
                <a:lnTo>
                  <a:pt x="516647" y="434345"/>
                </a:lnTo>
                <a:lnTo>
                  <a:pt x="529761" y="373029"/>
                </a:lnTo>
                <a:lnTo>
                  <a:pt x="554931" y="342533"/>
                </a:lnTo>
                <a:lnTo>
                  <a:pt x="575783" y="346897"/>
                </a:lnTo>
                <a:lnTo>
                  <a:pt x="590451" y="323753"/>
                </a:lnTo>
                <a:lnTo>
                  <a:pt x="622920" y="339799"/>
                </a:lnTo>
                <a:lnTo>
                  <a:pt x="618565" y="308852"/>
                </a:lnTo>
                <a:lnTo>
                  <a:pt x="637959" y="295454"/>
                </a:lnTo>
                <a:lnTo>
                  <a:pt x="658193" y="303717"/>
                </a:lnTo>
                <a:lnTo>
                  <a:pt x="654937" y="271092"/>
                </a:lnTo>
                <a:lnTo>
                  <a:pt x="621854" y="237401"/>
                </a:lnTo>
                <a:lnTo>
                  <a:pt x="689564" y="174586"/>
                </a:lnTo>
                <a:lnTo>
                  <a:pt x="680292" y="141410"/>
                </a:lnTo>
                <a:lnTo>
                  <a:pt x="661640" y="144921"/>
                </a:lnTo>
                <a:lnTo>
                  <a:pt x="650720" y="172344"/>
                </a:lnTo>
                <a:lnTo>
                  <a:pt x="632601" y="153979"/>
                </a:lnTo>
                <a:lnTo>
                  <a:pt x="556693" y="174742"/>
                </a:lnTo>
                <a:lnTo>
                  <a:pt x="522195" y="159362"/>
                </a:lnTo>
                <a:lnTo>
                  <a:pt x="519372" y="139099"/>
                </a:lnTo>
                <a:lnTo>
                  <a:pt x="472210" y="163589"/>
                </a:lnTo>
                <a:lnTo>
                  <a:pt x="417185" y="134180"/>
                </a:lnTo>
                <a:lnTo>
                  <a:pt x="374872" y="127195"/>
                </a:lnTo>
                <a:lnTo>
                  <a:pt x="350312" y="141796"/>
                </a:lnTo>
                <a:lnTo>
                  <a:pt x="320576" y="96429"/>
                </a:lnTo>
                <a:lnTo>
                  <a:pt x="261960" y="113520"/>
                </a:lnTo>
                <a:lnTo>
                  <a:pt x="258998" y="96754"/>
                </a:lnTo>
                <a:lnTo>
                  <a:pt x="183215" y="70444"/>
                </a:lnTo>
                <a:lnTo>
                  <a:pt x="180013" y="26735"/>
                </a:lnTo>
                <a:lnTo>
                  <a:pt x="134865" y="20297"/>
                </a:lnTo>
                <a:lnTo>
                  <a:pt x="114469" y="0"/>
                </a:lnTo>
                <a:lnTo>
                  <a:pt x="73098" y="10385"/>
                </a:lnTo>
                <a:lnTo>
                  <a:pt x="102483" y="94073"/>
                </a:lnTo>
                <a:lnTo>
                  <a:pt x="129321" y="98787"/>
                </a:lnTo>
                <a:lnTo>
                  <a:pt x="127467" y="116375"/>
                </a:lnTo>
                <a:lnTo>
                  <a:pt x="152285" y="133072"/>
                </a:lnTo>
                <a:lnTo>
                  <a:pt x="106117" y="131240"/>
                </a:lnTo>
                <a:lnTo>
                  <a:pt x="81410" y="149162"/>
                </a:lnTo>
                <a:lnTo>
                  <a:pt x="118637" y="171316"/>
                </a:lnTo>
                <a:lnTo>
                  <a:pt x="117161" y="190661"/>
                </a:lnTo>
                <a:lnTo>
                  <a:pt x="95442" y="200456"/>
                </a:lnTo>
                <a:lnTo>
                  <a:pt x="182025" y="267255"/>
                </a:lnTo>
                <a:lnTo>
                  <a:pt x="108599" y="268291"/>
                </a:lnTo>
                <a:lnTo>
                  <a:pt x="72860" y="311077"/>
                </a:lnTo>
                <a:lnTo>
                  <a:pt x="5129" y="346107"/>
                </a:lnTo>
                <a:lnTo>
                  <a:pt x="0" y="373336"/>
                </a:lnTo>
                <a:lnTo>
                  <a:pt x="31538" y="432145"/>
                </a:lnTo>
                <a:lnTo>
                  <a:pt x="25350" y="446752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Chandīgarh"/>
          <p:cNvSpPr/>
          <p:nvPr/>
        </p:nvSpPr>
        <p:spPr>
          <a:xfrm>
            <a:off x="8393430" y="2662903"/>
            <a:ext cx="18377" cy="13153"/>
          </a:xfrm>
          <a:custGeom>
            <a:avLst/>
            <a:gdLst/>
            <a:ahLst/>
            <a:cxnLst/>
            <a:rect l="l" t="t" r="r" b="b"/>
            <a:pathLst>
              <a:path w="18377" h="13153">
                <a:moveTo>
                  <a:pt x="18377" y="0"/>
                </a:moveTo>
                <a:lnTo>
                  <a:pt x="0" y="1725"/>
                </a:lnTo>
                <a:lnTo>
                  <a:pt x="13663" y="13153"/>
                </a:lnTo>
                <a:lnTo>
                  <a:pt x="18377" y="0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Chhattīsgarh"/>
          <p:cNvSpPr/>
          <p:nvPr/>
        </p:nvSpPr>
        <p:spPr>
          <a:xfrm>
            <a:off x="8887492" y="3655309"/>
            <a:ext cx="570991" cy="942082"/>
          </a:xfrm>
          <a:custGeom>
            <a:avLst/>
            <a:gdLst/>
            <a:ahLst/>
            <a:cxnLst/>
            <a:rect l="l" t="t" r="r" b="b"/>
            <a:pathLst>
              <a:path w="570991" h="942082">
                <a:moveTo>
                  <a:pt x="0" y="803514"/>
                </a:moveTo>
                <a:lnTo>
                  <a:pt x="63970" y="849807"/>
                </a:lnTo>
                <a:lnTo>
                  <a:pt x="65369" y="886008"/>
                </a:lnTo>
                <a:lnTo>
                  <a:pt x="97786" y="884746"/>
                </a:lnTo>
                <a:lnTo>
                  <a:pt x="101843" y="941566"/>
                </a:lnTo>
                <a:lnTo>
                  <a:pt x="155161" y="942082"/>
                </a:lnTo>
                <a:lnTo>
                  <a:pt x="173456" y="872903"/>
                </a:lnTo>
                <a:lnTo>
                  <a:pt x="204589" y="858648"/>
                </a:lnTo>
                <a:lnTo>
                  <a:pt x="234133" y="823295"/>
                </a:lnTo>
                <a:lnTo>
                  <a:pt x="224457" y="813292"/>
                </a:lnTo>
                <a:lnTo>
                  <a:pt x="273242" y="774235"/>
                </a:lnTo>
                <a:lnTo>
                  <a:pt x="265403" y="698346"/>
                </a:lnTo>
                <a:lnTo>
                  <a:pt x="243193" y="686384"/>
                </a:lnTo>
                <a:lnTo>
                  <a:pt x="248246" y="644143"/>
                </a:lnTo>
                <a:lnTo>
                  <a:pt x="218834" y="625063"/>
                </a:lnTo>
                <a:lnTo>
                  <a:pt x="221294" y="606302"/>
                </a:lnTo>
                <a:lnTo>
                  <a:pt x="272055" y="612375"/>
                </a:lnTo>
                <a:lnTo>
                  <a:pt x="286989" y="637400"/>
                </a:lnTo>
                <a:lnTo>
                  <a:pt x="300929" y="626300"/>
                </a:lnTo>
                <a:lnTo>
                  <a:pt x="322731" y="632748"/>
                </a:lnTo>
                <a:lnTo>
                  <a:pt x="321123" y="646351"/>
                </a:lnTo>
                <a:lnTo>
                  <a:pt x="337119" y="637518"/>
                </a:lnTo>
                <a:lnTo>
                  <a:pt x="338238" y="613682"/>
                </a:lnTo>
                <a:lnTo>
                  <a:pt x="294453" y="604447"/>
                </a:lnTo>
                <a:lnTo>
                  <a:pt x="287752" y="480121"/>
                </a:lnTo>
                <a:lnTo>
                  <a:pt x="303619" y="489338"/>
                </a:lnTo>
                <a:lnTo>
                  <a:pt x="327863" y="440530"/>
                </a:lnTo>
                <a:lnTo>
                  <a:pt x="395841" y="447845"/>
                </a:lnTo>
                <a:lnTo>
                  <a:pt x="414881" y="407132"/>
                </a:lnTo>
                <a:lnTo>
                  <a:pt x="433915" y="411210"/>
                </a:lnTo>
                <a:lnTo>
                  <a:pt x="424458" y="388695"/>
                </a:lnTo>
                <a:lnTo>
                  <a:pt x="459482" y="336571"/>
                </a:lnTo>
                <a:lnTo>
                  <a:pt x="455820" y="298550"/>
                </a:lnTo>
                <a:lnTo>
                  <a:pt x="517577" y="258904"/>
                </a:lnTo>
                <a:lnTo>
                  <a:pt x="517443" y="228816"/>
                </a:lnTo>
                <a:lnTo>
                  <a:pt x="546635" y="214762"/>
                </a:lnTo>
                <a:lnTo>
                  <a:pt x="570991" y="176152"/>
                </a:lnTo>
                <a:lnTo>
                  <a:pt x="536829" y="170254"/>
                </a:lnTo>
                <a:lnTo>
                  <a:pt x="520561" y="141790"/>
                </a:lnTo>
                <a:lnTo>
                  <a:pt x="526474" y="115327"/>
                </a:lnTo>
                <a:lnTo>
                  <a:pt x="511059" y="108755"/>
                </a:lnTo>
                <a:lnTo>
                  <a:pt x="518425" y="70395"/>
                </a:lnTo>
                <a:lnTo>
                  <a:pt x="484621" y="73900"/>
                </a:lnTo>
                <a:lnTo>
                  <a:pt x="437621" y="3095"/>
                </a:lnTo>
                <a:lnTo>
                  <a:pt x="422168" y="0"/>
                </a:lnTo>
                <a:lnTo>
                  <a:pt x="397245" y="33002"/>
                </a:lnTo>
                <a:lnTo>
                  <a:pt x="350189" y="21545"/>
                </a:lnTo>
                <a:lnTo>
                  <a:pt x="311796" y="48102"/>
                </a:lnTo>
                <a:lnTo>
                  <a:pt x="184943" y="30412"/>
                </a:lnTo>
                <a:lnTo>
                  <a:pt x="197058" y="57420"/>
                </a:lnTo>
                <a:lnTo>
                  <a:pt x="180548" y="77717"/>
                </a:lnTo>
                <a:lnTo>
                  <a:pt x="187523" y="93139"/>
                </a:lnTo>
                <a:lnTo>
                  <a:pt x="228545" y="85581"/>
                </a:lnTo>
                <a:lnTo>
                  <a:pt x="266028" y="116750"/>
                </a:lnTo>
                <a:lnTo>
                  <a:pt x="261514" y="143727"/>
                </a:lnTo>
                <a:lnTo>
                  <a:pt x="231171" y="153303"/>
                </a:lnTo>
                <a:lnTo>
                  <a:pt x="186815" y="234049"/>
                </a:lnTo>
                <a:lnTo>
                  <a:pt x="116083" y="249043"/>
                </a:lnTo>
                <a:lnTo>
                  <a:pt x="101548" y="304924"/>
                </a:lnTo>
                <a:lnTo>
                  <a:pt x="87940" y="298003"/>
                </a:lnTo>
                <a:lnTo>
                  <a:pt x="62766" y="357099"/>
                </a:lnTo>
                <a:lnTo>
                  <a:pt x="56320" y="419036"/>
                </a:lnTo>
                <a:lnTo>
                  <a:pt x="26474" y="437576"/>
                </a:lnTo>
                <a:lnTo>
                  <a:pt x="20964" y="462376"/>
                </a:lnTo>
                <a:lnTo>
                  <a:pt x="37831" y="473345"/>
                </a:lnTo>
                <a:lnTo>
                  <a:pt x="43588" y="510711"/>
                </a:lnTo>
                <a:lnTo>
                  <a:pt x="28822" y="520593"/>
                </a:lnTo>
                <a:lnTo>
                  <a:pt x="49710" y="523572"/>
                </a:lnTo>
                <a:lnTo>
                  <a:pt x="48948" y="563265"/>
                </a:lnTo>
                <a:lnTo>
                  <a:pt x="16947" y="576346"/>
                </a:lnTo>
                <a:lnTo>
                  <a:pt x="39319" y="602188"/>
                </a:lnTo>
                <a:lnTo>
                  <a:pt x="17842" y="643327"/>
                </a:lnTo>
                <a:lnTo>
                  <a:pt x="37862" y="640021"/>
                </a:lnTo>
                <a:lnTo>
                  <a:pt x="86615" y="690246"/>
                </a:lnTo>
                <a:lnTo>
                  <a:pt x="67046" y="718939"/>
                </a:lnTo>
                <a:lnTo>
                  <a:pt x="41588" y="702114"/>
                </a:lnTo>
                <a:lnTo>
                  <a:pt x="16751" y="725619"/>
                </a:lnTo>
                <a:lnTo>
                  <a:pt x="0" y="803514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Delhi"/>
          <p:cNvSpPr/>
          <p:nvPr/>
        </p:nvSpPr>
        <p:spPr>
          <a:xfrm>
            <a:off x="8418186" y="2946014"/>
            <a:ext cx="61334" cy="67644"/>
          </a:xfrm>
          <a:custGeom>
            <a:avLst/>
            <a:gdLst/>
            <a:ahLst/>
            <a:cxnLst/>
            <a:rect l="l" t="t" r="r" b="b"/>
            <a:pathLst>
              <a:path w="61334" h="67644">
                <a:moveTo>
                  <a:pt x="45134" y="0"/>
                </a:moveTo>
                <a:lnTo>
                  <a:pt x="9262" y="5906"/>
                </a:lnTo>
                <a:lnTo>
                  <a:pt x="0" y="53306"/>
                </a:lnTo>
                <a:lnTo>
                  <a:pt x="29096" y="51318"/>
                </a:lnTo>
                <a:lnTo>
                  <a:pt x="40225" y="67644"/>
                </a:lnTo>
                <a:lnTo>
                  <a:pt x="61334" y="54892"/>
                </a:lnTo>
                <a:lnTo>
                  <a:pt x="45134" y="0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Dādra and Nagar Haveli and Damān and Diu"/>
          <p:cNvSpPr/>
          <p:nvPr/>
        </p:nvSpPr>
        <p:spPr>
          <a:xfrm>
            <a:off x="7868181" y="4214419"/>
            <a:ext cx="41330" cy="43773"/>
          </a:xfrm>
          <a:custGeom>
            <a:avLst/>
            <a:gdLst/>
            <a:ahLst/>
            <a:cxnLst/>
            <a:rect l="l" t="t" r="r" b="b"/>
            <a:pathLst>
              <a:path w="41330" h="43773">
                <a:moveTo>
                  <a:pt x="41330" y="35808"/>
                </a:moveTo>
                <a:lnTo>
                  <a:pt x="35498" y="22717"/>
                </a:lnTo>
                <a:lnTo>
                  <a:pt x="20535" y="29634"/>
                </a:lnTo>
                <a:lnTo>
                  <a:pt x="35304" y="10728"/>
                </a:lnTo>
                <a:lnTo>
                  <a:pt x="25559" y="0"/>
                </a:lnTo>
                <a:lnTo>
                  <a:pt x="0" y="12670"/>
                </a:lnTo>
                <a:lnTo>
                  <a:pt x="17644" y="43773"/>
                </a:lnTo>
                <a:lnTo>
                  <a:pt x="41330" y="35808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Goa"/>
          <p:cNvSpPr/>
          <p:nvPr/>
        </p:nvSpPr>
        <p:spPr>
          <a:xfrm>
            <a:off x="7973866" y="4895017"/>
            <a:ext cx="91552" cy="133368"/>
          </a:xfrm>
          <a:custGeom>
            <a:avLst/>
            <a:gdLst/>
            <a:ahLst/>
            <a:cxnLst/>
            <a:rect l="l" t="t" r="r" b="b"/>
            <a:pathLst>
              <a:path w="91552" h="133368">
                <a:moveTo>
                  <a:pt x="0" y="11007"/>
                </a:moveTo>
                <a:lnTo>
                  <a:pt x="15583" y="50492"/>
                </a:lnTo>
                <a:lnTo>
                  <a:pt x="36157" y="54629"/>
                </a:lnTo>
                <a:lnTo>
                  <a:pt x="14903" y="58103"/>
                </a:lnTo>
                <a:lnTo>
                  <a:pt x="30398" y="70003"/>
                </a:lnTo>
                <a:lnTo>
                  <a:pt x="32805" y="106806"/>
                </a:lnTo>
                <a:lnTo>
                  <a:pt x="54186" y="133368"/>
                </a:lnTo>
                <a:lnTo>
                  <a:pt x="79911" y="125683"/>
                </a:lnTo>
                <a:lnTo>
                  <a:pt x="79767" y="80929"/>
                </a:lnTo>
                <a:lnTo>
                  <a:pt x="91552" y="75497"/>
                </a:lnTo>
                <a:lnTo>
                  <a:pt x="79644" y="21416"/>
                </a:lnTo>
                <a:lnTo>
                  <a:pt x="43676" y="28253"/>
                </a:lnTo>
                <a:lnTo>
                  <a:pt x="25078" y="0"/>
                </a:lnTo>
                <a:lnTo>
                  <a:pt x="0" y="11007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Gujarāt"/>
          <p:cNvSpPr/>
          <p:nvPr/>
        </p:nvSpPr>
        <p:spPr>
          <a:xfrm>
            <a:off x="7204459" y="3564857"/>
            <a:ext cx="880356" cy="683221"/>
          </a:xfrm>
          <a:custGeom>
            <a:avLst/>
            <a:gdLst/>
            <a:ahLst/>
            <a:cxnLst/>
            <a:rect l="l" t="t" r="r" b="b"/>
            <a:pathLst>
              <a:path w="880356" h="683221">
                <a:moveTo>
                  <a:pt x="670564" y="672190"/>
                </a:moveTo>
                <a:lnTo>
                  <a:pt x="664382" y="661367"/>
                </a:lnTo>
                <a:lnTo>
                  <a:pt x="689236" y="649555"/>
                </a:lnTo>
                <a:lnTo>
                  <a:pt x="699026" y="660290"/>
                </a:lnTo>
                <a:lnTo>
                  <a:pt x="684822" y="679680"/>
                </a:lnTo>
                <a:lnTo>
                  <a:pt x="733598" y="673748"/>
                </a:lnTo>
                <a:lnTo>
                  <a:pt x="738139" y="596243"/>
                </a:lnTo>
                <a:lnTo>
                  <a:pt x="779000" y="619048"/>
                </a:lnTo>
                <a:lnTo>
                  <a:pt x="806363" y="592545"/>
                </a:lnTo>
                <a:lnTo>
                  <a:pt x="800670" y="556747"/>
                </a:lnTo>
                <a:lnTo>
                  <a:pt x="755809" y="528620"/>
                </a:lnTo>
                <a:lnTo>
                  <a:pt x="788837" y="528127"/>
                </a:lnTo>
                <a:lnTo>
                  <a:pt x="805878" y="493653"/>
                </a:lnTo>
                <a:lnTo>
                  <a:pt x="858763" y="479682"/>
                </a:lnTo>
                <a:lnTo>
                  <a:pt x="793863" y="479773"/>
                </a:lnTo>
                <a:lnTo>
                  <a:pt x="786062" y="431002"/>
                </a:lnTo>
                <a:lnTo>
                  <a:pt x="834724" y="412514"/>
                </a:lnTo>
                <a:lnTo>
                  <a:pt x="823351" y="351905"/>
                </a:lnTo>
                <a:lnTo>
                  <a:pt x="854666" y="346021"/>
                </a:lnTo>
                <a:lnTo>
                  <a:pt x="819678" y="324998"/>
                </a:lnTo>
                <a:lnTo>
                  <a:pt x="866854" y="310093"/>
                </a:lnTo>
                <a:lnTo>
                  <a:pt x="880356" y="277123"/>
                </a:lnTo>
                <a:lnTo>
                  <a:pt x="829158" y="211711"/>
                </a:lnTo>
                <a:lnTo>
                  <a:pt x="762739" y="188601"/>
                </a:lnTo>
                <a:lnTo>
                  <a:pt x="766678" y="162820"/>
                </a:lnTo>
                <a:lnTo>
                  <a:pt x="748319" y="164968"/>
                </a:lnTo>
                <a:lnTo>
                  <a:pt x="724606" y="137430"/>
                </a:lnTo>
                <a:lnTo>
                  <a:pt x="726011" y="90669"/>
                </a:lnTo>
                <a:lnTo>
                  <a:pt x="709503" y="105951"/>
                </a:lnTo>
                <a:lnTo>
                  <a:pt x="685221" y="77232"/>
                </a:lnTo>
                <a:lnTo>
                  <a:pt x="706245" y="51975"/>
                </a:lnTo>
                <a:lnTo>
                  <a:pt x="686475" y="47093"/>
                </a:lnTo>
                <a:lnTo>
                  <a:pt x="688326" y="32199"/>
                </a:lnTo>
                <a:lnTo>
                  <a:pt x="663519" y="55959"/>
                </a:lnTo>
                <a:lnTo>
                  <a:pt x="612034" y="28732"/>
                </a:lnTo>
                <a:lnTo>
                  <a:pt x="600720" y="44379"/>
                </a:lnTo>
                <a:lnTo>
                  <a:pt x="571522" y="18884"/>
                </a:lnTo>
                <a:lnTo>
                  <a:pt x="585505" y="12478"/>
                </a:lnTo>
                <a:lnTo>
                  <a:pt x="545891" y="0"/>
                </a:lnTo>
                <a:lnTo>
                  <a:pt x="516929" y="15338"/>
                </a:lnTo>
                <a:lnTo>
                  <a:pt x="412289" y="3371"/>
                </a:lnTo>
                <a:lnTo>
                  <a:pt x="397174" y="25187"/>
                </a:lnTo>
                <a:lnTo>
                  <a:pt x="415773" y="45721"/>
                </a:lnTo>
                <a:lnTo>
                  <a:pt x="374923" y="72483"/>
                </a:lnTo>
                <a:lnTo>
                  <a:pt x="339523" y="68752"/>
                </a:lnTo>
                <a:lnTo>
                  <a:pt x="339802" y="43281"/>
                </a:lnTo>
                <a:lnTo>
                  <a:pt x="275669" y="62277"/>
                </a:lnTo>
                <a:lnTo>
                  <a:pt x="263923" y="80755"/>
                </a:lnTo>
                <a:lnTo>
                  <a:pt x="223260" y="80769"/>
                </a:lnTo>
                <a:lnTo>
                  <a:pt x="204237" y="62570"/>
                </a:lnTo>
                <a:lnTo>
                  <a:pt x="122423" y="72986"/>
                </a:lnTo>
                <a:lnTo>
                  <a:pt x="114417" y="61114"/>
                </a:lnTo>
                <a:lnTo>
                  <a:pt x="103226" y="74523"/>
                </a:lnTo>
                <a:lnTo>
                  <a:pt x="97896" y="58896"/>
                </a:lnTo>
                <a:lnTo>
                  <a:pt x="87746" y="110583"/>
                </a:lnTo>
                <a:lnTo>
                  <a:pt x="34773" y="108565"/>
                </a:lnTo>
                <a:lnTo>
                  <a:pt x="12343" y="124936"/>
                </a:lnTo>
                <a:lnTo>
                  <a:pt x="0" y="163613"/>
                </a:lnTo>
                <a:lnTo>
                  <a:pt x="49999" y="178241"/>
                </a:lnTo>
                <a:lnTo>
                  <a:pt x="38838" y="192839"/>
                </a:lnTo>
                <a:lnTo>
                  <a:pt x="69283" y="206303"/>
                </a:lnTo>
                <a:lnTo>
                  <a:pt x="58422" y="218656"/>
                </a:lnTo>
                <a:lnTo>
                  <a:pt x="71338" y="210692"/>
                </a:lnTo>
                <a:lnTo>
                  <a:pt x="71037" y="230125"/>
                </a:lnTo>
                <a:lnTo>
                  <a:pt x="149205" y="279802"/>
                </a:lnTo>
                <a:lnTo>
                  <a:pt x="220676" y="284544"/>
                </a:lnTo>
                <a:lnTo>
                  <a:pt x="271770" y="267372"/>
                </a:lnTo>
                <a:lnTo>
                  <a:pt x="301686" y="224199"/>
                </a:lnTo>
                <a:lnTo>
                  <a:pt x="358995" y="223558"/>
                </a:lnTo>
                <a:lnTo>
                  <a:pt x="277789" y="322301"/>
                </a:lnTo>
                <a:lnTo>
                  <a:pt x="242529" y="340968"/>
                </a:lnTo>
                <a:lnTo>
                  <a:pt x="223153" y="332513"/>
                </a:lnTo>
                <a:lnTo>
                  <a:pt x="212721" y="351170"/>
                </a:lnTo>
                <a:lnTo>
                  <a:pt x="143632" y="375699"/>
                </a:lnTo>
                <a:lnTo>
                  <a:pt x="148934" y="341865"/>
                </a:lnTo>
                <a:lnTo>
                  <a:pt x="126903" y="346600"/>
                </a:lnTo>
                <a:lnTo>
                  <a:pt x="131399" y="332988"/>
                </a:lnTo>
                <a:lnTo>
                  <a:pt x="113152" y="358338"/>
                </a:lnTo>
                <a:lnTo>
                  <a:pt x="282432" y="545841"/>
                </a:lnTo>
                <a:lnTo>
                  <a:pt x="374212" y="600021"/>
                </a:lnTo>
                <a:lnTo>
                  <a:pt x="552925" y="524450"/>
                </a:lnTo>
                <a:lnTo>
                  <a:pt x="580139" y="460780"/>
                </a:lnTo>
                <a:lnTo>
                  <a:pt x="559872" y="433572"/>
                </a:lnTo>
                <a:lnTo>
                  <a:pt x="589094" y="357676"/>
                </a:lnTo>
                <a:lnTo>
                  <a:pt x="596566" y="373541"/>
                </a:lnTo>
                <a:lnTo>
                  <a:pt x="608824" y="356889"/>
                </a:lnTo>
                <a:lnTo>
                  <a:pt x="642066" y="370227"/>
                </a:lnTo>
                <a:lnTo>
                  <a:pt x="667511" y="358646"/>
                </a:lnTo>
                <a:lnTo>
                  <a:pt x="642391" y="378809"/>
                </a:lnTo>
                <a:lnTo>
                  <a:pt x="617776" y="375346"/>
                </a:lnTo>
                <a:lnTo>
                  <a:pt x="607737" y="414634"/>
                </a:lnTo>
                <a:lnTo>
                  <a:pt x="629761" y="411455"/>
                </a:lnTo>
                <a:lnTo>
                  <a:pt x="610488" y="452854"/>
                </a:lnTo>
                <a:lnTo>
                  <a:pt x="649188" y="455893"/>
                </a:lnTo>
                <a:lnTo>
                  <a:pt x="622184" y="466729"/>
                </a:lnTo>
                <a:lnTo>
                  <a:pt x="639400" y="473660"/>
                </a:lnTo>
                <a:lnTo>
                  <a:pt x="620212" y="506725"/>
                </a:lnTo>
                <a:lnTo>
                  <a:pt x="662543" y="617390"/>
                </a:lnTo>
                <a:lnTo>
                  <a:pt x="639414" y="683221"/>
                </a:lnTo>
                <a:lnTo>
                  <a:pt x="670564" y="672190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Haryāna"/>
          <p:cNvSpPr/>
          <p:nvPr/>
        </p:nvSpPr>
        <p:spPr>
          <a:xfrm>
            <a:off x="8084909" y="2640290"/>
            <a:ext cx="433041" cy="485323"/>
          </a:xfrm>
          <a:custGeom>
            <a:avLst/>
            <a:gdLst/>
            <a:ahLst/>
            <a:cxnLst/>
            <a:rect l="l" t="t" r="r" b="b"/>
            <a:pathLst>
              <a:path w="433041" h="485323">
                <a:moveTo>
                  <a:pt x="397187" y="357161"/>
                </a:moveTo>
                <a:lnTo>
                  <a:pt x="373502" y="373368"/>
                </a:lnTo>
                <a:lnTo>
                  <a:pt x="327134" y="346831"/>
                </a:lnTo>
                <a:lnTo>
                  <a:pt x="341559" y="340000"/>
                </a:lnTo>
                <a:lnTo>
                  <a:pt x="342539" y="311630"/>
                </a:lnTo>
                <a:lnTo>
                  <a:pt x="380937" y="302237"/>
                </a:lnTo>
                <a:lnTo>
                  <a:pt x="365942" y="171048"/>
                </a:lnTo>
                <a:lnTo>
                  <a:pt x="433041" y="80227"/>
                </a:lnTo>
                <a:lnTo>
                  <a:pt x="378533" y="65864"/>
                </a:lnTo>
                <a:lnTo>
                  <a:pt x="372502" y="33147"/>
                </a:lnTo>
                <a:lnTo>
                  <a:pt x="337837" y="776"/>
                </a:lnTo>
                <a:lnTo>
                  <a:pt x="318340" y="0"/>
                </a:lnTo>
                <a:lnTo>
                  <a:pt x="340589" y="77652"/>
                </a:lnTo>
                <a:lnTo>
                  <a:pt x="313489" y="71612"/>
                </a:lnTo>
                <a:lnTo>
                  <a:pt x="287957" y="96060"/>
                </a:lnTo>
                <a:lnTo>
                  <a:pt x="301726" y="107589"/>
                </a:lnTo>
                <a:lnTo>
                  <a:pt x="286512" y="123914"/>
                </a:lnTo>
                <a:lnTo>
                  <a:pt x="269409" y="106539"/>
                </a:lnTo>
                <a:lnTo>
                  <a:pt x="255425" y="121045"/>
                </a:lnTo>
                <a:lnTo>
                  <a:pt x="239624" y="111867"/>
                </a:lnTo>
                <a:lnTo>
                  <a:pt x="244632" y="157266"/>
                </a:lnTo>
                <a:lnTo>
                  <a:pt x="216887" y="173643"/>
                </a:lnTo>
                <a:lnTo>
                  <a:pt x="136024" y="163970"/>
                </a:lnTo>
                <a:lnTo>
                  <a:pt x="104981" y="203593"/>
                </a:lnTo>
                <a:lnTo>
                  <a:pt x="105845" y="171863"/>
                </a:lnTo>
                <a:lnTo>
                  <a:pt x="86066" y="148257"/>
                </a:lnTo>
                <a:lnTo>
                  <a:pt x="5758" y="145697"/>
                </a:lnTo>
                <a:lnTo>
                  <a:pt x="0" y="173257"/>
                </a:lnTo>
                <a:lnTo>
                  <a:pt x="19227" y="172235"/>
                </a:lnTo>
                <a:lnTo>
                  <a:pt x="16895" y="235629"/>
                </a:lnTo>
                <a:lnTo>
                  <a:pt x="51691" y="224262"/>
                </a:lnTo>
                <a:lnTo>
                  <a:pt x="82848" y="250222"/>
                </a:lnTo>
                <a:lnTo>
                  <a:pt x="129237" y="246342"/>
                </a:lnTo>
                <a:lnTo>
                  <a:pt x="150147" y="342241"/>
                </a:lnTo>
                <a:lnTo>
                  <a:pt x="224088" y="411257"/>
                </a:lnTo>
                <a:lnTo>
                  <a:pt x="202371" y="420650"/>
                </a:lnTo>
                <a:lnTo>
                  <a:pt x="216520" y="422723"/>
                </a:lnTo>
                <a:lnTo>
                  <a:pt x="201509" y="444205"/>
                </a:lnTo>
                <a:lnTo>
                  <a:pt x="209075" y="457410"/>
                </a:lnTo>
                <a:lnTo>
                  <a:pt x="241020" y="461060"/>
                </a:lnTo>
                <a:lnTo>
                  <a:pt x="232721" y="435421"/>
                </a:lnTo>
                <a:lnTo>
                  <a:pt x="258274" y="429213"/>
                </a:lnTo>
                <a:lnTo>
                  <a:pt x="251344" y="407024"/>
                </a:lnTo>
                <a:lnTo>
                  <a:pt x="276749" y="411596"/>
                </a:lnTo>
                <a:lnTo>
                  <a:pt x="286776" y="439171"/>
                </a:lnTo>
                <a:lnTo>
                  <a:pt x="328368" y="400691"/>
                </a:lnTo>
                <a:lnTo>
                  <a:pt x="345272" y="413109"/>
                </a:lnTo>
                <a:lnTo>
                  <a:pt x="336967" y="485323"/>
                </a:lnTo>
                <a:lnTo>
                  <a:pt x="361213" y="472868"/>
                </a:lnTo>
                <a:lnTo>
                  <a:pt x="355554" y="460370"/>
                </a:lnTo>
                <a:lnTo>
                  <a:pt x="407769" y="455509"/>
                </a:lnTo>
                <a:lnTo>
                  <a:pt x="424824" y="440703"/>
                </a:lnTo>
                <a:lnTo>
                  <a:pt x="415026" y="420720"/>
                </a:lnTo>
                <a:lnTo>
                  <a:pt x="425575" y="397595"/>
                </a:lnTo>
                <a:lnTo>
                  <a:pt x="397187" y="357161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Himāchal Pradesh"/>
          <p:cNvSpPr/>
          <p:nvPr/>
        </p:nvSpPr>
        <p:spPr>
          <a:xfrm>
            <a:off x="8239671" y="2289373"/>
            <a:ext cx="472785" cy="426832"/>
          </a:xfrm>
          <a:custGeom>
            <a:avLst/>
            <a:gdLst/>
            <a:ahLst/>
            <a:cxnLst/>
            <a:rect l="l" t="t" r="r" b="b"/>
            <a:pathLst>
              <a:path w="472785" h="426832">
                <a:moveTo>
                  <a:pt x="274357" y="426832"/>
                </a:moveTo>
                <a:lnTo>
                  <a:pt x="307937" y="410309"/>
                </a:lnTo>
                <a:lnTo>
                  <a:pt x="292047" y="371933"/>
                </a:lnTo>
                <a:lnTo>
                  <a:pt x="319402" y="314216"/>
                </a:lnTo>
                <a:lnTo>
                  <a:pt x="384350" y="294136"/>
                </a:lnTo>
                <a:lnTo>
                  <a:pt x="472785" y="320468"/>
                </a:lnTo>
                <a:lnTo>
                  <a:pt x="436882" y="282232"/>
                </a:lnTo>
                <a:lnTo>
                  <a:pt x="433112" y="260319"/>
                </a:lnTo>
                <a:lnTo>
                  <a:pt x="450354" y="246129"/>
                </a:lnTo>
                <a:lnTo>
                  <a:pt x="430738" y="221054"/>
                </a:lnTo>
                <a:lnTo>
                  <a:pt x="441238" y="188593"/>
                </a:lnTo>
                <a:lnTo>
                  <a:pt x="396058" y="151463"/>
                </a:lnTo>
                <a:lnTo>
                  <a:pt x="407124" y="125766"/>
                </a:lnTo>
                <a:lnTo>
                  <a:pt x="396015" y="112782"/>
                </a:lnTo>
                <a:lnTo>
                  <a:pt x="373867" y="112378"/>
                </a:lnTo>
                <a:lnTo>
                  <a:pt x="386786" y="74662"/>
                </a:lnTo>
                <a:lnTo>
                  <a:pt x="335263" y="95112"/>
                </a:lnTo>
                <a:lnTo>
                  <a:pt x="289101" y="40039"/>
                </a:lnTo>
                <a:lnTo>
                  <a:pt x="241512" y="65698"/>
                </a:lnTo>
                <a:lnTo>
                  <a:pt x="185306" y="34102"/>
                </a:lnTo>
                <a:lnTo>
                  <a:pt x="165850" y="0"/>
                </a:lnTo>
                <a:lnTo>
                  <a:pt x="112899" y="10517"/>
                </a:lnTo>
                <a:lnTo>
                  <a:pt x="49730" y="57252"/>
                </a:lnTo>
                <a:lnTo>
                  <a:pt x="34277" y="48905"/>
                </a:lnTo>
                <a:lnTo>
                  <a:pt x="47348" y="90913"/>
                </a:lnTo>
                <a:lnTo>
                  <a:pt x="33024" y="110997"/>
                </a:lnTo>
                <a:lnTo>
                  <a:pt x="47312" y="128300"/>
                </a:lnTo>
                <a:lnTo>
                  <a:pt x="3191" y="152289"/>
                </a:lnTo>
                <a:lnTo>
                  <a:pt x="0" y="177193"/>
                </a:lnTo>
                <a:lnTo>
                  <a:pt x="43697" y="195059"/>
                </a:lnTo>
                <a:lnTo>
                  <a:pt x="81006" y="291125"/>
                </a:lnTo>
                <a:lnTo>
                  <a:pt x="108059" y="271658"/>
                </a:lnTo>
                <a:lnTo>
                  <a:pt x="116995" y="295238"/>
                </a:lnTo>
                <a:lnTo>
                  <a:pt x="144982" y="303642"/>
                </a:lnTo>
                <a:lnTo>
                  <a:pt x="142620" y="337064"/>
                </a:lnTo>
                <a:lnTo>
                  <a:pt x="216912" y="383015"/>
                </a:lnTo>
                <a:lnTo>
                  <a:pt x="223771" y="416781"/>
                </a:lnTo>
                <a:lnTo>
                  <a:pt x="274357" y="426832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Jammu and Kashmīr"/>
          <p:cNvSpPr/>
          <p:nvPr/>
        </p:nvSpPr>
        <p:spPr>
          <a:xfrm>
            <a:off x="7934357" y="2013147"/>
            <a:ext cx="464855" cy="422618"/>
          </a:xfrm>
          <a:custGeom>
            <a:avLst/>
            <a:gdLst/>
            <a:ahLst/>
            <a:cxnLst/>
            <a:rect l="l" t="t" r="r" b="b"/>
            <a:pathLst>
              <a:path w="464855" h="422618">
                <a:moveTo>
                  <a:pt x="102947" y="0"/>
                </a:moveTo>
                <a:lnTo>
                  <a:pt x="88547" y="34384"/>
                </a:lnTo>
                <a:lnTo>
                  <a:pt x="49741" y="47890"/>
                </a:lnTo>
                <a:lnTo>
                  <a:pt x="36003" y="80560"/>
                </a:lnTo>
                <a:lnTo>
                  <a:pt x="7879" y="79670"/>
                </a:lnTo>
                <a:lnTo>
                  <a:pt x="0" y="109456"/>
                </a:lnTo>
                <a:lnTo>
                  <a:pt x="27563" y="182639"/>
                </a:lnTo>
                <a:lnTo>
                  <a:pt x="32824" y="301214"/>
                </a:lnTo>
                <a:lnTo>
                  <a:pt x="54778" y="319746"/>
                </a:lnTo>
                <a:lnTo>
                  <a:pt x="78577" y="316580"/>
                </a:lnTo>
                <a:lnTo>
                  <a:pt x="135688" y="350601"/>
                </a:lnTo>
                <a:lnTo>
                  <a:pt x="182036" y="338190"/>
                </a:lnTo>
                <a:lnTo>
                  <a:pt x="179741" y="391296"/>
                </a:lnTo>
                <a:lnTo>
                  <a:pt x="226663" y="389738"/>
                </a:lnTo>
                <a:lnTo>
                  <a:pt x="295730" y="422618"/>
                </a:lnTo>
                <a:lnTo>
                  <a:pt x="351793" y="369528"/>
                </a:lnTo>
                <a:lnTo>
                  <a:pt x="339591" y="325131"/>
                </a:lnTo>
                <a:lnTo>
                  <a:pt x="355044" y="333478"/>
                </a:lnTo>
                <a:lnTo>
                  <a:pt x="418213" y="286743"/>
                </a:lnTo>
                <a:lnTo>
                  <a:pt x="464855" y="287830"/>
                </a:lnTo>
                <a:lnTo>
                  <a:pt x="448155" y="249380"/>
                </a:lnTo>
                <a:lnTo>
                  <a:pt x="410886" y="224340"/>
                </a:lnTo>
                <a:lnTo>
                  <a:pt x="389874" y="229825"/>
                </a:lnTo>
                <a:lnTo>
                  <a:pt x="398179" y="203155"/>
                </a:lnTo>
                <a:lnTo>
                  <a:pt x="364823" y="168207"/>
                </a:lnTo>
                <a:lnTo>
                  <a:pt x="338235" y="171746"/>
                </a:lnTo>
                <a:lnTo>
                  <a:pt x="318105" y="135845"/>
                </a:lnTo>
                <a:lnTo>
                  <a:pt x="277685" y="121579"/>
                </a:lnTo>
                <a:lnTo>
                  <a:pt x="253416" y="44209"/>
                </a:lnTo>
                <a:lnTo>
                  <a:pt x="232999" y="30358"/>
                </a:lnTo>
                <a:lnTo>
                  <a:pt x="210487" y="49375"/>
                </a:lnTo>
                <a:lnTo>
                  <a:pt x="164249" y="31071"/>
                </a:lnTo>
                <a:lnTo>
                  <a:pt x="153466" y="125"/>
                </a:lnTo>
                <a:lnTo>
                  <a:pt x="102947" y="0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Jhārkhand"/>
          <p:cNvSpPr/>
          <p:nvPr/>
        </p:nvSpPr>
        <p:spPr>
          <a:xfrm>
            <a:off x="9310825" y="3469706"/>
            <a:ext cx="640984" cy="504392"/>
          </a:xfrm>
          <a:custGeom>
            <a:avLst/>
            <a:gdLst/>
            <a:ahLst/>
            <a:cxnLst/>
            <a:rect l="l" t="t" r="r" b="b"/>
            <a:pathLst>
              <a:path w="640984" h="504392">
                <a:moveTo>
                  <a:pt x="0" y="186250"/>
                </a:moveTo>
                <a:lnTo>
                  <a:pt x="51991" y="228178"/>
                </a:lnTo>
                <a:lnTo>
                  <a:pt x="61681" y="259793"/>
                </a:lnTo>
                <a:lnTo>
                  <a:pt x="95092" y="255998"/>
                </a:lnTo>
                <a:lnTo>
                  <a:pt x="97983" y="329810"/>
                </a:lnTo>
                <a:lnTo>
                  <a:pt x="113496" y="355857"/>
                </a:lnTo>
                <a:lnTo>
                  <a:pt x="147614" y="359771"/>
                </a:lnTo>
                <a:lnTo>
                  <a:pt x="94031" y="421571"/>
                </a:lnTo>
                <a:lnTo>
                  <a:pt x="133160" y="448788"/>
                </a:lnTo>
                <a:lnTo>
                  <a:pt x="240579" y="427681"/>
                </a:lnTo>
                <a:lnTo>
                  <a:pt x="247475" y="456014"/>
                </a:lnTo>
                <a:lnTo>
                  <a:pt x="229461" y="487630"/>
                </a:lnTo>
                <a:lnTo>
                  <a:pt x="264251" y="498572"/>
                </a:lnTo>
                <a:lnTo>
                  <a:pt x="282660" y="475937"/>
                </a:lnTo>
                <a:lnTo>
                  <a:pt x="326170" y="491828"/>
                </a:lnTo>
                <a:lnTo>
                  <a:pt x="343085" y="482635"/>
                </a:lnTo>
                <a:lnTo>
                  <a:pt x="337355" y="500726"/>
                </a:lnTo>
                <a:lnTo>
                  <a:pt x="356916" y="504392"/>
                </a:lnTo>
                <a:lnTo>
                  <a:pt x="376049" y="415254"/>
                </a:lnTo>
                <a:lnTo>
                  <a:pt x="430652" y="454703"/>
                </a:lnTo>
                <a:lnTo>
                  <a:pt x="473770" y="468459"/>
                </a:lnTo>
                <a:lnTo>
                  <a:pt x="493029" y="457417"/>
                </a:lnTo>
                <a:lnTo>
                  <a:pt x="475809" y="414032"/>
                </a:lnTo>
                <a:lnTo>
                  <a:pt x="427835" y="381895"/>
                </a:lnTo>
                <a:lnTo>
                  <a:pt x="445508" y="352278"/>
                </a:lnTo>
                <a:lnTo>
                  <a:pt x="400643" y="351467"/>
                </a:lnTo>
                <a:lnTo>
                  <a:pt x="355103" y="327521"/>
                </a:lnTo>
                <a:lnTo>
                  <a:pt x="351873" y="279715"/>
                </a:lnTo>
                <a:lnTo>
                  <a:pt x="377255" y="278014"/>
                </a:lnTo>
                <a:lnTo>
                  <a:pt x="376937" y="263183"/>
                </a:lnTo>
                <a:lnTo>
                  <a:pt x="412708" y="289223"/>
                </a:lnTo>
                <a:lnTo>
                  <a:pt x="433716" y="256691"/>
                </a:lnTo>
                <a:lnTo>
                  <a:pt x="480446" y="247856"/>
                </a:lnTo>
                <a:lnTo>
                  <a:pt x="481296" y="225681"/>
                </a:lnTo>
                <a:lnTo>
                  <a:pt x="541568" y="227428"/>
                </a:lnTo>
                <a:lnTo>
                  <a:pt x="542221" y="194703"/>
                </a:lnTo>
                <a:lnTo>
                  <a:pt x="571942" y="203789"/>
                </a:lnTo>
                <a:lnTo>
                  <a:pt x="577140" y="183835"/>
                </a:lnTo>
                <a:lnTo>
                  <a:pt x="604501" y="179165"/>
                </a:lnTo>
                <a:lnTo>
                  <a:pt x="596703" y="163401"/>
                </a:lnTo>
                <a:lnTo>
                  <a:pt x="619210" y="144237"/>
                </a:lnTo>
                <a:lnTo>
                  <a:pt x="615103" y="114296"/>
                </a:lnTo>
                <a:lnTo>
                  <a:pt x="634093" y="113993"/>
                </a:lnTo>
                <a:lnTo>
                  <a:pt x="621475" y="87846"/>
                </a:lnTo>
                <a:lnTo>
                  <a:pt x="640984" y="57128"/>
                </a:lnTo>
                <a:lnTo>
                  <a:pt x="589116" y="0"/>
                </a:lnTo>
                <a:lnTo>
                  <a:pt x="529058" y="48268"/>
                </a:lnTo>
                <a:lnTo>
                  <a:pt x="515312" y="110592"/>
                </a:lnTo>
                <a:lnTo>
                  <a:pt x="453321" y="110651"/>
                </a:lnTo>
                <a:lnTo>
                  <a:pt x="431422" y="146522"/>
                </a:lnTo>
                <a:lnTo>
                  <a:pt x="377416" y="85040"/>
                </a:lnTo>
                <a:lnTo>
                  <a:pt x="333296" y="78914"/>
                </a:lnTo>
                <a:lnTo>
                  <a:pt x="323784" y="115007"/>
                </a:lnTo>
                <a:lnTo>
                  <a:pt x="282630" y="118548"/>
                </a:lnTo>
                <a:lnTo>
                  <a:pt x="243604" y="145844"/>
                </a:lnTo>
                <a:lnTo>
                  <a:pt x="217973" y="145870"/>
                </a:lnTo>
                <a:lnTo>
                  <a:pt x="203886" y="122224"/>
                </a:lnTo>
                <a:lnTo>
                  <a:pt x="161515" y="158691"/>
                </a:lnTo>
                <a:lnTo>
                  <a:pt x="133958" y="117769"/>
                </a:lnTo>
                <a:lnTo>
                  <a:pt x="107802" y="130155"/>
                </a:lnTo>
                <a:lnTo>
                  <a:pt x="93955" y="105481"/>
                </a:lnTo>
                <a:lnTo>
                  <a:pt x="75169" y="121990"/>
                </a:lnTo>
                <a:lnTo>
                  <a:pt x="9921" y="126281"/>
                </a:lnTo>
                <a:lnTo>
                  <a:pt x="17643" y="147012"/>
                </a:lnTo>
                <a:lnTo>
                  <a:pt x="0" y="186250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Karnātaka"/>
          <p:cNvSpPr/>
          <p:nvPr/>
        </p:nvSpPr>
        <p:spPr>
          <a:xfrm>
            <a:off x="8031698" y="4499339"/>
            <a:ext cx="622378" cy="1023151"/>
          </a:xfrm>
          <a:custGeom>
            <a:avLst/>
            <a:gdLst/>
            <a:ahLst/>
            <a:cxnLst/>
            <a:rect l="l" t="t" r="r" b="b"/>
            <a:pathLst>
              <a:path w="622378" h="1023151">
                <a:moveTo>
                  <a:pt x="3511" y="417878"/>
                </a:moveTo>
                <a:lnTo>
                  <a:pt x="21812" y="417094"/>
                </a:lnTo>
                <a:lnTo>
                  <a:pt x="33720" y="471175"/>
                </a:lnTo>
                <a:lnTo>
                  <a:pt x="21935" y="476607"/>
                </a:lnTo>
                <a:lnTo>
                  <a:pt x="28188" y="509050"/>
                </a:lnTo>
                <a:lnTo>
                  <a:pt x="0" y="544434"/>
                </a:lnTo>
                <a:lnTo>
                  <a:pt x="23556" y="557114"/>
                </a:lnTo>
                <a:lnTo>
                  <a:pt x="71603" y="684340"/>
                </a:lnTo>
                <a:lnTo>
                  <a:pt x="104390" y="844292"/>
                </a:lnTo>
                <a:lnTo>
                  <a:pt x="170773" y="874394"/>
                </a:lnTo>
                <a:lnTo>
                  <a:pt x="182944" y="919776"/>
                </a:lnTo>
                <a:lnTo>
                  <a:pt x="244490" y="969140"/>
                </a:lnTo>
                <a:lnTo>
                  <a:pt x="279659" y="966174"/>
                </a:lnTo>
                <a:lnTo>
                  <a:pt x="280699" y="985341"/>
                </a:lnTo>
                <a:lnTo>
                  <a:pt x="349078" y="1021568"/>
                </a:lnTo>
                <a:lnTo>
                  <a:pt x="382279" y="1023151"/>
                </a:lnTo>
                <a:lnTo>
                  <a:pt x="400201" y="991077"/>
                </a:lnTo>
                <a:lnTo>
                  <a:pt x="418856" y="1004628"/>
                </a:lnTo>
                <a:lnTo>
                  <a:pt x="437159" y="990904"/>
                </a:lnTo>
                <a:lnTo>
                  <a:pt x="461727" y="998691"/>
                </a:lnTo>
                <a:lnTo>
                  <a:pt x="470991" y="971458"/>
                </a:lnTo>
                <a:lnTo>
                  <a:pt x="496127" y="970162"/>
                </a:lnTo>
                <a:lnTo>
                  <a:pt x="510117" y="946036"/>
                </a:lnTo>
                <a:lnTo>
                  <a:pt x="467928" y="931968"/>
                </a:lnTo>
                <a:lnTo>
                  <a:pt x="487975" y="908040"/>
                </a:lnTo>
                <a:lnTo>
                  <a:pt x="485492" y="863416"/>
                </a:lnTo>
                <a:lnTo>
                  <a:pt x="505025" y="862545"/>
                </a:lnTo>
                <a:lnTo>
                  <a:pt x="518332" y="833089"/>
                </a:lnTo>
                <a:lnTo>
                  <a:pt x="573022" y="849460"/>
                </a:lnTo>
                <a:lnTo>
                  <a:pt x="590321" y="822580"/>
                </a:lnTo>
                <a:lnTo>
                  <a:pt x="605401" y="833622"/>
                </a:lnTo>
                <a:lnTo>
                  <a:pt x="597978" y="821904"/>
                </a:lnTo>
                <a:lnTo>
                  <a:pt x="622378" y="771844"/>
                </a:lnTo>
                <a:lnTo>
                  <a:pt x="593268" y="764182"/>
                </a:lnTo>
                <a:lnTo>
                  <a:pt x="596746" y="726077"/>
                </a:lnTo>
                <a:lnTo>
                  <a:pt x="553104" y="717746"/>
                </a:lnTo>
                <a:lnTo>
                  <a:pt x="558163" y="687552"/>
                </a:lnTo>
                <a:lnTo>
                  <a:pt x="534531" y="690239"/>
                </a:lnTo>
                <a:lnTo>
                  <a:pt x="537170" y="670421"/>
                </a:lnTo>
                <a:lnTo>
                  <a:pt x="475297" y="710591"/>
                </a:lnTo>
                <a:lnTo>
                  <a:pt x="462458" y="687870"/>
                </a:lnTo>
                <a:lnTo>
                  <a:pt x="428142" y="675635"/>
                </a:lnTo>
                <a:lnTo>
                  <a:pt x="426527" y="699992"/>
                </a:lnTo>
                <a:lnTo>
                  <a:pt x="402356" y="702445"/>
                </a:lnTo>
                <a:lnTo>
                  <a:pt x="408332" y="674404"/>
                </a:lnTo>
                <a:lnTo>
                  <a:pt x="387959" y="639419"/>
                </a:lnTo>
                <a:lnTo>
                  <a:pt x="405795" y="638094"/>
                </a:lnTo>
                <a:lnTo>
                  <a:pt x="423228" y="664294"/>
                </a:lnTo>
                <a:lnTo>
                  <a:pt x="447186" y="659991"/>
                </a:lnTo>
                <a:lnTo>
                  <a:pt x="457958" y="681143"/>
                </a:lnTo>
                <a:lnTo>
                  <a:pt x="451221" y="645066"/>
                </a:lnTo>
                <a:lnTo>
                  <a:pt x="472289" y="641016"/>
                </a:lnTo>
                <a:lnTo>
                  <a:pt x="472339" y="625099"/>
                </a:lnTo>
                <a:lnTo>
                  <a:pt x="456959" y="614340"/>
                </a:lnTo>
                <a:lnTo>
                  <a:pt x="456846" y="634779"/>
                </a:lnTo>
                <a:lnTo>
                  <a:pt x="424353" y="613404"/>
                </a:lnTo>
                <a:lnTo>
                  <a:pt x="417486" y="631643"/>
                </a:lnTo>
                <a:lnTo>
                  <a:pt x="394263" y="627956"/>
                </a:lnTo>
                <a:lnTo>
                  <a:pt x="386614" y="605402"/>
                </a:lnTo>
                <a:lnTo>
                  <a:pt x="399077" y="592025"/>
                </a:lnTo>
                <a:lnTo>
                  <a:pt x="370022" y="574591"/>
                </a:lnTo>
                <a:lnTo>
                  <a:pt x="384511" y="524500"/>
                </a:lnTo>
                <a:lnTo>
                  <a:pt x="371643" y="503499"/>
                </a:lnTo>
                <a:lnTo>
                  <a:pt x="413984" y="514294"/>
                </a:lnTo>
                <a:lnTo>
                  <a:pt x="425988" y="489625"/>
                </a:lnTo>
                <a:lnTo>
                  <a:pt x="398969" y="440832"/>
                </a:lnTo>
                <a:lnTo>
                  <a:pt x="420414" y="415811"/>
                </a:lnTo>
                <a:lnTo>
                  <a:pt x="407084" y="387293"/>
                </a:lnTo>
                <a:lnTo>
                  <a:pt x="428226" y="372393"/>
                </a:lnTo>
                <a:lnTo>
                  <a:pt x="473668" y="376863"/>
                </a:lnTo>
                <a:lnTo>
                  <a:pt x="470431" y="327845"/>
                </a:lnTo>
                <a:lnTo>
                  <a:pt x="485351" y="322183"/>
                </a:lnTo>
                <a:lnTo>
                  <a:pt x="435232" y="295385"/>
                </a:lnTo>
                <a:lnTo>
                  <a:pt x="467293" y="276549"/>
                </a:lnTo>
                <a:lnTo>
                  <a:pt x="472159" y="214564"/>
                </a:lnTo>
                <a:lnTo>
                  <a:pt x="455217" y="183453"/>
                </a:lnTo>
                <a:lnTo>
                  <a:pt x="498458" y="142420"/>
                </a:lnTo>
                <a:lnTo>
                  <a:pt x="463932" y="129504"/>
                </a:lnTo>
                <a:lnTo>
                  <a:pt x="493392" y="72055"/>
                </a:lnTo>
                <a:lnTo>
                  <a:pt x="478406" y="59025"/>
                </a:lnTo>
                <a:lnTo>
                  <a:pt x="486408" y="25408"/>
                </a:lnTo>
                <a:lnTo>
                  <a:pt x="453225" y="21560"/>
                </a:lnTo>
                <a:lnTo>
                  <a:pt x="453204" y="0"/>
                </a:lnTo>
                <a:lnTo>
                  <a:pt x="418017" y="44143"/>
                </a:lnTo>
                <a:lnTo>
                  <a:pt x="395914" y="39327"/>
                </a:lnTo>
                <a:lnTo>
                  <a:pt x="391351" y="79949"/>
                </a:lnTo>
                <a:lnTo>
                  <a:pt x="366562" y="82375"/>
                </a:lnTo>
                <a:lnTo>
                  <a:pt x="359758" y="115019"/>
                </a:lnTo>
                <a:lnTo>
                  <a:pt x="336554" y="103258"/>
                </a:lnTo>
                <a:lnTo>
                  <a:pt x="309967" y="127495"/>
                </a:lnTo>
                <a:lnTo>
                  <a:pt x="317150" y="169722"/>
                </a:lnTo>
                <a:lnTo>
                  <a:pt x="254511" y="168521"/>
                </a:lnTo>
                <a:lnTo>
                  <a:pt x="213267" y="145438"/>
                </a:lnTo>
                <a:lnTo>
                  <a:pt x="218437" y="222334"/>
                </a:lnTo>
                <a:lnTo>
                  <a:pt x="164331" y="223155"/>
                </a:lnTo>
                <a:lnTo>
                  <a:pt x="155274" y="240299"/>
                </a:lnTo>
                <a:lnTo>
                  <a:pt x="116155" y="224916"/>
                </a:lnTo>
                <a:lnTo>
                  <a:pt x="114457" y="250629"/>
                </a:lnTo>
                <a:lnTo>
                  <a:pt x="82825" y="259130"/>
                </a:lnTo>
                <a:lnTo>
                  <a:pt x="82266" y="275363"/>
                </a:lnTo>
                <a:lnTo>
                  <a:pt x="65863" y="283262"/>
                </a:lnTo>
                <a:lnTo>
                  <a:pt x="52044" y="266853"/>
                </a:lnTo>
                <a:lnTo>
                  <a:pt x="24598" y="284144"/>
                </a:lnTo>
                <a:lnTo>
                  <a:pt x="32129" y="325372"/>
                </a:lnTo>
                <a:lnTo>
                  <a:pt x="57351" y="337337"/>
                </a:lnTo>
                <a:lnTo>
                  <a:pt x="37169" y="357900"/>
                </a:lnTo>
                <a:lnTo>
                  <a:pt x="51280" y="359542"/>
                </a:lnTo>
                <a:lnTo>
                  <a:pt x="38021" y="397905"/>
                </a:lnTo>
                <a:lnTo>
                  <a:pt x="3511" y="417878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Kerala"/>
          <p:cNvSpPr/>
          <p:nvPr/>
        </p:nvSpPr>
        <p:spPr>
          <a:xfrm>
            <a:off x="8139098" y="5344167"/>
            <a:ext cx="352261" cy="667486"/>
          </a:xfrm>
          <a:custGeom>
            <a:avLst/>
            <a:gdLst/>
            <a:ahLst/>
            <a:cxnLst/>
            <a:rect l="l" t="t" r="r" b="b"/>
            <a:pathLst>
              <a:path w="352261" h="667486">
                <a:moveTo>
                  <a:pt x="92509" y="163866"/>
                </a:moveTo>
                <a:lnTo>
                  <a:pt x="170595" y="359732"/>
                </a:lnTo>
                <a:lnTo>
                  <a:pt x="232181" y="579780"/>
                </a:lnTo>
                <a:lnTo>
                  <a:pt x="292345" y="658222"/>
                </a:lnTo>
                <a:lnTo>
                  <a:pt x="319475" y="667486"/>
                </a:lnTo>
                <a:lnTo>
                  <a:pt x="334457" y="633625"/>
                </a:lnTo>
                <a:lnTo>
                  <a:pt x="315521" y="562795"/>
                </a:lnTo>
                <a:lnTo>
                  <a:pt x="352261" y="489995"/>
                </a:lnTo>
                <a:lnTo>
                  <a:pt x="318126" y="474492"/>
                </a:lnTo>
                <a:lnTo>
                  <a:pt x="332939" y="422046"/>
                </a:lnTo>
                <a:lnTo>
                  <a:pt x="327740" y="364044"/>
                </a:lnTo>
                <a:lnTo>
                  <a:pt x="292891" y="383929"/>
                </a:lnTo>
                <a:lnTo>
                  <a:pt x="271611" y="371466"/>
                </a:lnTo>
                <a:lnTo>
                  <a:pt x="282324" y="299779"/>
                </a:lnTo>
                <a:lnTo>
                  <a:pt x="247949" y="277810"/>
                </a:lnTo>
                <a:lnTo>
                  <a:pt x="267574" y="259392"/>
                </a:lnTo>
                <a:lnTo>
                  <a:pt x="258402" y="234897"/>
                </a:lnTo>
                <a:lnTo>
                  <a:pt x="220164" y="239422"/>
                </a:lnTo>
                <a:lnTo>
                  <a:pt x="232546" y="213866"/>
                </a:lnTo>
                <a:lnTo>
                  <a:pt x="190918" y="197593"/>
                </a:lnTo>
                <a:lnTo>
                  <a:pt x="189133" y="182163"/>
                </a:lnTo>
                <a:lnTo>
                  <a:pt x="218086" y="171365"/>
                </a:lnTo>
                <a:lnTo>
                  <a:pt x="214043" y="154166"/>
                </a:lnTo>
                <a:lnTo>
                  <a:pt x="173299" y="140513"/>
                </a:lnTo>
                <a:lnTo>
                  <a:pt x="172259" y="121346"/>
                </a:lnTo>
                <a:lnTo>
                  <a:pt x="137090" y="124312"/>
                </a:lnTo>
                <a:lnTo>
                  <a:pt x="75544" y="74948"/>
                </a:lnTo>
                <a:lnTo>
                  <a:pt x="63373" y="29566"/>
                </a:lnTo>
                <a:lnTo>
                  <a:pt x="24659" y="18657"/>
                </a:lnTo>
                <a:lnTo>
                  <a:pt x="18643" y="0"/>
                </a:lnTo>
                <a:lnTo>
                  <a:pt x="0" y="4705"/>
                </a:lnTo>
                <a:lnTo>
                  <a:pt x="46070" y="117233"/>
                </a:lnTo>
                <a:lnTo>
                  <a:pt x="92509" y="163866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Ladākh"/>
          <p:cNvSpPr/>
          <p:nvPr/>
        </p:nvSpPr>
        <p:spPr>
          <a:xfrm>
            <a:off x="7818143" y="1719089"/>
            <a:ext cx="1076839" cy="707480"/>
          </a:xfrm>
          <a:custGeom>
            <a:avLst/>
            <a:gdLst/>
            <a:ahLst/>
            <a:cxnLst/>
            <a:rect l="l" t="t" r="r" b="b"/>
            <a:pathLst>
              <a:path w="1076839" h="707480">
                <a:moveTo>
                  <a:pt x="219161" y="294058"/>
                </a:moveTo>
                <a:lnTo>
                  <a:pt x="269680" y="294183"/>
                </a:lnTo>
                <a:lnTo>
                  <a:pt x="280463" y="325129"/>
                </a:lnTo>
                <a:lnTo>
                  <a:pt x="326701" y="343433"/>
                </a:lnTo>
                <a:lnTo>
                  <a:pt x="349213" y="324416"/>
                </a:lnTo>
                <a:lnTo>
                  <a:pt x="369630" y="338267"/>
                </a:lnTo>
                <a:lnTo>
                  <a:pt x="393899" y="415637"/>
                </a:lnTo>
                <a:lnTo>
                  <a:pt x="434319" y="429903"/>
                </a:lnTo>
                <a:lnTo>
                  <a:pt x="454449" y="465804"/>
                </a:lnTo>
                <a:lnTo>
                  <a:pt x="481037" y="462265"/>
                </a:lnTo>
                <a:lnTo>
                  <a:pt x="514393" y="497213"/>
                </a:lnTo>
                <a:lnTo>
                  <a:pt x="506088" y="523883"/>
                </a:lnTo>
                <a:lnTo>
                  <a:pt x="527100" y="518398"/>
                </a:lnTo>
                <a:lnTo>
                  <a:pt x="564369" y="543438"/>
                </a:lnTo>
                <a:lnTo>
                  <a:pt x="612187" y="608570"/>
                </a:lnTo>
                <a:lnTo>
                  <a:pt x="664580" y="636177"/>
                </a:lnTo>
                <a:lnTo>
                  <a:pt x="714861" y="611240"/>
                </a:lnTo>
                <a:lnTo>
                  <a:pt x="756908" y="665434"/>
                </a:lnTo>
                <a:lnTo>
                  <a:pt x="808289" y="644920"/>
                </a:lnTo>
                <a:lnTo>
                  <a:pt x="799803" y="687448"/>
                </a:lnTo>
                <a:lnTo>
                  <a:pt x="860907" y="653894"/>
                </a:lnTo>
                <a:lnTo>
                  <a:pt x="868952" y="692453"/>
                </a:lnTo>
                <a:lnTo>
                  <a:pt x="890855" y="707480"/>
                </a:lnTo>
                <a:lnTo>
                  <a:pt x="937286" y="669463"/>
                </a:lnTo>
                <a:lnTo>
                  <a:pt x="954924" y="678450"/>
                </a:lnTo>
                <a:lnTo>
                  <a:pt x="979719" y="647578"/>
                </a:lnTo>
                <a:lnTo>
                  <a:pt x="938840" y="606874"/>
                </a:lnTo>
                <a:lnTo>
                  <a:pt x="955657" y="569810"/>
                </a:lnTo>
                <a:lnTo>
                  <a:pt x="886459" y="551792"/>
                </a:lnTo>
                <a:lnTo>
                  <a:pt x="881341" y="514297"/>
                </a:lnTo>
                <a:lnTo>
                  <a:pt x="907699" y="516602"/>
                </a:lnTo>
                <a:lnTo>
                  <a:pt x="879893" y="462770"/>
                </a:lnTo>
                <a:lnTo>
                  <a:pt x="916583" y="448544"/>
                </a:lnTo>
                <a:lnTo>
                  <a:pt x="952930" y="455989"/>
                </a:lnTo>
                <a:lnTo>
                  <a:pt x="974865" y="417380"/>
                </a:lnTo>
                <a:lnTo>
                  <a:pt x="963282" y="388630"/>
                </a:lnTo>
                <a:lnTo>
                  <a:pt x="1002816" y="387021"/>
                </a:lnTo>
                <a:lnTo>
                  <a:pt x="1000307" y="365746"/>
                </a:lnTo>
                <a:lnTo>
                  <a:pt x="1040894" y="352733"/>
                </a:lnTo>
                <a:lnTo>
                  <a:pt x="1076839" y="239626"/>
                </a:lnTo>
                <a:lnTo>
                  <a:pt x="1031219" y="185122"/>
                </a:lnTo>
                <a:lnTo>
                  <a:pt x="994992" y="190458"/>
                </a:lnTo>
                <a:lnTo>
                  <a:pt x="945219" y="161611"/>
                </a:lnTo>
                <a:lnTo>
                  <a:pt x="922704" y="164075"/>
                </a:lnTo>
                <a:lnTo>
                  <a:pt x="911222" y="185353"/>
                </a:lnTo>
                <a:lnTo>
                  <a:pt x="813008" y="192952"/>
                </a:lnTo>
                <a:lnTo>
                  <a:pt x="773422" y="229737"/>
                </a:lnTo>
                <a:lnTo>
                  <a:pt x="747829" y="219572"/>
                </a:lnTo>
                <a:lnTo>
                  <a:pt x="751991" y="242127"/>
                </a:lnTo>
                <a:lnTo>
                  <a:pt x="668828" y="239044"/>
                </a:lnTo>
                <a:lnTo>
                  <a:pt x="660562" y="230048"/>
                </a:lnTo>
                <a:lnTo>
                  <a:pt x="683321" y="230763"/>
                </a:lnTo>
                <a:lnTo>
                  <a:pt x="665576" y="203045"/>
                </a:lnTo>
                <a:lnTo>
                  <a:pt x="589886" y="184078"/>
                </a:lnTo>
                <a:lnTo>
                  <a:pt x="577559" y="167865"/>
                </a:lnTo>
                <a:lnTo>
                  <a:pt x="588509" y="153771"/>
                </a:lnTo>
                <a:lnTo>
                  <a:pt x="566714" y="133447"/>
                </a:lnTo>
                <a:lnTo>
                  <a:pt x="445547" y="75344"/>
                </a:lnTo>
                <a:lnTo>
                  <a:pt x="386623" y="3831"/>
                </a:lnTo>
                <a:lnTo>
                  <a:pt x="328242" y="25681"/>
                </a:lnTo>
                <a:lnTo>
                  <a:pt x="296918" y="0"/>
                </a:lnTo>
                <a:lnTo>
                  <a:pt x="280683" y="19337"/>
                </a:lnTo>
                <a:lnTo>
                  <a:pt x="260083" y="13153"/>
                </a:lnTo>
                <a:lnTo>
                  <a:pt x="208281" y="40560"/>
                </a:lnTo>
                <a:lnTo>
                  <a:pt x="157677" y="24783"/>
                </a:lnTo>
                <a:lnTo>
                  <a:pt x="185957" y="56191"/>
                </a:lnTo>
                <a:lnTo>
                  <a:pt x="73921" y="56487"/>
                </a:lnTo>
                <a:lnTo>
                  <a:pt x="60994" y="92550"/>
                </a:lnTo>
                <a:lnTo>
                  <a:pt x="0" y="133887"/>
                </a:lnTo>
                <a:lnTo>
                  <a:pt x="6466" y="179831"/>
                </a:lnTo>
                <a:lnTo>
                  <a:pt x="76000" y="179100"/>
                </a:lnTo>
                <a:lnTo>
                  <a:pt x="99859" y="216185"/>
                </a:lnTo>
                <a:lnTo>
                  <a:pt x="170776" y="231721"/>
                </a:lnTo>
                <a:lnTo>
                  <a:pt x="161287" y="276449"/>
                </a:lnTo>
                <a:lnTo>
                  <a:pt x="219161" y="294058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Lakshadweep"/>
          <p:cNvSpPr/>
          <p:nvPr/>
        </p:nvSpPr>
        <p:spPr>
          <a:xfrm>
            <a:off x="7847362" y="5572738"/>
            <a:ext cx="3933" cy="11543"/>
          </a:xfrm>
          <a:custGeom>
            <a:avLst/>
            <a:gdLst/>
            <a:ahLst/>
            <a:cxnLst/>
            <a:rect l="l" t="t" r="r" b="b"/>
            <a:pathLst>
              <a:path w="3933" h="11543">
                <a:moveTo>
                  <a:pt x="0" y="11543"/>
                </a:moveTo>
                <a:lnTo>
                  <a:pt x="3933" y="0"/>
                </a:lnTo>
                <a:lnTo>
                  <a:pt x="0" y="11543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Madhya Pradesh"/>
          <p:cNvSpPr/>
          <p:nvPr/>
        </p:nvSpPr>
        <p:spPr>
          <a:xfrm>
            <a:off x="8022932" y="3242864"/>
            <a:ext cx="1215945" cy="865640"/>
          </a:xfrm>
          <a:custGeom>
            <a:avLst/>
            <a:gdLst/>
            <a:ahLst/>
            <a:cxnLst/>
            <a:rect l="l" t="t" r="r" b="b"/>
            <a:pathLst>
              <a:path w="1215945" h="865640">
                <a:moveTo>
                  <a:pt x="918173" y="826204"/>
                </a:moveTo>
                <a:lnTo>
                  <a:pt x="941095" y="733023"/>
                </a:lnTo>
                <a:lnTo>
                  <a:pt x="954441" y="708899"/>
                </a:lnTo>
                <a:lnTo>
                  <a:pt x="965978" y="717617"/>
                </a:lnTo>
                <a:lnTo>
                  <a:pt x="980643" y="661488"/>
                </a:lnTo>
                <a:lnTo>
                  <a:pt x="1051375" y="646494"/>
                </a:lnTo>
                <a:lnTo>
                  <a:pt x="1095731" y="565748"/>
                </a:lnTo>
                <a:lnTo>
                  <a:pt x="1126074" y="556172"/>
                </a:lnTo>
                <a:lnTo>
                  <a:pt x="1130588" y="529195"/>
                </a:lnTo>
                <a:lnTo>
                  <a:pt x="1093105" y="498026"/>
                </a:lnTo>
                <a:lnTo>
                  <a:pt x="1052083" y="505584"/>
                </a:lnTo>
                <a:lnTo>
                  <a:pt x="1045108" y="490162"/>
                </a:lnTo>
                <a:lnTo>
                  <a:pt x="1061618" y="469865"/>
                </a:lnTo>
                <a:lnTo>
                  <a:pt x="1049523" y="442820"/>
                </a:lnTo>
                <a:lnTo>
                  <a:pt x="1078190" y="457171"/>
                </a:lnTo>
                <a:lnTo>
                  <a:pt x="1191710" y="452491"/>
                </a:lnTo>
                <a:lnTo>
                  <a:pt x="1215945" y="433879"/>
                </a:lnTo>
                <a:lnTo>
                  <a:pt x="1195747" y="409116"/>
                </a:lnTo>
                <a:lnTo>
                  <a:pt x="1210887" y="332475"/>
                </a:lnTo>
                <a:lnTo>
                  <a:pt x="1163210" y="323387"/>
                </a:lnTo>
                <a:lnTo>
                  <a:pt x="1161353" y="340032"/>
                </a:lnTo>
                <a:lnTo>
                  <a:pt x="1145063" y="337968"/>
                </a:lnTo>
                <a:lnTo>
                  <a:pt x="1131927" y="305989"/>
                </a:lnTo>
                <a:lnTo>
                  <a:pt x="1098924" y="304820"/>
                </a:lnTo>
                <a:lnTo>
                  <a:pt x="1090863" y="278077"/>
                </a:lnTo>
                <a:lnTo>
                  <a:pt x="1049953" y="270595"/>
                </a:lnTo>
                <a:lnTo>
                  <a:pt x="1044566" y="250314"/>
                </a:lnTo>
                <a:lnTo>
                  <a:pt x="1033271" y="268216"/>
                </a:lnTo>
                <a:lnTo>
                  <a:pt x="1003686" y="254225"/>
                </a:lnTo>
                <a:lnTo>
                  <a:pt x="984587" y="295793"/>
                </a:lnTo>
                <a:lnTo>
                  <a:pt x="939239" y="290569"/>
                </a:lnTo>
                <a:lnTo>
                  <a:pt x="949281" y="250949"/>
                </a:lnTo>
                <a:lnTo>
                  <a:pt x="924318" y="259841"/>
                </a:lnTo>
                <a:lnTo>
                  <a:pt x="934261" y="270819"/>
                </a:lnTo>
                <a:lnTo>
                  <a:pt x="910115" y="256545"/>
                </a:lnTo>
                <a:lnTo>
                  <a:pt x="911687" y="269200"/>
                </a:lnTo>
                <a:lnTo>
                  <a:pt x="893190" y="264620"/>
                </a:lnTo>
                <a:lnTo>
                  <a:pt x="902838" y="278689"/>
                </a:lnTo>
                <a:lnTo>
                  <a:pt x="887323" y="279850"/>
                </a:lnTo>
                <a:lnTo>
                  <a:pt x="888875" y="267264"/>
                </a:lnTo>
                <a:lnTo>
                  <a:pt x="872548" y="280149"/>
                </a:lnTo>
                <a:lnTo>
                  <a:pt x="886551" y="252490"/>
                </a:lnTo>
                <a:lnTo>
                  <a:pt x="863311" y="215706"/>
                </a:lnTo>
                <a:lnTo>
                  <a:pt x="806187" y="243834"/>
                </a:lnTo>
                <a:lnTo>
                  <a:pt x="806169" y="264942"/>
                </a:lnTo>
                <a:lnTo>
                  <a:pt x="744421" y="263148"/>
                </a:lnTo>
                <a:lnTo>
                  <a:pt x="756770" y="239170"/>
                </a:lnTo>
                <a:lnTo>
                  <a:pt x="729810" y="228603"/>
                </a:lnTo>
                <a:lnTo>
                  <a:pt x="727476" y="261497"/>
                </a:lnTo>
                <a:lnTo>
                  <a:pt x="692583" y="258347"/>
                </a:lnTo>
                <a:lnTo>
                  <a:pt x="690120" y="238098"/>
                </a:lnTo>
                <a:lnTo>
                  <a:pt x="671936" y="255586"/>
                </a:lnTo>
                <a:lnTo>
                  <a:pt x="682835" y="227495"/>
                </a:lnTo>
                <a:lnTo>
                  <a:pt x="667469" y="244855"/>
                </a:lnTo>
                <a:lnTo>
                  <a:pt x="659530" y="233017"/>
                </a:lnTo>
                <a:lnTo>
                  <a:pt x="686812" y="223172"/>
                </a:lnTo>
                <a:lnTo>
                  <a:pt x="673527" y="196114"/>
                </a:lnTo>
                <a:lnTo>
                  <a:pt x="667041" y="215016"/>
                </a:lnTo>
                <a:lnTo>
                  <a:pt x="651635" y="205654"/>
                </a:lnTo>
                <a:lnTo>
                  <a:pt x="657080" y="226306"/>
                </a:lnTo>
                <a:lnTo>
                  <a:pt x="640954" y="213174"/>
                </a:lnTo>
                <a:lnTo>
                  <a:pt x="610052" y="236588"/>
                </a:lnTo>
                <a:lnTo>
                  <a:pt x="629851" y="241197"/>
                </a:lnTo>
                <a:lnTo>
                  <a:pt x="637291" y="285320"/>
                </a:lnTo>
                <a:lnTo>
                  <a:pt x="659186" y="307220"/>
                </a:lnTo>
                <a:lnTo>
                  <a:pt x="653950" y="338686"/>
                </a:lnTo>
                <a:lnTo>
                  <a:pt x="672118" y="332548"/>
                </a:lnTo>
                <a:lnTo>
                  <a:pt x="684336" y="376387"/>
                </a:lnTo>
                <a:lnTo>
                  <a:pt x="661475" y="401647"/>
                </a:lnTo>
                <a:lnTo>
                  <a:pt x="621628" y="370385"/>
                </a:lnTo>
                <a:lnTo>
                  <a:pt x="603754" y="389067"/>
                </a:lnTo>
                <a:lnTo>
                  <a:pt x="573208" y="299513"/>
                </a:lnTo>
                <a:lnTo>
                  <a:pt x="613269" y="254567"/>
                </a:lnTo>
                <a:lnTo>
                  <a:pt x="592088" y="222768"/>
                </a:lnTo>
                <a:lnTo>
                  <a:pt x="611239" y="194936"/>
                </a:lnTo>
                <a:lnTo>
                  <a:pt x="662222" y="186342"/>
                </a:lnTo>
                <a:lnTo>
                  <a:pt x="654074" y="166914"/>
                </a:lnTo>
                <a:lnTo>
                  <a:pt x="707515" y="79352"/>
                </a:lnTo>
                <a:lnTo>
                  <a:pt x="688952" y="29227"/>
                </a:lnTo>
                <a:lnTo>
                  <a:pt x="599659" y="0"/>
                </a:lnTo>
                <a:lnTo>
                  <a:pt x="397640" y="115830"/>
                </a:lnTo>
                <a:lnTo>
                  <a:pt x="338506" y="172851"/>
                </a:lnTo>
                <a:lnTo>
                  <a:pt x="349819" y="211452"/>
                </a:lnTo>
                <a:lnTo>
                  <a:pt x="373845" y="229964"/>
                </a:lnTo>
                <a:lnTo>
                  <a:pt x="440295" y="233305"/>
                </a:lnTo>
                <a:lnTo>
                  <a:pt x="462694" y="218048"/>
                </a:lnTo>
                <a:lnTo>
                  <a:pt x="467632" y="262333"/>
                </a:lnTo>
                <a:lnTo>
                  <a:pt x="391507" y="278638"/>
                </a:lnTo>
                <a:lnTo>
                  <a:pt x="404353" y="298505"/>
                </a:lnTo>
                <a:lnTo>
                  <a:pt x="383995" y="307473"/>
                </a:lnTo>
                <a:lnTo>
                  <a:pt x="415575" y="321964"/>
                </a:lnTo>
                <a:lnTo>
                  <a:pt x="421206" y="342827"/>
                </a:lnTo>
                <a:lnTo>
                  <a:pt x="408258" y="359426"/>
                </a:lnTo>
                <a:lnTo>
                  <a:pt x="385904" y="348621"/>
                </a:lnTo>
                <a:lnTo>
                  <a:pt x="397585" y="409284"/>
                </a:lnTo>
                <a:lnTo>
                  <a:pt x="369626" y="403139"/>
                </a:lnTo>
                <a:lnTo>
                  <a:pt x="369153" y="385838"/>
                </a:lnTo>
                <a:lnTo>
                  <a:pt x="345916" y="404835"/>
                </a:lnTo>
                <a:lnTo>
                  <a:pt x="302270" y="396955"/>
                </a:lnTo>
                <a:lnTo>
                  <a:pt x="298526" y="379116"/>
                </a:lnTo>
                <a:lnTo>
                  <a:pt x="270267" y="438882"/>
                </a:lnTo>
                <a:lnTo>
                  <a:pt x="215177" y="458913"/>
                </a:lnTo>
                <a:lnTo>
                  <a:pt x="199994" y="430965"/>
                </a:lnTo>
                <a:lnTo>
                  <a:pt x="250250" y="419767"/>
                </a:lnTo>
                <a:lnTo>
                  <a:pt x="235149" y="369988"/>
                </a:lnTo>
                <a:lnTo>
                  <a:pt x="260273" y="360351"/>
                </a:lnTo>
                <a:lnTo>
                  <a:pt x="250175" y="319637"/>
                </a:lnTo>
                <a:lnTo>
                  <a:pt x="164756" y="323412"/>
                </a:lnTo>
                <a:lnTo>
                  <a:pt x="165420" y="302297"/>
                </a:lnTo>
                <a:lnTo>
                  <a:pt x="193313" y="298593"/>
                </a:lnTo>
                <a:lnTo>
                  <a:pt x="170847" y="297692"/>
                </a:lnTo>
                <a:lnTo>
                  <a:pt x="180667" y="272876"/>
                </a:lnTo>
                <a:lnTo>
                  <a:pt x="157330" y="271905"/>
                </a:lnTo>
                <a:lnTo>
                  <a:pt x="139081" y="302201"/>
                </a:lnTo>
                <a:lnTo>
                  <a:pt x="111330" y="285033"/>
                </a:lnTo>
                <a:lnTo>
                  <a:pt x="113502" y="312452"/>
                </a:lnTo>
                <a:lnTo>
                  <a:pt x="136624" y="319019"/>
                </a:lnTo>
                <a:lnTo>
                  <a:pt x="118974" y="333692"/>
                </a:lnTo>
                <a:lnTo>
                  <a:pt x="106658" y="311972"/>
                </a:lnTo>
                <a:lnTo>
                  <a:pt x="94032" y="355665"/>
                </a:lnTo>
                <a:lnTo>
                  <a:pt x="114181" y="361923"/>
                </a:lnTo>
                <a:lnTo>
                  <a:pt x="99347" y="390447"/>
                </a:lnTo>
                <a:lnTo>
                  <a:pt x="120083" y="394371"/>
                </a:lnTo>
                <a:lnTo>
                  <a:pt x="131937" y="424436"/>
                </a:lnTo>
                <a:lnTo>
                  <a:pt x="125577" y="483717"/>
                </a:lnTo>
                <a:lnTo>
                  <a:pt x="67088" y="528544"/>
                </a:lnTo>
                <a:lnTo>
                  <a:pt x="98576" y="546438"/>
                </a:lnTo>
                <a:lnTo>
                  <a:pt x="40048" y="568770"/>
                </a:lnTo>
                <a:lnTo>
                  <a:pt x="61883" y="599116"/>
                </a:lnTo>
                <a:lnTo>
                  <a:pt x="48381" y="632086"/>
                </a:lnTo>
                <a:lnTo>
                  <a:pt x="0" y="651031"/>
                </a:lnTo>
                <a:lnTo>
                  <a:pt x="36193" y="668014"/>
                </a:lnTo>
                <a:lnTo>
                  <a:pt x="4878" y="673898"/>
                </a:lnTo>
                <a:lnTo>
                  <a:pt x="20625" y="714046"/>
                </a:lnTo>
                <a:lnTo>
                  <a:pt x="9316" y="726927"/>
                </a:lnTo>
                <a:lnTo>
                  <a:pt x="24310" y="737860"/>
                </a:lnTo>
                <a:lnTo>
                  <a:pt x="57283" y="723316"/>
                </a:lnTo>
                <a:lnTo>
                  <a:pt x="72632" y="774379"/>
                </a:lnTo>
                <a:lnTo>
                  <a:pt x="120766" y="782158"/>
                </a:lnTo>
                <a:lnTo>
                  <a:pt x="175862" y="818672"/>
                </a:lnTo>
                <a:lnTo>
                  <a:pt x="286090" y="820679"/>
                </a:lnTo>
                <a:lnTo>
                  <a:pt x="288395" y="852893"/>
                </a:lnTo>
                <a:lnTo>
                  <a:pt x="311486" y="865640"/>
                </a:lnTo>
                <a:lnTo>
                  <a:pt x="359147" y="848473"/>
                </a:lnTo>
                <a:lnTo>
                  <a:pt x="382966" y="787424"/>
                </a:lnTo>
                <a:lnTo>
                  <a:pt x="451459" y="762596"/>
                </a:lnTo>
                <a:lnTo>
                  <a:pt x="486635" y="771015"/>
                </a:lnTo>
                <a:lnTo>
                  <a:pt x="496047" y="795688"/>
                </a:lnTo>
                <a:lnTo>
                  <a:pt x="470268" y="795801"/>
                </a:lnTo>
                <a:lnTo>
                  <a:pt x="478996" y="820224"/>
                </a:lnTo>
                <a:lnTo>
                  <a:pt x="541652" y="818502"/>
                </a:lnTo>
                <a:lnTo>
                  <a:pt x="603463" y="784301"/>
                </a:lnTo>
                <a:lnTo>
                  <a:pt x="612316" y="801960"/>
                </a:lnTo>
                <a:lnTo>
                  <a:pt x="679525" y="803574"/>
                </a:lnTo>
                <a:lnTo>
                  <a:pt x="676399" y="788162"/>
                </a:lnTo>
                <a:lnTo>
                  <a:pt x="720306" y="768262"/>
                </a:lnTo>
                <a:lnTo>
                  <a:pt x="757000" y="775469"/>
                </a:lnTo>
                <a:lnTo>
                  <a:pt x="763155" y="795071"/>
                </a:lnTo>
                <a:lnTo>
                  <a:pt x="861845" y="782816"/>
                </a:lnTo>
                <a:lnTo>
                  <a:pt x="883866" y="819856"/>
                </a:lnTo>
                <a:lnTo>
                  <a:pt x="918173" y="826204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Mahārāshtra"/>
          <p:cNvSpPr/>
          <p:nvPr/>
        </p:nvSpPr>
        <p:spPr>
          <a:xfrm>
            <a:off x="7833772" y="3964625"/>
            <a:ext cx="1140335" cy="959438"/>
          </a:xfrm>
          <a:custGeom>
            <a:avLst/>
            <a:gdLst/>
            <a:ahLst/>
            <a:cxnLst/>
            <a:rect l="l" t="t" r="r" b="b"/>
            <a:pathLst>
              <a:path w="1140335" h="959438">
                <a:moveTo>
                  <a:pt x="1053720" y="494198"/>
                </a:moveTo>
                <a:lnTo>
                  <a:pt x="1070471" y="416303"/>
                </a:lnTo>
                <a:lnTo>
                  <a:pt x="1095308" y="392798"/>
                </a:lnTo>
                <a:lnTo>
                  <a:pt x="1120766" y="409623"/>
                </a:lnTo>
                <a:lnTo>
                  <a:pt x="1140335" y="380930"/>
                </a:lnTo>
                <a:lnTo>
                  <a:pt x="1091582" y="330705"/>
                </a:lnTo>
                <a:lnTo>
                  <a:pt x="1071562" y="334011"/>
                </a:lnTo>
                <a:lnTo>
                  <a:pt x="1093039" y="292872"/>
                </a:lnTo>
                <a:lnTo>
                  <a:pt x="1070667" y="267030"/>
                </a:lnTo>
                <a:lnTo>
                  <a:pt x="1102668" y="253949"/>
                </a:lnTo>
                <a:lnTo>
                  <a:pt x="1103430" y="214256"/>
                </a:lnTo>
                <a:lnTo>
                  <a:pt x="1082542" y="211277"/>
                </a:lnTo>
                <a:lnTo>
                  <a:pt x="1097308" y="201395"/>
                </a:lnTo>
                <a:lnTo>
                  <a:pt x="1076745" y="139915"/>
                </a:lnTo>
                <a:lnTo>
                  <a:pt x="1110332" y="107591"/>
                </a:lnTo>
                <a:lnTo>
                  <a:pt x="1073026" y="98095"/>
                </a:lnTo>
                <a:lnTo>
                  <a:pt x="1044532" y="59434"/>
                </a:lnTo>
                <a:lnTo>
                  <a:pt x="1000866" y="76989"/>
                </a:lnTo>
                <a:lnTo>
                  <a:pt x="979598" y="64178"/>
                </a:lnTo>
                <a:lnTo>
                  <a:pt x="952315" y="73310"/>
                </a:lnTo>
                <a:lnTo>
                  <a:pt x="946160" y="53708"/>
                </a:lnTo>
                <a:lnTo>
                  <a:pt x="909391" y="46509"/>
                </a:lnTo>
                <a:lnTo>
                  <a:pt x="865559" y="66401"/>
                </a:lnTo>
                <a:lnTo>
                  <a:pt x="868685" y="81813"/>
                </a:lnTo>
                <a:lnTo>
                  <a:pt x="801476" y="80199"/>
                </a:lnTo>
                <a:lnTo>
                  <a:pt x="790575" y="62749"/>
                </a:lnTo>
                <a:lnTo>
                  <a:pt x="698794" y="100977"/>
                </a:lnTo>
                <a:lnTo>
                  <a:pt x="668031" y="98442"/>
                </a:lnTo>
                <a:lnTo>
                  <a:pt x="659428" y="74040"/>
                </a:lnTo>
                <a:lnTo>
                  <a:pt x="685207" y="73927"/>
                </a:lnTo>
                <a:lnTo>
                  <a:pt x="675795" y="49254"/>
                </a:lnTo>
                <a:lnTo>
                  <a:pt x="640619" y="40835"/>
                </a:lnTo>
                <a:lnTo>
                  <a:pt x="572126" y="65663"/>
                </a:lnTo>
                <a:lnTo>
                  <a:pt x="548307" y="126712"/>
                </a:lnTo>
                <a:lnTo>
                  <a:pt x="500646" y="143879"/>
                </a:lnTo>
                <a:lnTo>
                  <a:pt x="477555" y="131132"/>
                </a:lnTo>
                <a:lnTo>
                  <a:pt x="475250" y="98918"/>
                </a:lnTo>
                <a:lnTo>
                  <a:pt x="365022" y="96911"/>
                </a:lnTo>
                <a:lnTo>
                  <a:pt x="309926" y="60397"/>
                </a:lnTo>
                <a:lnTo>
                  <a:pt x="265658" y="55073"/>
                </a:lnTo>
                <a:lnTo>
                  <a:pt x="238590" y="0"/>
                </a:lnTo>
                <a:lnTo>
                  <a:pt x="156749" y="31234"/>
                </a:lnTo>
                <a:lnTo>
                  <a:pt x="164550" y="80005"/>
                </a:lnTo>
                <a:lnTo>
                  <a:pt x="230982" y="73120"/>
                </a:lnTo>
                <a:lnTo>
                  <a:pt x="176565" y="93885"/>
                </a:lnTo>
                <a:lnTo>
                  <a:pt x="159524" y="128359"/>
                </a:lnTo>
                <a:lnTo>
                  <a:pt x="126496" y="128852"/>
                </a:lnTo>
                <a:lnTo>
                  <a:pt x="171357" y="156979"/>
                </a:lnTo>
                <a:lnTo>
                  <a:pt x="176958" y="192925"/>
                </a:lnTo>
                <a:lnTo>
                  <a:pt x="149687" y="219280"/>
                </a:lnTo>
                <a:lnTo>
                  <a:pt x="108826" y="196475"/>
                </a:lnTo>
                <a:lnTo>
                  <a:pt x="104285" y="273980"/>
                </a:lnTo>
                <a:lnTo>
                  <a:pt x="87788" y="272465"/>
                </a:lnTo>
                <a:lnTo>
                  <a:pt x="71338" y="296544"/>
                </a:lnTo>
                <a:lnTo>
                  <a:pt x="27004" y="270071"/>
                </a:lnTo>
                <a:lnTo>
                  <a:pt x="6160" y="292879"/>
                </a:lnTo>
                <a:lnTo>
                  <a:pt x="15430" y="318458"/>
                </a:lnTo>
                <a:lnTo>
                  <a:pt x="0" y="313401"/>
                </a:lnTo>
                <a:lnTo>
                  <a:pt x="34397" y="548079"/>
                </a:lnTo>
                <a:lnTo>
                  <a:pt x="50538" y="562672"/>
                </a:lnTo>
                <a:lnTo>
                  <a:pt x="62215" y="552931"/>
                </a:lnTo>
                <a:lnTo>
                  <a:pt x="61130" y="581166"/>
                </a:lnTo>
                <a:lnTo>
                  <a:pt x="37141" y="569320"/>
                </a:lnTo>
                <a:lnTo>
                  <a:pt x="80390" y="703378"/>
                </a:lnTo>
                <a:lnTo>
                  <a:pt x="90303" y="824101"/>
                </a:lnTo>
                <a:lnTo>
                  <a:pt x="97272" y="841442"/>
                </a:lnTo>
                <a:lnTo>
                  <a:pt x="115695" y="838235"/>
                </a:lnTo>
                <a:lnTo>
                  <a:pt x="97351" y="844127"/>
                </a:lnTo>
                <a:lnTo>
                  <a:pt x="109881" y="892621"/>
                </a:lnTo>
                <a:lnTo>
                  <a:pt x="137116" y="938963"/>
                </a:lnTo>
                <a:lnTo>
                  <a:pt x="166064" y="930717"/>
                </a:lnTo>
                <a:lnTo>
                  <a:pt x="187898" y="959438"/>
                </a:lnTo>
                <a:lnTo>
                  <a:pt x="213995" y="933298"/>
                </a:lnTo>
                <a:lnTo>
                  <a:pt x="234692" y="934258"/>
                </a:lnTo>
                <a:lnTo>
                  <a:pt x="249205" y="894800"/>
                </a:lnTo>
                <a:lnTo>
                  <a:pt x="235095" y="892614"/>
                </a:lnTo>
                <a:lnTo>
                  <a:pt x="253084" y="885081"/>
                </a:lnTo>
                <a:lnTo>
                  <a:pt x="251595" y="863315"/>
                </a:lnTo>
                <a:lnTo>
                  <a:pt x="230055" y="860086"/>
                </a:lnTo>
                <a:lnTo>
                  <a:pt x="222524" y="818858"/>
                </a:lnTo>
                <a:lnTo>
                  <a:pt x="249970" y="801567"/>
                </a:lnTo>
                <a:lnTo>
                  <a:pt x="263789" y="817976"/>
                </a:lnTo>
                <a:lnTo>
                  <a:pt x="280192" y="810077"/>
                </a:lnTo>
                <a:lnTo>
                  <a:pt x="280751" y="793844"/>
                </a:lnTo>
                <a:lnTo>
                  <a:pt x="312383" y="785343"/>
                </a:lnTo>
                <a:lnTo>
                  <a:pt x="314081" y="759630"/>
                </a:lnTo>
                <a:lnTo>
                  <a:pt x="353200" y="775013"/>
                </a:lnTo>
                <a:lnTo>
                  <a:pt x="362257" y="757869"/>
                </a:lnTo>
                <a:lnTo>
                  <a:pt x="416363" y="757048"/>
                </a:lnTo>
                <a:lnTo>
                  <a:pt x="411193" y="680152"/>
                </a:lnTo>
                <a:lnTo>
                  <a:pt x="452437" y="703235"/>
                </a:lnTo>
                <a:lnTo>
                  <a:pt x="515076" y="704436"/>
                </a:lnTo>
                <a:lnTo>
                  <a:pt x="507893" y="662209"/>
                </a:lnTo>
                <a:lnTo>
                  <a:pt x="534480" y="637972"/>
                </a:lnTo>
                <a:lnTo>
                  <a:pt x="557684" y="649733"/>
                </a:lnTo>
                <a:lnTo>
                  <a:pt x="564488" y="617089"/>
                </a:lnTo>
                <a:lnTo>
                  <a:pt x="589277" y="614663"/>
                </a:lnTo>
                <a:lnTo>
                  <a:pt x="593840" y="574041"/>
                </a:lnTo>
                <a:lnTo>
                  <a:pt x="615943" y="578857"/>
                </a:lnTo>
                <a:lnTo>
                  <a:pt x="644794" y="533750"/>
                </a:lnTo>
                <a:lnTo>
                  <a:pt x="651151" y="556274"/>
                </a:lnTo>
                <a:lnTo>
                  <a:pt x="679620" y="556020"/>
                </a:lnTo>
                <a:lnTo>
                  <a:pt x="683078" y="520179"/>
                </a:lnTo>
                <a:lnTo>
                  <a:pt x="702760" y="519007"/>
                </a:lnTo>
                <a:lnTo>
                  <a:pt x="704838" y="497482"/>
                </a:lnTo>
                <a:lnTo>
                  <a:pt x="731846" y="478250"/>
                </a:lnTo>
                <a:lnTo>
                  <a:pt x="706014" y="448096"/>
                </a:lnTo>
                <a:lnTo>
                  <a:pt x="720064" y="407444"/>
                </a:lnTo>
                <a:lnTo>
                  <a:pt x="763251" y="417387"/>
                </a:lnTo>
                <a:lnTo>
                  <a:pt x="763371" y="391312"/>
                </a:lnTo>
                <a:lnTo>
                  <a:pt x="781117" y="384763"/>
                </a:lnTo>
                <a:lnTo>
                  <a:pt x="781489" y="316375"/>
                </a:lnTo>
                <a:lnTo>
                  <a:pt x="855428" y="339123"/>
                </a:lnTo>
                <a:lnTo>
                  <a:pt x="869204" y="370472"/>
                </a:lnTo>
                <a:lnTo>
                  <a:pt x="903806" y="384336"/>
                </a:lnTo>
                <a:lnTo>
                  <a:pt x="911179" y="360796"/>
                </a:lnTo>
                <a:lnTo>
                  <a:pt x="942734" y="378185"/>
                </a:lnTo>
                <a:lnTo>
                  <a:pt x="985272" y="363336"/>
                </a:lnTo>
                <a:lnTo>
                  <a:pt x="1012875" y="393086"/>
                </a:lnTo>
                <a:lnTo>
                  <a:pt x="996326" y="437559"/>
                </a:lnTo>
                <a:lnTo>
                  <a:pt x="1004925" y="481045"/>
                </a:lnTo>
                <a:lnTo>
                  <a:pt x="1032288" y="500534"/>
                </a:lnTo>
                <a:lnTo>
                  <a:pt x="1053720" y="494198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Manipur"/>
          <p:cNvSpPr/>
          <p:nvPr/>
        </p:nvSpPr>
        <p:spPr>
          <a:xfrm>
            <a:off x="10646160" y="3419926"/>
            <a:ext cx="245308" cy="275718"/>
          </a:xfrm>
          <a:custGeom>
            <a:avLst/>
            <a:gdLst/>
            <a:ahLst/>
            <a:cxnLst/>
            <a:rect l="l" t="t" r="r" b="b"/>
            <a:pathLst>
              <a:path w="245308" h="275718">
                <a:moveTo>
                  <a:pt x="66643" y="53443"/>
                </a:moveTo>
                <a:lnTo>
                  <a:pt x="31048" y="130085"/>
                </a:lnTo>
                <a:lnTo>
                  <a:pt x="18927" y="130068"/>
                </a:lnTo>
                <a:lnTo>
                  <a:pt x="0" y="234363"/>
                </a:lnTo>
                <a:lnTo>
                  <a:pt x="38861" y="248039"/>
                </a:lnTo>
                <a:lnTo>
                  <a:pt x="52075" y="235539"/>
                </a:lnTo>
                <a:lnTo>
                  <a:pt x="73736" y="259794"/>
                </a:lnTo>
                <a:lnTo>
                  <a:pt x="108243" y="250383"/>
                </a:lnTo>
                <a:lnTo>
                  <a:pt x="162197" y="275718"/>
                </a:lnTo>
                <a:lnTo>
                  <a:pt x="245308" y="96418"/>
                </a:lnTo>
                <a:lnTo>
                  <a:pt x="221983" y="70020"/>
                </a:lnTo>
                <a:lnTo>
                  <a:pt x="235805" y="35427"/>
                </a:lnTo>
                <a:lnTo>
                  <a:pt x="218902" y="26697"/>
                </a:lnTo>
                <a:lnTo>
                  <a:pt x="224856" y="0"/>
                </a:lnTo>
                <a:lnTo>
                  <a:pt x="186801" y="26871"/>
                </a:lnTo>
                <a:lnTo>
                  <a:pt x="109715" y="21564"/>
                </a:lnTo>
                <a:lnTo>
                  <a:pt x="87593" y="72236"/>
                </a:lnTo>
                <a:lnTo>
                  <a:pt x="66643" y="53443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Meghālaya"/>
          <p:cNvSpPr/>
          <p:nvPr/>
        </p:nvSpPr>
        <p:spPr>
          <a:xfrm>
            <a:off x="10208991" y="3354763"/>
            <a:ext cx="413640" cy="162678"/>
          </a:xfrm>
          <a:custGeom>
            <a:avLst/>
            <a:gdLst/>
            <a:ahLst/>
            <a:cxnLst/>
            <a:rect l="l" t="t" r="r" b="b"/>
            <a:pathLst>
              <a:path w="413640" h="162678">
                <a:moveTo>
                  <a:pt x="361356" y="162678"/>
                </a:moveTo>
                <a:lnTo>
                  <a:pt x="413640" y="134705"/>
                </a:lnTo>
                <a:lnTo>
                  <a:pt x="380659" y="97609"/>
                </a:lnTo>
                <a:lnTo>
                  <a:pt x="392890" y="78884"/>
                </a:lnTo>
                <a:lnTo>
                  <a:pt x="355644" y="54465"/>
                </a:lnTo>
                <a:lnTo>
                  <a:pt x="324088" y="66756"/>
                </a:lnTo>
                <a:lnTo>
                  <a:pt x="333701" y="31381"/>
                </a:lnTo>
                <a:lnTo>
                  <a:pt x="323575" y="26135"/>
                </a:lnTo>
                <a:lnTo>
                  <a:pt x="339700" y="7647"/>
                </a:lnTo>
                <a:lnTo>
                  <a:pt x="291246" y="18147"/>
                </a:lnTo>
                <a:lnTo>
                  <a:pt x="278287" y="0"/>
                </a:lnTo>
                <a:lnTo>
                  <a:pt x="256850" y="32130"/>
                </a:lnTo>
                <a:lnTo>
                  <a:pt x="244282" y="12861"/>
                </a:lnTo>
                <a:lnTo>
                  <a:pt x="237440" y="37041"/>
                </a:lnTo>
                <a:lnTo>
                  <a:pt x="194791" y="59236"/>
                </a:lnTo>
                <a:lnTo>
                  <a:pt x="191104" y="38513"/>
                </a:lnTo>
                <a:lnTo>
                  <a:pt x="164819" y="44635"/>
                </a:lnTo>
                <a:lnTo>
                  <a:pt x="156707" y="25572"/>
                </a:lnTo>
                <a:lnTo>
                  <a:pt x="42043" y="24100"/>
                </a:lnTo>
                <a:lnTo>
                  <a:pt x="10930" y="55892"/>
                </a:lnTo>
                <a:lnTo>
                  <a:pt x="28311" y="76414"/>
                </a:lnTo>
                <a:lnTo>
                  <a:pt x="0" y="109093"/>
                </a:lnTo>
                <a:lnTo>
                  <a:pt x="3344" y="123211"/>
                </a:lnTo>
                <a:lnTo>
                  <a:pt x="87079" y="145639"/>
                </a:lnTo>
                <a:lnTo>
                  <a:pt x="311081" y="139064"/>
                </a:lnTo>
                <a:lnTo>
                  <a:pt x="361356" y="162678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Mizoram"/>
          <p:cNvSpPr/>
          <p:nvPr/>
        </p:nvSpPr>
        <p:spPr>
          <a:xfrm>
            <a:off x="10548218" y="3593333"/>
            <a:ext cx="156273" cy="385082"/>
          </a:xfrm>
          <a:custGeom>
            <a:avLst/>
            <a:gdLst/>
            <a:ahLst/>
            <a:cxnLst/>
            <a:rect l="l" t="t" r="r" b="b"/>
            <a:pathLst>
              <a:path w="156273" h="385082">
                <a:moveTo>
                  <a:pt x="0" y="118835"/>
                </a:moveTo>
                <a:lnTo>
                  <a:pt x="46776" y="379751"/>
                </a:lnTo>
                <a:lnTo>
                  <a:pt x="60122" y="353196"/>
                </a:lnTo>
                <a:lnTo>
                  <a:pt x="88741" y="385082"/>
                </a:lnTo>
                <a:lnTo>
                  <a:pt x="106958" y="347170"/>
                </a:lnTo>
                <a:lnTo>
                  <a:pt x="129708" y="336912"/>
                </a:lnTo>
                <a:lnTo>
                  <a:pt x="114776" y="255998"/>
                </a:lnTo>
                <a:lnTo>
                  <a:pt x="120354" y="218129"/>
                </a:lnTo>
                <a:lnTo>
                  <a:pt x="142390" y="226076"/>
                </a:lnTo>
                <a:lnTo>
                  <a:pt x="155086" y="206969"/>
                </a:lnTo>
                <a:lnTo>
                  <a:pt x="156273" y="88425"/>
                </a:lnTo>
                <a:lnTo>
                  <a:pt x="145775" y="69865"/>
                </a:lnTo>
                <a:lnTo>
                  <a:pt x="97969" y="60994"/>
                </a:lnTo>
                <a:lnTo>
                  <a:pt x="105139" y="19208"/>
                </a:lnTo>
                <a:lnTo>
                  <a:pt x="78087" y="22008"/>
                </a:lnTo>
                <a:lnTo>
                  <a:pt x="68895" y="0"/>
                </a:lnTo>
                <a:lnTo>
                  <a:pt x="29523" y="56588"/>
                </a:lnTo>
                <a:lnTo>
                  <a:pt x="3724" y="40413"/>
                </a:lnTo>
                <a:lnTo>
                  <a:pt x="0" y="118835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Nāgāland"/>
          <p:cNvSpPr/>
          <p:nvPr/>
        </p:nvSpPr>
        <p:spPr>
          <a:xfrm>
            <a:off x="10695220" y="3217956"/>
            <a:ext cx="264081" cy="274198"/>
          </a:xfrm>
          <a:custGeom>
            <a:avLst/>
            <a:gdLst/>
            <a:ahLst/>
            <a:cxnLst/>
            <a:rect l="l" t="t" r="r" b="b"/>
            <a:pathLst>
              <a:path w="264081" h="274198">
                <a:moveTo>
                  <a:pt x="264081" y="52776"/>
                </a:moveTo>
                <a:lnTo>
                  <a:pt x="258410" y="0"/>
                </a:lnTo>
                <a:lnTo>
                  <a:pt x="156935" y="55870"/>
                </a:lnTo>
                <a:lnTo>
                  <a:pt x="137036" y="86219"/>
                </a:lnTo>
                <a:lnTo>
                  <a:pt x="128693" y="73843"/>
                </a:lnTo>
                <a:lnTo>
                  <a:pt x="93344" y="128916"/>
                </a:lnTo>
                <a:lnTo>
                  <a:pt x="90244" y="167059"/>
                </a:lnTo>
                <a:lnTo>
                  <a:pt x="64872" y="183151"/>
                </a:lnTo>
                <a:lnTo>
                  <a:pt x="60714" y="159145"/>
                </a:lnTo>
                <a:lnTo>
                  <a:pt x="0" y="222325"/>
                </a:lnTo>
                <a:lnTo>
                  <a:pt x="20029" y="263347"/>
                </a:lnTo>
                <a:lnTo>
                  <a:pt x="38547" y="274198"/>
                </a:lnTo>
                <a:lnTo>
                  <a:pt x="70277" y="220232"/>
                </a:lnTo>
                <a:lnTo>
                  <a:pt x="137741" y="228841"/>
                </a:lnTo>
                <a:lnTo>
                  <a:pt x="172385" y="200649"/>
                </a:lnTo>
                <a:lnTo>
                  <a:pt x="178582" y="234913"/>
                </a:lnTo>
                <a:lnTo>
                  <a:pt x="217595" y="219491"/>
                </a:lnTo>
                <a:lnTo>
                  <a:pt x="257402" y="143703"/>
                </a:lnTo>
                <a:lnTo>
                  <a:pt x="240239" y="87491"/>
                </a:lnTo>
                <a:lnTo>
                  <a:pt x="264081" y="52776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disha"/>
          <p:cNvSpPr/>
          <p:nvPr/>
        </p:nvSpPr>
        <p:spPr>
          <a:xfrm>
            <a:off x="9043030" y="3884988"/>
            <a:ext cx="843081" cy="708630"/>
          </a:xfrm>
          <a:custGeom>
            <a:avLst/>
            <a:gdLst/>
            <a:ahLst/>
            <a:cxnLst/>
            <a:rect l="l" t="t" r="r" b="b"/>
            <a:pathLst>
              <a:path w="843081" h="708630">
                <a:moveTo>
                  <a:pt x="0" y="708630"/>
                </a:moveTo>
                <a:lnTo>
                  <a:pt x="30625" y="708154"/>
                </a:lnTo>
                <a:lnTo>
                  <a:pt x="87877" y="671299"/>
                </a:lnTo>
                <a:lnTo>
                  <a:pt x="120267" y="682407"/>
                </a:lnTo>
                <a:lnTo>
                  <a:pt x="150249" y="599741"/>
                </a:lnTo>
                <a:lnTo>
                  <a:pt x="171702" y="646310"/>
                </a:lnTo>
                <a:lnTo>
                  <a:pt x="194613" y="614586"/>
                </a:lnTo>
                <a:lnTo>
                  <a:pt x="229415" y="624926"/>
                </a:lnTo>
                <a:lnTo>
                  <a:pt x="223674" y="585178"/>
                </a:lnTo>
                <a:lnTo>
                  <a:pt x="278050" y="555881"/>
                </a:lnTo>
                <a:lnTo>
                  <a:pt x="264878" y="532520"/>
                </a:lnTo>
                <a:lnTo>
                  <a:pt x="285800" y="539100"/>
                </a:lnTo>
                <a:lnTo>
                  <a:pt x="286654" y="518451"/>
                </a:lnTo>
                <a:lnTo>
                  <a:pt x="296240" y="530746"/>
                </a:lnTo>
                <a:lnTo>
                  <a:pt x="308539" y="508067"/>
                </a:lnTo>
                <a:lnTo>
                  <a:pt x="345522" y="560039"/>
                </a:lnTo>
                <a:lnTo>
                  <a:pt x="404766" y="564137"/>
                </a:lnTo>
                <a:lnTo>
                  <a:pt x="418624" y="529067"/>
                </a:lnTo>
                <a:lnTo>
                  <a:pt x="443517" y="528649"/>
                </a:lnTo>
                <a:lnTo>
                  <a:pt x="453208" y="507567"/>
                </a:lnTo>
                <a:lnTo>
                  <a:pt x="466547" y="521005"/>
                </a:lnTo>
                <a:lnTo>
                  <a:pt x="547006" y="445195"/>
                </a:lnTo>
                <a:lnTo>
                  <a:pt x="691748" y="389657"/>
                </a:lnTo>
                <a:lnTo>
                  <a:pt x="746003" y="333960"/>
                </a:lnTo>
                <a:lnTo>
                  <a:pt x="741716" y="305903"/>
                </a:lnTo>
                <a:lnTo>
                  <a:pt x="783741" y="276486"/>
                </a:lnTo>
                <a:lnTo>
                  <a:pt x="749092" y="273812"/>
                </a:lnTo>
                <a:lnTo>
                  <a:pt x="772946" y="260329"/>
                </a:lnTo>
                <a:lnTo>
                  <a:pt x="757099" y="200724"/>
                </a:lnTo>
                <a:lnTo>
                  <a:pt x="785417" y="164861"/>
                </a:lnTo>
                <a:lnTo>
                  <a:pt x="843081" y="143988"/>
                </a:lnTo>
                <a:lnTo>
                  <a:pt x="841009" y="124655"/>
                </a:lnTo>
                <a:lnTo>
                  <a:pt x="799693" y="87755"/>
                </a:lnTo>
                <a:lnTo>
                  <a:pt x="781259" y="104367"/>
                </a:lnTo>
                <a:lnTo>
                  <a:pt x="771185" y="71865"/>
                </a:lnTo>
                <a:lnTo>
                  <a:pt x="644045" y="0"/>
                </a:lnTo>
                <a:lnTo>
                  <a:pt x="624711" y="89110"/>
                </a:lnTo>
                <a:lnTo>
                  <a:pt x="605150" y="85444"/>
                </a:lnTo>
                <a:lnTo>
                  <a:pt x="610880" y="67353"/>
                </a:lnTo>
                <a:lnTo>
                  <a:pt x="593965" y="76546"/>
                </a:lnTo>
                <a:lnTo>
                  <a:pt x="550455" y="60655"/>
                </a:lnTo>
                <a:lnTo>
                  <a:pt x="532046" y="83290"/>
                </a:lnTo>
                <a:lnTo>
                  <a:pt x="497256" y="72348"/>
                </a:lnTo>
                <a:lnTo>
                  <a:pt x="515270" y="40732"/>
                </a:lnTo>
                <a:lnTo>
                  <a:pt x="508374" y="12399"/>
                </a:lnTo>
                <a:lnTo>
                  <a:pt x="400955" y="33506"/>
                </a:lnTo>
                <a:lnTo>
                  <a:pt x="358068" y="6639"/>
                </a:lnTo>
                <a:lnTo>
                  <a:pt x="362039" y="29225"/>
                </a:lnTo>
                <a:lnTo>
                  <a:pt x="300038" y="69315"/>
                </a:lnTo>
                <a:lnTo>
                  <a:pt x="303944" y="106892"/>
                </a:lnTo>
                <a:lnTo>
                  <a:pt x="268920" y="159016"/>
                </a:lnTo>
                <a:lnTo>
                  <a:pt x="278377" y="181531"/>
                </a:lnTo>
                <a:lnTo>
                  <a:pt x="259343" y="177453"/>
                </a:lnTo>
                <a:lnTo>
                  <a:pt x="240303" y="218166"/>
                </a:lnTo>
                <a:lnTo>
                  <a:pt x="172325" y="210851"/>
                </a:lnTo>
                <a:lnTo>
                  <a:pt x="148081" y="259659"/>
                </a:lnTo>
                <a:lnTo>
                  <a:pt x="132214" y="250442"/>
                </a:lnTo>
                <a:lnTo>
                  <a:pt x="138915" y="374768"/>
                </a:lnTo>
                <a:lnTo>
                  <a:pt x="182700" y="384003"/>
                </a:lnTo>
                <a:lnTo>
                  <a:pt x="181581" y="407839"/>
                </a:lnTo>
                <a:lnTo>
                  <a:pt x="165585" y="416672"/>
                </a:lnTo>
                <a:lnTo>
                  <a:pt x="167193" y="403069"/>
                </a:lnTo>
                <a:lnTo>
                  <a:pt x="145391" y="396621"/>
                </a:lnTo>
                <a:lnTo>
                  <a:pt x="131451" y="407721"/>
                </a:lnTo>
                <a:lnTo>
                  <a:pt x="116517" y="382696"/>
                </a:lnTo>
                <a:lnTo>
                  <a:pt x="65756" y="376623"/>
                </a:lnTo>
                <a:lnTo>
                  <a:pt x="63296" y="395384"/>
                </a:lnTo>
                <a:lnTo>
                  <a:pt x="92708" y="414464"/>
                </a:lnTo>
                <a:lnTo>
                  <a:pt x="87655" y="456705"/>
                </a:lnTo>
                <a:lnTo>
                  <a:pt x="109865" y="468667"/>
                </a:lnTo>
                <a:lnTo>
                  <a:pt x="117704" y="544556"/>
                </a:lnTo>
                <a:lnTo>
                  <a:pt x="68919" y="583613"/>
                </a:lnTo>
                <a:lnTo>
                  <a:pt x="78595" y="593616"/>
                </a:lnTo>
                <a:lnTo>
                  <a:pt x="49051" y="628969"/>
                </a:lnTo>
                <a:lnTo>
                  <a:pt x="17918" y="643224"/>
                </a:lnTo>
                <a:lnTo>
                  <a:pt x="0" y="708630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Puducherry"/>
          <p:cNvSpPr/>
          <p:nvPr/>
        </p:nvSpPr>
        <p:spPr>
          <a:xfrm>
            <a:off x="8804553" y="5461179"/>
            <a:ext cx="18519" cy="25588"/>
          </a:xfrm>
          <a:custGeom>
            <a:avLst/>
            <a:gdLst/>
            <a:ahLst/>
            <a:cxnLst/>
            <a:rect l="l" t="t" r="r" b="b"/>
            <a:pathLst>
              <a:path w="18519" h="25588">
                <a:moveTo>
                  <a:pt x="18519" y="25588"/>
                </a:moveTo>
                <a:lnTo>
                  <a:pt x="10191" y="0"/>
                </a:lnTo>
                <a:lnTo>
                  <a:pt x="0" y="18982"/>
                </a:lnTo>
                <a:lnTo>
                  <a:pt x="18519" y="25588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Punjab"/>
          <p:cNvSpPr/>
          <p:nvPr/>
        </p:nvSpPr>
        <p:spPr>
          <a:xfrm>
            <a:off x="8003053" y="2400685"/>
            <a:ext cx="422556" cy="443198"/>
          </a:xfrm>
          <a:custGeom>
            <a:avLst/>
            <a:gdLst/>
            <a:ahLst/>
            <a:cxnLst/>
            <a:rect l="l" t="t" r="r" b="b"/>
            <a:pathLst>
              <a:path w="422556" h="443198">
                <a:moveTo>
                  <a:pt x="88768" y="383385"/>
                </a:moveTo>
                <a:lnTo>
                  <a:pt x="167922" y="387862"/>
                </a:lnTo>
                <a:lnTo>
                  <a:pt x="187701" y="411468"/>
                </a:lnTo>
                <a:lnTo>
                  <a:pt x="186837" y="443198"/>
                </a:lnTo>
                <a:lnTo>
                  <a:pt x="217880" y="403575"/>
                </a:lnTo>
                <a:lnTo>
                  <a:pt x="298743" y="413248"/>
                </a:lnTo>
                <a:lnTo>
                  <a:pt x="326488" y="396871"/>
                </a:lnTo>
                <a:lnTo>
                  <a:pt x="321480" y="351472"/>
                </a:lnTo>
                <a:lnTo>
                  <a:pt x="337281" y="360650"/>
                </a:lnTo>
                <a:lnTo>
                  <a:pt x="351265" y="346144"/>
                </a:lnTo>
                <a:lnTo>
                  <a:pt x="368368" y="363519"/>
                </a:lnTo>
                <a:lnTo>
                  <a:pt x="383582" y="347194"/>
                </a:lnTo>
                <a:lnTo>
                  <a:pt x="369813" y="335665"/>
                </a:lnTo>
                <a:lnTo>
                  <a:pt x="395345" y="311217"/>
                </a:lnTo>
                <a:lnTo>
                  <a:pt x="422556" y="317077"/>
                </a:lnTo>
                <a:lnTo>
                  <a:pt x="420958" y="283774"/>
                </a:lnTo>
                <a:lnTo>
                  <a:pt x="390377" y="263943"/>
                </a:lnTo>
                <a:lnTo>
                  <a:pt x="411400" y="256207"/>
                </a:lnTo>
                <a:lnTo>
                  <a:pt x="379238" y="225752"/>
                </a:lnTo>
                <a:lnTo>
                  <a:pt x="381600" y="192330"/>
                </a:lnTo>
                <a:lnTo>
                  <a:pt x="353613" y="183926"/>
                </a:lnTo>
                <a:lnTo>
                  <a:pt x="344513" y="160314"/>
                </a:lnTo>
                <a:lnTo>
                  <a:pt x="317624" y="179813"/>
                </a:lnTo>
                <a:lnTo>
                  <a:pt x="280315" y="83747"/>
                </a:lnTo>
                <a:lnTo>
                  <a:pt x="236618" y="65881"/>
                </a:lnTo>
                <a:lnTo>
                  <a:pt x="239809" y="40977"/>
                </a:lnTo>
                <a:lnTo>
                  <a:pt x="283690" y="17590"/>
                </a:lnTo>
                <a:lnTo>
                  <a:pt x="270796" y="0"/>
                </a:lnTo>
                <a:lnTo>
                  <a:pt x="228116" y="34865"/>
                </a:lnTo>
                <a:lnTo>
                  <a:pt x="201525" y="24649"/>
                </a:lnTo>
                <a:lnTo>
                  <a:pt x="190411" y="61140"/>
                </a:lnTo>
                <a:lnTo>
                  <a:pt x="137539" y="68273"/>
                </a:lnTo>
                <a:lnTo>
                  <a:pt x="83373" y="118049"/>
                </a:lnTo>
                <a:lnTo>
                  <a:pt x="106414" y="162001"/>
                </a:lnTo>
                <a:lnTo>
                  <a:pt x="86431" y="205872"/>
                </a:lnTo>
                <a:lnTo>
                  <a:pt x="113031" y="211891"/>
                </a:lnTo>
                <a:lnTo>
                  <a:pt x="6708" y="301682"/>
                </a:lnTo>
                <a:lnTo>
                  <a:pt x="12321" y="356929"/>
                </a:lnTo>
                <a:lnTo>
                  <a:pt x="0" y="375269"/>
                </a:lnTo>
                <a:lnTo>
                  <a:pt x="88768" y="383385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ājasthān"/>
          <p:cNvSpPr/>
          <p:nvPr/>
        </p:nvSpPr>
        <p:spPr>
          <a:xfrm>
            <a:off x="7393473" y="2745956"/>
            <a:ext cx="1216970" cy="1065302"/>
          </a:xfrm>
          <a:custGeom>
            <a:avLst/>
            <a:gdLst/>
            <a:ahLst/>
            <a:cxnLst/>
            <a:rect l="l" t="t" r="r" b="b"/>
            <a:pathLst>
              <a:path w="1216970" h="1065302">
                <a:moveTo>
                  <a:pt x="1080074" y="357801"/>
                </a:moveTo>
                <a:lnTo>
                  <a:pt x="1046990" y="354704"/>
                </a:lnTo>
                <a:lnTo>
                  <a:pt x="1052649" y="367202"/>
                </a:lnTo>
                <a:lnTo>
                  <a:pt x="1028400" y="379653"/>
                </a:lnTo>
                <a:lnTo>
                  <a:pt x="1036708" y="307443"/>
                </a:lnTo>
                <a:lnTo>
                  <a:pt x="1019804" y="295025"/>
                </a:lnTo>
                <a:lnTo>
                  <a:pt x="978212" y="333505"/>
                </a:lnTo>
                <a:lnTo>
                  <a:pt x="968185" y="305930"/>
                </a:lnTo>
                <a:lnTo>
                  <a:pt x="942780" y="301358"/>
                </a:lnTo>
                <a:lnTo>
                  <a:pt x="949710" y="323547"/>
                </a:lnTo>
                <a:lnTo>
                  <a:pt x="924157" y="329755"/>
                </a:lnTo>
                <a:lnTo>
                  <a:pt x="932403" y="355455"/>
                </a:lnTo>
                <a:lnTo>
                  <a:pt x="898343" y="350207"/>
                </a:lnTo>
                <a:lnTo>
                  <a:pt x="907956" y="317057"/>
                </a:lnTo>
                <a:lnTo>
                  <a:pt x="894775" y="312115"/>
                </a:lnTo>
                <a:lnTo>
                  <a:pt x="915524" y="305591"/>
                </a:lnTo>
                <a:lnTo>
                  <a:pt x="841583" y="236575"/>
                </a:lnTo>
                <a:lnTo>
                  <a:pt x="820673" y="140676"/>
                </a:lnTo>
                <a:lnTo>
                  <a:pt x="774284" y="144556"/>
                </a:lnTo>
                <a:lnTo>
                  <a:pt x="743127" y="118596"/>
                </a:lnTo>
                <a:lnTo>
                  <a:pt x="708331" y="129963"/>
                </a:lnTo>
                <a:lnTo>
                  <a:pt x="710663" y="66569"/>
                </a:lnTo>
                <a:lnTo>
                  <a:pt x="690956" y="64153"/>
                </a:lnTo>
                <a:lnTo>
                  <a:pt x="698348" y="38114"/>
                </a:lnTo>
                <a:lnTo>
                  <a:pt x="610762" y="33480"/>
                </a:lnTo>
                <a:lnTo>
                  <a:pt x="621550" y="0"/>
                </a:lnTo>
                <a:lnTo>
                  <a:pt x="541841" y="37652"/>
                </a:lnTo>
                <a:lnTo>
                  <a:pt x="479282" y="174702"/>
                </a:lnTo>
                <a:lnTo>
                  <a:pt x="402692" y="212884"/>
                </a:lnTo>
                <a:lnTo>
                  <a:pt x="334297" y="333851"/>
                </a:lnTo>
                <a:lnTo>
                  <a:pt x="192126" y="372060"/>
                </a:lnTo>
                <a:lnTo>
                  <a:pt x="173826" y="366638"/>
                </a:lnTo>
                <a:lnTo>
                  <a:pt x="153013" y="326550"/>
                </a:lnTo>
                <a:lnTo>
                  <a:pt x="122928" y="326349"/>
                </a:lnTo>
                <a:lnTo>
                  <a:pt x="14219" y="449982"/>
                </a:lnTo>
                <a:lnTo>
                  <a:pt x="0" y="506500"/>
                </a:lnTo>
                <a:lnTo>
                  <a:pt x="42577" y="537337"/>
                </a:lnTo>
                <a:lnTo>
                  <a:pt x="95524" y="544338"/>
                </a:lnTo>
                <a:lnTo>
                  <a:pt x="85206" y="635848"/>
                </a:lnTo>
                <a:lnTo>
                  <a:pt x="108589" y="669368"/>
                </a:lnTo>
                <a:lnTo>
                  <a:pt x="162798" y="671097"/>
                </a:lnTo>
                <a:lnTo>
                  <a:pt x="163446" y="716643"/>
                </a:lnTo>
                <a:lnTo>
                  <a:pt x="225417" y="824323"/>
                </a:lnTo>
                <a:lnTo>
                  <a:pt x="327915" y="834239"/>
                </a:lnTo>
                <a:lnTo>
                  <a:pt x="356877" y="818901"/>
                </a:lnTo>
                <a:lnTo>
                  <a:pt x="396491" y="831379"/>
                </a:lnTo>
                <a:lnTo>
                  <a:pt x="382508" y="837785"/>
                </a:lnTo>
                <a:lnTo>
                  <a:pt x="411706" y="863280"/>
                </a:lnTo>
                <a:lnTo>
                  <a:pt x="423020" y="847633"/>
                </a:lnTo>
                <a:lnTo>
                  <a:pt x="474505" y="874860"/>
                </a:lnTo>
                <a:lnTo>
                  <a:pt x="498947" y="850852"/>
                </a:lnTo>
                <a:lnTo>
                  <a:pt x="497461" y="865994"/>
                </a:lnTo>
                <a:lnTo>
                  <a:pt x="517231" y="870876"/>
                </a:lnTo>
                <a:lnTo>
                  <a:pt x="496207" y="896133"/>
                </a:lnTo>
                <a:lnTo>
                  <a:pt x="520489" y="924852"/>
                </a:lnTo>
                <a:lnTo>
                  <a:pt x="536997" y="909570"/>
                </a:lnTo>
                <a:lnTo>
                  <a:pt x="535592" y="956331"/>
                </a:lnTo>
                <a:lnTo>
                  <a:pt x="559305" y="983869"/>
                </a:lnTo>
                <a:lnTo>
                  <a:pt x="577664" y="981721"/>
                </a:lnTo>
                <a:lnTo>
                  <a:pt x="573725" y="1007502"/>
                </a:lnTo>
                <a:lnTo>
                  <a:pt x="620135" y="1017602"/>
                </a:lnTo>
                <a:lnTo>
                  <a:pt x="671025" y="1065302"/>
                </a:lnTo>
                <a:lnTo>
                  <a:pt x="728035" y="1043346"/>
                </a:lnTo>
                <a:lnTo>
                  <a:pt x="696547" y="1025452"/>
                </a:lnTo>
                <a:lnTo>
                  <a:pt x="755036" y="980625"/>
                </a:lnTo>
                <a:lnTo>
                  <a:pt x="761396" y="921344"/>
                </a:lnTo>
                <a:lnTo>
                  <a:pt x="749542" y="891279"/>
                </a:lnTo>
                <a:lnTo>
                  <a:pt x="728806" y="887355"/>
                </a:lnTo>
                <a:lnTo>
                  <a:pt x="743640" y="858831"/>
                </a:lnTo>
                <a:lnTo>
                  <a:pt x="723491" y="852573"/>
                </a:lnTo>
                <a:lnTo>
                  <a:pt x="736117" y="808880"/>
                </a:lnTo>
                <a:lnTo>
                  <a:pt x="748433" y="830600"/>
                </a:lnTo>
                <a:lnTo>
                  <a:pt x="766083" y="815927"/>
                </a:lnTo>
                <a:lnTo>
                  <a:pt x="742961" y="809360"/>
                </a:lnTo>
                <a:lnTo>
                  <a:pt x="742099" y="780547"/>
                </a:lnTo>
                <a:lnTo>
                  <a:pt x="768540" y="799109"/>
                </a:lnTo>
                <a:lnTo>
                  <a:pt x="786789" y="768813"/>
                </a:lnTo>
                <a:lnTo>
                  <a:pt x="810126" y="769784"/>
                </a:lnTo>
                <a:lnTo>
                  <a:pt x="800306" y="794600"/>
                </a:lnTo>
                <a:lnTo>
                  <a:pt x="822772" y="795501"/>
                </a:lnTo>
                <a:lnTo>
                  <a:pt x="794879" y="799205"/>
                </a:lnTo>
                <a:lnTo>
                  <a:pt x="794215" y="820320"/>
                </a:lnTo>
                <a:lnTo>
                  <a:pt x="879305" y="816000"/>
                </a:lnTo>
                <a:lnTo>
                  <a:pt x="889732" y="857259"/>
                </a:lnTo>
                <a:lnTo>
                  <a:pt x="864608" y="866896"/>
                </a:lnTo>
                <a:lnTo>
                  <a:pt x="879709" y="916675"/>
                </a:lnTo>
                <a:lnTo>
                  <a:pt x="827551" y="935284"/>
                </a:lnTo>
                <a:lnTo>
                  <a:pt x="858952" y="961701"/>
                </a:lnTo>
                <a:lnTo>
                  <a:pt x="861598" y="940216"/>
                </a:lnTo>
                <a:lnTo>
                  <a:pt x="893654" y="940609"/>
                </a:lnTo>
                <a:lnTo>
                  <a:pt x="919905" y="912041"/>
                </a:lnTo>
                <a:lnTo>
                  <a:pt x="927985" y="876024"/>
                </a:lnTo>
                <a:lnTo>
                  <a:pt x="931729" y="893863"/>
                </a:lnTo>
                <a:lnTo>
                  <a:pt x="975375" y="901743"/>
                </a:lnTo>
                <a:lnTo>
                  <a:pt x="998612" y="882746"/>
                </a:lnTo>
                <a:lnTo>
                  <a:pt x="1013365" y="907784"/>
                </a:lnTo>
                <a:lnTo>
                  <a:pt x="1033456" y="895551"/>
                </a:lnTo>
                <a:lnTo>
                  <a:pt x="1015361" y="845538"/>
                </a:lnTo>
                <a:lnTo>
                  <a:pt x="1037717" y="856334"/>
                </a:lnTo>
                <a:lnTo>
                  <a:pt x="1050240" y="831503"/>
                </a:lnTo>
                <a:lnTo>
                  <a:pt x="1013454" y="804381"/>
                </a:lnTo>
                <a:lnTo>
                  <a:pt x="1033812" y="795413"/>
                </a:lnTo>
                <a:lnTo>
                  <a:pt x="1020966" y="775546"/>
                </a:lnTo>
                <a:lnTo>
                  <a:pt x="1097091" y="759241"/>
                </a:lnTo>
                <a:lnTo>
                  <a:pt x="1092153" y="714956"/>
                </a:lnTo>
                <a:lnTo>
                  <a:pt x="1069754" y="730213"/>
                </a:lnTo>
                <a:lnTo>
                  <a:pt x="1003304" y="726872"/>
                </a:lnTo>
                <a:lnTo>
                  <a:pt x="979278" y="708360"/>
                </a:lnTo>
                <a:lnTo>
                  <a:pt x="967824" y="670053"/>
                </a:lnTo>
                <a:lnTo>
                  <a:pt x="1044946" y="601012"/>
                </a:lnTo>
                <a:lnTo>
                  <a:pt x="1192101" y="525702"/>
                </a:lnTo>
                <a:lnTo>
                  <a:pt x="1216970" y="489439"/>
                </a:lnTo>
                <a:lnTo>
                  <a:pt x="1182934" y="499837"/>
                </a:lnTo>
                <a:lnTo>
                  <a:pt x="1146115" y="487435"/>
                </a:lnTo>
                <a:lnTo>
                  <a:pt x="1103735" y="515908"/>
                </a:lnTo>
                <a:lnTo>
                  <a:pt x="1099957" y="497665"/>
                </a:lnTo>
                <a:lnTo>
                  <a:pt x="1146441" y="476355"/>
                </a:lnTo>
                <a:lnTo>
                  <a:pt x="1112706" y="467433"/>
                </a:lnTo>
                <a:lnTo>
                  <a:pt x="1135110" y="448359"/>
                </a:lnTo>
                <a:lnTo>
                  <a:pt x="1087869" y="398770"/>
                </a:lnTo>
                <a:lnTo>
                  <a:pt x="1080074" y="357801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Sikkim"/>
          <p:cNvSpPr/>
          <p:nvPr/>
        </p:nvSpPr>
        <p:spPr>
          <a:xfrm>
            <a:off x="9959598" y="3054822"/>
            <a:ext cx="123557" cy="156652"/>
          </a:xfrm>
          <a:custGeom>
            <a:avLst/>
            <a:gdLst/>
            <a:ahLst/>
            <a:cxnLst/>
            <a:rect l="l" t="t" r="r" b="b"/>
            <a:pathLst>
              <a:path w="123557" h="156652">
                <a:moveTo>
                  <a:pt x="0" y="136910"/>
                </a:moveTo>
                <a:lnTo>
                  <a:pt x="57584" y="156652"/>
                </a:lnTo>
                <a:lnTo>
                  <a:pt x="123557" y="127317"/>
                </a:lnTo>
                <a:lnTo>
                  <a:pt x="103713" y="84198"/>
                </a:lnTo>
                <a:lnTo>
                  <a:pt x="120913" y="40667"/>
                </a:lnTo>
                <a:lnTo>
                  <a:pt x="113741" y="17001"/>
                </a:lnTo>
                <a:lnTo>
                  <a:pt x="82427" y="0"/>
                </a:lnTo>
                <a:lnTo>
                  <a:pt x="15818" y="26786"/>
                </a:lnTo>
                <a:lnTo>
                  <a:pt x="25376" y="50479"/>
                </a:lnTo>
                <a:lnTo>
                  <a:pt x="0" y="136910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amil Nādu"/>
          <p:cNvSpPr/>
          <p:nvPr/>
        </p:nvSpPr>
        <p:spPr>
          <a:xfrm>
            <a:off x="8328204" y="5228698"/>
            <a:ext cx="569520" cy="819280"/>
          </a:xfrm>
          <a:custGeom>
            <a:avLst/>
            <a:gdLst/>
            <a:ahLst/>
            <a:cxnLst/>
            <a:rect l="l" t="t" r="r" b="b"/>
            <a:pathLst>
              <a:path w="569520" h="819280">
                <a:moveTo>
                  <a:pt x="494771" y="258491"/>
                </a:moveTo>
                <a:lnTo>
                  <a:pt x="479354" y="239043"/>
                </a:lnTo>
                <a:lnTo>
                  <a:pt x="499420" y="240244"/>
                </a:lnTo>
                <a:lnTo>
                  <a:pt x="556765" y="117101"/>
                </a:lnTo>
                <a:lnTo>
                  <a:pt x="569520" y="37605"/>
                </a:lnTo>
                <a:lnTo>
                  <a:pt x="558721" y="0"/>
                </a:lnTo>
                <a:lnTo>
                  <a:pt x="554979" y="14127"/>
                </a:lnTo>
                <a:lnTo>
                  <a:pt x="521455" y="3430"/>
                </a:lnTo>
                <a:lnTo>
                  <a:pt x="488236" y="53414"/>
                </a:lnTo>
                <a:lnTo>
                  <a:pt x="443312" y="31879"/>
                </a:lnTo>
                <a:lnTo>
                  <a:pt x="443727" y="56290"/>
                </a:lnTo>
                <a:lnTo>
                  <a:pt x="415547" y="58876"/>
                </a:lnTo>
                <a:lnTo>
                  <a:pt x="405602" y="81352"/>
                </a:lnTo>
                <a:lnTo>
                  <a:pt x="343480" y="74125"/>
                </a:lnTo>
                <a:lnTo>
                  <a:pt x="308915" y="140498"/>
                </a:lnTo>
                <a:lnTo>
                  <a:pt x="221826" y="103730"/>
                </a:lnTo>
                <a:lnTo>
                  <a:pt x="208519" y="133186"/>
                </a:lnTo>
                <a:lnTo>
                  <a:pt x="188986" y="134057"/>
                </a:lnTo>
                <a:lnTo>
                  <a:pt x="191469" y="178681"/>
                </a:lnTo>
                <a:lnTo>
                  <a:pt x="171419" y="196344"/>
                </a:lnTo>
                <a:lnTo>
                  <a:pt x="213453" y="215962"/>
                </a:lnTo>
                <a:lnTo>
                  <a:pt x="199621" y="240803"/>
                </a:lnTo>
                <a:lnTo>
                  <a:pt x="174571" y="242017"/>
                </a:lnTo>
                <a:lnTo>
                  <a:pt x="165221" y="269332"/>
                </a:lnTo>
                <a:lnTo>
                  <a:pt x="93310" y="264197"/>
                </a:lnTo>
                <a:lnTo>
                  <a:pt x="84853" y="294166"/>
                </a:lnTo>
                <a:lnTo>
                  <a:pt x="38348" y="277669"/>
                </a:lnTo>
                <a:lnTo>
                  <a:pt x="0" y="297662"/>
                </a:lnTo>
                <a:lnTo>
                  <a:pt x="1812" y="313062"/>
                </a:lnTo>
                <a:lnTo>
                  <a:pt x="43440" y="329335"/>
                </a:lnTo>
                <a:lnTo>
                  <a:pt x="28313" y="353206"/>
                </a:lnTo>
                <a:lnTo>
                  <a:pt x="69296" y="350366"/>
                </a:lnTo>
                <a:lnTo>
                  <a:pt x="78468" y="374861"/>
                </a:lnTo>
                <a:lnTo>
                  <a:pt x="58843" y="393279"/>
                </a:lnTo>
                <a:lnTo>
                  <a:pt x="93218" y="415248"/>
                </a:lnTo>
                <a:lnTo>
                  <a:pt x="82505" y="486935"/>
                </a:lnTo>
                <a:lnTo>
                  <a:pt x="103785" y="499398"/>
                </a:lnTo>
                <a:lnTo>
                  <a:pt x="138634" y="479513"/>
                </a:lnTo>
                <a:lnTo>
                  <a:pt x="146947" y="499564"/>
                </a:lnTo>
                <a:lnTo>
                  <a:pt x="129020" y="589961"/>
                </a:lnTo>
                <a:lnTo>
                  <a:pt x="163155" y="605464"/>
                </a:lnTo>
                <a:lnTo>
                  <a:pt x="126415" y="678264"/>
                </a:lnTo>
                <a:lnTo>
                  <a:pt x="145351" y="749094"/>
                </a:lnTo>
                <a:lnTo>
                  <a:pt x="119591" y="786898"/>
                </a:lnTo>
                <a:lnTo>
                  <a:pt x="149725" y="812480"/>
                </a:lnTo>
                <a:lnTo>
                  <a:pt x="183043" y="819280"/>
                </a:lnTo>
                <a:lnTo>
                  <a:pt x="253737" y="774926"/>
                </a:lnTo>
                <a:lnTo>
                  <a:pt x="270885" y="692137"/>
                </a:lnTo>
                <a:lnTo>
                  <a:pt x="301550" y="664655"/>
                </a:lnTo>
                <a:lnTo>
                  <a:pt x="378118" y="640547"/>
                </a:lnTo>
                <a:lnTo>
                  <a:pt x="442957" y="657430"/>
                </a:lnTo>
                <a:lnTo>
                  <a:pt x="428634" y="633655"/>
                </a:lnTo>
                <a:lnTo>
                  <a:pt x="392227" y="636971"/>
                </a:lnTo>
                <a:lnTo>
                  <a:pt x="368947" y="608374"/>
                </a:lnTo>
                <a:lnTo>
                  <a:pt x="419855" y="526318"/>
                </a:lnTo>
                <a:lnTo>
                  <a:pt x="424125" y="493018"/>
                </a:lnTo>
                <a:lnTo>
                  <a:pt x="504938" y="487016"/>
                </a:lnTo>
                <a:lnTo>
                  <a:pt x="501103" y="408751"/>
                </a:lnTo>
                <a:lnTo>
                  <a:pt x="482544" y="389487"/>
                </a:lnTo>
                <a:lnTo>
                  <a:pt x="501330" y="385408"/>
                </a:lnTo>
                <a:lnTo>
                  <a:pt x="493215" y="265668"/>
                </a:lnTo>
                <a:lnTo>
                  <a:pt x="481656" y="264764"/>
                </a:lnTo>
                <a:lnTo>
                  <a:pt x="494771" y="258491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langāna"/>
          <p:cNvSpPr/>
          <p:nvPr/>
        </p:nvSpPr>
        <p:spPr>
          <a:xfrm>
            <a:off x="8466930" y="4281000"/>
            <a:ext cx="565931" cy="608715"/>
          </a:xfrm>
          <a:custGeom>
            <a:avLst/>
            <a:gdLst/>
            <a:ahLst/>
            <a:cxnLst/>
            <a:rect l="l" t="t" r="r" b="b"/>
            <a:pathLst>
              <a:path w="565931" h="608715">
                <a:moveTo>
                  <a:pt x="43694" y="242169"/>
                </a:moveTo>
                <a:lnTo>
                  <a:pt x="44026" y="280396"/>
                </a:lnTo>
                <a:lnTo>
                  <a:pt x="58149" y="290477"/>
                </a:lnTo>
                <a:lnTo>
                  <a:pt x="28700" y="347843"/>
                </a:lnTo>
                <a:lnTo>
                  <a:pt x="62757" y="363857"/>
                </a:lnTo>
                <a:lnTo>
                  <a:pt x="38377" y="370694"/>
                </a:lnTo>
                <a:lnTo>
                  <a:pt x="19985" y="401792"/>
                </a:lnTo>
                <a:lnTo>
                  <a:pt x="36927" y="432903"/>
                </a:lnTo>
                <a:lnTo>
                  <a:pt x="32061" y="494888"/>
                </a:lnTo>
                <a:lnTo>
                  <a:pt x="0" y="513724"/>
                </a:lnTo>
                <a:lnTo>
                  <a:pt x="49708" y="533050"/>
                </a:lnTo>
                <a:lnTo>
                  <a:pt x="35744" y="578753"/>
                </a:lnTo>
                <a:lnTo>
                  <a:pt x="58377" y="601303"/>
                </a:lnTo>
                <a:lnTo>
                  <a:pt x="124372" y="608715"/>
                </a:lnTo>
                <a:lnTo>
                  <a:pt x="162301" y="573107"/>
                </a:lnTo>
                <a:lnTo>
                  <a:pt x="214589" y="581117"/>
                </a:lnTo>
                <a:lnTo>
                  <a:pt x="245612" y="548416"/>
                </a:lnTo>
                <a:lnTo>
                  <a:pt x="274282" y="550328"/>
                </a:lnTo>
                <a:lnTo>
                  <a:pt x="279861" y="499814"/>
                </a:lnTo>
                <a:lnTo>
                  <a:pt x="351476" y="475191"/>
                </a:lnTo>
                <a:lnTo>
                  <a:pt x="375816" y="489352"/>
                </a:lnTo>
                <a:lnTo>
                  <a:pt x="392550" y="464605"/>
                </a:lnTo>
                <a:lnTo>
                  <a:pt x="385181" y="447695"/>
                </a:lnTo>
                <a:lnTo>
                  <a:pt x="409978" y="428431"/>
                </a:lnTo>
                <a:lnTo>
                  <a:pt x="435455" y="462252"/>
                </a:lnTo>
                <a:lnTo>
                  <a:pt x="461740" y="469631"/>
                </a:lnTo>
                <a:lnTo>
                  <a:pt x="466130" y="447155"/>
                </a:lnTo>
                <a:lnTo>
                  <a:pt x="433097" y="438576"/>
                </a:lnTo>
                <a:lnTo>
                  <a:pt x="439416" y="421346"/>
                </a:lnTo>
                <a:lnTo>
                  <a:pt x="447147" y="430522"/>
                </a:lnTo>
                <a:lnTo>
                  <a:pt x="463094" y="412154"/>
                </a:lnTo>
                <a:lnTo>
                  <a:pt x="499831" y="429037"/>
                </a:lnTo>
                <a:lnTo>
                  <a:pt x="510019" y="402203"/>
                </a:lnTo>
                <a:lnTo>
                  <a:pt x="545344" y="400620"/>
                </a:lnTo>
                <a:lnTo>
                  <a:pt x="565931" y="379094"/>
                </a:lnTo>
                <a:lnTo>
                  <a:pt x="501228" y="345163"/>
                </a:lnTo>
                <a:lnTo>
                  <a:pt x="505403" y="325190"/>
                </a:lnTo>
                <a:lnTo>
                  <a:pt x="535690" y="319767"/>
                </a:lnTo>
                <a:lnTo>
                  <a:pt x="522394" y="315853"/>
                </a:lnTo>
                <a:lnTo>
                  <a:pt x="518348" y="259055"/>
                </a:lnTo>
                <a:lnTo>
                  <a:pt x="484808" y="259289"/>
                </a:lnTo>
                <a:lnTo>
                  <a:pt x="484532" y="224116"/>
                </a:lnTo>
                <a:lnTo>
                  <a:pt x="454052" y="193289"/>
                </a:lnTo>
                <a:lnTo>
                  <a:pt x="430771" y="196920"/>
                </a:lnTo>
                <a:lnTo>
                  <a:pt x="421331" y="178024"/>
                </a:lnTo>
                <a:lnTo>
                  <a:pt x="399130" y="184159"/>
                </a:lnTo>
                <a:lnTo>
                  <a:pt x="371892" y="164880"/>
                </a:lnTo>
                <a:lnTo>
                  <a:pt x="363168" y="121184"/>
                </a:lnTo>
                <a:lnTo>
                  <a:pt x="379717" y="76711"/>
                </a:lnTo>
                <a:lnTo>
                  <a:pt x="348630" y="45786"/>
                </a:lnTo>
                <a:lnTo>
                  <a:pt x="309576" y="61810"/>
                </a:lnTo>
                <a:lnTo>
                  <a:pt x="278021" y="44421"/>
                </a:lnTo>
                <a:lnTo>
                  <a:pt x="270648" y="67961"/>
                </a:lnTo>
                <a:lnTo>
                  <a:pt x="236046" y="54097"/>
                </a:lnTo>
                <a:lnTo>
                  <a:pt x="222270" y="22748"/>
                </a:lnTo>
                <a:lnTo>
                  <a:pt x="148331" y="0"/>
                </a:lnTo>
                <a:lnTo>
                  <a:pt x="147959" y="68388"/>
                </a:lnTo>
                <a:lnTo>
                  <a:pt x="130213" y="74937"/>
                </a:lnTo>
                <a:lnTo>
                  <a:pt x="130093" y="101012"/>
                </a:lnTo>
                <a:lnTo>
                  <a:pt x="86906" y="91069"/>
                </a:lnTo>
                <a:lnTo>
                  <a:pt x="72856" y="131721"/>
                </a:lnTo>
                <a:lnTo>
                  <a:pt x="98688" y="161875"/>
                </a:lnTo>
                <a:lnTo>
                  <a:pt x="71680" y="181107"/>
                </a:lnTo>
                <a:lnTo>
                  <a:pt x="69602" y="202632"/>
                </a:lnTo>
                <a:lnTo>
                  <a:pt x="49920" y="203804"/>
                </a:lnTo>
                <a:lnTo>
                  <a:pt x="43694" y="242169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ripura"/>
          <p:cNvSpPr/>
          <p:nvPr/>
        </p:nvSpPr>
        <p:spPr>
          <a:xfrm>
            <a:off x="10394703" y="3592398"/>
            <a:ext cx="162734" cy="237084"/>
          </a:xfrm>
          <a:custGeom>
            <a:avLst/>
            <a:gdLst/>
            <a:ahLst/>
            <a:cxnLst/>
            <a:rect l="l" t="t" r="r" b="b"/>
            <a:pathLst>
              <a:path w="162734" h="237084">
                <a:moveTo>
                  <a:pt x="91205" y="152732"/>
                </a:moveTo>
                <a:lnTo>
                  <a:pt x="109443" y="163740"/>
                </a:lnTo>
                <a:lnTo>
                  <a:pt x="111010" y="117762"/>
                </a:lnTo>
                <a:lnTo>
                  <a:pt x="148271" y="130569"/>
                </a:lnTo>
                <a:lnTo>
                  <a:pt x="160611" y="98971"/>
                </a:lnTo>
                <a:lnTo>
                  <a:pt x="162734" y="51920"/>
                </a:lnTo>
                <a:lnTo>
                  <a:pt x="143393" y="42426"/>
                </a:lnTo>
                <a:lnTo>
                  <a:pt x="152502" y="20611"/>
                </a:lnTo>
                <a:lnTo>
                  <a:pt x="140034" y="0"/>
                </a:lnTo>
                <a:lnTo>
                  <a:pt x="139410" y="16215"/>
                </a:lnTo>
                <a:lnTo>
                  <a:pt x="106023" y="28224"/>
                </a:lnTo>
                <a:lnTo>
                  <a:pt x="105446" y="61493"/>
                </a:lnTo>
                <a:lnTo>
                  <a:pt x="81671" y="42127"/>
                </a:lnTo>
                <a:lnTo>
                  <a:pt x="83009" y="57565"/>
                </a:lnTo>
                <a:lnTo>
                  <a:pt x="69995" y="44118"/>
                </a:lnTo>
                <a:lnTo>
                  <a:pt x="58736" y="67631"/>
                </a:lnTo>
                <a:lnTo>
                  <a:pt x="30372" y="62941"/>
                </a:lnTo>
                <a:lnTo>
                  <a:pt x="0" y="117236"/>
                </a:lnTo>
                <a:lnTo>
                  <a:pt x="26316" y="212726"/>
                </a:lnTo>
                <a:lnTo>
                  <a:pt x="36059" y="218304"/>
                </a:lnTo>
                <a:lnTo>
                  <a:pt x="34876" y="185419"/>
                </a:lnTo>
                <a:lnTo>
                  <a:pt x="63995" y="237084"/>
                </a:lnTo>
                <a:lnTo>
                  <a:pt x="93939" y="214077"/>
                </a:lnTo>
                <a:lnTo>
                  <a:pt x="91205" y="152732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Uttar Pradesh"/>
          <p:cNvSpPr/>
          <p:nvPr/>
        </p:nvSpPr>
        <p:spPr>
          <a:xfrm>
            <a:off x="8445886" y="2716205"/>
            <a:ext cx="1045629" cy="974121"/>
          </a:xfrm>
          <a:custGeom>
            <a:avLst/>
            <a:gdLst/>
            <a:ahLst/>
            <a:cxnLst/>
            <a:rect l="l" t="t" r="r" b="b"/>
            <a:pathLst>
              <a:path w="1045629" h="974121">
                <a:moveTo>
                  <a:pt x="68142" y="0"/>
                </a:moveTo>
                <a:lnTo>
                  <a:pt x="14405" y="72551"/>
                </a:lnTo>
                <a:lnTo>
                  <a:pt x="0" y="120663"/>
                </a:lnTo>
                <a:lnTo>
                  <a:pt x="15986" y="238736"/>
                </a:lnTo>
                <a:lnTo>
                  <a:pt x="64598" y="321680"/>
                </a:lnTo>
                <a:lnTo>
                  <a:pt x="62687" y="367685"/>
                </a:lnTo>
                <a:lnTo>
                  <a:pt x="27555" y="387745"/>
                </a:lnTo>
                <a:lnTo>
                  <a:pt x="32280" y="416560"/>
                </a:lnTo>
                <a:lnTo>
                  <a:pt x="82697" y="478110"/>
                </a:lnTo>
                <a:lnTo>
                  <a:pt x="60293" y="497184"/>
                </a:lnTo>
                <a:lnTo>
                  <a:pt x="94028" y="506106"/>
                </a:lnTo>
                <a:lnTo>
                  <a:pt x="43471" y="532450"/>
                </a:lnTo>
                <a:lnTo>
                  <a:pt x="52125" y="545668"/>
                </a:lnTo>
                <a:lnTo>
                  <a:pt x="93599" y="517210"/>
                </a:lnTo>
                <a:lnTo>
                  <a:pt x="130521" y="529588"/>
                </a:lnTo>
                <a:lnTo>
                  <a:pt x="158008" y="515143"/>
                </a:lnTo>
                <a:lnTo>
                  <a:pt x="162896" y="534920"/>
                </a:lnTo>
                <a:lnTo>
                  <a:pt x="177112" y="526708"/>
                </a:lnTo>
                <a:lnTo>
                  <a:pt x="265998" y="555886"/>
                </a:lnTo>
                <a:lnTo>
                  <a:pt x="284055" y="590697"/>
                </a:lnTo>
                <a:lnTo>
                  <a:pt x="231120" y="693573"/>
                </a:lnTo>
                <a:lnTo>
                  <a:pt x="239268" y="713001"/>
                </a:lnTo>
                <a:lnTo>
                  <a:pt x="188285" y="721595"/>
                </a:lnTo>
                <a:lnTo>
                  <a:pt x="169134" y="749427"/>
                </a:lnTo>
                <a:lnTo>
                  <a:pt x="190315" y="781226"/>
                </a:lnTo>
                <a:lnTo>
                  <a:pt x="150254" y="826172"/>
                </a:lnTo>
                <a:lnTo>
                  <a:pt x="175033" y="910228"/>
                </a:lnTo>
                <a:lnTo>
                  <a:pt x="198674" y="897044"/>
                </a:lnTo>
                <a:lnTo>
                  <a:pt x="236643" y="928537"/>
                </a:lnTo>
                <a:lnTo>
                  <a:pt x="261382" y="903046"/>
                </a:lnTo>
                <a:lnTo>
                  <a:pt x="249164" y="859207"/>
                </a:lnTo>
                <a:lnTo>
                  <a:pt x="230996" y="865345"/>
                </a:lnTo>
                <a:lnTo>
                  <a:pt x="236232" y="833879"/>
                </a:lnTo>
                <a:lnTo>
                  <a:pt x="214337" y="811979"/>
                </a:lnTo>
                <a:lnTo>
                  <a:pt x="206897" y="767856"/>
                </a:lnTo>
                <a:lnTo>
                  <a:pt x="187098" y="763247"/>
                </a:lnTo>
                <a:lnTo>
                  <a:pt x="218000" y="739833"/>
                </a:lnTo>
                <a:lnTo>
                  <a:pt x="234126" y="752965"/>
                </a:lnTo>
                <a:lnTo>
                  <a:pt x="229060" y="731801"/>
                </a:lnTo>
                <a:lnTo>
                  <a:pt x="243753" y="741814"/>
                </a:lnTo>
                <a:lnTo>
                  <a:pt x="256939" y="722488"/>
                </a:lnTo>
                <a:lnTo>
                  <a:pt x="263858" y="749831"/>
                </a:lnTo>
                <a:lnTo>
                  <a:pt x="235947" y="761480"/>
                </a:lnTo>
                <a:lnTo>
                  <a:pt x="244515" y="771514"/>
                </a:lnTo>
                <a:lnTo>
                  <a:pt x="259881" y="754154"/>
                </a:lnTo>
                <a:lnTo>
                  <a:pt x="248772" y="782137"/>
                </a:lnTo>
                <a:lnTo>
                  <a:pt x="267166" y="764757"/>
                </a:lnTo>
                <a:lnTo>
                  <a:pt x="283469" y="789330"/>
                </a:lnTo>
                <a:lnTo>
                  <a:pt x="308769" y="785349"/>
                </a:lnTo>
                <a:lnTo>
                  <a:pt x="306856" y="755262"/>
                </a:lnTo>
                <a:lnTo>
                  <a:pt x="333816" y="765829"/>
                </a:lnTo>
                <a:lnTo>
                  <a:pt x="321467" y="789807"/>
                </a:lnTo>
                <a:lnTo>
                  <a:pt x="384641" y="791301"/>
                </a:lnTo>
                <a:lnTo>
                  <a:pt x="383233" y="770493"/>
                </a:lnTo>
                <a:lnTo>
                  <a:pt x="440357" y="742365"/>
                </a:lnTo>
                <a:lnTo>
                  <a:pt x="463597" y="779149"/>
                </a:lnTo>
                <a:lnTo>
                  <a:pt x="441711" y="801785"/>
                </a:lnTo>
                <a:lnTo>
                  <a:pt x="466087" y="793946"/>
                </a:lnTo>
                <a:lnTo>
                  <a:pt x="470138" y="809545"/>
                </a:lnTo>
                <a:lnTo>
                  <a:pt x="470667" y="790704"/>
                </a:lnTo>
                <a:lnTo>
                  <a:pt x="511307" y="797478"/>
                </a:lnTo>
                <a:lnTo>
                  <a:pt x="501364" y="786500"/>
                </a:lnTo>
                <a:lnTo>
                  <a:pt x="526327" y="777608"/>
                </a:lnTo>
                <a:lnTo>
                  <a:pt x="516285" y="817228"/>
                </a:lnTo>
                <a:lnTo>
                  <a:pt x="561633" y="822452"/>
                </a:lnTo>
                <a:lnTo>
                  <a:pt x="580732" y="780884"/>
                </a:lnTo>
                <a:lnTo>
                  <a:pt x="610317" y="794875"/>
                </a:lnTo>
                <a:lnTo>
                  <a:pt x="622428" y="777177"/>
                </a:lnTo>
                <a:lnTo>
                  <a:pt x="626999" y="797254"/>
                </a:lnTo>
                <a:lnTo>
                  <a:pt x="667909" y="804736"/>
                </a:lnTo>
                <a:lnTo>
                  <a:pt x="675970" y="831479"/>
                </a:lnTo>
                <a:lnTo>
                  <a:pt x="708973" y="832648"/>
                </a:lnTo>
                <a:lnTo>
                  <a:pt x="722109" y="864627"/>
                </a:lnTo>
                <a:lnTo>
                  <a:pt x="738399" y="866691"/>
                </a:lnTo>
                <a:lnTo>
                  <a:pt x="740256" y="850046"/>
                </a:lnTo>
                <a:lnTo>
                  <a:pt x="787933" y="859134"/>
                </a:lnTo>
                <a:lnTo>
                  <a:pt x="772941" y="936380"/>
                </a:lnTo>
                <a:lnTo>
                  <a:pt x="812041" y="974121"/>
                </a:lnTo>
                <a:lnTo>
                  <a:pt x="848051" y="966662"/>
                </a:lnTo>
                <a:lnTo>
                  <a:pt x="882582" y="900513"/>
                </a:lnTo>
                <a:lnTo>
                  <a:pt x="874228" y="880757"/>
                </a:lnTo>
                <a:lnTo>
                  <a:pt x="895139" y="861953"/>
                </a:lnTo>
                <a:lnTo>
                  <a:pt x="868779" y="824982"/>
                </a:lnTo>
                <a:lnTo>
                  <a:pt x="868733" y="775855"/>
                </a:lnTo>
                <a:lnTo>
                  <a:pt x="936464" y="740825"/>
                </a:lnTo>
                <a:lnTo>
                  <a:pt x="972203" y="698039"/>
                </a:lnTo>
                <a:lnTo>
                  <a:pt x="1045629" y="697003"/>
                </a:lnTo>
                <a:lnTo>
                  <a:pt x="959046" y="630204"/>
                </a:lnTo>
                <a:lnTo>
                  <a:pt x="980765" y="620409"/>
                </a:lnTo>
                <a:lnTo>
                  <a:pt x="982241" y="601064"/>
                </a:lnTo>
                <a:lnTo>
                  <a:pt x="945014" y="578910"/>
                </a:lnTo>
                <a:lnTo>
                  <a:pt x="969721" y="560988"/>
                </a:lnTo>
                <a:lnTo>
                  <a:pt x="1015889" y="562820"/>
                </a:lnTo>
                <a:lnTo>
                  <a:pt x="991071" y="546123"/>
                </a:lnTo>
                <a:lnTo>
                  <a:pt x="992925" y="528535"/>
                </a:lnTo>
                <a:lnTo>
                  <a:pt x="966087" y="523821"/>
                </a:lnTo>
                <a:lnTo>
                  <a:pt x="947457" y="459132"/>
                </a:lnTo>
                <a:lnTo>
                  <a:pt x="904403" y="437083"/>
                </a:lnTo>
                <a:lnTo>
                  <a:pt x="873010" y="435568"/>
                </a:lnTo>
                <a:lnTo>
                  <a:pt x="863277" y="457791"/>
                </a:lnTo>
                <a:lnTo>
                  <a:pt x="845339" y="439373"/>
                </a:lnTo>
                <a:lnTo>
                  <a:pt x="782567" y="432096"/>
                </a:lnTo>
                <a:lnTo>
                  <a:pt x="778881" y="399206"/>
                </a:lnTo>
                <a:lnTo>
                  <a:pt x="742987" y="405675"/>
                </a:lnTo>
                <a:lnTo>
                  <a:pt x="690463" y="369305"/>
                </a:lnTo>
                <a:lnTo>
                  <a:pt x="664801" y="379220"/>
                </a:lnTo>
                <a:lnTo>
                  <a:pt x="485053" y="256115"/>
                </a:lnTo>
                <a:lnTo>
                  <a:pt x="475325" y="275425"/>
                </a:lnTo>
                <a:lnTo>
                  <a:pt x="420223" y="234266"/>
                </a:lnTo>
                <a:lnTo>
                  <a:pt x="397469" y="249955"/>
                </a:lnTo>
                <a:lnTo>
                  <a:pt x="378617" y="225330"/>
                </a:lnTo>
                <a:lnTo>
                  <a:pt x="324269" y="228523"/>
                </a:lnTo>
                <a:lnTo>
                  <a:pt x="282904" y="188778"/>
                </a:lnTo>
                <a:lnTo>
                  <a:pt x="252368" y="189926"/>
                </a:lnTo>
                <a:lnTo>
                  <a:pt x="226365" y="162813"/>
                </a:lnTo>
                <a:lnTo>
                  <a:pt x="257349" y="143119"/>
                </a:lnTo>
                <a:lnTo>
                  <a:pt x="212398" y="125288"/>
                </a:lnTo>
                <a:lnTo>
                  <a:pt x="196228" y="99185"/>
                </a:lnTo>
                <a:lnTo>
                  <a:pt x="173336" y="89676"/>
                </a:lnTo>
                <a:lnTo>
                  <a:pt x="129845" y="121882"/>
                </a:lnTo>
                <a:lnTo>
                  <a:pt x="119517" y="102234"/>
                </a:lnTo>
                <a:lnTo>
                  <a:pt x="99026" y="106159"/>
                </a:lnTo>
                <a:lnTo>
                  <a:pt x="89920" y="65895"/>
                </a:lnTo>
                <a:lnTo>
                  <a:pt x="121549" y="23138"/>
                </a:lnTo>
                <a:lnTo>
                  <a:pt x="68142" y="0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Uttarākhand"/>
          <p:cNvSpPr/>
          <p:nvPr/>
        </p:nvSpPr>
        <p:spPr>
          <a:xfrm>
            <a:off x="8513513" y="2558839"/>
            <a:ext cx="479117" cy="407321"/>
          </a:xfrm>
          <a:custGeom>
            <a:avLst/>
            <a:gdLst/>
            <a:ahLst/>
            <a:cxnLst/>
            <a:rect l="l" t="t" r="r" b="b"/>
            <a:pathLst>
              <a:path w="479117" h="407321">
                <a:moveTo>
                  <a:pt x="345202" y="390329"/>
                </a:moveTo>
                <a:lnTo>
                  <a:pt x="356218" y="350646"/>
                </a:lnTo>
                <a:lnTo>
                  <a:pt x="377441" y="335327"/>
                </a:lnTo>
                <a:lnTo>
                  <a:pt x="369719" y="299873"/>
                </a:lnTo>
                <a:lnTo>
                  <a:pt x="392861" y="276767"/>
                </a:lnTo>
                <a:lnTo>
                  <a:pt x="387146" y="254221"/>
                </a:lnTo>
                <a:lnTo>
                  <a:pt x="479117" y="179850"/>
                </a:lnTo>
                <a:lnTo>
                  <a:pt x="365630" y="129491"/>
                </a:lnTo>
                <a:lnTo>
                  <a:pt x="368864" y="103353"/>
                </a:lnTo>
                <a:lnTo>
                  <a:pt x="317469" y="71495"/>
                </a:lnTo>
                <a:lnTo>
                  <a:pt x="256761" y="63837"/>
                </a:lnTo>
                <a:lnTo>
                  <a:pt x="211016" y="0"/>
                </a:lnTo>
                <a:lnTo>
                  <a:pt x="181252" y="24989"/>
                </a:lnTo>
                <a:lnTo>
                  <a:pt x="198943" y="51002"/>
                </a:lnTo>
                <a:lnTo>
                  <a:pt x="110508" y="24670"/>
                </a:lnTo>
                <a:lnTo>
                  <a:pt x="45203" y="44988"/>
                </a:lnTo>
                <a:lnTo>
                  <a:pt x="18205" y="102467"/>
                </a:lnTo>
                <a:lnTo>
                  <a:pt x="34095" y="140843"/>
                </a:lnTo>
                <a:lnTo>
                  <a:pt x="0" y="155415"/>
                </a:lnTo>
                <a:lnTo>
                  <a:pt x="53922" y="180504"/>
                </a:lnTo>
                <a:lnTo>
                  <a:pt x="23216" y="220459"/>
                </a:lnTo>
                <a:lnTo>
                  <a:pt x="27533" y="259313"/>
                </a:lnTo>
                <a:lnTo>
                  <a:pt x="51890" y="259600"/>
                </a:lnTo>
                <a:lnTo>
                  <a:pt x="62218" y="279248"/>
                </a:lnTo>
                <a:lnTo>
                  <a:pt x="118567" y="251841"/>
                </a:lnTo>
                <a:lnTo>
                  <a:pt x="144771" y="282654"/>
                </a:lnTo>
                <a:lnTo>
                  <a:pt x="189722" y="300485"/>
                </a:lnTo>
                <a:lnTo>
                  <a:pt x="158738" y="320179"/>
                </a:lnTo>
                <a:lnTo>
                  <a:pt x="184778" y="347321"/>
                </a:lnTo>
                <a:lnTo>
                  <a:pt x="215277" y="346144"/>
                </a:lnTo>
                <a:lnTo>
                  <a:pt x="258704" y="386588"/>
                </a:lnTo>
                <a:lnTo>
                  <a:pt x="312550" y="383196"/>
                </a:lnTo>
                <a:lnTo>
                  <a:pt x="329842" y="407321"/>
                </a:lnTo>
                <a:lnTo>
                  <a:pt x="345202" y="390329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West Bengal"/>
          <p:cNvSpPr/>
          <p:nvPr/>
        </p:nvSpPr>
        <p:spPr>
          <a:xfrm>
            <a:off x="9655611" y="3191732"/>
            <a:ext cx="561474" cy="844136"/>
          </a:xfrm>
          <a:custGeom>
            <a:avLst/>
            <a:gdLst/>
            <a:ahLst/>
            <a:cxnLst/>
            <a:rect l="l" t="t" r="r" b="b"/>
            <a:pathLst>
              <a:path w="561474" h="844136">
                <a:moveTo>
                  <a:pt x="303987" y="0"/>
                </a:moveTo>
                <a:lnTo>
                  <a:pt x="327842" y="65723"/>
                </a:lnTo>
                <a:lnTo>
                  <a:pt x="316530" y="98610"/>
                </a:lnTo>
                <a:lnTo>
                  <a:pt x="334171" y="95631"/>
                </a:lnTo>
                <a:lnTo>
                  <a:pt x="343548" y="128562"/>
                </a:lnTo>
                <a:lnTo>
                  <a:pt x="275733" y="191622"/>
                </a:lnTo>
                <a:lnTo>
                  <a:pt x="308816" y="225313"/>
                </a:lnTo>
                <a:lnTo>
                  <a:pt x="312599" y="254485"/>
                </a:lnTo>
                <a:lnTo>
                  <a:pt x="285869" y="252432"/>
                </a:lnTo>
                <a:lnTo>
                  <a:pt x="269616" y="268178"/>
                </a:lnTo>
                <a:lnTo>
                  <a:pt x="280693" y="290646"/>
                </a:lnTo>
                <a:lnTo>
                  <a:pt x="261964" y="291673"/>
                </a:lnTo>
                <a:lnTo>
                  <a:pt x="296712" y="339415"/>
                </a:lnTo>
                <a:lnTo>
                  <a:pt x="276689" y="365820"/>
                </a:lnTo>
                <a:lnTo>
                  <a:pt x="289307" y="391967"/>
                </a:lnTo>
                <a:lnTo>
                  <a:pt x="270317" y="392270"/>
                </a:lnTo>
                <a:lnTo>
                  <a:pt x="274424" y="422211"/>
                </a:lnTo>
                <a:lnTo>
                  <a:pt x="251917" y="441375"/>
                </a:lnTo>
                <a:lnTo>
                  <a:pt x="259715" y="457139"/>
                </a:lnTo>
                <a:lnTo>
                  <a:pt x="232354" y="461809"/>
                </a:lnTo>
                <a:lnTo>
                  <a:pt x="227156" y="481763"/>
                </a:lnTo>
                <a:lnTo>
                  <a:pt x="197435" y="472677"/>
                </a:lnTo>
                <a:lnTo>
                  <a:pt x="196782" y="505402"/>
                </a:lnTo>
                <a:lnTo>
                  <a:pt x="136510" y="503655"/>
                </a:lnTo>
                <a:lnTo>
                  <a:pt x="135660" y="525830"/>
                </a:lnTo>
                <a:lnTo>
                  <a:pt x="88930" y="534665"/>
                </a:lnTo>
                <a:lnTo>
                  <a:pt x="67922" y="567197"/>
                </a:lnTo>
                <a:lnTo>
                  <a:pt x="30791" y="541172"/>
                </a:lnTo>
                <a:lnTo>
                  <a:pt x="32469" y="555988"/>
                </a:lnTo>
                <a:lnTo>
                  <a:pt x="7087" y="557689"/>
                </a:lnTo>
                <a:lnTo>
                  <a:pt x="0" y="588595"/>
                </a:lnTo>
                <a:lnTo>
                  <a:pt x="50668" y="627889"/>
                </a:lnTo>
                <a:lnTo>
                  <a:pt x="100722" y="630252"/>
                </a:lnTo>
                <a:lnTo>
                  <a:pt x="83049" y="659869"/>
                </a:lnTo>
                <a:lnTo>
                  <a:pt x="131023" y="692006"/>
                </a:lnTo>
                <a:lnTo>
                  <a:pt x="147961" y="733557"/>
                </a:lnTo>
                <a:lnTo>
                  <a:pt x="124929" y="756034"/>
                </a:lnTo>
                <a:lnTo>
                  <a:pt x="167354" y="772282"/>
                </a:lnTo>
                <a:lnTo>
                  <a:pt x="168678" y="797623"/>
                </a:lnTo>
                <a:lnTo>
                  <a:pt x="196115" y="784349"/>
                </a:lnTo>
                <a:lnTo>
                  <a:pt x="230785" y="836189"/>
                </a:lnTo>
                <a:lnTo>
                  <a:pt x="275123" y="821398"/>
                </a:lnTo>
                <a:lnTo>
                  <a:pt x="300083" y="797243"/>
                </a:lnTo>
                <a:lnTo>
                  <a:pt x="300951" y="766642"/>
                </a:lnTo>
                <a:lnTo>
                  <a:pt x="325121" y="766265"/>
                </a:lnTo>
                <a:lnTo>
                  <a:pt x="301291" y="741248"/>
                </a:lnTo>
                <a:lnTo>
                  <a:pt x="327298" y="749981"/>
                </a:lnTo>
                <a:lnTo>
                  <a:pt x="337938" y="844136"/>
                </a:lnTo>
                <a:lnTo>
                  <a:pt x="338146" y="783582"/>
                </a:lnTo>
                <a:lnTo>
                  <a:pt x="345114" y="798900"/>
                </a:lnTo>
                <a:lnTo>
                  <a:pt x="350548" y="782216"/>
                </a:lnTo>
                <a:lnTo>
                  <a:pt x="354799" y="808526"/>
                </a:lnTo>
                <a:lnTo>
                  <a:pt x="355687" y="777317"/>
                </a:lnTo>
                <a:lnTo>
                  <a:pt x="367118" y="792714"/>
                </a:lnTo>
                <a:lnTo>
                  <a:pt x="378661" y="770263"/>
                </a:lnTo>
                <a:lnTo>
                  <a:pt x="370663" y="795996"/>
                </a:lnTo>
                <a:lnTo>
                  <a:pt x="384132" y="793525"/>
                </a:lnTo>
                <a:lnTo>
                  <a:pt x="391784" y="740949"/>
                </a:lnTo>
                <a:lnTo>
                  <a:pt x="390342" y="785085"/>
                </a:lnTo>
                <a:lnTo>
                  <a:pt x="407329" y="755833"/>
                </a:lnTo>
                <a:lnTo>
                  <a:pt x="406730" y="783742"/>
                </a:lnTo>
                <a:lnTo>
                  <a:pt x="426734" y="788241"/>
                </a:lnTo>
                <a:lnTo>
                  <a:pt x="438661" y="761502"/>
                </a:lnTo>
                <a:lnTo>
                  <a:pt x="430785" y="785562"/>
                </a:lnTo>
                <a:lnTo>
                  <a:pt x="441474" y="792452"/>
                </a:lnTo>
                <a:lnTo>
                  <a:pt x="453656" y="754003"/>
                </a:lnTo>
                <a:lnTo>
                  <a:pt x="419107" y="627268"/>
                </a:lnTo>
                <a:lnTo>
                  <a:pt x="439640" y="596705"/>
                </a:lnTo>
                <a:lnTo>
                  <a:pt x="401440" y="590637"/>
                </a:lnTo>
                <a:lnTo>
                  <a:pt x="412691" y="554561"/>
                </a:lnTo>
                <a:lnTo>
                  <a:pt x="379214" y="531839"/>
                </a:lnTo>
                <a:lnTo>
                  <a:pt x="381605" y="500164"/>
                </a:lnTo>
                <a:lnTo>
                  <a:pt x="408414" y="481999"/>
                </a:lnTo>
                <a:lnTo>
                  <a:pt x="403776" y="438198"/>
                </a:lnTo>
                <a:lnTo>
                  <a:pt x="328206" y="408318"/>
                </a:lnTo>
                <a:lnTo>
                  <a:pt x="305315" y="376688"/>
                </a:lnTo>
                <a:lnTo>
                  <a:pt x="320974" y="339685"/>
                </a:lnTo>
                <a:lnTo>
                  <a:pt x="357030" y="338255"/>
                </a:lnTo>
                <a:lnTo>
                  <a:pt x="363125" y="300477"/>
                </a:lnTo>
                <a:lnTo>
                  <a:pt x="429422" y="305452"/>
                </a:lnTo>
                <a:lnTo>
                  <a:pt x="441624" y="285378"/>
                </a:lnTo>
                <a:lnTo>
                  <a:pt x="418266" y="275881"/>
                </a:lnTo>
                <a:lnTo>
                  <a:pt x="414277" y="252014"/>
                </a:lnTo>
                <a:lnTo>
                  <a:pt x="376681" y="254227"/>
                </a:lnTo>
                <a:lnTo>
                  <a:pt x="313966" y="193312"/>
                </a:lnTo>
                <a:lnTo>
                  <a:pt x="326687" y="158545"/>
                </a:lnTo>
                <a:lnTo>
                  <a:pt x="374232" y="127026"/>
                </a:lnTo>
                <a:lnTo>
                  <a:pt x="347842" y="108797"/>
                </a:lnTo>
                <a:lnTo>
                  <a:pt x="358678" y="86489"/>
                </a:lnTo>
                <a:lnTo>
                  <a:pt x="404921" y="129128"/>
                </a:lnTo>
                <a:lnTo>
                  <a:pt x="393877" y="142318"/>
                </a:lnTo>
                <a:lnTo>
                  <a:pt x="447479" y="144821"/>
                </a:lnTo>
                <a:lnTo>
                  <a:pt x="428071" y="125891"/>
                </a:lnTo>
                <a:lnTo>
                  <a:pt x="435561" y="112479"/>
                </a:lnTo>
                <a:lnTo>
                  <a:pt x="453756" y="122552"/>
                </a:lnTo>
                <a:lnTo>
                  <a:pt x="461906" y="160170"/>
                </a:lnTo>
                <a:lnTo>
                  <a:pt x="517318" y="186150"/>
                </a:lnTo>
                <a:lnTo>
                  <a:pt x="528236" y="146639"/>
                </a:lnTo>
                <a:lnTo>
                  <a:pt x="542432" y="155187"/>
                </a:lnTo>
                <a:lnTo>
                  <a:pt x="540099" y="135039"/>
                </a:lnTo>
                <a:lnTo>
                  <a:pt x="559004" y="123512"/>
                </a:lnTo>
                <a:lnTo>
                  <a:pt x="561474" y="93695"/>
                </a:lnTo>
                <a:lnTo>
                  <a:pt x="558272" y="76607"/>
                </a:lnTo>
                <a:lnTo>
                  <a:pt x="516259" y="59503"/>
                </a:lnTo>
                <a:lnTo>
                  <a:pt x="457962" y="60370"/>
                </a:lnTo>
                <a:lnTo>
                  <a:pt x="422479" y="39874"/>
                </a:lnTo>
                <a:lnTo>
                  <a:pt x="412638" y="10862"/>
                </a:lnTo>
                <a:lnTo>
                  <a:pt x="378795" y="4125"/>
                </a:lnTo>
                <a:lnTo>
                  <a:pt x="361571" y="19742"/>
                </a:lnTo>
                <a:lnTo>
                  <a:pt x="303987" y="0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04 · HEALTH</a:t>
            </a:r>
            <a:endParaRPr lang="en-US" sz="120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831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Health — 27 under-5 deaths per 1,000, a 79% decline since 1990, but neonatal share rising</a:t>
            </a:r>
            <a:endParaRPr lang="en-US" sz="1700"/>
          </a:p>
        </p:txBody>
      </p:sp>
      <p:sp>
        <p:nvSpPr>
          <p:cNvPr id="4" name="Shape 2"/>
          <p:cNvSpPr/>
          <p:nvPr/>
        </p:nvSpPr>
        <p:spPr>
          <a:xfrm>
            <a:off x="512064" y="1005840"/>
            <a:ext cx="502920" cy="0"/>
          </a:xfrm>
          <a:prstGeom prst="line">
            <a:avLst/>
          </a:prstGeom>
          <a:noFill/>
          <a:ln w="31750">
            <a:solidFill>
              <a:srgbClr val="AD83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02920" y="1188720"/>
            <a:ext cx="1975104" cy="115214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1975104" cy="41148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12648" y="1261872"/>
            <a:ext cx="1755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27/1K</a:t>
            </a:r>
            <a:endParaRPr lang="en-US" sz="1900"/>
          </a:p>
        </p:txBody>
      </p:sp>
      <p:sp>
        <p:nvSpPr>
          <p:cNvPr id="8" name="Text 6"/>
          <p:cNvSpPr/>
          <p:nvPr/>
        </p:nvSpPr>
        <p:spPr>
          <a:xfrm>
            <a:off x="612648" y="1609344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Under-5 mortality</a:t>
            </a:r>
            <a:endParaRPr lang="en-US" sz="1200"/>
          </a:p>
        </p:txBody>
      </p:sp>
      <p:sp>
        <p:nvSpPr>
          <p:cNvPr id="9" name="Text 7"/>
          <p:cNvSpPr/>
          <p:nvPr/>
        </p:nvSpPr>
        <p:spPr>
          <a:xfrm>
            <a:off x="612648" y="1828800"/>
            <a:ext cx="17556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 IGME 2025 · was 48 in 2015</a:t>
            </a:r>
            <a:endParaRPr lang="en-US" sz="1200"/>
          </a:p>
        </p:txBody>
      </p:sp>
      <p:sp>
        <p:nvSpPr>
          <p:cNvPr id="10" name="Shape 8"/>
          <p:cNvSpPr/>
          <p:nvPr/>
        </p:nvSpPr>
        <p:spPr>
          <a:xfrm>
            <a:off x="2606040" y="1188720"/>
            <a:ext cx="1975104" cy="115214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2606040" y="1188720"/>
            <a:ext cx="1975104" cy="41148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2715768" y="1261872"/>
            <a:ext cx="1755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17/1K</a:t>
            </a:r>
            <a:endParaRPr lang="en-US" sz="1900"/>
          </a:p>
        </p:txBody>
      </p:sp>
      <p:sp>
        <p:nvSpPr>
          <p:cNvPr id="13" name="Text 11"/>
          <p:cNvSpPr/>
          <p:nvPr/>
        </p:nvSpPr>
        <p:spPr>
          <a:xfrm>
            <a:off x="2715768" y="1609344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Neonatal deaths</a:t>
            </a:r>
            <a:endParaRPr lang="en-US" sz="1200"/>
          </a:p>
        </p:txBody>
      </p:sp>
      <p:sp>
        <p:nvSpPr>
          <p:cNvPr id="14" name="Text 12"/>
          <p:cNvSpPr/>
          <p:nvPr/>
        </p:nvSpPr>
        <p:spPr>
          <a:xfrm>
            <a:off x="2715768" y="1828800"/>
            <a:ext cx="17556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 IGME 2025 · down from 57</a:t>
            </a:r>
            <a:endParaRPr lang="en-US" sz="1200"/>
          </a:p>
        </p:txBody>
      </p:sp>
      <p:sp>
        <p:nvSpPr>
          <p:cNvPr id="15" name="Shape 13"/>
          <p:cNvSpPr/>
          <p:nvPr/>
        </p:nvSpPr>
        <p:spPr>
          <a:xfrm>
            <a:off x="4709160" y="1188720"/>
            <a:ext cx="1975104" cy="115214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4709160" y="1188720"/>
            <a:ext cx="1975104" cy="41148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818888" y="1261872"/>
            <a:ext cx="1755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~2.6M</a:t>
            </a:r>
            <a:endParaRPr lang="en-US" sz="1900"/>
          </a:p>
        </p:txBody>
      </p:sp>
      <p:sp>
        <p:nvSpPr>
          <p:cNvPr id="18" name="Text 16"/>
          <p:cNvSpPr/>
          <p:nvPr/>
        </p:nvSpPr>
        <p:spPr>
          <a:xfrm>
            <a:off x="4818888" y="1609344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Living with HIV</a:t>
            </a:r>
            <a:endParaRPr lang="en-US" sz="1200"/>
          </a:p>
        </p:txBody>
      </p:sp>
      <p:sp>
        <p:nvSpPr>
          <p:cNvPr id="19" name="Text 17"/>
          <p:cNvSpPr/>
          <p:nvPr/>
        </p:nvSpPr>
        <p:spPr>
          <a:xfrm>
            <a:off x="4818888" y="1828800"/>
            <a:ext cx="17556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NACO 2024</a:t>
            </a:r>
            <a:endParaRPr lang="en-US" sz="1200"/>
          </a:p>
        </p:txBody>
      </p:sp>
      <p:sp>
        <p:nvSpPr>
          <p:cNvPr id="20" name="Text 18"/>
          <p:cNvSpPr/>
          <p:nvPr/>
        </p:nvSpPr>
        <p:spPr>
          <a:xfrm>
            <a:off x="502920" y="2432304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KEY INSIGHTS</a:t>
            </a:r>
            <a:endParaRPr lang="en-US" sz="1200"/>
          </a:p>
        </p:txBody>
      </p:sp>
      <p:sp>
        <p:nvSpPr>
          <p:cNvPr id="21" name="Text 19"/>
          <p:cNvSpPr/>
          <p:nvPr/>
        </p:nvSpPr>
        <p:spPr>
          <a:xfrm>
            <a:off x="658368" y="2688336"/>
            <a:ext cx="598932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Under-5 mortality declined 79% since 1990; neonatal deaths now 63% of U5 deaths — SDG target of NMR 12 requires doubling pace.</a:t>
            </a:r>
            <a:endParaRPr lang="en-US" sz="1200"/>
          </a:p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Stunting at 33%; wasting 18.7% — among highest globally; anaemia affects 57% of women and 67% of children.</a:t>
            </a:r>
            <a:endParaRPr lang="en-US" sz="1200"/>
          </a:p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Health expenditure at ~3.3% of GDP; physician density 0.7 per 1,000; rural-urban and inter-state disparities persist.</a:t>
            </a:r>
            <a:endParaRPr lang="en-US" sz="1200"/>
          </a:p>
        </p:txBody>
      </p:sp>
      <p:sp>
        <p:nvSpPr>
          <p:cNvPr id="22" name="Shape 20"/>
          <p:cNvSpPr/>
          <p:nvPr/>
        </p:nvSpPr>
        <p:spPr>
          <a:xfrm>
            <a:off x="502920" y="4663440"/>
            <a:ext cx="6172200" cy="1591056"/>
          </a:xfrm>
          <a:prstGeom prst="rect">
            <a:avLst/>
          </a:prstGeom>
          <a:solidFill>
            <a:srgbClr val="F4F1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502920" y="4663440"/>
            <a:ext cx="45720" cy="1591056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694944" y="475488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POTENTIAL INTERVENTIONS</a:t>
            </a:r>
            <a:endParaRPr lang="en-US" sz="1200"/>
          </a:p>
        </p:txBody>
      </p:sp>
      <p:sp>
        <p:nvSpPr>
          <p:cNvPr id="25" name="Text 23"/>
          <p:cNvSpPr/>
          <p:nvPr/>
        </p:nvSpPr>
        <p:spPr>
          <a:xfrm>
            <a:off x="713232" y="5029200"/>
            <a:ext cx="219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▸</a:t>
            </a:r>
            <a:endParaRPr lang="en-US" sz="1200"/>
          </a:p>
        </p:txBody>
      </p:sp>
      <p:sp>
        <p:nvSpPr>
          <p:cNvPr id="26" name="Text 24"/>
          <p:cNvSpPr/>
          <p:nvPr/>
        </p:nvSpPr>
        <p:spPr>
          <a:xfrm>
            <a:off x="932688" y="5029200"/>
            <a:ext cx="5632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Scale Special Newborn Care Units in high-NMR states (UP, MP, Chhattisgarh).</a:t>
            </a:r>
            <a:endParaRPr lang="en-US" sz="1200"/>
          </a:p>
        </p:txBody>
      </p:sp>
      <p:sp>
        <p:nvSpPr>
          <p:cNvPr id="27" name="Text 25"/>
          <p:cNvSpPr/>
          <p:nvPr/>
        </p:nvSpPr>
        <p:spPr>
          <a:xfrm>
            <a:off x="713232" y="5394960"/>
            <a:ext cx="219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▸</a:t>
            </a:r>
            <a:endParaRPr lang="en-US" sz="1200"/>
          </a:p>
        </p:txBody>
      </p:sp>
      <p:sp>
        <p:nvSpPr>
          <p:cNvPr id="28" name="Text 26"/>
          <p:cNvSpPr/>
          <p:nvPr/>
        </p:nvSpPr>
        <p:spPr>
          <a:xfrm>
            <a:off x="932688" y="5394960"/>
            <a:ext cx="5632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Rural retention: incentives, housing, skill upgrades for health workers.</a:t>
            </a:r>
            <a:endParaRPr lang="en-US" sz="1200"/>
          </a:p>
        </p:txBody>
      </p:sp>
      <p:sp>
        <p:nvSpPr>
          <p:cNvPr id="29" name="Text 27"/>
          <p:cNvSpPr/>
          <p:nvPr/>
        </p:nvSpPr>
        <p:spPr>
          <a:xfrm>
            <a:off x="713232" y="5760720"/>
            <a:ext cx="219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▸</a:t>
            </a:r>
            <a:endParaRPr lang="en-US" sz="1200"/>
          </a:p>
        </p:txBody>
      </p:sp>
      <p:sp>
        <p:nvSpPr>
          <p:cNvPr id="30" name="Text 28"/>
          <p:cNvSpPr/>
          <p:nvPr/>
        </p:nvSpPr>
        <p:spPr>
          <a:xfrm>
            <a:off x="932688" y="5760720"/>
            <a:ext cx="5632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Integrated nutrition-WASH programming in tribal and aspirational districts.</a:t>
            </a:r>
            <a:endParaRPr lang="en-US" sz="1200"/>
          </a:p>
        </p:txBody>
      </p:sp>
      <p:sp>
        <p:nvSpPr>
          <p:cNvPr id="31" name="Text 29"/>
          <p:cNvSpPr/>
          <p:nvPr/>
        </p:nvSpPr>
        <p:spPr>
          <a:xfrm>
            <a:off x="6903720" y="120700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Health facilities per 100,000</a:t>
            </a:r>
            <a:endParaRPr lang="en-US" sz="1200"/>
          </a:p>
        </p:txBody>
      </p:sp>
      <p:sp>
        <p:nvSpPr>
          <p:cNvPr id="32" name="Text 30"/>
          <p:cNvSpPr/>
          <p:nvPr/>
        </p:nvSpPr>
        <p:spPr>
          <a:xfrm>
            <a:off x="6903720" y="1463040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MoHFW pattern (est.)</a:t>
            </a:r>
            <a:endParaRPr lang="en-US" sz="1200"/>
          </a:p>
        </p:txBody>
      </p:sp>
      <p:sp>
        <p:nvSpPr>
          <p:cNvPr id="34" name="Shape 31"/>
          <p:cNvSpPr/>
          <p:nvPr/>
        </p:nvSpPr>
        <p:spPr>
          <a:xfrm>
            <a:off x="502920" y="6400800"/>
            <a:ext cx="11185855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2"/>
          <p:cNvSpPr/>
          <p:nvPr/>
        </p:nvSpPr>
        <p:spPr>
          <a:xfrm>
            <a:off x="502920" y="6446520"/>
            <a:ext cx="8961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 IGME 2025 · NACO 2024 · NFHS-5 · WHO · UNICEF</a:t>
            </a:r>
            <a:endParaRPr lang="en-US" sz="1200"/>
          </a:p>
        </p:txBody>
      </p:sp>
      <p:sp>
        <p:nvSpPr>
          <p:cNvPr id="36" name="Text 33"/>
          <p:cNvSpPr/>
          <p:nvPr/>
        </p:nvSpPr>
        <p:spPr>
          <a:xfrm>
            <a:off x="9905695" y="644652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ODA</a:t>
            </a: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09 / 23</a:t>
            </a:r>
            <a:endParaRPr lang="en-US" sz="1200"/>
          </a:p>
        </p:txBody>
      </p:sp>
      <p:sp>
        <p:nvSpPr>
          <p:cNvPr id="33" name="Andaman and Nicobar Islands"/>
          <p:cNvSpPr/>
          <p:nvPr/>
        </p:nvSpPr>
        <p:spPr>
          <a:xfrm>
            <a:off x="10606154" y="5323986"/>
            <a:ext cx="40156" cy="92050"/>
          </a:xfrm>
          <a:custGeom>
            <a:avLst/>
            <a:gdLst/>
            <a:ahLst/>
            <a:cxnLst/>
            <a:rect l="l" t="t" r="r" b="b"/>
            <a:pathLst>
              <a:path w="40156" h="92050">
                <a:moveTo>
                  <a:pt x="21573" y="78136"/>
                </a:moveTo>
                <a:lnTo>
                  <a:pt x="12167" y="68018"/>
                </a:lnTo>
                <a:lnTo>
                  <a:pt x="31912" y="77658"/>
                </a:lnTo>
                <a:lnTo>
                  <a:pt x="40156" y="57578"/>
                </a:lnTo>
                <a:lnTo>
                  <a:pt x="29475" y="0"/>
                </a:lnTo>
                <a:lnTo>
                  <a:pt x="13714" y="24410"/>
                </a:lnTo>
                <a:lnTo>
                  <a:pt x="5295" y="15059"/>
                </a:lnTo>
                <a:lnTo>
                  <a:pt x="13147" y="51756"/>
                </a:lnTo>
                <a:lnTo>
                  <a:pt x="12362" y="38257"/>
                </a:lnTo>
                <a:lnTo>
                  <a:pt x="0" y="47430"/>
                </a:lnTo>
                <a:lnTo>
                  <a:pt x="3613" y="92050"/>
                </a:lnTo>
                <a:lnTo>
                  <a:pt x="29767" y="88519"/>
                </a:lnTo>
                <a:lnTo>
                  <a:pt x="21573" y="78136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Andhra Pradesh"/>
          <p:cNvSpPr/>
          <p:nvPr/>
        </p:nvSpPr>
        <p:spPr>
          <a:xfrm>
            <a:off x="8401720" y="4393055"/>
            <a:ext cx="1105248" cy="976139"/>
          </a:xfrm>
          <a:custGeom>
            <a:avLst/>
            <a:gdLst/>
            <a:ahLst/>
            <a:cxnLst/>
            <a:rect l="l" t="t" r="r" b="b"/>
            <a:pathLst>
              <a:path w="1105248" h="976139">
                <a:moveTo>
                  <a:pt x="485131" y="835764"/>
                </a:moveTo>
                <a:lnTo>
                  <a:pt x="465596" y="748341"/>
                </a:lnTo>
                <a:lnTo>
                  <a:pt x="475123" y="683205"/>
                </a:lnTo>
                <a:lnTo>
                  <a:pt x="454491" y="609460"/>
                </a:lnTo>
                <a:lnTo>
                  <a:pt x="487333" y="518771"/>
                </a:lnTo>
                <a:lnTo>
                  <a:pt x="542230" y="489271"/>
                </a:lnTo>
                <a:lnTo>
                  <a:pt x="578062" y="514499"/>
                </a:lnTo>
                <a:lnTo>
                  <a:pt x="628740" y="426859"/>
                </a:lnTo>
                <a:lnTo>
                  <a:pt x="686276" y="426407"/>
                </a:lnTo>
                <a:lnTo>
                  <a:pt x="768378" y="388811"/>
                </a:lnTo>
                <a:lnTo>
                  <a:pt x="769186" y="314389"/>
                </a:lnTo>
                <a:lnTo>
                  <a:pt x="1019698" y="126907"/>
                </a:lnTo>
                <a:lnTo>
                  <a:pt x="1105248" y="17225"/>
                </a:lnTo>
                <a:lnTo>
                  <a:pt x="1100069" y="528"/>
                </a:lnTo>
                <a:lnTo>
                  <a:pt x="1084078" y="4515"/>
                </a:lnTo>
                <a:lnTo>
                  <a:pt x="1094512" y="12895"/>
                </a:lnTo>
                <a:lnTo>
                  <a:pt x="1084827" y="20582"/>
                </a:lnTo>
                <a:lnTo>
                  <a:pt x="1059934" y="21000"/>
                </a:lnTo>
                <a:lnTo>
                  <a:pt x="1049327" y="53819"/>
                </a:lnTo>
                <a:lnTo>
                  <a:pt x="1014262" y="60470"/>
                </a:lnTo>
                <a:lnTo>
                  <a:pt x="986832" y="51972"/>
                </a:lnTo>
                <a:lnTo>
                  <a:pt x="973199" y="21601"/>
                </a:lnTo>
                <a:lnTo>
                  <a:pt x="967751" y="35420"/>
                </a:lnTo>
                <a:lnTo>
                  <a:pt x="949849" y="0"/>
                </a:lnTo>
                <a:lnTo>
                  <a:pt x="937550" y="22679"/>
                </a:lnTo>
                <a:lnTo>
                  <a:pt x="927964" y="10384"/>
                </a:lnTo>
                <a:lnTo>
                  <a:pt x="927110" y="31033"/>
                </a:lnTo>
                <a:lnTo>
                  <a:pt x="906188" y="24453"/>
                </a:lnTo>
                <a:lnTo>
                  <a:pt x="919360" y="47814"/>
                </a:lnTo>
                <a:lnTo>
                  <a:pt x="864984" y="77111"/>
                </a:lnTo>
                <a:lnTo>
                  <a:pt x="870725" y="116859"/>
                </a:lnTo>
                <a:lnTo>
                  <a:pt x="835923" y="106519"/>
                </a:lnTo>
                <a:lnTo>
                  <a:pt x="813012" y="138243"/>
                </a:lnTo>
                <a:lnTo>
                  <a:pt x="791559" y="91674"/>
                </a:lnTo>
                <a:lnTo>
                  <a:pt x="761577" y="174340"/>
                </a:lnTo>
                <a:lnTo>
                  <a:pt x="729187" y="163232"/>
                </a:lnTo>
                <a:lnTo>
                  <a:pt x="671935" y="200087"/>
                </a:lnTo>
                <a:lnTo>
                  <a:pt x="609468" y="194935"/>
                </a:lnTo>
                <a:lnTo>
                  <a:pt x="594517" y="213522"/>
                </a:lnTo>
                <a:lnTo>
                  <a:pt x="576471" y="209240"/>
                </a:lnTo>
                <a:lnTo>
                  <a:pt x="566438" y="233108"/>
                </a:lnTo>
                <a:lnTo>
                  <a:pt x="631141" y="267039"/>
                </a:lnTo>
                <a:lnTo>
                  <a:pt x="610554" y="288565"/>
                </a:lnTo>
                <a:lnTo>
                  <a:pt x="575229" y="290148"/>
                </a:lnTo>
                <a:lnTo>
                  <a:pt x="565041" y="316982"/>
                </a:lnTo>
                <a:lnTo>
                  <a:pt x="528304" y="300099"/>
                </a:lnTo>
                <a:lnTo>
                  <a:pt x="512357" y="318467"/>
                </a:lnTo>
                <a:lnTo>
                  <a:pt x="504626" y="309291"/>
                </a:lnTo>
                <a:lnTo>
                  <a:pt x="498307" y="326521"/>
                </a:lnTo>
                <a:lnTo>
                  <a:pt x="531340" y="335100"/>
                </a:lnTo>
                <a:lnTo>
                  <a:pt x="526950" y="357576"/>
                </a:lnTo>
                <a:lnTo>
                  <a:pt x="500665" y="350197"/>
                </a:lnTo>
                <a:lnTo>
                  <a:pt x="475188" y="316376"/>
                </a:lnTo>
                <a:lnTo>
                  <a:pt x="450391" y="335640"/>
                </a:lnTo>
                <a:lnTo>
                  <a:pt x="457760" y="352550"/>
                </a:lnTo>
                <a:lnTo>
                  <a:pt x="442870" y="376158"/>
                </a:lnTo>
                <a:lnTo>
                  <a:pt x="416686" y="363136"/>
                </a:lnTo>
                <a:lnTo>
                  <a:pt x="345071" y="387759"/>
                </a:lnTo>
                <a:lnTo>
                  <a:pt x="339492" y="438273"/>
                </a:lnTo>
                <a:lnTo>
                  <a:pt x="310822" y="436361"/>
                </a:lnTo>
                <a:lnTo>
                  <a:pt x="279799" y="469062"/>
                </a:lnTo>
                <a:lnTo>
                  <a:pt x="227511" y="461052"/>
                </a:lnTo>
                <a:lnTo>
                  <a:pt x="189582" y="496660"/>
                </a:lnTo>
                <a:lnTo>
                  <a:pt x="67008" y="477510"/>
                </a:lnTo>
                <a:lnTo>
                  <a:pt x="37211" y="493283"/>
                </a:lnTo>
                <a:lnTo>
                  <a:pt x="50392" y="522095"/>
                </a:lnTo>
                <a:lnTo>
                  <a:pt x="28947" y="547116"/>
                </a:lnTo>
                <a:lnTo>
                  <a:pt x="55966" y="595909"/>
                </a:lnTo>
                <a:lnTo>
                  <a:pt x="43962" y="620578"/>
                </a:lnTo>
                <a:lnTo>
                  <a:pt x="1621" y="609783"/>
                </a:lnTo>
                <a:lnTo>
                  <a:pt x="14489" y="630784"/>
                </a:lnTo>
                <a:lnTo>
                  <a:pt x="0" y="680875"/>
                </a:lnTo>
                <a:lnTo>
                  <a:pt x="29055" y="698309"/>
                </a:lnTo>
                <a:lnTo>
                  <a:pt x="16592" y="711686"/>
                </a:lnTo>
                <a:lnTo>
                  <a:pt x="24241" y="734240"/>
                </a:lnTo>
                <a:lnTo>
                  <a:pt x="72226" y="719987"/>
                </a:lnTo>
                <a:lnTo>
                  <a:pt x="86908" y="741072"/>
                </a:lnTo>
                <a:lnTo>
                  <a:pt x="88826" y="720338"/>
                </a:lnTo>
                <a:lnTo>
                  <a:pt x="104146" y="743227"/>
                </a:lnTo>
                <a:lnTo>
                  <a:pt x="81247" y="751183"/>
                </a:lnTo>
                <a:lnTo>
                  <a:pt x="87759" y="787451"/>
                </a:lnTo>
                <a:lnTo>
                  <a:pt x="77164" y="766275"/>
                </a:lnTo>
                <a:lnTo>
                  <a:pt x="53206" y="770578"/>
                </a:lnTo>
                <a:lnTo>
                  <a:pt x="35773" y="744378"/>
                </a:lnTo>
                <a:lnTo>
                  <a:pt x="17937" y="745703"/>
                </a:lnTo>
                <a:lnTo>
                  <a:pt x="38310" y="780688"/>
                </a:lnTo>
                <a:lnTo>
                  <a:pt x="32108" y="808404"/>
                </a:lnTo>
                <a:lnTo>
                  <a:pt x="56505" y="806276"/>
                </a:lnTo>
                <a:lnTo>
                  <a:pt x="58120" y="781919"/>
                </a:lnTo>
                <a:lnTo>
                  <a:pt x="92436" y="794154"/>
                </a:lnTo>
                <a:lnTo>
                  <a:pt x="95595" y="818180"/>
                </a:lnTo>
                <a:lnTo>
                  <a:pt x="131881" y="809401"/>
                </a:lnTo>
                <a:lnTo>
                  <a:pt x="147007" y="779003"/>
                </a:lnTo>
                <a:lnTo>
                  <a:pt x="169293" y="777395"/>
                </a:lnTo>
                <a:lnTo>
                  <a:pt x="164509" y="796523"/>
                </a:lnTo>
                <a:lnTo>
                  <a:pt x="186914" y="791218"/>
                </a:lnTo>
                <a:lnTo>
                  <a:pt x="183082" y="824030"/>
                </a:lnTo>
                <a:lnTo>
                  <a:pt x="226615" y="832266"/>
                </a:lnTo>
                <a:lnTo>
                  <a:pt x="223246" y="870466"/>
                </a:lnTo>
                <a:lnTo>
                  <a:pt x="252356" y="878128"/>
                </a:lnTo>
                <a:lnTo>
                  <a:pt x="227956" y="928188"/>
                </a:lnTo>
                <a:lnTo>
                  <a:pt x="235379" y="939906"/>
                </a:lnTo>
                <a:lnTo>
                  <a:pt x="220053" y="929021"/>
                </a:lnTo>
                <a:lnTo>
                  <a:pt x="198854" y="966032"/>
                </a:lnTo>
                <a:lnTo>
                  <a:pt x="235406" y="976139"/>
                </a:lnTo>
                <a:lnTo>
                  <a:pt x="269964" y="909768"/>
                </a:lnTo>
                <a:lnTo>
                  <a:pt x="332086" y="916995"/>
                </a:lnTo>
                <a:lnTo>
                  <a:pt x="342031" y="894519"/>
                </a:lnTo>
                <a:lnTo>
                  <a:pt x="370211" y="891933"/>
                </a:lnTo>
                <a:lnTo>
                  <a:pt x="369796" y="867522"/>
                </a:lnTo>
                <a:lnTo>
                  <a:pt x="414720" y="889057"/>
                </a:lnTo>
                <a:lnTo>
                  <a:pt x="447939" y="839073"/>
                </a:lnTo>
                <a:lnTo>
                  <a:pt x="481463" y="849770"/>
                </a:lnTo>
                <a:lnTo>
                  <a:pt x="485131" y="835764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Arunāchal Pradesh"/>
          <p:cNvSpPr/>
          <p:nvPr/>
        </p:nvSpPr>
        <p:spPr>
          <a:xfrm>
            <a:off x="10448660" y="2856140"/>
            <a:ext cx="812193" cy="414592"/>
          </a:xfrm>
          <a:custGeom>
            <a:avLst/>
            <a:gdLst/>
            <a:ahLst/>
            <a:cxnLst/>
            <a:rect l="l" t="t" r="r" b="b"/>
            <a:pathLst>
              <a:path w="812193" h="414592">
                <a:moveTo>
                  <a:pt x="510641" y="414592"/>
                </a:moveTo>
                <a:lnTo>
                  <a:pt x="537876" y="411970"/>
                </a:lnTo>
                <a:lnTo>
                  <a:pt x="648384" y="325577"/>
                </a:lnTo>
                <a:lnTo>
                  <a:pt x="714249" y="311627"/>
                </a:lnTo>
                <a:lnTo>
                  <a:pt x="737792" y="340231"/>
                </a:lnTo>
                <a:lnTo>
                  <a:pt x="778155" y="347025"/>
                </a:lnTo>
                <a:lnTo>
                  <a:pt x="739950" y="276756"/>
                </a:lnTo>
                <a:lnTo>
                  <a:pt x="790204" y="232707"/>
                </a:lnTo>
                <a:lnTo>
                  <a:pt x="808537" y="234733"/>
                </a:lnTo>
                <a:lnTo>
                  <a:pt x="812193" y="215627"/>
                </a:lnTo>
                <a:lnTo>
                  <a:pt x="797352" y="207644"/>
                </a:lnTo>
                <a:lnTo>
                  <a:pt x="810231" y="189207"/>
                </a:lnTo>
                <a:lnTo>
                  <a:pt x="708511" y="149223"/>
                </a:lnTo>
                <a:lnTo>
                  <a:pt x="671791" y="167285"/>
                </a:lnTo>
                <a:lnTo>
                  <a:pt x="653051" y="156934"/>
                </a:lnTo>
                <a:lnTo>
                  <a:pt x="701902" y="102384"/>
                </a:lnTo>
                <a:lnTo>
                  <a:pt x="689451" y="57344"/>
                </a:lnTo>
                <a:lnTo>
                  <a:pt x="639773" y="83192"/>
                </a:lnTo>
                <a:lnTo>
                  <a:pt x="632638" y="57487"/>
                </a:lnTo>
                <a:lnTo>
                  <a:pt x="671204" y="30777"/>
                </a:lnTo>
                <a:lnTo>
                  <a:pt x="650550" y="33940"/>
                </a:lnTo>
                <a:lnTo>
                  <a:pt x="629007" y="0"/>
                </a:lnTo>
                <a:lnTo>
                  <a:pt x="561356" y="29789"/>
                </a:lnTo>
                <a:lnTo>
                  <a:pt x="540346" y="63552"/>
                </a:lnTo>
                <a:lnTo>
                  <a:pt x="450551" y="44190"/>
                </a:lnTo>
                <a:lnTo>
                  <a:pt x="427126" y="16642"/>
                </a:lnTo>
                <a:lnTo>
                  <a:pt x="369830" y="56144"/>
                </a:lnTo>
                <a:lnTo>
                  <a:pt x="329774" y="117752"/>
                </a:lnTo>
                <a:lnTo>
                  <a:pt x="248256" y="122405"/>
                </a:lnTo>
                <a:lnTo>
                  <a:pt x="231851" y="168192"/>
                </a:lnTo>
                <a:lnTo>
                  <a:pt x="158201" y="199201"/>
                </a:lnTo>
                <a:lnTo>
                  <a:pt x="165421" y="219585"/>
                </a:lnTo>
                <a:lnTo>
                  <a:pt x="140645" y="244720"/>
                </a:lnTo>
                <a:lnTo>
                  <a:pt x="92200" y="239015"/>
                </a:lnTo>
                <a:lnTo>
                  <a:pt x="51822" y="260481"/>
                </a:lnTo>
                <a:lnTo>
                  <a:pt x="0" y="239476"/>
                </a:lnTo>
                <a:lnTo>
                  <a:pt x="14228" y="294864"/>
                </a:lnTo>
                <a:lnTo>
                  <a:pt x="65595" y="295642"/>
                </a:lnTo>
                <a:lnTo>
                  <a:pt x="79638" y="324355"/>
                </a:lnTo>
                <a:lnTo>
                  <a:pt x="66748" y="355557"/>
                </a:lnTo>
                <a:lnTo>
                  <a:pt x="89774" y="383604"/>
                </a:lnTo>
                <a:lnTo>
                  <a:pt x="155922" y="362454"/>
                </a:lnTo>
                <a:lnTo>
                  <a:pt x="204304" y="380103"/>
                </a:lnTo>
                <a:lnTo>
                  <a:pt x="292690" y="372111"/>
                </a:lnTo>
                <a:lnTo>
                  <a:pt x="376905" y="289434"/>
                </a:lnTo>
                <a:lnTo>
                  <a:pt x="372656" y="272740"/>
                </a:lnTo>
                <a:lnTo>
                  <a:pt x="403698" y="284299"/>
                </a:lnTo>
                <a:lnTo>
                  <a:pt x="562056" y="224686"/>
                </a:lnTo>
                <a:lnTo>
                  <a:pt x="612741" y="223476"/>
                </a:lnTo>
                <a:lnTo>
                  <a:pt x="582410" y="259569"/>
                </a:lnTo>
                <a:lnTo>
                  <a:pt x="595183" y="304250"/>
                </a:lnTo>
                <a:lnTo>
                  <a:pt x="619174" y="312708"/>
                </a:lnTo>
                <a:lnTo>
                  <a:pt x="601819" y="329073"/>
                </a:lnTo>
                <a:lnTo>
                  <a:pt x="548746" y="328065"/>
                </a:lnTo>
                <a:lnTo>
                  <a:pt x="541005" y="347858"/>
                </a:lnTo>
                <a:lnTo>
                  <a:pt x="505469" y="361658"/>
                </a:lnTo>
                <a:lnTo>
                  <a:pt x="510641" y="414592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Assam"/>
          <p:cNvSpPr/>
          <p:nvPr/>
        </p:nvSpPr>
        <p:spPr>
          <a:xfrm>
            <a:off x="10192768" y="3079657"/>
            <a:ext cx="875066" cy="571124"/>
          </a:xfrm>
          <a:custGeom>
            <a:avLst/>
            <a:gdLst/>
            <a:ahLst/>
            <a:cxnLst/>
            <a:rect l="l" t="t" r="r" b="b"/>
            <a:pathLst>
              <a:path w="875066" h="571124">
                <a:moveTo>
                  <a:pt x="761095" y="139001"/>
                </a:moveTo>
                <a:lnTo>
                  <a:pt x="796897" y="124341"/>
                </a:lnTo>
                <a:lnTo>
                  <a:pt x="804638" y="104548"/>
                </a:lnTo>
                <a:lnTo>
                  <a:pt x="857711" y="105556"/>
                </a:lnTo>
                <a:lnTo>
                  <a:pt x="875066" y="89191"/>
                </a:lnTo>
                <a:lnTo>
                  <a:pt x="851075" y="80733"/>
                </a:lnTo>
                <a:lnTo>
                  <a:pt x="838302" y="36052"/>
                </a:lnTo>
                <a:lnTo>
                  <a:pt x="868696" y="0"/>
                </a:lnTo>
                <a:lnTo>
                  <a:pt x="817948" y="1169"/>
                </a:lnTo>
                <a:lnTo>
                  <a:pt x="659590" y="60782"/>
                </a:lnTo>
                <a:lnTo>
                  <a:pt x="628548" y="49223"/>
                </a:lnTo>
                <a:lnTo>
                  <a:pt x="632797" y="65917"/>
                </a:lnTo>
                <a:lnTo>
                  <a:pt x="538411" y="151055"/>
                </a:lnTo>
                <a:lnTo>
                  <a:pt x="460196" y="156586"/>
                </a:lnTo>
                <a:lnTo>
                  <a:pt x="411814" y="138937"/>
                </a:lnTo>
                <a:lnTo>
                  <a:pt x="326480" y="166563"/>
                </a:lnTo>
                <a:lnTo>
                  <a:pt x="303799" y="155792"/>
                </a:lnTo>
                <a:lnTo>
                  <a:pt x="275786" y="172514"/>
                </a:lnTo>
                <a:lnTo>
                  <a:pt x="141034" y="178239"/>
                </a:lnTo>
                <a:lnTo>
                  <a:pt x="90991" y="158483"/>
                </a:lnTo>
                <a:lnTo>
                  <a:pt x="22185" y="183250"/>
                </a:lnTo>
                <a:lnTo>
                  <a:pt x="21847" y="235587"/>
                </a:lnTo>
                <a:lnTo>
                  <a:pt x="0" y="264469"/>
                </a:lnTo>
                <a:lnTo>
                  <a:pt x="26124" y="301132"/>
                </a:lnTo>
                <a:lnTo>
                  <a:pt x="21128" y="372553"/>
                </a:lnTo>
                <a:lnTo>
                  <a:pt x="44534" y="351520"/>
                </a:lnTo>
                <a:lnTo>
                  <a:pt x="27153" y="330998"/>
                </a:lnTo>
                <a:lnTo>
                  <a:pt x="62653" y="297902"/>
                </a:lnTo>
                <a:lnTo>
                  <a:pt x="172930" y="300678"/>
                </a:lnTo>
                <a:lnTo>
                  <a:pt x="181042" y="319741"/>
                </a:lnTo>
                <a:lnTo>
                  <a:pt x="207327" y="313619"/>
                </a:lnTo>
                <a:lnTo>
                  <a:pt x="211014" y="334342"/>
                </a:lnTo>
                <a:lnTo>
                  <a:pt x="253663" y="312147"/>
                </a:lnTo>
                <a:lnTo>
                  <a:pt x="260505" y="287967"/>
                </a:lnTo>
                <a:lnTo>
                  <a:pt x="273073" y="307236"/>
                </a:lnTo>
                <a:lnTo>
                  <a:pt x="294510" y="275106"/>
                </a:lnTo>
                <a:lnTo>
                  <a:pt x="307469" y="293253"/>
                </a:lnTo>
                <a:lnTo>
                  <a:pt x="356755" y="283130"/>
                </a:lnTo>
                <a:lnTo>
                  <a:pt x="339798" y="301241"/>
                </a:lnTo>
                <a:lnTo>
                  <a:pt x="349924" y="306487"/>
                </a:lnTo>
                <a:lnTo>
                  <a:pt x="340311" y="341862"/>
                </a:lnTo>
                <a:lnTo>
                  <a:pt x="371867" y="329571"/>
                </a:lnTo>
                <a:lnTo>
                  <a:pt x="409113" y="353990"/>
                </a:lnTo>
                <a:lnTo>
                  <a:pt x="396882" y="372715"/>
                </a:lnTo>
                <a:lnTo>
                  <a:pt x="429874" y="409929"/>
                </a:lnTo>
                <a:lnTo>
                  <a:pt x="385244" y="426030"/>
                </a:lnTo>
                <a:lnTo>
                  <a:pt x="386253" y="461408"/>
                </a:lnTo>
                <a:lnTo>
                  <a:pt x="351053" y="457045"/>
                </a:lnTo>
                <a:lnTo>
                  <a:pt x="359671" y="481535"/>
                </a:lnTo>
                <a:lnTo>
                  <a:pt x="345328" y="555167"/>
                </a:lnTo>
                <a:lnTo>
                  <a:pt x="377198" y="553422"/>
                </a:lnTo>
                <a:lnTo>
                  <a:pt x="383144" y="571124"/>
                </a:lnTo>
                <a:lnTo>
                  <a:pt x="424345" y="513676"/>
                </a:lnTo>
                <a:lnTo>
                  <a:pt x="433567" y="535698"/>
                </a:lnTo>
                <a:lnTo>
                  <a:pt x="462931" y="529815"/>
                </a:lnTo>
                <a:lnTo>
                  <a:pt x="472319" y="470337"/>
                </a:lnTo>
                <a:lnTo>
                  <a:pt x="522321" y="396661"/>
                </a:lnTo>
                <a:lnTo>
                  <a:pt x="502406" y="360708"/>
                </a:lnTo>
                <a:lnTo>
                  <a:pt x="563166" y="297444"/>
                </a:lnTo>
                <a:lnTo>
                  <a:pt x="567324" y="321450"/>
                </a:lnTo>
                <a:lnTo>
                  <a:pt x="592696" y="305358"/>
                </a:lnTo>
                <a:lnTo>
                  <a:pt x="595796" y="267215"/>
                </a:lnTo>
                <a:lnTo>
                  <a:pt x="631145" y="212142"/>
                </a:lnTo>
                <a:lnTo>
                  <a:pt x="639488" y="224518"/>
                </a:lnTo>
                <a:lnTo>
                  <a:pt x="659387" y="194169"/>
                </a:lnTo>
                <a:lnTo>
                  <a:pt x="761095" y="139001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Bihār"/>
          <p:cNvSpPr/>
          <p:nvPr/>
        </p:nvSpPr>
        <p:spPr>
          <a:xfrm>
            <a:off x="9309490" y="3145953"/>
            <a:ext cx="689564" cy="482444"/>
          </a:xfrm>
          <a:custGeom>
            <a:avLst/>
            <a:gdLst/>
            <a:ahLst/>
            <a:cxnLst/>
            <a:rect l="l" t="t" r="r" b="b"/>
            <a:pathLst>
              <a:path w="689564" h="482444">
                <a:moveTo>
                  <a:pt x="25350" y="446752"/>
                </a:moveTo>
                <a:lnTo>
                  <a:pt x="76504" y="445743"/>
                </a:lnTo>
                <a:lnTo>
                  <a:pt x="95290" y="429234"/>
                </a:lnTo>
                <a:lnTo>
                  <a:pt x="109137" y="453908"/>
                </a:lnTo>
                <a:lnTo>
                  <a:pt x="135293" y="441522"/>
                </a:lnTo>
                <a:lnTo>
                  <a:pt x="162850" y="482444"/>
                </a:lnTo>
                <a:lnTo>
                  <a:pt x="205221" y="445977"/>
                </a:lnTo>
                <a:lnTo>
                  <a:pt x="219308" y="469623"/>
                </a:lnTo>
                <a:lnTo>
                  <a:pt x="244939" y="469597"/>
                </a:lnTo>
                <a:lnTo>
                  <a:pt x="283965" y="442301"/>
                </a:lnTo>
                <a:lnTo>
                  <a:pt x="325119" y="438760"/>
                </a:lnTo>
                <a:lnTo>
                  <a:pt x="334631" y="402667"/>
                </a:lnTo>
                <a:lnTo>
                  <a:pt x="378751" y="408793"/>
                </a:lnTo>
                <a:lnTo>
                  <a:pt x="432685" y="470283"/>
                </a:lnTo>
                <a:lnTo>
                  <a:pt x="454656" y="434404"/>
                </a:lnTo>
                <a:lnTo>
                  <a:pt x="498004" y="443810"/>
                </a:lnTo>
                <a:lnTo>
                  <a:pt x="501239" y="427778"/>
                </a:lnTo>
                <a:lnTo>
                  <a:pt x="516647" y="434345"/>
                </a:lnTo>
                <a:lnTo>
                  <a:pt x="529761" y="373029"/>
                </a:lnTo>
                <a:lnTo>
                  <a:pt x="554931" y="342533"/>
                </a:lnTo>
                <a:lnTo>
                  <a:pt x="575783" y="346897"/>
                </a:lnTo>
                <a:lnTo>
                  <a:pt x="590451" y="323753"/>
                </a:lnTo>
                <a:lnTo>
                  <a:pt x="622920" y="339799"/>
                </a:lnTo>
                <a:lnTo>
                  <a:pt x="618565" y="308852"/>
                </a:lnTo>
                <a:lnTo>
                  <a:pt x="637959" y="295454"/>
                </a:lnTo>
                <a:lnTo>
                  <a:pt x="658193" y="303717"/>
                </a:lnTo>
                <a:lnTo>
                  <a:pt x="654937" y="271092"/>
                </a:lnTo>
                <a:lnTo>
                  <a:pt x="621854" y="237401"/>
                </a:lnTo>
                <a:lnTo>
                  <a:pt x="689564" y="174586"/>
                </a:lnTo>
                <a:lnTo>
                  <a:pt x="680292" y="141410"/>
                </a:lnTo>
                <a:lnTo>
                  <a:pt x="661640" y="144921"/>
                </a:lnTo>
                <a:lnTo>
                  <a:pt x="650720" y="172344"/>
                </a:lnTo>
                <a:lnTo>
                  <a:pt x="632601" y="153979"/>
                </a:lnTo>
                <a:lnTo>
                  <a:pt x="556693" y="174742"/>
                </a:lnTo>
                <a:lnTo>
                  <a:pt x="522195" y="159362"/>
                </a:lnTo>
                <a:lnTo>
                  <a:pt x="519372" y="139099"/>
                </a:lnTo>
                <a:lnTo>
                  <a:pt x="472210" y="163589"/>
                </a:lnTo>
                <a:lnTo>
                  <a:pt x="417185" y="134180"/>
                </a:lnTo>
                <a:lnTo>
                  <a:pt x="374872" y="127195"/>
                </a:lnTo>
                <a:lnTo>
                  <a:pt x="350312" y="141796"/>
                </a:lnTo>
                <a:lnTo>
                  <a:pt x="320576" y="96429"/>
                </a:lnTo>
                <a:lnTo>
                  <a:pt x="261960" y="113520"/>
                </a:lnTo>
                <a:lnTo>
                  <a:pt x="258998" y="96754"/>
                </a:lnTo>
                <a:lnTo>
                  <a:pt x="183215" y="70444"/>
                </a:lnTo>
                <a:lnTo>
                  <a:pt x="180013" y="26735"/>
                </a:lnTo>
                <a:lnTo>
                  <a:pt x="134865" y="20297"/>
                </a:lnTo>
                <a:lnTo>
                  <a:pt x="114469" y="0"/>
                </a:lnTo>
                <a:lnTo>
                  <a:pt x="73098" y="10385"/>
                </a:lnTo>
                <a:lnTo>
                  <a:pt x="102483" y="94073"/>
                </a:lnTo>
                <a:lnTo>
                  <a:pt x="129321" y="98787"/>
                </a:lnTo>
                <a:lnTo>
                  <a:pt x="127467" y="116375"/>
                </a:lnTo>
                <a:lnTo>
                  <a:pt x="152285" y="133072"/>
                </a:lnTo>
                <a:lnTo>
                  <a:pt x="106117" y="131240"/>
                </a:lnTo>
                <a:lnTo>
                  <a:pt x="81410" y="149162"/>
                </a:lnTo>
                <a:lnTo>
                  <a:pt x="118637" y="171316"/>
                </a:lnTo>
                <a:lnTo>
                  <a:pt x="117161" y="190661"/>
                </a:lnTo>
                <a:lnTo>
                  <a:pt x="95442" y="200456"/>
                </a:lnTo>
                <a:lnTo>
                  <a:pt x="182025" y="267255"/>
                </a:lnTo>
                <a:lnTo>
                  <a:pt x="108599" y="268291"/>
                </a:lnTo>
                <a:lnTo>
                  <a:pt x="72860" y="311077"/>
                </a:lnTo>
                <a:lnTo>
                  <a:pt x="5129" y="346107"/>
                </a:lnTo>
                <a:lnTo>
                  <a:pt x="0" y="373336"/>
                </a:lnTo>
                <a:lnTo>
                  <a:pt x="31538" y="432145"/>
                </a:lnTo>
                <a:lnTo>
                  <a:pt x="25350" y="446752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Chandīgarh"/>
          <p:cNvSpPr/>
          <p:nvPr/>
        </p:nvSpPr>
        <p:spPr>
          <a:xfrm>
            <a:off x="8393430" y="2662903"/>
            <a:ext cx="18377" cy="13153"/>
          </a:xfrm>
          <a:custGeom>
            <a:avLst/>
            <a:gdLst/>
            <a:ahLst/>
            <a:cxnLst/>
            <a:rect l="l" t="t" r="r" b="b"/>
            <a:pathLst>
              <a:path w="18377" h="13153">
                <a:moveTo>
                  <a:pt x="18377" y="0"/>
                </a:moveTo>
                <a:lnTo>
                  <a:pt x="0" y="1725"/>
                </a:lnTo>
                <a:lnTo>
                  <a:pt x="13663" y="13153"/>
                </a:lnTo>
                <a:lnTo>
                  <a:pt x="18377" y="0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Chhattīsgarh"/>
          <p:cNvSpPr/>
          <p:nvPr/>
        </p:nvSpPr>
        <p:spPr>
          <a:xfrm>
            <a:off x="8887492" y="3655309"/>
            <a:ext cx="570991" cy="942082"/>
          </a:xfrm>
          <a:custGeom>
            <a:avLst/>
            <a:gdLst/>
            <a:ahLst/>
            <a:cxnLst/>
            <a:rect l="l" t="t" r="r" b="b"/>
            <a:pathLst>
              <a:path w="570991" h="942082">
                <a:moveTo>
                  <a:pt x="0" y="803514"/>
                </a:moveTo>
                <a:lnTo>
                  <a:pt x="63970" y="849807"/>
                </a:lnTo>
                <a:lnTo>
                  <a:pt x="65369" y="886008"/>
                </a:lnTo>
                <a:lnTo>
                  <a:pt x="97786" y="884746"/>
                </a:lnTo>
                <a:lnTo>
                  <a:pt x="101843" y="941566"/>
                </a:lnTo>
                <a:lnTo>
                  <a:pt x="155161" y="942082"/>
                </a:lnTo>
                <a:lnTo>
                  <a:pt x="173456" y="872903"/>
                </a:lnTo>
                <a:lnTo>
                  <a:pt x="204589" y="858648"/>
                </a:lnTo>
                <a:lnTo>
                  <a:pt x="234133" y="823295"/>
                </a:lnTo>
                <a:lnTo>
                  <a:pt x="224457" y="813292"/>
                </a:lnTo>
                <a:lnTo>
                  <a:pt x="273242" y="774235"/>
                </a:lnTo>
                <a:lnTo>
                  <a:pt x="265403" y="698346"/>
                </a:lnTo>
                <a:lnTo>
                  <a:pt x="243193" y="686384"/>
                </a:lnTo>
                <a:lnTo>
                  <a:pt x="248246" y="644143"/>
                </a:lnTo>
                <a:lnTo>
                  <a:pt x="218834" y="625063"/>
                </a:lnTo>
                <a:lnTo>
                  <a:pt x="221294" y="606302"/>
                </a:lnTo>
                <a:lnTo>
                  <a:pt x="272055" y="612375"/>
                </a:lnTo>
                <a:lnTo>
                  <a:pt x="286989" y="637400"/>
                </a:lnTo>
                <a:lnTo>
                  <a:pt x="300929" y="626300"/>
                </a:lnTo>
                <a:lnTo>
                  <a:pt x="322731" y="632748"/>
                </a:lnTo>
                <a:lnTo>
                  <a:pt x="321123" y="646351"/>
                </a:lnTo>
                <a:lnTo>
                  <a:pt x="337119" y="637518"/>
                </a:lnTo>
                <a:lnTo>
                  <a:pt x="338238" y="613682"/>
                </a:lnTo>
                <a:lnTo>
                  <a:pt x="294453" y="604447"/>
                </a:lnTo>
                <a:lnTo>
                  <a:pt x="287752" y="480121"/>
                </a:lnTo>
                <a:lnTo>
                  <a:pt x="303619" y="489338"/>
                </a:lnTo>
                <a:lnTo>
                  <a:pt x="327863" y="440530"/>
                </a:lnTo>
                <a:lnTo>
                  <a:pt x="395841" y="447845"/>
                </a:lnTo>
                <a:lnTo>
                  <a:pt x="414881" y="407132"/>
                </a:lnTo>
                <a:lnTo>
                  <a:pt x="433915" y="411210"/>
                </a:lnTo>
                <a:lnTo>
                  <a:pt x="424458" y="388695"/>
                </a:lnTo>
                <a:lnTo>
                  <a:pt x="459482" y="336571"/>
                </a:lnTo>
                <a:lnTo>
                  <a:pt x="455820" y="298550"/>
                </a:lnTo>
                <a:lnTo>
                  <a:pt x="517577" y="258904"/>
                </a:lnTo>
                <a:lnTo>
                  <a:pt x="517443" y="228816"/>
                </a:lnTo>
                <a:lnTo>
                  <a:pt x="546635" y="214762"/>
                </a:lnTo>
                <a:lnTo>
                  <a:pt x="570991" y="176152"/>
                </a:lnTo>
                <a:lnTo>
                  <a:pt x="536829" y="170254"/>
                </a:lnTo>
                <a:lnTo>
                  <a:pt x="520561" y="141790"/>
                </a:lnTo>
                <a:lnTo>
                  <a:pt x="526474" y="115327"/>
                </a:lnTo>
                <a:lnTo>
                  <a:pt x="511059" y="108755"/>
                </a:lnTo>
                <a:lnTo>
                  <a:pt x="518425" y="70395"/>
                </a:lnTo>
                <a:lnTo>
                  <a:pt x="484621" y="73900"/>
                </a:lnTo>
                <a:lnTo>
                  <a:pt x="437621" y="3095"/>
                </a:lnTo>
                <a:lnTo>
                  <a:pt x="422168" y="0"/>
                </a:lnTo>
                <a:lnTo>
                  <a:pt x="397245" y="33002"/>
                </a:lnTo>
                <a:lnTo>
                  <a:pt x="350189" y="21545"/>
                </a:lnTo>
                <a:lnTo>
                  <a:pt x="311796" y="48102"/>
                </a:lnTo>
                <a:lnTo>
                  <a:pt x="184943" y="30412"/>
                </a:lnTo>
                <a:lnTo>
                  <a:pt x="197058" y="57420"/>
                </a:lnTo>
                <a:lnTo>
                  <a:pt x="180548" y="77717"/>
                </a:lnTo>
                <a:lnTo>
                  <a:pt x="187523" y="93139"/>
                </a:lnTo>
                <a:lnTo>
                  <a:pt x="228545" y="85581"/>
                </a:lnTo>
                <a:lnTo>
                  <a:pt x="266028" y="116750"/>
                </a:lnTo>
                <a:lnTo>
                  <a:pt x="261514" y="143727"/>
                </a:lnTo>
                <a:lnTo>
                  <a:pt x="231171" y="153303"/>
                </a:lnTo>
                <a:lnTo>
                  <a:pt x="186815" y="234049"/>
                </a:lnTo>
                <a:lnTo>
                  <a:pt x="116083" y="249043"/>
                </a:lnTo>
                <a:lnTo>
                  <a:pt x="101548" y="304924"/>
                </a:lnTo>
                <a:lnTo>
                  <a:pt x="87940" y="298003"/>
                </a:lnTo>
                <a:lnTo>
                  <a:pt x="62766" y="357099"/>
                </a:lnTo>
                <a:lnTo>
                  <a:pt x="56320" y="419036"/>
                </a:lnTo>
                <a:lnTo>
                  <a:pt x="26474" y="437576"/>
                </a:lnTo>
                <a:lnTo>
                  <a:pt x="20964" y="462376"/>
                </a:lnTo>
                <a:lnTo>
                  <a:pt x="37831" y="473345"/>
                </a:lnTo>
                <a:lnTo>
                  <a:pt x="43588" y="510711"/>
                </a:lnTo>
                <a:lnTo>
                  <a:pt x="28822" y="520593"/>
                </a:lnTo>
                <a:lnTo>
                  <a:pt x="49710" y="523572"/>
                </a:lnTo>
                <a:lnTo>
                  <a:pt x="48948" y="563265"/>
                </a:lnTo>
                <a:lnTo>
                  <a:pt x="16947" y="576346"/>
                </a:lnTo>
                <a:lnTo>
                  <a:pt x="39319" y="602188"/>
                </a:lnTo>
                <a:lnTo>
                  <a:pt x="17842" y="643327"/>
                </a:lnTo>
                <a:lnTo>
                  <a:pt x="37862" y="640021"/>
                </a:lnTo>
                <a:lnTo>
                  <a:pt x="86615" y="690246"/>
                </a:lnTo>
                <a:lnTo>
                  <a:pt x="67046" y="718939"/>
                </a:lnTo>
                <a:lnTo>
                  <a:pt x="41588" y="702114"/>
                </a:lnTo>
                <a:lnTo>
                  <a:pt x="16751" y="725619"/>
                </a:lnTo>
                <a:lnTo>
                  <a:pt x="0" y="803514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Delhi"/>
          <p:cNvSpPr/>
          <p:nvPr/>
        </p:nvSpPr>
        <p:spPr>
          <a:xfrm>
            <a:off x="8418186" y="2946014"/>
            <a:ext cx="61334" cy="67644"/>
          </a:xfrm>
          <a:custGeom>
            <a:avLst/>
            <a:gdLst/>
            <a:ahLst/>
            <a:cxnLst/>
            <a:rect l="l" t="t" r="r" b="b"/>
            <a:pathLst>
              <a:path w="61334" h="67644">
                <a:moveTo>
                  <a:pt x="45134" y="0"/>
                </a:moveTo>
                <a:lnTo>
                  <a:pt x="9262" y="5906"/>
                </a:lnTo>
                <a:lnTo>
                  <a:pt x="0" y="53306"/>
                </a:lnTo>
                <a:lnTo>
                  <a:pt x="29096" y="51318"/>
                </a:lnTo>
                <a:lnTo>
                  <a:pt x="40225" y="67644"/>
                </a:lnTo>
                <a:lnTo>
                  <a:pt x="61334" y="54892"/>
                </a:lnTo>
                <a:lnTo>
                  <a:pt x="45134" y="0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Dādra and Nagar Haveli and Damān and Diu"/>
          <p:cNvSpPr/>
          <p:nvPr/>
        </p:nvSpPr>
        <p:spPr>
          <a:xfrm>
            <a:off x="7868181" y="4214419"/>
            <a:ext cx="41330" cy="43773"/>
          </a:xfrm>
          <a:custGeom>
            <a:avLst/>
            <a:gdLst/>
            <a:ahLst/>
            <a:cxnLst/>
            <a:rect l="l" t="t" r="r" b="b"/>
            <a:pathLst>
              <a:path w="41330" h="43773">
                <a:moveTo>
                  <a:pt x="41330" y="35808"/>
                </a:moveTo>
                <a:lnTo>
                  <a:pt x="35498" y="22717"/>
                </a:lnTo>
                <a:lnTo>
                  <a:pt x="20535" y="29634"/>
                </a:lnTo>
                <a:lnTo>
                  <a:pt x="35304" y="10728"/>
                </a:lnTo>
                <a:lnTo>
                  <a:pt x="25559" y="0"/>
                </a:lnTo>
                <a:lnTo>
                  <a:pt x="0" y="12670"/>
                </a:lnTo>
                <a:lnTo>
                  <a:pt x="17644" y="43773"/>
                </a:lnTo>
                <a:lnTo>
                  <a:pt x="41330" y="35808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Goa"/>
          <p:cNvSpPr/>
          <p:nvPr/>
        </p:nvSpPr>
        <p:spPr>
          <a:xfrm>
            <a:off x="7973866" y="4895017"/>
            <a:ext cx="91552" cy="133368"/>
          </a:xfrm>
          <a:custGeom>
            <a:avLst/>
            <a:gdLst/>
            <a:ahLst/>
            <a:cxnLst/>
            <a:rect l="l" t="t" r="r" b="b"/>
            <a:pathLst>
              <a:path w="91552" h="133368">
                <a:moveTo>
                  <a:pt x="0" y="11007"/>
                </a:moveTo>
                <a:lnTo>
                  <a:pt x="15583" y="50492"/>
                </a:lnTo>
                <a:lnTo>
                  <a:pt x="36157" y="54629"/>
                </a:lnTo>
                <a:lnTo>
                  <a:pt x="14903" y="58103"/>
                </a:lnTo>
                <a:lnTo>
                  <a:pt x="30398" y="70003"/>
                </a:lnTo>
                <a:lnTo>
                  <a:pt x="32805" y="106806"/>
                </a:lnTo>
                <a:lnTo>
                  <a:pt x="54186" y="133368"/>
                </a:lnTo>
                <a:lnTo>
                  <a:pt x="79911" y="125683"/>
                </a:lnTo>
                <a:lnTo>
                  <a:pt x="79767" y="80929"/>
                </a:lnTo>
                <a:lnTo>
                  <a:pt x="91552" y="75497"/>
                </a:lnTo>
                <a:lnTo>
                  <a:pt x="79644" y="21416"/>
                </a:lnTo>
                <a:lnTo>
                  <a:pt x="43676" y="28253"/>
                </a:lnTo>
                <a:lnTo>
                  <a:pt x="25078" y="0"/>
                </a:lnTo>
                <a:lnTo>
                  <a:pt x="0" y="11007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Gujarāt"/>
          <p:cNvSpPr/>
          <p:nvPr/>
        </p:nvSpPr>
        <p:spPr>
          <a:xfrm>
            <a:off x="7204459" y="3564857"/>
            <a:ext cx="880356" cy="683221"/>
          </a:xfrm>
          <a:custGeom>
            <a:avLst/>
            <a:gdLst/>
            <a:ahLst/>
            <a:cxnLst/>
            <a:rect l="l" t="t" r="r" b="b"/>
            <a:pathLst>
              <a:path w="880356" h="683221">
                <a:moveTo>
                  <a:pt x="670564" y="672190"/>
                </a:moveTo>
                <a:lnTo>
                  <a:pt x="664382" y="661367"/>
                </a:lnTo>
                <a:lnTo>
                  <a:pt x="689236" y="649555"/>
                </a:lnTo>
                <a:lnTo>
                  <a:pt x="699026" y="660290"/>
                </a:lnTo>
                <a:lnTo>
                  <a:pt x="684822" y="679680"/>
                </a:lnTo>
                <a:lnTo>
                  <a:pt x="733598" y="673748"/>
                </a:lnTo>
                <a:lnTo>
                  <a:pt x="738139" y="596243"/>
                </a:lnTo>
                <a:lnTo>
                  <a:pt x="779000" y="619048"/>
                </a:lnTo>
                <a:lnTo>
                  <a:pt x="806363" y="592545"/>
                </a:lnTo>
                <a:lnTo>
                  <a:pt x="800670" y="556747"/>
                </a:lnTo>
                <a:lnTo>
                  <a:pt x="755809" y="528620"/>
                </a:lnTo>
                <a:lnTo>
                  <a:pt x="788837" y="528127"/>
                </a:lnTo>
                <a:lnTo>
                  <a:pt x="805878" y="493653"/>
                </a:lnTo>
                <a:lnTo>
                  <a:pt x="858763" y="479682"/>
                </a:lnTo>
                <a:lnTo>
                  <a:pt x="793863" y="479773"/>
                </a:lnTo>
                <a:lnTo>
                  <a:pt x="786062" y="431002"/>
                </a:lnTo>
                <a:lnTo>
                  <a:pt x="834724" y="412514"/>
                </a:lnTo>
                <a:lnTo>
                  <a:pt x="823351" y="351905"/>
                </a:lnTo>
                <a:lnTo>
                  <a:pt x="854666" y="346021"/>
                </a:lnTo>
                <a:lnTo>
                  <a:pt x="819678" y="324998"/>
                </a:lnTo>
                <a:lnTo>
                  <a:pt x="866854" y="310093"/>
                </a:lnTo>
                <a:lnTo>
                  <a:pt x="880356" y="277123"/>
                </a:lnTo>
                <a:lnTo>
                  <a:pt x="829158" y="211711"/>
                </a:lnTo>
                <a:lnTo>
                  <a:pt x="762739" y="188601"/>
                </a:lnTo>
                <a:lnTo>
                  <a:pt x="766678" y="162820"/>
                </a:lnTo>
                <a:lnTo>
                  <a:pt x="748319" y="164968"/>
                </a:lnTo>
                <a:lnTo>
                  <a:pt x="724606" y="137430"/>
                </a:lnTo>
                <a:lnTo>
                  <a:pt x="726011" y="90669"/>
                </a:lnTo>
                <a:lnTo>
                  <a:pt x="709503" y="105951"/>
                </a:lnTo>
                <a:lnTo>
                  <a:pt x="685221" y="77232"/>
                </a:lnTo>
                <a:lnTo>
                  <a:pt x="706245" y="51975"/>
                </a:lnTo>
                <a:lnTo>
                  <a:pt x="686475" y="47093"/>
                </a:lnTo>
                <a:lnTo>
                  <a:pt x="688326" y="32199"/>
                </a:lnTo>
                <a:lnTo>
                  <a:pt x="663519" y="55959"/>
                </a:lnTo>
                <a:lnTo>
                  <a:pt x="612034" y="28732"/>
                </a:lnTo>
                <a:lnTo>
                  <a:pt x="600720" y="44379"/>
                </a:lnTo>
                <a:lnTo>
                  <a:pt x="571522" y="18884"/>
                </a:lnTo>
                <a:lnTo>
                  <a:pt x="585505" y="12478"/>
                </a:lnTo>
                <a:lnTo>
                  <a:pt x="545891" y="0"/>
                </a:lnTo>
                <a:lnTo>
                  <a:pt x="516929" y="15338"/>
                </a:lnTo>
                <a:lnTo>
                  <a:pt x="412289" y="3371"/>
                </a:lnTo>
                <a:lnTo>
                  <a:pt x="397174" y="25187"/>
                </a:lnTo>
                <a:lnTo>
                  <a:pt x="415773" y="45721"/>
                </a:lnTo>
                <a:lnTo>
                  <a:pt x="374923" y="72483"/>
                </a:lnTo>
                <a:lnTo>
                  <a:pt x="339523" y="68752"/>
                </a:lnTo>
                <a:lnTo>
                  <a:pt x="339802" y="43281"/>
                </a:lnTo>
                <a:lnTo>
                  <a:pt x="275669" y="62277"/>
                </a:lnTo>
                <a:lnTo>
                  <a:pt x="263923" y="80755"/>
                </a:lnTo>
                <a:lnTo>
                  <a:pt x="223260" y="80769"/>
                </a:lnTo>
                <a:lnTo>
                  <a:pt x="204237" y="62570"/>
                </a:lnTo>
                <a:lnTo>
                  <a:pt x="122423" y="72986"/>
                </a:lnTo>
                <a:lnTo>
                  <a:pt x="114417" y="61114"/>
                </a:lnTo>
                <a:lnTo>
                  <a:pt x="103226" y="74523"/>
                </a:lnTo>
                <a:lnTo>
                  <a:pt x="97896" y="58896"/>
                </a:lnTo>
                <a:lnTo>
                  <a:pt x="87746" y="110583"/>
                </a:lnTo>
                <a:lnTo>
                  <a:pt x="34773" y="108565"/>
                </a:lnTo>
                <a:lnTo>
                  <a:pt x="12343" y="124936"/>
                </a:lnTo>
                <a:lnTo>
                  <a:pt x="0" y="163613"/>
                </a:lnTo>
                <a:lnTo>
                  <a:pt x="49999" y="178241"/>
                </a:lnTo>
                <a:lnTo>
                  <a:pt x="38838" y="192839"/>
                </a:lnTo>
                <a:lnTo>
                  <a:pt x="69283" y="206303"/>
                </a:lnTo>
                <a:lnTo>
                  <a:pt x="58422" y="218656"/>
                </a:lnTo>
                <a:lnTo>
                  <a:pt x="71338" y="210692"/>
                </a:lnTo>
                <a:lnTo>
                  <a:pt x="71037" y="230125"/>
                </a:lnTo>
                <a:lnTo>
                  <a:pt x="149205" y="279802"/>
                </a:lnTo>
                <a:lnTo>
                  <a:pt x="220676" y="284544"/>
                </a:lnTo>
                <a:lnTo>
                  <a:pt x="271770" y="267372"/>
                </a:lnTo>
                <a:lnTo>
                  <a:pt x="301686" y="224199"/>
                </a:lnTo>
                <a:lnTo>
                  <a:pt x="358995" y="223558"/>
                </a:lnTo>
                <a:lnTo>
                  <a:pt x="277789" y="322301"/>
                </a:lnTo>
                <a:lnTo>
                  <a:pt x="242529" y="340968"/>
                </a:lnTo>
                <a:lnTo>
                  <a:pt x="223153" y="332513"/>
                </a:lnTo>
                <a:lnTo>
                  <a:pt x="212721" y="351170"/>
                </a:lnTo>
                <a:lnTo>
                  <a:pt x="143632" y="375699"/>
                </a:lnTo>
                <a:lnTo>
                  <a:pt x="148934" y="341865"/>
                </a:lnTo>
                <a:lnTo>
                  <a:pt x="126903" y="346600"/>
                </a:lnTo>
                <a:lnTo>
                  <a:pt x="131399" y="332988"/>
                </a:lnTo>
                <a:lnTo>
                  <a:pt x="113152" y="358338"/>
                </a:lnTo>
                <a:lnTo>
                  <a:pt x="282432" y="545841"/>
                </a:lnTo>
                <a:lnTo>
                  <a:pt x="374212" y="600021"/>
                </a:lnTo>
                <a:lnTo>
                  <a:pt x="552925" y="524450"/>
                </a:lnTo>
                <a:lnTo>
                  <a:pt x="580139" y="460780"/>
                </a:lnTo>
                <a:lnTo>
                  <a:pt x="559872" y="433572"/>
                </a:lnTo>
                <a:lnTo>
                  <a:pt x="589094" y="357676"/>
                </a:lnTo>
                <a:lnTo>
                  <a:pt x="596566" y="373541"/>
                </a:lnTo>
                <a:lnTo>
                  <a:pt x="608824" y="356889"/>
                </a:lnTo>
                <a:lnTo>
                  <a:pt x="642066" y="370227"/>
                </a:lnTo>
                <a:lnTo>
                  <a:pt x="667511" y="358646"/>
                </a:lnTo>
                <a:lnTo>
                  <a:pt x="642391" y="378809"/>
                </a:lnTo>
                <a:lnTo>
                  <a:pt x="617776" y="375346"/>
                </a:lnTo>
                <a:lnTo>
                  <a:pt x="607737" y="414634"/>
                </a:lnTo>
                <a:lnTo>
                  <a:pt x="629761" y="411455"/>
                </a:lnTo>
                <a:lnTo>
                  <a:pt x="610488" y="452854"/>
                </a:lnTo>
                <a:lnTo>
                  <a:pt x="649188" y="455893"/>
                </a:lnTo>
                <a:lnTo>
                  <a:pt x="622184" y="466729"/>
                </a:lnTo>
                <a:lnTo>
                  <a:pt x="639400" y="473660"/>
                </a:lnTo>
                <a:lnTo>
                  <a:pt x="620212" y="506725"/>
                </a:lnTo>
                <a:lnTo>
                  <a:pt x="662543" y="617390"/>
                </a:lnTo>
                <a:lnTo>
                  <a:pt x="639414" y="683221"/>
                </a:lnTo>
                <a:lnTo>
                  <a:pt x="670564" y="672190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Haryāna"/>
          <p:cNvSpPr/>
          <p:nvPr/>
        </p:nvSpPr>
        <p:spPr>
          <a:xfrm>
            <a:off x="8084909" y="2640290"/>
            <a:ext cx="433041" cy="485323"/>
          </a:xfrm>
          <a:custGeom>
            <a:avLst/>
            <a:gdLst/>
            <a:ahLst/>
            <a:cxnLst/>
            <a:rect l="l" t="t" r="r" b="b"/>
            <a:pathLst>
              <a:path w="433041" h="485323">
                <a:moveTo>
                  <a:pt x="397187" y="357161"/>
                </a:moveTo>
                <a:lnTo>
                  <a:pt x="373502" y="373368"/>
                </a:lnTo>
                <a:lnTo>
                  <a:pt x="327134" y="346831"/>
                </a:lnTo>
                <a:lnTo>
                  <a:pt x="341559" y="340000"/>
                </a:lnTo>
                <a:lnTo>
                  <a:pt x="342539" y="311630"/>
                </a:lnTo>
                <a:lnTo>
                  <a:pt x="380937" y="302237"/>
                </a:lnTo>
                <a:lnTo>
                  <a:pt x="365942" y="171048"/>
                </a:lnTo>
                <a:lnTo>
                  <a:pt x="433041" y="80227"/>
                </a:lnTo>
                <a:lnTo>
                  <a:pt x="378533" y="65864"/>
                </a:lnTo>
                <a:lnTo>
                  <a:pt x="372502" y="33147"/>
                </a:lnTo>
                <a:lnTo>
                  <a:pt x="337837" y="776"/>
                </a:lnTo>
                <a:lnTo>
                  <a:pt x="318340" y="0"/>
                </a:lnTo>
                <a:lnTo>
                  <a:pt x="340589" y="77652"/>
                </a:lnTo>
                <a:lnTo>
                  <a:pt x="313489" y="71612"/>
                </a:lnTo>
                <a:lnTo>
                  <a:pt x="287957" y="96060"/>
                </a:lnTo>
                <a:lnTo>
                  <a:pt x="301726" y="107589"/>
                </a:lnTo>
                <a:lnTo>
                  <a:pt x="286512" y="123914"/>
                </a:lnTo>
                <a:lnTo>
                  <a:pt x="269409" y="106539"/>
                </a:lnTo>
                <a:lnTo>
                  <a:pt x="255425" y="121045"/>
                </a:lnTo>
                <a:lnTo>
                  <a:pt x="239624" y="111867"/>
                </a:lnTo>
                <a:lnTo>
                  <a:pt x="244632" y="157266"/>
                </a:lnTo>
                <a:lnTo>
                  <a:pt x="216887" y="173643"/>
                </a:lnTo>
                <a:lnTo>
                  <a:pt x="136024" y="163970"/>
                </a:lnTo>
                <a:lnTo>
                  <a:pt x="104981" y="203593"/>
                </a:lnTo>
                <a:lnTo>
                  <a:pt x="105845" y="171863"/>
                </a:lnTo>
                <a:lnTo>
                  <a:pt x="86066" y="148257"/>
                </a:lnTo>
                <a:lnTo>
                  <a:pt x="5758" y="145697"/>
                </a:lnTo>
                <a:lnTo>
                  <a:pt x="0" y="173257"/>
                </a:lnTo>
                <a:lnTo>
                  <a:pt x="19227" y="172235"/>
                </a:lnTo>
                <a:lnTo>
                  <a:pt x="16895" y="235629"/>
                </a:lnTo>
                <a:lnTo>
                  <a:pt x="51691" y="224262"/>
                </a:lnTo>
                <a:lnTo>
                  <a:pt x="82848" y="250222"/>
                </a:lnTo>
                <a:lnTo>
                  <a:pt x="129237" y="246342"/>
                </a:lnTo>
                <a:lnTo>
                  <a:pt x="150147" y="342241"/>
                </a:lnTo>
                <a:lnTo>
                  <a:pt x="224088" y="411257"/>
                </a:lnTo>
                <a:lnTo>
                  <a:pt x="202371" y="420650"/>
                </a:lnTo>
                <a:lnTo>
                  <a:pt x="216520" y="422723"/>
                </a:lnTo>
                <a:lnTo>
                  <a:pt x="201509" y="444205"/>
                </a:lnTo>
                <a:lnTo>
                  <a:pt x="209075" y="457410"/>
                </a:lnTo>
                <a:lnTo>
                  <a:pt x="241020" y="461060"/>
                </a:lnTo>
                <a:lnTo>
                  <a:pt x="232721" y="435421"/>
                </a:lnTo>
                <a:lnTo>
                  <a:pt x="258274" y="429213"/>
                </a:lnTo>
                <a:lnTo>
                  <a:pt x="251344" y="407024"/>
                </a:lnTo>
                <a:lnTo>
                  <a:pt x="276749" y="411596"/>
                </a:lnTo>
                <a:lnTo>
                  <a:pt x="286776" y="439171"/>
                </a:lnTo>
                <a:lnTo>
                  <a:pt x="328368" y="400691"/>
                </a:lnTo>
                <a:lnTo>
                  <a:pt x="345272" y="413109"/>
                </a:lnTo>
                <a:lnTo>
                  <a:pt x="336967" y="485323"/>
                </a:lnTo>
                <a:lnTo>
                  <a:pt x="361213" y="472868"/>
                </a:lnTo>
                <a:lnTo>
                  <a:pt x="355554" y="460370"/>
                </a:lnTo>
                <a:lnTo>
                  <a:pt x="407769" y="455509"/>
                </a:lnTo>
                <a:lnTo>
                  <a:pt x="424824" y="440703"/>
                </a:lnTo>
                <a:lnTo>
                  <a:pt x="415026" y="420720"/>
                </a:lnTo>
                <a:lnTo>
                  <a:pt x="425575" y="397595"/>
                </a:lnTo>
                <a:lnTo>
                  <a:pt x="397187" y="357161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Himāchal Pradesh"/>
          <p:cNvSpPr/>
          <p:nvPr/>
        </p:nvSpPr>
        <p:spPr>
          <a:xfrm>
            <a:off x="8239671" y="2289373"/>
            <a:ext cx="472785" cy="426832"/>
          </a:xfrm>
          <a:custGeom>
            <a:avLst/>
            <a:gdLst/>
            <a:ahLst/>
            <a:cxnLst/>
            <a:rect l="l" t="t" r="r" b="b"/>
            <a:pathLst>
              <a:path w="472785" h="426832">
                <a:moveTo>
                  <a:pt x="274357" y="426832"/>
                </a:moveTo>
                <a:lnTo>
                  <a:pt x="307937" y="410309"/>
                </a:lnTo>
                <a:lnTo>
                  <a:pt x="292047" y="371933"/>
                </a:lnTo>
                <a:lnTo>
                  <a:pt x="319402" y="314216"/>
                </a:lnTo>
                <a:lnTo>
                  <a:pt x="384350" y="294136"/>
                </a:lnTo>
                <a:lnTo>
                  <a:pt x="472785" y="320468"/>
                </a:lnTo>
                <a:lnTo>
                  <a:pt x="436882" y="282232"/>
                </a:lnTo>
                <a:lnTo>
                  <a:pt x="433112" y="260319"/>
                </a:lnTo>
                <a:lnTo>
                  <a:pt x="450354" y="246129"/>
                </a:lnTo>
                <a:lnTo>
                  <a:pt x="430738" y="221054"/>
                </a:lnTo>
                <a:lnTo>
                  <a:pt x="441238" y="188593"/>
                </a:lnTo>
                <a:lnTo>
                  <a:pt x="396058" y="151463"/>
                </a:lnTo>
                <a:lnTo>
                  <a:pt x="407124" y="125766"/>
                </a:lnTo>
                <a:lnTo>
                  <a:pt x="396015" y="112782"/>
                </a:lnTo>
                <a:lnTo>
                  <a:pt x="373867" y="112378"/>
                </a:lnTo>
                <a:lnTo>
                  <a:pt x="386786" y="74662"/>
                </a:lnTo>
                <a:lnTo>
                  <a:pt x="335263" y="95112"/>
                </a:lnTo>
                <a:lnTo>
                  <a:pt x="289101" y="40039"/>
                </a:lnTo>
                <a:lnTo>
                  <a:pt x="241512" y="65698"/>
                </a:lnTo>
                <a:lnTo>
                  <a:pt x="185306" y="34102"/>
                </a:lnTo>
                <a:lnTo>
                  <a:pt x="165850" y="0"/>
                </a:lnTo>
                <a:lnTo>
                  <a:pt x="112899" y="10517"/>
                </a:lnTo>
                <a:lnTo>
                  <a:pt x="49730" y="57252"/>
                </a:lnTo>
                <a:lnTo>
                  <a:pt x="34277" y="48905"/>
                </a:lnTo>
                <a:lnTo>
                  <a:pt x="47348" y="90913"/>
                </a:lnTo>
                <a:lnTo>
                  <a:pt x="33024" y="110997"/>
                </a:lnTo>
                <a:lnTo>
                  <a:pt x="47312" y="128300"/>
                </a:lnTo>
                <a:lnTo>
                  <a:pt x="3191" y="152289"/>
                </a:lnTo>
                <a:lnTo>
                  <a:pt x="0" y="177193"/>
                </a:lnTo>
                <a:lnTo>
                  <a:pt x="43697" y="195059"/>
                </a:lnTo>
                <a:lnTo>
                  <a:pt x="81006" y="291125"/>
                </a:lnTo>
                <a:lnTo>
                  <a:pt x="108059" y="271658"/>
                </a:lnTo>
                <a:lnTo>
                  <a:pt x="116995" y="295238"/>
                </a:lnTo>
                <a:lnTo>
                  <a:pt x="144982" y="303642"/>
                </a:lnTo>
                <a:lnTo>
                  <a:pt x="142620" y="337064"/>
                </a:lnTo>
                <a:lnTo>
                  <a:pt x="216912" y="383015"/>
                </a:lnTo>
                <a:lnTo>
                  <a:pt x="223771" y="416781"/>
                </a:lnTo>
                <a:lnTo>
                  <a:pt x="274357" y="426832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Jammu and Kashmīr"/>
          <p:cNvSpPr/>
          <p:nvPr/>
        </p:nvSpPr>
        <p:spPr>
          <a:xfrm>
            <a:off x="7934357" y="2013147"/>
            <a:ext cx="464855" cy="422618"/>
          </a:xfrm>
          <a:custGeom>
            <a:avLst/>
            <a:gdLst/>
            <a:ahLst/>
            <a:cxnLst/>
            <a:rect l="l" t="t" r="r" b="b"/>
            <a:pathLst>
              <a:path w="464855" h="422618">
                <a:moveTo>
                  <a:pt x="102947" y="0"/>
                </a:moveTo>
                <a:lnTo>
                  <a:pt x="88547" y="34384"/>
                </a:lnTo>
                <a:lnTo>
                  <a:pt x="49741" y="47890"/>
                </a:lnTo>
                <a:lnTo>
                  <a:pt x="36003" y="80560"/>
                </a:lnTo>
                <a:lnTo>
                  <a:pt x="7879" y="79670"/>
                </a:lnTo>
                <a:lnTo>
                  <a:pt x="0" y="109456"/>
                </a:lnTo>
                <a:lnTo>
                  <a:pt x="27563" y="182639"/>
                </a:lnTo>
                <a:lnTo>
                  <a:pt x="32824" y="301214"/>
                </a:lnTo>
                <a:lnTo>
                  <a:pt x="54778" y="319746"/>
                </a:lnTo>
                <a:lnTo>
                  <a:pt x="78577" y="316580"/>
                </a:lnTo>
                <a:lnTo>
                  <a:pt x="135688" y="350601"/>
                </a:lnTo>
                <a:lnTo>
                  <a:pt x="182036" y="338190"/>
                </a:lnTo>
                <a:lnTo>
                  <a:pt x="179741" y="391296"/>
                </a:lnTo>
                <a:lnTo>
                  <a:pt x="226663" y="389738"/>
                </a:lnTo>
                <a:lnTo>
                  <a:pt x="295730" y="422618"/>
                </a:lnTo>
                <a:lnTo>
                  <a:pt x="351793" y="369528"/>
                </a:lnTo>
                <a:lnTo>
                  <a:pt x="339591" y="325131"/>
                </a:lnTo>
                <a:lnTo>
                  <a:pt x="355044" y="333478"/>
                </a:lnTo>
                <a:lnTo>
                  <a:pt x="418213" y="286743"/>
                </a:lnTo>
                <a:lnTo>
                  <a:pt x="464855" y="287830"/>
                </a:lnTo>
                <a:lnTo>
                  <a:pt x="448155" y="249380"/>
                </a:lnTo>
                <a:lnTo>
                  <a:pt x="410886" y="224340"/>
                </a:lnTo>
                <a:lnTo>
                  <a:pt x="389874" y="229825"/>
                </a:lnTo>
                <a:lnTo>
                  <a:pt x="398179" y="203155"/>
                </a:lnTo>
                <a:lnTo>
                  <a:pt x="364823" y="168207"/>
                </a:lnTo>
                <a:lnTo>
                  <a:pt x="338235" y="171746"/>
                </a:lnTo>
                <a:lnTo>
                  <a:pt x="318105" y="135845"/>
                </a:lnTo>
                <a:lnTo>
                  <a:pt x="277685" y="121579"/>
                </a:lnTo>
                <a:lnTo>
                  <a:pt x="253416" y="44209"/>
                </a:lnTo>
                <a:lnTo>
                  <a:pt x="232999" y="30358"/>
                </a:lnTo>
                <a:lnTo>
                  <a:pt x="210487" y="49375"/>
                </a:lnTo>
                <a:lnTo>
                  <a:pt x="164249" y="31071"/>
                </a:lnTo>
                <a:lnTo>
                  <a:pt x="153466" y="125"/>
                </a:lnTo>
                <a:lnTo>
                  <a:pt x="102947" y="0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Jhārkhand"/>
          <p:cNvSpPr/>
          <p:nvPr/>
        </p:nvSpPr>
        <p:spPr>
          <a:xfrm>
            <a:off x="9310825" y="3469706"/>
            <a:ext cx="640984" cy="504392"/>
          </a:xfrm>
          <a:custGeom>
            <a:avLst/>
            <a:gdLst/>
            <a:ahLst/>
            <a:cxnLst/>
            <a:rect l="l" t="t" r="r" b="b"/>
            <a:pathLst>
              <a:path w="640984" h="504392">
                <a:moveTo>
                  <a:pt x="0" y="186250"/>
                </a:moveTo>
                <a:lnTo>
                  <a:pt x="51991" y="228178"/>
                </a:lnTo>
                <a:lnTo>
                  <a:pt x="61681" y="259793"/>
                </a:lnTo>
                <a:lnTo>
                  <a:pt x="95092" y="255998"/>
                </a:lnTo>
                <a:lnTo>
                  <a:pt x="97983" y="329810"/>
                </a:lnTo>
                <a:lnTo>
                  <a:pt x="113496" y="355857"/>
                </a:lnTo>
                <a:lnTo>
                  <a:pt x="147614" y="359771"/>
                </a:lnTo>
                <a:lnTo>
                  <a:pt x="94031" y="421571"/>
                </a:lnTo>
                <a:lnTo>
                  <a:pt x="133160" y="448788"/>
                </a:lnTo>
                <a:lnTo>
                  <a:pt x="240579" y="427681"/>
                </a:lnTo>
                <a:lnTo>
                  <a:pt x="247475" y="456014"/>
                </a:lnTo>
                <a:lnTo>
                  <a:pt x="229461" y="487630"/>
                </a:lnTo>
                <a:lnTo>
                  <a:pt x="264251" y="498572"/>
                </a:lnTo>
                <a:lnTo>
                  <a:pt x="282660" y="475937"/>
                </a:lnTo>
                <a:lnTo>
                  <a:pt x="326170" y="491828"/>
                </a:lnTo>
                <a:lnTo>
                  <a:pt x="343085" y="482635"/>
                </a:lnTo>
                <a:lnTo>
                  <a:pt x="337355" y="500726"/>
                </a:lnTo>
                <a:lnTo>
                  <a:pt x="356916" y="504392"/>
                </a:lnTo>
                <a:lnTo>
                  <a:pt x="376049" y="415254"/>
                </a:lnTo>
                <a:lnTo>
                  <a:pt x="430652" y="454703"/>
                </a:lnTo>
                <a:lnTo>
                  <a:pt x="473770" y="468459"/>
                </a:lnTo>
                <a:lnTo>
                  <a:pt x="493029" y="457417"/>
                </a:lnTo>
                <a:lnTo>
                  <a:pt x="475809" y="414032"/>
                </a:lnTo>
                <a:lnTo>
                  <a:pt x="427835" y="381895"/>
                </a:lnTo>
                <a:lnTo>
                  <a:pt x="445508" y="352278"/>
                </a:lnTo>
                <a:lnTo>
                  <a:pt x="400643" y="351467"/>
                </a:lnTo>
                <a:lnTo>
                  <a:pt x="355103" y="327521"/>
                </a:lnTo>
                <a:lnTo>
                  <a:pt x="351873" y="279715"/>
                </a:lnTo>
                <a:lnTo>
                  <a:pt x="377255" y="278014"/>
                </a:lnTo>
                <a:lnTo>
                  <a:pt x="376937" y="263183"/>
                </a:lnTo>
                <a:lnTo>
                  <a:pt x="412708" y="289223"/>
                </a:lnTo>
                <a:lnTo>
                  <a:pt x="433716" y="256691"/>
                </a:lnTo>
                <a:lnTo>
                  <a:pt x="480446" y="247856"/>
                </a:lnTo>
                <a:lnTo>
                  <a:pt x="481296" y="225681"/>
                </a:lnTo>
                <a:lnTo>
                  <a:pt x="541568" y="227428"/>
                </a:lnTo>
                <a:lnTo>
                  <a:pt x="542221" y="194703"/>
                </a:lnTo>
                <a:lnTo>
                  <a:pt x="571942" y="203789"/>
                </a:lnTo>
                <a:lnTo>
                  <a:pt x="577140" y="183835"/>
                </a:lnTo>
                <a:lnTo>
                  <a:pt x="604501" y="179165"/>
                </a:lnTo>
                <a:lnTo>
                  <a:pt x="596703" y="163401"/>
                </a:lnTo>
                <a:lnTo>
                  <a:pt x="619210" y="144237"/>
                </a:lnTo>
                <a:lnTo>
                  <a:pt x="615103" y="114296"/>
                </a:lnTo>
                <a:lnTo>
                  <a:pt x="634093" y="113993"/>
                </a:lnTo>
                <a:lnTo>
                  <a:pt x="621475" y="87846"/>
                </a:lnTo>
                <a:lnTo>
                  <a:pt x="640984" y="57128"/>
                </a:lnTo>
                <a:lnTo>
                  <a:pt x="589116" y="0"/>
                </a:lnTo>
                <a:lnTo>
                  <a:pt x="529058" y="48268"/>
                </a:lnTo>
                <a:lnTo>
                  <a:pt x="515312" y="110592"/>
                </a:lnTo>
                <a:lnTo>
                  <a:pt x="453321" y="110651"/>
                </a:lnTo>
                <a:lnTo>
                  <a:pt x="431422" y="146522"/>
                </a:lnTo>
                <a:lnTo>
                  <a:pt x="377416" y="85040"/>
                </a:lnTo>
                <a:lnTo>
                  <a:pt x="333296" y="78914"/>
                </a:lnTo>
                <a:lnTo>
                  <a:pt x="323784" y="115007"/>
                </a:lnTo>
                <a:lnTo>
                  <a:pt x="282630" y="118548"/>
                </a:lnTo>
                <a:lnTo>
                  <a:pt x="243604" y="145844"/>
                </a:lnTo>
                <a:lnTo>
                  <a:pt x="217973" y="145870"/>
                </a:lnTo>
                <a:lnTo>
                  <a:pt x="203886" y="122224"/>
                </a:lnTo>
                <a:lnTo>
                  <a:pt x="161515" y="158691"/>
                </a:lnTo>
                <a:lnTo>
                  <a:pt x="133958" y="117769"/>
                </a:lnTo>
                <a:lnTo>
                  <a:pt x="107802" y="130155"/>
                </a:lnTo>
                <a:lnTo>
                  <a:pt x="93955" y="105481"/>
                </a:lnTo>
                <a:lnTo>
                  <a:pt x="75169" y="121990"/>
                </a:lnTo>
                <a:lnTo>
                  <a:pt x="9921" y="126281"/>
                </a:lnTo>
                <a:lnTo>
                  <a:pt x="17643" y="147012"/>
                </a:lnTo>
                <a:lnTo>
                  <a:pt x="0" y="186250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Karnātaka"/>
          <p:cNvSpPr/>
          <p:nvPr/>
        </p:nvSpPr>
        <p:spPr>
          <a:xfrm>
            <a:off x="8031698" y="4499339"/>
            <a:ext cx="622378" cy="1023151"/>
          </a:xfrm>
          <a:custGeom>
            <a:avLst/>
            <a:gdLst/>
            <a:ahLst/>
            <a:cxnLst/>
            <a:rect l="l" t="t" r="r" b="b"/>
            <a:pathLst>
              <a:path w="622378" h="1023151">
                <a:moveTo>
                  <a:pt x="3511" y="417878"/>
                </a:moveTo>
                <a:lnTo>
                  <a:pt x="21812" y="417094"/>
                </a:lnTo>
                <a:lnTo>
                  <a:pt x="33720" y="471175"/>
                </a:lnTo>
                <a:lnTo>
                  <a:pt x="21935" y="476607"/>
                </a:lnTo>
                <a:lnTo>
                  <a:pt x="28188" y="509050"/>
                </a:lnTo>
                <a:lnTo>
                  <a:pt x="0" y="544434"/>
                </a:lnTo>
                <a:lnTo>
                  <a:pt x="23556" y="557114"/>
                </a:lnTo>
                <a:lnTo>
                  <a:pt x="71603" y="684340"/>
                </a:lnTo>
                <a:lnTo>
                  <a:pt x="104390" y="844292"/>
                </a:lnTo>
                <a:lnTo>
                  <a:pt x="170773" y="874394"/>
                </a:lnTo>
                <a:lnTo>
                  <a:pt x="182944" y="919776"/>
                </a:lnTo>
                <a:lnTo>
                  <a:pt x="244490" y="969140"/>
                </a:lnTo>
                <a:lnTo>
                  <a:pt x="279659" y="966174"/>
                </a:lnTo>
                <a:lnTo>
                  <a:pt x="280699" y="985341"/>
                </a:lnTo>
                <a:lnTo>
                  <a:pt x="349078" y="1021568"/>
                </a:lnTo>
                <a:lnTo>
                  <a:pt x="382279" y="1023151"/>
                </a:lnTo>
                <a:lnTo>
                  <a:pt x="400201" y="991077"/>
                </a:lnTo>
                <a:lnTo>
                  <a:pt x="418856" y="1004628"/>
                </a:lnTo>
                <a:lnTo>
                  <a:pt x="437159" y="990904"/>
                </a:lnTo>
                <a:lnTo>
                  <a:pt x="461727" y="998691"/>
                </a:lnTo>
                <a:lnTo>
                  <a:pt x="470991" y="971458"/>
                </a:lnTo>
                <a:lnTo>
                  <a:pt x="496127" y="970162"/>
                </a:lnTo>
                <a:lnTo>
                  <a:pt x="510117" y="946036"/>
                </a:lnTo>
                <a:lnTo>
                  <a:pt x="467928" y="931968"/>
                </a:lnTo>
                <a:lnTo>
                  <a:pt x="487975" y="908040"/>
                </a:lnTo>
                <a:lnTo>
                  <a:pt x="485492" y="863416"/>
                </a:lnTo>
                <a:lnTo>
                  <a:pt x="505025" y="862545"/>
                </a:lnTo>
                <a:lnTo>
                  <a:pt x="518332" y="833089"/>
                </a:lnTo>
                <a:lnTo>
                  <a:pt x="573022" y="849460"/>
                </a:lnTo>
                <a:lnTo>
                  <a:pt x="590321" y="822580"/>
                </a:lnTo>
                <a:lnTo>
                  <a:pt x="605401" y="833622"/>
                </a:lnTo>
                <a:lnTo>
                  <a:pt x="597978" y="821904"/>
                </a:lnTo>
                <a:lnTo>
                  <a:pt x="622378" y="771844"/>
                </a:lnTo>
                <a:lnTo>
                  <a:pt x="593268" y="764182"/>
                </a:lnTo>
                <a:lnTo>
                  <a:pt x="596746" y="726077"/>
                </a:lnTo>
                <a:lnTo>
                  <a:pt x="553104" y="717746"/>
                </a:lnTo>
                <a:lnTo>
                  <a:pt x="558163" y="687552"/>
                </a:lnTo>
                <a:lnTo>
                  <a:pt x="534531" y="690239"/>
                </a:lnTo>
                <a:lnTo>
                  <a:pt x="537170" y="670421"/>
                </a:lnTo>
                <a:lnTo>
                  <a:pt x="475297" y="710591"/>
                </a:lnTo>
                <a:lnTo>
                  <a:pt x="462458" y="687870"/>
                </a:lnTo>
                <a:lnTo>
                  <a:pt x="428142" y="675635"/>
                </a:lnTo>
                <a:lnTo>
                  <a:pt x="426527" y="699992"/>
                </a:lnTo>
                <a:lnTo>
                  <a:pt x="402356" y="702445"/>
                </a:lnTo>
                <a:lnTo>
                  <a:pt x="408332" y="674404"/>
                </a:lnTo>
                <a:lnTo>
                  <a:pt x="387959" y="639419"/>
                </a:lnTo>
                <a:lnTo>
                  <a:pt x="405795" y="638094"/>
                </a:lnTo>
                <a:lnTo>
                  <a:pt x="423228" y="664294"/>
                </a:lnTo>
                <a:lnTo>
                  <a:pt x="447186" y="659991"/>
                </a:lnTo>
                <a:lnTo>
                  <a:pt x="457958" y="681143"/>
                </a:lnTo>
                <a:lnTo>
                  <a:pt x="451221" y="645066"/>
                </a:lnTo>
                <a:lnTo>
                  <a:pt x="472289" y="641016"/>
                </a:lnTo>
                <a:lnTo>
                  <a:pt x="472339" y="625099"/>
                </a:lnTo>
                <a:lnTo>
                  <a:pt x="456959" y="614340"/>
                </a:lnTo>
                <a:lnTo>
                  <a:pt x="456846" y="634779"/>
                </a:lnTo>
                <a:lnTo>
                  <a:pt x="424353" y="613404"/>
                </a:lnTo>
                <a:lnTo>
                  <a:pt x="417486" y="631643"/>
                </a:lnTo>
                <a:lnTo>
                  <a:pt x="394263" y="627956"/>
                </a:lnTo>
                <a:lnTo>
                  <a:pt x="386614" y="605402"/>
                </a:lnTo>
                <a:lnTo>
                  <a:pt x="399077" y="592025"/>
                </a:lnTo>
                <a:lnTo>
                  <a:pt x="370022" y="574591"/>
                </a:lnTo>
                <a:lnTo>
                  <a:pt x="384511" y="524500"/>
                </a:lnTo>
                <a:lnTo>
                  <a:pt x="371643" y="503499"/>
                </a:lnTo>
                <a:lnTo>
                  <a:pt x="413984" y="514294"/>
                </a:lnTo>
                <a:lnTo>
                  <a:pt x="425988" y="489625"/>
                </a:lnTo>
                <a:lnTo>
                  <a:pt x="398969" y="440832"/>
                </a:lnTo>
                <a:lnTo>
                  <a:pt x="420414" y="415811"/>
                </a:lnTo>
                <a:lnTo>
                  <a:pt x="407084" y="387293"/>
                </a:lnTo>
                <a:lnTo>
                  <a:pt x="428226" y="372393"/>
                </a:lnTo>
                <a:lnTo>
                  <a:pt x="473668" y="376863"/>
                </a:lnTo>
                <a:lnTo>
                  <a:pt x="470431" y="327845"/>
                </a:lnTo>
                <a:lnTo>
                  <a:pt x="485351" y="322183"/>
                </a:lnTo>
                <a:lnTo>
                  <a:pt x="435232" y="295385"/>
                </a:lnTo>
                <a:lnTo>
                  <a:pt x="467293" y="276549"/>
                </a:lnTo>
                <a:lnTo>
                  <a:pt x="472159" y="214564"/>
                </a:lnTo>
                <a:lnTo>
                  <a:pt x="455217" y="183453"/>
                </a:lnTo>
                <a:lnTo>
                  <a:pt x="498458" y="142420"/>
                </a:lnTo>
                <a:lnTo>
                  <a:pt x="463932" y="129504"/>
                </a:lnTo>
                <a:lnTo>
                  <a:pt x="493392" y="72055"/>
                </a:lnTo>
                <a:lnTo>
                  <a:pt x="478406" y="59025"/>
                </a:lnTo>
                <a:lnTo>
                  <a:pt x="486408" y="25408"/>
                </a:lnTo>
                <a:lnTo>
                  <a:pt x="453225" y="21560"/>
                </a:lnTo>
                <a:lnTo>
                  <a:pt x="453204" y="0"/>
                </a:lnTo>
                <a:lnTo>
                  <a:pt x="418017" y="44143"/>
                </a:lnTo>
                <a:lnTo>
                  <a:pt x="395914" y="39327"/>
                </a:lnTo>
                <a:lnTo>
                  <a:pt x="391351" y="79949"/>
                </a:lnTo>
                <a:lnTo>
                  <a:pt x="366562" y="82375"/>
                </a:lnTo>
                <a:lnTo>
                  <a:pt x="359758" y="115019"/>
                </a:lnTo>
                <a:lnTo>
                  <a:pt x="336554" y="103258"/>
                </a:lnTo>
                <a:lnTo>
                  <a:pt x="309967" y="127495"/>
                </a:lnTo>
                <a:lnTo>
                  <a:pt x="317150" y="169722"/>
                </a:lnTo>
                <a:lnTo>
                  <a:pt x="254511" y="168521"/>
                </a:lnTo>
                <a:lnTo>
                  <a:pt x="213267" y="145438"/>
                </a:lnTo>
                <a:lnTo>
                  <a:pt x="218437" y="222334"/>
                </a:lnTo>
                <a:lnTo>
                  <a:pt x="164331" y="223155"/>
                </a:lnTo>
                <a:lnTo>
                  <a:pt x="155274" y="240299"/>
                </a:lnTo>
                <a:lnTo>
                  <a:pt x="116155" y="224916"/>
                </a:lnTo>
                <a:lnTo>
                  <a:pt x="114457" y="250629"/>
                </a:lnTo>
                <a:lnTo>
                  <a:pt x="82825" y="259130"/>
                </a:lnTo>
                <a:lnTo>
                  <a:pt x="82266" y="275363"/>
                </a:lnTo>
                <a:lnTo>
                  <a:pt x="65863" y="283262"/>
                </a:lnTo>
                <a:lnTo>
                  <a:pt x="52044" y="266853"/>
                </a:lnTo>
                <a:lnTo>
                  <a:pt x="24598" y="284144"/>
                </a:lnTo>
                <a:lnTo>
                  <a:pt x="32129" y="325372"/>
                </a:lnTo>
                <a:lnTo>
                  <a:pt x="57351" y="337337"/>
                </a:lnTo>
                <a:lnTo>
                  <a:pt x="37169" y="357900"/>
                </a:lnTo>
                <a:lnTo>
                  <a:pt x="51280" y="359542"/>
                </a:lnTo>
                <a:lnTo>
                  <a:pt x="38021" y="397905"/>
                </a:lnTo>
                <a:lnTo>
                  <a:pt x="3511" y="417878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Kerala"/>
          <p:cNvSpPr/>
          <p:nvPr/>
        </p:nvSpPr>
        <p:spPr>
          <a:xfrm>
            <a:off x="8139098" y="5344167"/>
            <a:ext cx="352261" cy="667486"/>
          </a:xfrm>
          <a:custGeom>
            <a:avLst/>
            <a:gdLst/>
            <a:ahLst/>
            <a:cxnLst/>
            <a:rect l="l" t="t" r="r" b="b"/>
            <a:pathLst>
              <a:path w="352261" h="667486">
                <a:moveTo>
                  <a:pt x="92509" y="163866"/>
                </a:moveTo>
                <a:lnTo>
                  <a:pt x="170595" y="359732"/>
                </a:lnTo>
                <a:lnTo>
                  <a:pt x="232181" y="579780"/>
                </a:lnTo>
                <a:lnTo>
                  <a:pt x="292345" y="658222"/>
                </a:lnTo>
                <a:lnTo>
                  <a:pt x="319475" y="667486"/>
                </a:lnTo>
                <a:lnTo>
                  <a:pt x="334457" y="633625"/>
                </a:lnTo>
                <a:lnTo>
                  <a:pt x="315521" y="562795"/>
                </a:lnTo>
                <a:lnTo>
                  <a:pt x="352261" y="489995"/>
                </a:lnTo>
                <a:lnTo>
                  <a:pt x="318126" y="474492"/>
                </a:lnTo>
                <a:lnTo>
                  <a:pt x="332939" y="422046"/>
                </a:lnTo>
                <a:lnTo>
                  <a:pt x="327740" y="364044"/>
                </a:lnTo>
                <a:lnTo>
                  <a:pt x="292891" y="383929"/>
                </a:lnTo>
                <a:lnTo>
                  <a:pt x="271611" y="371466"/>
                </a:lnTo>
                <a:lnTo>
                  <a:pt x="282324" y="299779"/>
                </a:lnTo>
                <a:lnTo>
                  <a:pt x="247949" y="277810"/>
                </a:lnTo>
                <a:lnTo>
                  <a:pt x="267574" y="259392"/>
                </a:lnTo>
                <a:lnTo>
                  <a:pt x="258402" y="234897"/>
                </a:lnTo>
                <a:lnTo>
                  <a:pt x="220164" y="239422"/>
                </a:lnTo>
                <a:lnTo>
                  <a:pt x="232546" y="213866"/>
                </a:lnTo>
                <a:lnTo>
                  <a:pt x="190918" y="197593"/>
                </a:lnTo>
                <a:lnTo>
                  <a:pt x="189133" y="182163"/>
                </a:lnTo>
                <a:lnTo>
                  <a:pt x="218086" y="171365"/>
                </a:lnTo>
                <a:lnTo>
                  <a:pt x="214043" y="154166"/>
                </a:lnTo>
                <a:lnTo>
                  <a:pt x="173299" y="140513"/>
                </a:lnTo>
                <a:lnTo>
                  <a:pt x="172259" y="121346"/>
                </a:lnTo>
                <a:lnTo>
                  <a:pt x="137090" y="124312"/>
                </a:lnTo>
                <a:lnTo>
                  <a:pt x="75544" y="74948"/>
                </a:lnTo>
                <a:lnTo>
                  <a:pt x="63373" y="29566"/>
                </a:lnTo>
                <a:lnTo>
                  <a:pt x="24659" y="18657"/>
                </a:lnTo>
                <a:lnTo>
                  <a:pt x="18643" y="0"/>
                </a:lnTo>
                <a:lnTo>
                  <a:pt x="0" y="4705"/>
                </a:lnTo>
                <a:lnTo>
                  <a:pt x="46070" y="117233"/>
                </a:lnTo>
                <a:lnTo>
                  <a:pt x="92509" y="163866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Ladākh"/>
          <p:cNvSpPr/>
          <p:nvPr/>
        </p:nvSpPr>
        <p:spPr>
          <a:xfrm>
            <a:off x="7818143" y="1719089"/>
            <a:ext cx="1076839" cy="707480"/>
          </a:xfrm>
          <a:custGeom>
            <a:avLst/>
            <a:gdLst/>
            <a:ahLst/>
            <a:cxnLst/>
            <a:rect l="l" t="t" r="r" b="b"/>
            <a:pathLst>
              <a:path w="1076839" h="707480">
                <a:moveTo>
                  <a:pt x="219161" y="294058"/>
                </a:moveTo>
                <a:lnTo>
                  <a:pt x="269680" y="294183"/>
                </a:lnTo>
                <a:lnTo>
                  <a:pt x="280463" y="325129"/>
                </a:lnTo>
                <a:lnTo>
                  <a:pt x="326701" y="343433"/>
                </a:lnTo>
                <a:lnTo>
                  <a:pt x="349213" y="324416"/>
                </a:lnTo>
                <a:lnTo>
                  <a:pt x="369630" y="338267"/>
                </a:lnTo>
                <a:lnTo>
                  <a:pt x="393899" y="415637"/>
                </a:lnTo>
                <a:lnTo>
                  <a:pt x="434319" y="429903"/>
                </a:lnTo>
                <a:lnTo>
                  <a:pt x="454449" y="465804"/>
                </a:lnTo>
                <a:lnTo>
                  <a:pt x="481037" y="462265"/>
                </a:lnTo>
                <a:lnTo>
                  <a:pt x="514393" y="497213"/>
                </a:lnTo>
                <a:lnTo>
                  <a:pt x="506088" y="523883"/>
                </a:lnTo>
                <a:lnTo>
                  <a:pt x="527100" y="518398"/>
                </a:lnTo>
                <a:lnTo>
                  <a:pt x="564369" y="543438"/>
                </a:lnTo>
                <a:lnTo>
                  <a:pt x="612187" y="608570"/>
                </a:lnTo>
                <a:lnTo>
                  <a:pt x="664580" y="636177"/>
                </a:lnTo>
                <a:lnTo>
                  <a:pt x="714861" y="611240"/>
                </a:lnTo>
                <a:lnTo>
                  <a:pt x="756908" y="665434"/>
                </a:lnTo>
                <a:lnTo>
                  <a:pt x="808289" y="644920"/>
                </a:lnTo>
                <a:lnTo>
                  <a:pt x="799803" y="687448"/>
                </a:lnTo>
                <a:lnTo>
                  <a:pt x="860907" y="653894"/>
                </a:lnTo>
                <a:lnTo>
                  <a:pt x="868952" y="692453"/>
                </a:lnTo>
                <a:lnTo>
                  <a:pt x="890855" y="707480"/>
                </a:lnTo>
                <a:lnTo>
                  <a:pt x="937286" y="669463"/>
                </a:lnTo>
                <a:lnTo>
                  <a:pt x="954924" y="678450"/>
                </a:lnTo>
                <a:lnTo>
                  <a:pt x="979719" y="647578"/>
                </a:lnTo>
                <a:lnTo>
                  <a:pt x="938840" y="606874"/>
                </a:lnTo>
                <a:lnTo>
                  <a:pt x="955657" y="569810"/>
                </a:lnTo>
                <a:lnTo>
                  <a:pt x="886459" y="551792"/>
                </a:lnTo>
                <a:lnTo>
                  <a:pt x="881341" y="514297"/>
                </a:lnTo>
                <a:lnTo>
                  <a:pt x="907699" y="516602"/>
                </a:lnTo>
                <a:lnTo>
                  <a:pt x="879893" y="462770"/>
                </a:lnTo>
                <a:lnTo>
                  <a:pt x="916583" y="448544"/>
                </a:lnTo>
                <a:lnTo>
                  <a:pt x="952930" y="455989"/>
                </a:lnTo>
                <a:lnTo>
                  <a:pt x="974865" y="417380"/>
                </a:lnTo>
                <a:lnTo>
                  <a:pt x="963282" y="388630"/>
                </a:lnTo>
                <a:lnTo>
                  <a:pt x="1002816" y="387021"/>
                </a:lnTo>
                <a:lnTo>
                  <a:pt x="1000307" y="365746"/>
                </a:lnTo>
                <a:lnTo>
                  <a:pt x="1040894" y="352733"/>
                </a:lnTo>
                <a:lnTo>
                  <a:pt x="1076839" y="239626"/>
                </a:lnTo>
                <a:lnTo>
                  <a:pt x="1031219" y="185122"/>
                </a:lnTo>
                <a:lnTo>
                  <a:pt x="994992" y="190458"/>
                </a:lnTo>
                <a:lnTo>
                  <a:pt x="945219" y="161611"/>
                </a:lnTo>
                <a:lnTo>
                  <a:pt x="922704" y="164075"/>
                </a:lnTo>
                <a:lnTo>
                  <a:pt x="911222" y="185353"/>
                </a:lnTo>
                <a:lnTo>
                  <a:pt x="813008" y="192952"/>
                </a:lnTo>
                <a:lnTo>
                  <a:pt x="773422" y="229737"/>
                </a:lnTo>
                <a:lnTo>
                  <a:pt x="747829" y="219572"/>
                </a:lnTo>
                <a:lnTo>
                  <a:pt x="751991" y="242127"/>
                </a:lnTo>
                <a:lnTo>
                  <a:pt x="668828" y="239044"/>
                </a:lnTo>
                <a:lnTo>
                  <a:pt x="660562" y="230048"/>
                </a:lnTo>
                <a:lnTo>
                  <a:pt x="683321" y="230763"/>
                </a:lnTo>
                <a:lnTo>
                  <a:pt x="665576" y="203045"/>
                </a:lnTo>
                <a:lnTo>
                  <a:pt x="589886" y="184078"/>
                </a:lnTo>
                <a:lnTo>
                  <a:pt x="577559" y="167865"/>
                </a:lnTo>
                <a:lnTo>
                  <a:pt x="588509" y="153771"/>
                </a:lnTo>
                <a:lnTo>
                  <a:pt x="566714" y="133447"/>
                </a:lnTo>
                <a:lnTo>
                  <a:pt x="445547" y="75344"/>
                </a:lnTo>
                <a:lnTo>
                  <a:pt x="386623" y="3831"/>
                </a:lnTo>
                <a:lnTo>
                  <a:pt x="328242" y="25681"/>
                </a:lnTo>
                <a:lnTo>
                  <a:pt x="296918" y="0"/>
                </a:lnTo>
                <a:lnTo>
                  <a:pt x="280683" y="19337"/>
                </a:lnTo>
                <a:lnTo>
                  <a:pt x="260083" y="13153"/>
                </a:lnTo>
                <a:lnTo>
                  <a:pt x="208281" y="40560"/>
                </a:lnTo>
                <a:lnTo>
                  <a:pt x="157677" y="24783"/>
                </a:lnTo>
                <a:lnTo>
                  <a:pt x="185957" y="56191"/>
                </a:lnTo>
                <a:lnTo>
                  <a:pt x="73921" y="56487"/>
                </a:lnTo>
                <a:lnTo>
                  <a:pt x="60994" y="92550"/>
                </a:lnTo>
                <a:lnTo>
                  <a:pt x="0" y="133887"/>
                </a:lnTo>
                <a:lnTo>
                  <a:pt x="6466" y="179831"/>
                </a:lnTo>
                <a:lnTo>
                  <a:pt x="76000" y="179100"/>
                </a:lnTo>
                <a:lnTo>
                  <a:pt x="99859" y="216185"/>
                </a:lnTo>
                <a:lnTo>
                  <a:pt x="170776" y="231721"/>
                </a:lnTo>
                <a:lnTo>
                  <a:pt x="161287" y="276449"/>
                </a:lnTo>
                <a:lnTo>
                  <a:pt x="219161" y="294058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Lakshadweep"/>
          <p:cNvSpPr/>
          <p:nvPr/>
        </p:nvSpPr>
        <p:spPr>
          <a:xfrm>
            <a:off x="7847362" y="5572738"/>
            <a:ext cx="3933" cy="11543"/>
          </a:xfrm>
          <a:custGeom>
            <a:avLst/>
            <a:gdLst/>
            <a:ahLst/>
            <a:cxnLst/>
            <a:rect l="l" t="t" r="r" b="b"/>
            <a:pathLst>
              <a:path w="3933" h="11543">
                <a:moveTo>
                  <a:pt x="0" y="11543"/>
                </a:moveTo>
                <a:lnTo>
                  <a:pt x="3933" y="0"/>
                </a:lnTo>
                <a:lnTo>
                  <a:pt x="0" y="11543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Madhya Pradesh"/>
          <p:cNvSpPr/>
          <p:nvPr/>
        </p:nvSpPr>
        <p:spPr>
          <a:xfrm>
            <a:off x="8022932" y="3242864"/>
            <a:ext cx="1215945" cy="865640"/>
          </a:xfrm>
          <a:custGeom>
            <a:avLst/>
            <a:gdLst/>
            <a:ahLst/>
            <a:cxnLst/>
            <a:rect l="l" t="t" r="r" b="b"/>
            <a:pathLst>
              <a:path w="1215945" h="865640">
                <a:moveTo>
                  <a:pt x="918173" y="826204"/>
                </a:moveTo>
                <a:lnTo>
                  <a:pt x="941095" y="733023"/>
                </a:lnTo>
                <a:lnTo>
                  <a:pt x="954441" y="708899"/>
                </a:lnTo>
                <a:lnTo>
                  <a:pt x="965978" y="717617"/>
                </a:lnTo>
                <a:lnTo>
                  <a:pt x="980643" y="661488"/>
                </a:lnTo>
                <a:lnTo>
                  <a:pt x="1051375" y="646494"/>
                </a:lnTo>
                <a:lnTo>
                  <a:pt x="1095731" y="565748"/>
                </a:lnTo>
                <a:lnTo>
                  <a:pt x="1126074" y="556172"/>
                </a:lnTo>
                <a:lnTo>
                  <a:pt x="1130588" y="529195"/>
                </a:lnTo>
                <a:lnTo>
                  <a:pt x="1093105" y="498026"/>
                </a:lnTo>
                <a:lnTo>
                  <a:pt x="1052083" y="505584"/>
                </a:lnTo>
                <a:lnTo>
                  <a:pt x="1045108" y="490162"/>
                </a:lnTo>
                <a:lnTo>
                  <a:pt x="1061618" y="469865"/>
                </a:lnTo>
                <a:lnTo>
                  <a:pt x="1049523" y="442820"/>
                </a:lnTo>
                <a:lnTo>
                  <a:pt x="1078190" y="457171"/>
                </a:lnTo>
                <a:lnTo>
                  <a:pt x="1191710" y="452491"/>
                </a:lnTo>
                <a:lnTo>
                  <a:pt x="1215945" y="433879"/>
                </a:lnTo>
                <a:lnTo>
                  <a:pt x="1195747" y="409116"/>
                </a:lnTo>
                <a:lnTo>
                  <a:pt x="1210887" y="332475"/>
                </a:lnTo>
                <a:lnTo>
                  <a:pt x="1163210" y="323387"/>
                </a:lnTo>
                <a:lnTo>
                  <a:pt x="1161353" y="340032"/>
                </a:lnTo>
                <a:lnTo>
                  <a:pt x="1145063" y="337968"/>
                </a:lnTo>
                <a:lnTo>
                  <a:pt x="1131927" y="305989"/>
                </a:lnTo>
                <a:lnTo>
                  <a:pt x="1098924" y="304820"/>
                </a:lnTo>
                <a:lnTo>
                  <a:pt x="1090863" y="278077"/>
                </a:lnTo>
                <a:lnTo>
                  <a:pt x="1049953" y="270595"/>
                </a:lnTo>
                <a:lnTo>
                  <a:pt x="1044566" y="250314"/>
                </a:lnTo>
                <a:lnTo>
                  <a:pt x="1033271" y="268216"/>
                </a:lnTo>
                <a:lnTo>
                  <a:pt x="1003686" y="254225"/>
                </a:lnTo>
                <a:lnTo>
                  <a:pt x="984587" y="295793"/>
                </a:lnTo>
                <a:lnTo>
                  <a:pt x="939239" y="290569"/>
                </a:lnTo>
                <a:lnTo>
                  <a:pt x="949281" y="250949"/>
                </a:lnTo>
                <a:lnTo>
                  <a:pt x="924318" y="259841"/>
                </a:lnTo>
                <a:lnTo>
                  <a:pt x="934261" y="270819"/>
                </a:lnTo>
                <a:lnTo>
                  <a:pt x="910115" y="256545"/>
                </a:lnTo>
                <a:lnTo>
                  <a:pt x="911687" y="269200"/>
                </a:lnTo>
                <a:lnTo>
                  <a:pt x="893190" y="264620"/>
                </a:lnTo>
                <a:lnTo>
                  <a:pt x="902838" y="278689"/>
                </a:lnTo>
                <a:lnTo>
                  <a:pt x="887323" y="279850"/>
                </a:lnTo>
                <a:lnTo>
                  <a:pt x="888875" y="267264"/>
                </a:lnTo>
                <a:lnTo>
                  <a:pt x="872548" y="280149"/>
                </a:lnTo>
                <a:lnTo>
                  <a:pt x="886551" y="252490"/>
                </a:lnTo>
                <a:lnTo>
                  <a:pt x="863311" y="215706"/>
                </a:lnTo>
                <a:lnTo>
                  <a:pt x="806187" y="243834"/>
                </a:lnTo>
                <a:lnTo>
                  <a:pt x="806169" y="264942"/>
                </a:lnTo>
                <a:lnTo>
                  <a:pt x="744421" y="263148"/>
                </a:lnTo>
                <a:lnTo>
                  <a:pt x="756770" y="239170"/>
                </a:lnTo>
                <a:lnTo>
                  <a:pt x="729810" y="228603"/>
                </a:lnTo>
                <a:lnTo>
                  <a:pt x="727476" y="261497"/>
                </a:lnTo>
                <a:lnTo>
                  <a:pt x="692583" y="258347"/>
                </a:lnTo>
                <a:lnTo>
                  <a:pt x="690120" y="238098"/>
                </a:lnTo>
                <a:lnTo>
                  <a:pt x="671936" y="255586"/>
                </a:lnTo>
                <a:lnTo>
                  <a:pt x="682835" y="227495"/>
                </a:lnTo>
                <a:lnTo>
                  <a:pt x="667469" y="244855"/>
                </a:lnTo>
                <a:lnTo>
                  <a:pt x="659530" y="233017"/>
                </a:lnTo>
                <a:lnTo>
                  <a:pt x="686812" y="223172"/>
                </a:lnTo>
                <a:lnTo>
                  <a:pt x="673527" y="196114"/>
                </a:lnTo>
                <a:lnTo>
                  <a:pt x="667041" y="215016"/>
                </a:lnTo>
                <a:lnTo>
                  <a:pt x="651635" y="205654"/>
                </a:lnTo>
                <a:lnTo>
                  <a:pt x="657080" y="226306"/>
                </a:lnTo>
                <a:lnTo>
                  <a:pt x="640954" y="213174"/>
                </a:lnTo>
                <a:lnTo>
                  <a:pt x="610052" y="236588"/>
                </a:lnTo>
                <a:lnTo>
                  <a:pt x="629851" y="241197"/>
                </a:lnTo>
                <a:lnTo>
                  <a:pt x="637291" y="285320"/>
                </a:lnTo>
                <a:lnTo>
                  <a:pt x="659186" y="307220"/>
                </a:lnTo>
                <a:lnTo>
                  <a:pt x="653950" y="338686"/>
                </a:lnTo>
                <a:lnTo>
                  <a:pt x="672118" y="332548"/>
                </a:lnTo>
                <a:lnTo>
                  <a:pt x="684336" y="376387"/>
                </a:lnTo>
                <a:lnTo>
                  <a:pt x="661475" y="401647"/>
                </a:lnTo>
                <a:lnTo>
                  <a:pt x="621628" y="370385"/>
                </a:lnTo>
                <a:lnTo>
                  <a:pt x="603754" y="389067"/>
                </a:lnTo>
                <a:lnTo>
                  <a:pt x="573208" y="299513"/>
                </a:lnTo>
                <a:lnTo>
                  <a:pt x="613269" y="254567"/>
                </a:lnTo>
                <a:lnTo>
                  <a:pt x="592088" y="222768"/>
                </a:lnTo>
                <a:lnTo>
                  <a:pt x="611239" y="194936"/>
                </a:lnTo>
                <a:lnTo>
                  <a:pt x="662222" y="186342"/>
                </a:lnTo>
                <a:lnTo>
                  <a:pt x="654074" y="166914"/>
                </a:lnTo>
                <a:lnTo>
                  <a:pt x="707515" y="79352"/>
                </a:lnTo>
                <a:lnTo>
                  <a:pt x="688952" y="29227"/>
                </a:lnTo>
                <a:lnTo>
                  <a:pt x="599659" y="0"/>
                </a:lnTo>
                <a:lnTo>
                  <a:pt x="397640" y="115830"/>
                </a:lnTo>
                <a:lnTo>
                  <a:pt x="338506" y="172851"/>
                </a:lnTo>
                <a:lnTo>
                  <a:pt x="349819" y="211452"/>
                </a:lnTo>
                <a:lnTo>
                  <a:pt x="373845" y="229964"/>
                </a:lnTo>
                <a:lnTo>
                  <a:pt x="440295" y="233305"/>
                </a:lnTo>
                <a:lnTo>
                  <a:pt x="462694" y="218048"/>
                </a:lnTo>
                <a:lnTo>
                  <a:pt x="467632" y="262333"/>
                </a:lnTo>
                <a:lnTo>
                  <a:pt x="391507" y="278638"/>
                </a:lnTo>
                <a:lnTo>
                  <a:pt x="404353" y="298505"/>
                </a:lnTo>
                <a:lnTo>
                  <a:pt x="383995" y="307473"/>
                </a:lnTo>
                <a:lnTo>
                  <a:pt x="415575" y="321964"/>
                </a:lnTo>
                <a:lnTo>
                  <a:pt x="421206" y="342827"/>
                </a:lnTo>
                <a:lnTo>
                  <a:pt x="408258" y="359426"/>
                </a:lnTo>
                <a:lnTo>
                  <a:pt x="385904" y="348621"/>
                </a:lnTo>
                <a:lnTo>
                  <a:pt x="397585" y="409284"/>
                </a:lnTo>
                <a:lnTo>
                  <a:pt x="369626" y="403139"/>
                </a:lnTo>
                <a:lnTo>
                  <a:pt x="369153" y="385838"/>
                </a:lnTo>
                <a:lnTo>
                  <a:pt x="345916" y="404835"/>
                </a:lnTo>
                <a:lnTo>
                  <a:pt x="302270" y="396955"/>
                </a:lnTo>
                <a:lnTo>
                  <a:pt x="298526" y="379116"/>
                </a:lnTo>
                <a:lnTo>
                  <a:pt x="270267" y="438882"/>
                </a:lnTo>
                <a:lnTo>
                  <a:pt x="215177" y="458913"/>
                </a:lnTo>
                <a:lnTo>
                  <a:pt x="199994" y="430965"/>
                </a:lnTo>
                <a:lnTo>
                  <a:pt x="250250" y="419767"/>
                </a:lnTo>
                <a:lnTo>
                  <a:pt x="235149" y="369988"/>
                </a:lnTo>
                <a:lnTo>
                  <a:pt x="260273" y="360351"/>
                </a:lnTo>
                <a:lnTo>
                  <a:pt x="250175" y="319637"/>
                </a:lnTo>
                <a:lnTo>
                  <a:pt x="164756" y="323412"/>
                </a:lnTo>
                <a:lnTo>
                  <a:pt x="165420" y="302297"/>
                </a:lnTo>
                <a:lnTo>
                  <a:pt x="193313" y="298593"/>
                </a:lnTo>
                <a:lnTo>
                  <a:pt x="170847" y="297692"/>
                </a:lnTo>
                <a:lnTo>
                  <a:pt x="180667" y="272876"/>
                </a:lnTo>
                <a:lnTo>
                  <a:pt x="157330" y="271905"/>
                </a:lnTo>
                <a:lnTo>
                  <a:pt x="139081" y="302201"/>
                </a:lnTo>
                <a:lnTo>
                  <a:pt x="111330" y="285033"/>
                </a:lnTo>
                <a:lnTo>
                  <a:pt x="113502" y="312452"/>
                </a:lnTo>
                <a:lnTo>
                  <a:pt x="136624" y="319019"/>
                </a:lnTo>
                <a:lnTo>
                  <a:pt x="118974" y="333692"/>
                </a:lnTo>
                <a:lnTo>
                  <a:pt x="106658" y="311972"/>
                </a:lnTo>
                <a:lnTo>
                  <a:pt x="94032" y="355665"/>
                </a:lnTo>
                <a:lnTo>
                  <a:pt x="114181" y="361923"/>
                </a:lnTo>
                <a:lnTo>
                  <a:pt x="99347" y="390447"/>
                </a:lnTo>
                <a:lnTo>
                  <a:pt x="120083" y="394371"/>
                </a:lnTo>
                <a:lnTo>
                  <a:pt x="131937" y="424436"/>
                </a:lnTo>
                <a:lnTo>
                  <a:pt x="125577" y="483717"/>
                </a:lnTo>
                <a:lnTo>
                  <a:pt x="67088" y="528544"/>
                </a:lnTo>
                <a:lnTo>
                  <a:pt x="98576" y="546438"/>
                </a:lnTo>
                <a:lnTo>
                  <a:pt x="40048" y="568770"/>
                </a:lnTo>
                <a:lnTo>
                  <a:pt x="61883" y="599116"/>
                </a:lnTo>
                <a:lnTo>
                  <a:pt x="48381" y="632086"/>
                </a:lnTo>
                <a:lnTo>
                  <a:pt x="0" y="651031"/>
                </a:lnTo>
                <a:lnTo>
                  <a:pt x="36193" y="668014"/>
                </a:lnTo>
                <a:lnTo>
                  <a:pt x="4878" y="673898"/>
                </a:lnTo>
                <a:lnTo>
                  <a:pt x="20625" y="714046"/>
                </a:lnTo>
                <a:lnTo>
                  <a:pt x="9316" y="726927"/>
                </a:lnTo>
                <a:lnTo>
                  <a:pt x="24310" y="737860"/>
                </a:lnTo>
                <a:lnTo>
                  <a:pt x="57283" y="723316"/>
                </a:lnTo>
                <a:lnTo>
                  <a:pt x="72632" y="774379"/>
                </a:lnTo>
                <a:lnTo>
                  <a:pt x="120766" y="782158"/>
                </a:lnTo>
                <a:lnTo>
                  <a:pt x="175862" y="818672"/>
                </a:lnTo>
                <a:lnTo>
                  <a:pt x="286090" y="820679"/>
                </a:lnTo>
                <a:lnTo>
                  <a:pt x="288395" y="852893"/>
                </a:lnTo>
                <a:lnTo>
                  <a:pt x="311486" y="865640"/>
                </a:lnTo>
                <a:lnTo>
                  <a:pt x="359147" y="848473"/>
                </a:lnTo>
                <a:lnTo>
                  <a:pt x="382966" y="787424"/>
                </a:lnTo>
                <a:lnTo>
                  <a:pt x="451459" y="762596"/>
                </a:lnTo>
                <a:lnTo>
                  <a:pt x="486635" y="771015"/>
                </a:lnTo>
                <a:lnTo>
                  <a:pt x="496047" y="795688"/>
                </a:lnTo>
                <a:lnTo>
                  <a:pt x="470268" y="795801"/>
                </a:lnTo>
                <a:lnTo>
                  <a:pt x="478996" y="820224"/>
                </a:lnTo>
                <a:lnTo>
                  <a:pt x="541652" y="818502"/>
                </a:lnTo>
                <a:lnTo>
                  <a:pt x="603463" y="784301"/>
                </a:lnTo>
                <a:lnTo>
                  <a:pt x="612316" y="801960"/>
                </a:lnTo>
                <a:lnTo>
                  <a:pt x="679525" y="803574"/>
                </a:lnTo>
                <a:lnTo>
                  <a:pt x="676399" y="788162"/>
                </a:lnTo>
                <a:lnTo>
                  <a:pt x="720306" y="768262"/>
                </a:lnTo>
                <a:lnTo>
                  <a:pt x="757000" y="775469"/>
                </a:lnTo>
                <a:lnTo>
                  <a:pt x="763155" y="795071"/>
                </a:lnTo>
                <a:lnTo>
                  <a:pt x="861845" y="782816"/>
                </a:lnTo>
                <a:lnTo>
                  <a:pt x="883866" y="819856"/>
                </a:lnTo>
                <a:lnTo>
                  <a:pt x="918173" y="826204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Mahārāshtra"/>
          <p:cNvSpPr/>
          <p:nvPr/>
        </p:nvSpPr>
        <p:spPr>
          <a:xfrm>
            <a:off x="7833772" y="3964625"/>
            <a:ext cx="1140335" cy="959438"/>
          </a:xfrm>
          <a:custGeom>
            <a:avLst/>
            <a:gdLst/>
            <a:ahLst/>
            <a:cxnLst/>
            <a:rect l="l" t="t" r="r" b="b"/>
            <a:pathLst>
              <a:path w="1140335" h="959438">
                <a:moveTo>
                  <a:pt x="1053720" y="494198"/>
                </a:moveTo>
                <a:lnTo>
                  <a:pt x="1070471" y="416303"/>
                </a:lnTo>
                <a:lnTo>
                  <a:pt x="1095308" y="392798"/>
                </a:lnTo>
                <a:lnTo>
                  <a:pt x="1120766" y="409623"/>
                </a:lnTo>
                <a:lnTo>
                  <a:pt x="1140335" y="380930"/>
                </a:lnTo>
                <a:lnTo>
                  <a:pt x="1091582" y="330705"/>
                </a:lnTo>
                <a:lnTo>
                  <a:pt x="1071562" y="334011"/>
                </a:lnTo>
                <a:lnTo>
                  <a:pt x="1093039" y="292872"/>
                </a:lnTo>
                <a:lnTo>
                  <a:pt x="1070667" y="267030"/>
                </a:lnTo>
                <a:lnTo>
                  <a:pt x="1102668" y="253949"/>
                </a:lnTo>
                <a:lnTo>
                  <a:pt x="1103430" y="214256"/>
                </a:lnTo>
                <a:lnTo>
                  <a:pt x="1082542" y="211277"/>
                </a:lnTo>
                <a:lnTo>
                  <a:pt x="1097308" y="201395"/>
                </a:lnTo>
                <a:lnTo>
                  <a:pt x="1076745" y="139915"/>
                </a:lnTo>
                <a:lnTo>
                  <a:pt x="1110332" y="107591"/>
                </a:lnTo>
                <a:lnTo>
                  <a:pt x="1073026" y="98095"/>
                </a:lnTo>
                <a:lnTo>
                  <a:pt x="1044532" y="59434"/>
                </a:lnTo>
                <a:lnTo>
                  <a:pt x="1000866" y="76989"/>
                </a:lnTo>
                <a:lnTo>
                  <a:pt x="979598" y="64178"/>
                </a:lnTo>
                <a:lnTo>
                  <a:pt x="952315" y="73310"/>
                </a:lnTo>
                <a:lnTo>
                  <a:pt x="946160" y="53708"/>
                </a:lnTo>
                <a:lnTo>
                  <a:pt x="909391" y="46509"/>
                </a:lnTo>
                <a:lnTo>
                  <a:pt x="865559" y="66401"/>
                </a:lnTo>
                <a:lnTo>
                  <a:pt x="868685" y="81813"/>
                </a:lnTo>
                <a:lnTo>
                  <a:pt x="801476" y="80199"/>
                </a:lnTo>
                <a:lnTo>
                  <a:pt x="790575" y="62749"/>
                </a:lnTo>
                <a:lnTo>
                  <a:pt x="698794" y="100977"/>
                </a:lnTo>
                <a:lnTo>
                  <a:pt x="668031" y="98442"/>
                </a:lnTo>
                <a:lnTo>
                  <a:pt x="659428" y="74040"/>
                </a:lnTo>
                <a:lnTo>
                  <a:pt x="685207" y="73927"/>
                </a:lnTo>
                <a:lnTo>
                  <a:pt x="675795" y="49254"/>
                </a:lnTo>
                <a:lnTo>
                  <a:pt x="640619" y="40835"/>
                </a:lnTo>
                <a:lnTo>
                  <a:pt x="572126" y="65663"/>
                </a:lnTo>
                <a:lnTo>
                  <a:pt x="548307" y="126712"/>
                </a:lnTo>
                <a:lnTo>
                  <a:pt x="500646" y="143879"/>
                </a:lnTo>
                <a:lnTo>
                  <a:pt x="477555" y="131132"/>
                </a:lnTo>
                <a:lnTo>
                  <a:pt x="475250" y="98918"/>
                </a:lnTo>
                <a:lnTo>
                  <a:pt x="365022" y="96911"/>
                </a:lnTo>
                <a:lnTo>
                  <a:pt x="309926" y="60397"/>
                </a:lnTo>
                <a:lnTo>
                  <a:pt x="265658" y="55073"/>
                </a:lnTo>
                <a:lnTo>
                  <a:pt x="238590" y="0"/>
                </a:lnTo>
                <a:lnTo>
                  <a:pt x="156749" y="31234"/>
                </a:lnTo>
                <a:lnTo>
                  <a:pt x="164550" y="80005"/>
                </a:lnTo>
                <a:lnTo>
                  <a:pt x="230982" y="73120"/>
                </a:lnTo>
                <a:lnTo>
                  <a:pt x="176565" y="93885"/>
                </a:lnTo>
                <a:lnTo>
                  <a:pt x="159524" y="128359"/>
                </a:lnTo>
                <a:lnTo>
                  <a:pt x="126496" y="128852"/>
                </a:lnTo>
                <a:lnTo>
                  <a:pt x="171357" y="156979"/>
                </a:lnTo>
                <a:lnTo>
                  <a:pt x="176958" y="192925"/>
                </a:lnTo>
                <a:lnTo>
                  <a:pt x="149687" y="219280"/>
                </a:lnTo>
                <a:lnTo>
                  <a:pt x="108826" y="196475"/>
                </a:lnTo>
                <a:lnTo>
                  <a:pt x="104285" y="273980"/>
                </a:lnTo>
                <a:lnTo>
                  <a:pt x="87788" y="272465"/>
                </a:lnTo>
                <a:lnTo>
                  <a:pt x="71338" y="296544"/>
                </a:lnTo>
                <a:lnTo>
                  <a:pt x="27004" y="270071"/>
                </a:lnTo>
                <a:lnTo>
                  <a:pt x="6160" y="292879"/>
                </a:lnTo>
                <a:lnTo>
                  <a:pt x="15430" y="318458"/>
                </a:lnTo>
                <a:lnTo>
                  <a:pt x="0" y="313401"/>
                </a:lnTo>
                <a:lnTo>
                  <a:pt x="34397" y="548079"/>
                </a:lnTo>
                <a:lnTo>
                  <a:pt x="50538" y="562672"/>
                </a:lnTo>
                <a:lnTo>
                  <a:pt x="62215" y="552931"/>
                </a:lnTo>
                <a:lnTo>
                  <a:pt x="61130" y="581166"/>
                </a:lnTo>
                <a:lnTo>
                  <a:pt x="37141" y="569320"/>
                </a:lnTo>
                <a:lnTo>
                  <a:pt x="80390" y="703378"/>
                </a:lnTo>
                <a:lnTo>
                  <a:pt x="90303" y="824101"/>
                </a:lnTo>
                <a:lnTo>
                  <a:pt x="97272" y="841442"/>
                </a:lnTo>
                <a:lnTo>
                  <a:pt x="115695" y="838235"/>
                </a:lnTo>
                <a:lnTo>
                  <a:pt x="97351" y="844127"/>
                </a:lnTo>
                <a:lnTo>
                  <a:pt x="109881" y="892621"/>
                </a:lnTo>
                <a:lnTo>
                  <a:pt x="137116" y="938963"/>
                </a:lnTo>
                <a:lnTo>
                  <a:pt x="166064" y="930717"/>
                </a:lnTo>
                <a:lnTo>
                  <a:pt x="187898" y="959438"/>
                </a:lnTo>
                <a:lnTo>
                  <a:pt x="213995" y="933298"/>
                </a:lnTo>
                <a:lnTo>
                  <a:pt x="234692" y="934258"/>
                </a:lnTo>
                <a:lnTo>
                  <a:pt x="249205" y="894800"/>
                </a:lnTo>
                <a:lnTo>
                  <a:pt x="235095" y="892614"/>
                </a:lnTo>
                <a:lnTo>
                  <a:pt x="253084" y="885081"/>
                </a:lnTo>
                <a:lnTo>
                  <a:pt x="251595" y="863315"/>
                </a:lnTo>
                <a:lnTo>
                  <a:pt x="230055" y="860086"/>
                </a:lnTo>
                <a:lnTo>
                  <a:pt x="222524" y="818858"/>
                </a:lnTo>
                <a:lnTo>
                  <a:pt x="249970" y="801567"/>
                </a:lnTo>
                <a:lnTo>
                  <a:pt x="263789" y="817976"/>
                </a:lnTo>
                <a:lnTo>
                  <a:pt x="280192" y="810077"/>
                </a:lnTo>
                <a:lnTo>
                  <a:pt x="280751" y="793844"/>
                </a:lnTo>
                <a:lnTo>
                  <a:pt x="312383" y="785343"/>
                </a:lnTo>
                <a:lnTo>
                  <a:pt x="314081" y="759630"/>
                </a:lnTo>
                <a:lnTo>
                  <a:pt x="353200" y="775013"/>
                </a:lnTo>
                <a:lnTo>
                  <a:pt x="362257" y="757869"/>
                </a:lnTo>
                <a:lnTo>
                  <a:pt x="416363" y="757048"/>
                </a:lnTo>
                <a:lnTo>
                  <a:pt x="411193" y="680152"/>
                </a:lnTo>
                <a:lnTo>
                  <a:pt x="452437" y="703235"/>
                </a:lnTo>
                <a:lnTo>
                  <a:pt x="515076" y="704436"/>
                </a:lnTo>
                <a:lnTo>
                  <a:pt x="507893" y="662209"/>
                </a:lnTo>
                <a:lnTo>
                  <a:pt x="534480" y="637972"/>
                </a:lnTo>
                <a:lnTo>
                  <a:pt x="557684" y="649733"/>
                </a:lnTo>
                <a:lnTo>
                  <a:pt x="564488" y="617089"/>
                </a:lnTo>
                <a:lnTo>
                  <a:pt x="589277" y="614663"/>
                </a:lnTo>
                <a:lnTo>
                  <a:pt x="593840" y="574041"/>
                </a:lnTo>
                <a:lnTo>
                  <a:pt x="615943" y="578857"/>
                </a:lnTo>
                <a:lnTo>
                  <a:pt x="644794" y="533750"/>
                </a:lnTo>
                <a:lnTo>
                  <a:pt x="651151" y="556274"/>
                </a:lnTo>
                <a:lnTo>
                  <a:pt x="679620" y="556020"/>
                </a:lnTo>
                <a:lnTo>
                  <a:pt x="683078" y="520179"/>
                </a:lnTo>
                <a:lnTo>
                  <a:pt x="702760" y="519007"/>
                </a:lnTo>
                <a:lnTo>
                  <a:pt x="704838" y="497482"/>
                </a:lnTo>
                <a:lnTo>
                  <a:pt x="731846" y="478250"/>
                </a:lnTo>
                <a:lnTo>
                  <a:pt x="706014" y="448096"/>
                </a:lnTo>
                <a:lnTo>
                  <a:pt x="720064" y="407444"/>
                </a:lnTo>
                <a:lnTo>
                  <a:pt x="763251" y="417387"/>
                </a:lnTo>
                <a:lnTo>
                  <a:pt x="763371" y="391312"/>
                </a:lnTo>
                <a:lnTo>
                  <a:pt x="781117" y="384763"/>
                </a:lnTo>
                <a:lnTo>
                  <a:pt x="781489" y="316375"/>
                </a:lnTo>
                <a:lnTo>
                  <a:pt x="855428" y="339123"/>
                </a:lnTo>
                <a:lnTo>
                  <a:pt x="869204" y="370472"/>
                </a:lnTo>
                <a:lnTo>
                  <a:pt x="903806" y="384336"/>
                </a:lnTo>
                <a:lnTo>
                  <a:pt x="911179" y="360796"/>
                </a:lnTo>
                <a:lnTo>
                  <a:pt x="942734" y="378185"/>
                </a:lnTo>
                <a:lnTo>
                  <a:pt x="985272" y="363336"/>
                </a:lnTo>
                <a:lnTo>
                  <a:pt x="1012875" y="393086"/>
                </a:lnTo>
                <a:lnTo>
                  <a:pt x="996326" y="437559"/>
                </a:lnTo>
                <a:lnTo>
                  <a:pt x="1004925" y="481045"/>
                </a:lnTo>
                <a:lnTo>
                  <a:pt x="1032288" y="500534"/>
                </a:lnTo>
                <a:lnTo>
                  <a:pt x="1053720" y="494198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Manipur"/>
          <p:cNvSpPr/>
          <p:nvPr/>
        </p:nvSpPr>
        <p:spPr>
          <a:xfrm>
            <a:off x="10646160" y="3419926"/>
            <a:ext cx="245308" cy="275718"/>
          </a:xfrm>
          <a:custGeom>
            <a:avLst/>
            <a:gdLst/>
            <a:ahLst/>
            <a:cxnLst/>
            <a:rect l="l" t="t" r="r" b="b"/>
            <a:pathLst>
              <a:path w="245308" h="275718">
                <a:moveTo>
                  <a:pt x="66643" y="53443"/>
                </a:moveTo>
                <a:lnTo>
                  <a:pt x="31048" y="130085"/>
                </a:lnTo>
                <a:lnTo>
                  <a:pt x="18927" y="130068"/>
                </a:lnTo>
                <a:lnTo>
                  <a:pt x="0" y="234363"/>
                </a:lnTo>
                <a:lnTo>
                  <a:pt x="38861" y="248039"/>
                </a:lnTo>
                <a:lnTo>
                  <a:pt x="52075" y="235539"/>
                </a:lnTo>
                <a:lnTo>
                  <a:pt x="73736" y="259794"/>
                </a:lnTo>
                <a:lnTo>
                  <a:pt x="108243" y="250383"/>
                </a:lnTo>
                <a:lnTo>
                  <a:pt x="162197" y="275718"/>
                </a:lnTo>
                <a:lnTo>
                  <a:pt x="245308" y="96418"/>
                </a:lnTo>
                <a:lnTo>
                  <a:pt x="221983" y="70020"/>
                </a:lnTo>
                <a:lnTo>
                  <a:pt x="235805" y="35427"/>
                </a:lnTo>
                <a:lnTo>
                  <a:pt x="218902" y="26697"/>
                </a:lnTo>
                <a:lnTo>
                  <a:pt x="224856" y="0"/>
                </a:lnTo>
                <a:lnTo>
                  <a:pt x="186801" y="26871"/>
                </a:lnTo>
                <a:lnTo>
                  <a:pt x="109715" y="21564"/>
                </a:lnTo>
                <a:lnTo>
                  <a:pt x="87593" y="72236"/>
                </a:lnTo>
                <a:lnTo>
                  <a:pt x="66643" y="53443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Meghālaya"/>
          <p:cNvSpPr/>
          <p:nvPr/>
        </p:nvSpPr>
        <p:spPr>
          <a:xfrm>
            <a:off x="10208991" y="3354763"/>
            <a:ext cx="413640" cy="162678"/>
          </a:xfrm>
          <a:custGeom>
            <a:avLst/>
            <a:gdLst/>
            <a:ahLst/>
            <a:cxnLst/>
            <a:rect l="l" t="t" r="r" b="b"/>
            <a:pathLst>
              <a:path w="413640" h="162678">
                <a:moveTo>
                  <a:pt x="361356" y="162678"/>
                </a:moveTo>
                <a:lnTo>
                  <a:pt x="413640" y="134705"/>
                </a:lnTo>
                <a:lnTo>
                  <a:pt x="380659" y="97609"/>
                </a:lnTo>
                <a:lnTo>
                  <a:pt x="392890" y="78884"/>
                </a:lnTo>
                <a:lnTo>
                  <a:pt x="355644" y="54465"/>
                </a:lnTo>
                <a:lnTo>
                  <a:pt x="324088" y="66756"/>
                </a:lnTo>
                <a:lnTo>
                  <a:pt x="333701" y="31381"/>
                </a:lnTo>
                <a:lnTo>
                  <a:pt x="323575" y="26135"/>
                </a:lnTo>
                <a:lnTo>
                  <a:pt x="339700" y="7647"/>
                </a:lnTo>
                <a:lnTo>
                  <a:pt x="291246" y="18147"/>
                </a:lnTo>
                <a:lnTo>
                  <a:pt x="278287" y="0"/>
                </a:lnTo>
                <a:lnTo>
                  <a:pt x="256850" y="32130"/>
                </a:lnTo>
                <a:lnTo>
                  <a:pt x="244282" y="12861"/>
                </a:lnTo>
                <a:lnTo>
                  <a:pt x="237440" y="37041"/>
                </a:lnTo>
                <a:lnTo>
                  <a:pt x="194791" y="59236"/>
                </a:lnTo>
                <a:lnTo>
                  <a:pt x="191104" y="38513"/>
                </a:lnTo>
                <a:lnTo>
                  <a:pt x="164819" y="44635"/>
                </a:lnTo>
                <a:lnTo>
                  <a:pt x="156707" y="25572"/>
                </a:lnTo>
                <a:lnTo>
                  <a:pt x="42043" y="24100"/>
                </a:lnTo>
                <a:lnTo>
                  <a:pt x="10930" y="55892"/>
                </a:lnTo>
                <a:lnTo>
                  <a:pt x="28311" y="76414"/>
                </a:lnTo>
                <a:lnTo>
                  <a:pt x="0" y="109093"/>
                </a:lnTo>
                <a:lnTo>
                  <a:pt x="3344" y="123211"/>
                </a:lnTo>
                <a:lnTo>
                  <a:pt x="87079" y="145639"/>
                </a:lnTo>
                <a:lnTo>
                  <a:pt x="311081" y="139064"/>
                </a:lnTo>
                <a:lnTo>
                  <a:pt x="361356" y="162678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Mizoram"/>
          <p:cNvSpPr/>
          <p:nvPr/>
        </p:nvSpPr>
        <p:spPr>
          <a:xfrm>
            <a:off x="10548218" y="3593333"/>
            <a:ext cx="156273" cy="385082"/>
          </a:xfrm>
          <a:custGeom>
            <a:avLst/>
            <a:gdLst/>
            <a:ahLst/>
            <a:cxnLst/>
            <a:rect l="l" t="t" r="r" b="b"/>
            <a:pathLst>
              <a:path w="156273" h="385082">
                <a:moveTo>
                  <a:pt x="0" y="118835"/>
                </a:moveTo>
                <a:lnTo>
                  <a:pt x="46776" y="379751"/>
                </a:lnTo>
                <a:lnTo>
                  <a:pt x="60122" y="353196"/>
                </a:lnTo>
                <a:lnTo>
                  <a:pt x="88741" y="385082"/>
                </a:lnTo>
                <a:lnTo>
                  <a:pt x="106958" y="347170"/>
                </a:lnTo>
                <a:lnTo>
                  <a:pt x="129708" y="336912"/>
                </a:lnTo>
                <a:lnTo>
                  <a:pt x="114776" y="255998"/>
                </a:lnTo>
                <a:lnTo>
                  <a:pt x="120354" y="218129"/>
                </a:lnTo>
                <a:lnTo>
                  <a:pt x="142390" y="226076"/>
                </a:lnTo>
                <a:lnTo>
                  <a:pt x="155086" y="206969"/>
                </a:lnTo>
                <a:lnTo>
                  <a:pt x="156273" y="88425"/>
                </a:lnTo>
                <a:lnTo>
                  <a:pt x="145775" y="69865"/>
                </a:lnTo>
                <a:lnTo>
                  <a:pt x="97969" y="60994"/>
                </a:lnTo>
                <a:lnTo>
                  <a:pt x="105139" y="19208"/>
                </a:lnTo>
                <a:lnTo>
                  <a:pt x="78087" y="22008"/>
                </a:lnTo>
                <a:lnTo>
                  <a:pt x="68895" y="0"/>
                </a:lnTo>
                <a:lnTo>
                  <a:pt x="29523" y="56588"/>
                </a:lnTo>
                <a:lnTo>
                  <a:pt x="3724" y="40413"/>
                </a:lnTo>
                <a:lnTo>
                  <a:pt x="0" y="118835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Nāgāland"/>
          <p:cNvSpPr/>
          <p:nvPr/>
        </p:nvSpPr>
        <p:spPr>
          <a:xfrm>
            <a:off x="10695220" y="3217956"/>
            <a:ext cx="264081" cy="274198"/>
          </a:xfrm>
          <a:custGeom>
            <a:avLst/>
            <a:gdLst/>
            <a:ahLst/>
            <a:cxnLst/>
            <a:rect l="l" t="t" r="r" b="b"/>
            <a:pathLst>
              <a:path w="264081" h="274198">
                <a:moveTo>
                  <a:pt x="264081" y="52776"/>
                </a:moveTo>
                <a:lnTo>
                  <a:pt x="258410" y="0"/>
                </a:lnTo>
                <a:lnTo>
                  <a:pt x="156935" y="55870"/>
                </a:lnTo>
                <a:lnTo>
                  <a:pt x="137036" y="86219"/>
                </a:lnTo>
                <a:lnTo>
                  <a:pt x="128693" y="73843"/>
                </a:lnTo>
                <a:lnTo>
                  <a:pt x="93344" y="128916"/>
                </a:lnTo>
                <a:lnTo>
                  <a:pt x="90244" y="167059"/>
                </a:lnTo>
                <a:lnTo>
                  <a:pt x="64872" y="183151"/>
                </a:lnTo>
                <a:lnTo>
                  <a:pt x="60714" y="159145"/>
                </a:lnTo>
                <a:lnTo>
                  <a:pt x="0" y="222325"/>
                </a:lnTo>
                <a:lnTo>
                  <a:pt x="20029" y="263347"/>
                </a:lnTo>
                <a:lnTo>
                  <a:pt x="38547" y="274198"/>
                </a:lnTo>
                <a:lnTo>
                  <a:pt x="70277" y="220232"/>
                </a:lnTo>
                <a:lnTo>
                  <a:pt x="137741" y="228841"/>
                </a:lnTo>
                <a:lnTo>
                  <a:pt x="172385" y="200649"/>
                </a:lnTo>
                <a:lnTo>
                  <a:pt x="178582" y="234913"/>
                </a:lnTo>
                <a:lnTo>
                  <a:pt x="217595" y="219491"/>
                </a:lnTo>
                <a:lnTo>
                  <a:pt x="257402" y="143703"/>
                </a:lnTo>
                <a:lnTo>
                  <a:pt x="240239" y="87491"/>
                </a:lnTo>
                <a:lnTo>
                  <a:pt x="264081" y="52776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disha"/>
          <p:cNvSpPr/>
          <p:nvPr/>
        </p:nvSpPr>
        <p:spPr>
          <a:xfrm>
            <a:off x="9043030" y="3884988"/>
            <a:ext cx="843081" cy="708630"/>
          </a:xfrm>
          <a:custGeom>
            <a:avLst/>
            <a:gdLst/>
            <a:ahLst/>
            <a:cxnLst/>
            <a:rect l="l" t="t" r="r" b="b"/>
            <a:pathLst>
              <a:path w="843081" h="708630">
                <a:moveTo>
                  <a:pt x="0" y="708630"/>
                </a:moveTo>
                <a:lnTo>
                  <a:pt x="30625" y="708154"/>
                </a:lnTo>
                <a:lnTo>
                  <a:pt x="87877" y="671299"/>
                </a:lnTo>
                <a:lnTo>
                  <a:pt x="120267" y="682407"/>
                </a:lnTo>
                <a:lnTo>
                  <a:pt x="150249" y="599741"/>
                </a:lnTo>
                <a:lnTo>
                  <a:pt x="171702" y="646310"/>
                </a:lnTo>
                <a:lnTo>
                  <a:pt x="194613" y="614586"/>
                </a:lnTo>
                <a:lnTo>
                  <a:pt x="229415" y="624926"/>
                </a:lnTo>
                <a:lnTo>
                  <a:pt x="223674" y="585178"/>
                </a:lnTo>
                <a:lnTo>
                  <a:pt x="278050" y="555881"/>
                </a:lnTo>
                <a:lnTo>
                  <a:pt x="264878" y="532520"/>
                </a:lnTo>
                <a:lnTo>
                  <a:pt x="285800" y="539100"/>
                </a:lnTo>
                <a:lnTo>
                  <a:pt x="286654" y="518451"/>
                </a:lnTo>
                <a:lnTo>
                  <a:pt x="296240" y="530746"/>
                </a:lnTo>
                <a:lnTo>
                  <a:pt x="308539" y="508067"/>
                </a:lnTo>
                <a:lnTo>
                  <a:pt x="345522" y="560039"/>
                </a:lnTo>
                <a:lnTo>
                  <a:pt x="404766" y="564137"/>
                </a:lnTo>
                <a:lnTo>
                  <a:pt x="418624" y="529067"/>
                </a:lnTo>
                <a:lnTo>
                  <a:pt x="443517" y="528649"/>
                </a:lnTo>
                <a:lnTo>
                  <a:pt x="453208" y="507567"/>
                </a:lnTo>
                <a:lnTo>
                  <a:pt x="466547" y="521005"/>
                </a:lnTo>
                <a:lnTo>
                  <a:pt x="547006" y="445195"/>
                </a:lnTo>
                <a:lnTo>
                  <a:pt x="691748" y="389657"/>
                </a:lnTo>
                <a:lnTo>
                  <a:pt x="746003" y="333960"/>
                </a:lnTo>
                <a:lnTo>
                  <a:pt x="741716" y="305903"/>
                </a:lnTo>
                <a:lnTo>
                  <a:pt x="783741" y="276486"/>
                </a:lnTo>
                <a:lnTo>
                  <a:pt x="749092" y="273812"/>
                </a:lnTo>
                <a:lnTo>
                  <a:pt x="772946" y="260329"/>
                </a:lnTo>
                <a:lnTo>
                  <a:pt x="757099" y="200724"/>
                </a:lnTo>
                <a:lnTo>
                  <a:pt x="785417" y="164861"/>
                </a:lnTo>
                <a:lnTo>
                  <a:pt x="843081" y="143988"/>
                </a:lnTo>
                <a:lnTo>
                  <a:pt x="841009" y="124655"/>
                </a:lnTo>
                <a:lnTo>
                  <a:pt x="799693" y="87755"/>
                </a:lnTo>
                <a:lnTo>
                  <a:pt x="781259" y="104367"/>
                </a:lnTo>
                <a:lnTo>
                  <a:pt x="771185" y="71865"/>
                </a:lnTo>
                <a:lnTo>
                  <a:pt x="644045" y="0"/>
                </a:lnTo>
                <a:lnTo>
                  <a:pt x="624711" y="89110"/>
                </a:lnTo>
                <a:lnTo>
                  <a:pt x="605150" y="85444"/>
                </a:lnTo>
                <a:lnTo>
                  <a:pt x="610880" y="67353"/>
                </a:lnTo>
                <a:lnTo>
                  <a:pt x="593965" y="76546"/>
                </a:lnTo>
                <a:lnTo>
                  <a:pt x="550455" y="60655"/>
                </a:lnTo>
                <a:lnTo>
                  <a:pt x="532046" y="83290"/>
                </a:lnTo>
                <a:lnTo>
                  <a:pt x="497256" y="72348"/>
                </a:lnTo>
                <a:lnTo>
                  <a:pt x="515270" y="40732"/>
                </a:lnTo>
                <a:lnTo>
                  <a:pt x="508374" y="12399"/>
                </a:lnTo>
                <a:lnTo>
                  <a:pt x="400955" y="33506"/>
                </a:lnTo>
                <a:lnTo>
                  <a:pt x="358068" y="6639"/>
                </a:lnTo>
                <a:lnTo>
                  <a:pt x="362039" y="29225"/>
                </a:lnTo>
                <a:lnTo>
                  <a:pt x="300038" y="69315"/>
                </a:lnTo>
                <a:lnTo>
                  <a:pt x="303944" y="106892"/>
                </a:lnTo>
                <a:lnTo>
                  <a:pt x="268920" y="159016"/>
                </a:lnTo>
                <a:lnTo>
                  <a:pt x="278377" y="181531"/>
                </a:lnTo>
                <a:lnTo>
                  <a:pt x="259343" y="177453"/>
                </a:lnTo>
                <a:lnTo>
                  <a:pt x="240303" y="218166"/>
                </a:lnTo>
                <a:lnTo>
                  <a:pt x="172325" y="210851"/>
                </a:lnTo>
                <a:lnTo>
                  <a:pt x="148081" y="259659"/>
                </a:lnTo>
                <a:lnTo>
                  <a:pt x="132214" y="250442"/>
                </a:lnTo>
                <a:lnTo>
                  <a:pt x="138915" y="374768"/>
                </a:lnTo>
                <a:lnTo>
                  <a:pt x="182700" y="384003"/>
                </a:lnTo>
                <a:lnTo>
                  <a:pt x="181581" y="407839"/>
                </a:lnTo>
                <a:lnTo>
                  <a:pt x="165585" y="416672"/>
                </a:lnTo>
                <a:lnTo>
                  <a:pt x="167193" y="403069"/>
                </a:lnTo>
                <a:lnTo>
                  <a:pt x="145391" y="396621"/>
                </a:lnTo>
                <a:lnTo>
                  <a:pt x="131451" y="407721"/>
                </a:lnTo>
                <a:lnTo>
                  <a:pt x="116517" y="382696"/>
                </a:lnTo>
                <a:lnTo>
                  <a:pt x="65756" y="376623"/>
                </a:lnTo>
                <a:lnTo>
                  <a:pt x="63296" y="395384"/>
                </a:lnTo>
                <a:lnTo>
                  <a:pt x="92708" y="414464"/>
                </a:lnTo>
                <a:lnTo>
                  <a:pt x="87655" y="456705"/>
                </a:lnTo>
                <a:lnTo>
                  <a:pt x="109865" y="468667"/>
                </a:lnTo>
                <a:lnTo>
                  <a:pt x="117704" y="544556"/>
                </a:lnTo>
                <a:lnTo>
                  <a:pt x="68919" y="583613"/>
                </a:lnTo>
                <a:lnTo>
                  <a:pt x="78595" y="593616"/>
                </a:lnTo>
                <a:lnTo>
                  <a:pt x="49051" y="628969"/>
                </a:lnTo>
                <a:lnTo>
                  <a:pt x="17918" y="643224"/>
                </a:lnTo>
                <a:lnTo>
                  <a:pt x="0" y="708630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Puducherry"/>
          <p:cNvSpPr/>
          <p:nvPr/>
        </p:nvSpPr>
        <p:spPr>
          <a:xfrm>
            <a:off x="8804553" y="5461179"/>
            <a:ext cx="18519" cy="25588"/>
          </a:xfrm>
          <a:custGeom>
            <a:avLst/>
            <a:gdLst/>
            <a:ahLst/>
            <a:cxnLst/>
            <a:rect l="l" t="t" r="r" b="b"/>
            <a:pathLst>
              <a:path w="18519" h="25588">
                <a:moveTo>
                  <a:pt x="18519" y="25588"/>
                </a:moveTo>
                <a:lnTo>
                  <a:pt x="10191" y="0"/>
                </a:lnTo>
                <a:lnTo>
                  <a:pt x="0" y="18982"/>
                </a:lnTo>
                <a:lnTo>
                  <a:pt x="18519" y="25588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Punjab"/>
          <p:cNvSpPr/>
          <p:nvPr/>
        </p:nvSpPr>
        <p:spPr>
          <a:xfrm>
            <a:off x="8003053" y="2400685"/>
            <a:ext cx="422556" cy="443198"/>
          </a:xfrm>
          <a:custGeom>
            <a:avLst/>
            <a:gdLst/>
            <a:ahLst/>
            <a:cxnLst/>
            <a:rect l="l" t="t" r="r" b="b"/>
            <a:pathLst>
              <a:path w="422556" h="443198">
                <a:moveTo>
                  <a:pt x="88768" y="383385"/>
                </a:moveTo>
                <a:lnTo>
                  <a:pt x="167922" y="387862"/>
                </a:lnTo>
                <a:lnTo>
                  <a:pt x="187701" y="411468"/>
                </a:lnTo>
                <a:lnTo>
                  <a:pt x="186837" y="443198"/>
                </a:lnTo>
                <a:lnTo>
                  <a:pt x="217880" y="403575"/>
                </a:lnTo>
                <a:lnTo>
                  <a:pt x="298743" y="413248"/>
                </a:lnTo>
                <a:lnTo>
                  <a:pt x="326488" y="396871"/>
                </a:lnTo>
                <a:lnTo>
                  <a:pt x="321480" y="351472"/>
                </a:lnTo>
                <a:lnTo>
                  <a:pt x="337281" y="360650"/>
                </a:lnTo>
                <a:lnTo>
                  <a:pt x="351265" y="346144"/>
                </a:lnTo>
                <a:lnTo>
                  <a:pt x="368368" y="363519"/>
                </a:lnTo>
                <a:lnTo>
                  <a:pt x="383582" y="347194"/>
                </a:lnTo>
                <a:lnTo>
                  <a:pt x="369813" y="335665"/>
                </a:lnTo>
                <a:lnTo>
                  <a:pt x="395345" y="311217"/>
                </a:lnTo>
                <a:lnTo>
                  <a:pt x="422556" y="317077"/>
                </a:lnTo>
                <a:lnTo>
                  <a:pt x="420958" y="283774"/>
                </a:lnTo>
                <a:lnTo>
                  <a:pt x="390377" y="263943"/>
                </a:lnTo>
                <a:lnTo>
                  <a:pt x="411400" y="256207"/>
                </a:lnTo>
                <a:lnTo>
                  <a:pt x="379238" y="225752"/>
                </a:lnTo>
                <a:lnTo>
                  <a:pt x="381600" y="192330"/>
                </a:lnTo>
                <a:lnTo>
                  <a:pt x="353613" y="183926"/>
                </a:lnTo>
                <a:lnTo>
                  <a:pt x="344513" y="160314"/>
                </a:lnTo>
                <a:lnTo>
                  <a:pt x="317624" y="179813"/>
                </a:lnTo>
                <a:lnTo>
                  <a:pt x="280315" y="83747"/>
                </a:lnTo>
                <a:lnTo>
                  <a:pt x="236618" y="65881"/>
                </a:lnTo>
                <a:lnTo>
                  <a:pt x="239809" y="40977"/>
                </a:lnTo>
                <a:lnTo>
                  <a:pt x="283690" y="17590"/>
                </a:lnTo>
                <a:lnTo>
                  <a:pt x="270796" y="0"/>
                </a:lnTo>
                <a:lnTo>
                  <a:pt x="228116" y="34865"/>
                </a:lnTo>
                <a:lnTo>
                  <a:pt x="201525" y="24649"/>
                </a:lnTo>
                <a:lnTo>
                  <a:pt x="190411" y="61140"/>
                </a:lnTo>
                <a:lnTo>
                  <a:pt x="137539" y="68273"/>
                </a:lnTo>
                <a:lnTo>
                  <a:pt x="83373" y="118049"/>
                </a:lnTo>
                <a:lnTo>
                  <a:pt x="106414" y="162001"/>
                </a:lnTo>
                <a:lnTo>
                  <a:pt x="86431" y="205872"/>
                </a:lnTo>
                <a:lnTo>
                  <a:pt x="113031" y="211891"/>
                </a:lnTo>
                <a:lnTo>
                  <a:pt x="6708" y="301682"/>
                </a:lnTo>
                <a:lnTo>
                  <a:pt x="12321" y="356929"/>
                </a:lnTo>
                <a:lnTo>
                  <a:pt x="0" y="375269"/>
                </a:lnTo>
                <a:lnTo>
                  <a:pt x="88768" y="383385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ājasthān"/>
          <p:cNvSpPr/>
          <p:nvPr/>
        </p:nvSpPr>
        <p:spPr>
          <a:xfrm>
            <a:off x="7393473" y="2745956"/>
            <a:ext cx="1216970" cy="1065302"/>
          </a:xfrm>
          <a:custGeom>
            <a:avLst/>
            <a:gdLst/>
            <a:ahLst/>
            <a:cxnLst/>
            <a:rect l="l" t="t" r="r" b="b"/>
            <a:pathLst>
              <a:path w="1216970" h="1065302">
                <a:moveTo>
                  <a:pt x="1080074" y="357801"/>
                </a:moveTo>
                <a:lnTo>
                  <a:pt x="1046990" y="354704"/>
                </a:lnTo>
                <a:lnTo>
                  <a:pt x="1052649" y="367202"/>
                </a:lnTo>
                <a:lnTo>
                  <a:pt x="1028400" y="379653"/>
                </a:lnTo>
                <a:lnTo>
                  <a:pt x="1036708" y="307443"/>
                </a:lnTo>
                <a:lnTo>
                  <a:pt x="1019804" y="295025"/>
                </a:lnTo>
                <a:lnTo>
                  <a:pt x="978212" y="333505"/>
                </a:lnTo>
                <a:lnTo>
                  <a:pt x="968185" y="305930"/>
                </a:lnTo>
                <a:lnTo>
                  <a:pt x="942780" y="301358"/>
                </a:lnTo>
                <a:lnTo>
                  <a:pt x="949710" y="323547"/>
                </a:lnTo>
                <a:lnTo>
                  <a:pt x="924157" y="329755"/>
                </a:lnTo>
                <a:lnTo>
                  <a:pt x="932403" y="355455"/>
                </a:lnTo>
                <a:lnTo>
                  <a:pt x="898343" y="350207"/>
                </a:lnTo>
                <a:lnTo>
                  <a:pt x="907956" y="317057"/>
                </a:lnTo>
                <a:lnTo>
                  <a:pt x="894775" y="312115"/>
                </a:lnTo>
                <a:lnTo>
                  <a:pt x="915524" y="305591"/>
                </a:lnTo>
                <a:lnTo>
                  <a:pt x="841583" y="236575"/>
                </a:lnTo>
                <a:lnTo>
                  <a:pt x="820673" y="140676"/>
                </a:lnTo>
                <a:lnTo>
                  <a:pt x="774284" y="144556"/>
                </a:lnTo>
                <a:lnTo>
                  <a:pt x="743127" y="118596"/>
                </a:lnTo>
                <a:lnTo>
                  <a:pt x="708331" y="129963"/>
                </a:lnTo>
                <a:lnTo>
                  <a:pt x="710663" y="66569"/>
                </a:lnTo>
                <a:lnTo>
                  <a:pt x="690956" y="64153"/>
                </a:lnTo>
                <a:lnTo>
                  <a:pt x="698348" y="38114"/>
                </a:lnTo>
                <a:lnTo>
                  <a:pt x="610762" y="33480"/>
                </a:lnTo>
                <a:lnTo>
                  <a:pt x="621550" y="0"/>
                </a:lnTo>
                <a:lnTo>
                  <a:pt x="541841" y="37652"/>
                </a:lnTo>
                <a:lnTo>
                  <a:pt x="479282" y="174702"/>
                </a:lnTo>
                <a:lnTo>
                  <a:pt x="402692" y="212884"/>
                </a:lnTo>
                <a:lnTo>
                  <a:pt x="334297" y="333851"/>
                </a:lnTo>
                <a:lnTo>
                  <a:pt x="192126" y="372060"/>
                </a:lnTo>
                <a:lnTo>
                  <a:pt x="173826" y="366638"/>
                </a:lnTo>
                <a:lnTo>
                  <a:pt x="153013" y="326550"/>
                </a:lnTo>
                <a:lnTo>
                  <a:pt x="122928" y="326349"/>
                </a:lnTo>
                <a:lnTo>
                  <a:pt x="14219" y="449982"/>
                </a:lnTo>
                <a:lnTo>
                  <a:pt x="0" y="506500"/>
                </a:lnTo>
                <a:lnTo>
                  <a:pt x="42577" y="537337"/>
                </a:lnTo>
                <a:lnTo>
                  <a:pt x="95524" y="544338"/>
                </a:lnTo>
                <a:lnTo>
                  <a:pt x="85206" y="635848"/>
                </a:lnTo>
                <a:lnTo>
                  <a:pt x="108589" y="669368"/>
                </a:lnTo>
                <a:lnTo>
                  <a:pt x="162798" y="671097"/>
                </a:lnTo>
                <a:lnTo>
                  <a:pt x="163446" y="716643"/>
                </a:lnTo>
                <a:lnTo>
                  <a:pt x="225417" y="824323"/>
                </a:lnTo>
                <a:lnTo>
                  <a:pt x="327915" y="834239"/>
                </a:lnTo>
                <a:lnTo>
                  <a:pt x="356877" y="818901"/>
                </a:lnTo>
                <a:lnTo>
                  <a:pt x="396491" y="831379"/>
                </a:lnTo>
                <a:lnTo>
                  <a:pt x="382508" y="837785"/>
                </a:lnTo>
                <a:lnTo>
                  <a:pt x="411706" y="863280"/>
                </a:lnTo>
                <a:lnTo>
                  <a:pt x="423020" y="847633"/>
                </a:lnTo>
                <a:lnTo>
                  <a:pt x="474505" y="874860"/>
                </a:lnTo>
                <a:lnTo>
                  <a:pt x="498947" y="850852"/>
                </a:lnTo>
                <a:lnTo>
                  <a:pt x="497461" y="865994"/>
                </a:lnTo>
                <a:lnTo>
                  <a:pt x="517231" y="870876"/>
                </a:lnTo>
                <a:lnTo>
                  <a:pt x="496207" y="896133"/>
                </a:lnTo>
                <a:lnTo>
                  <a:pt x="520489" y="924852"/>
                </a:lnTo>
                <a:lnTo>
                  <a:pt x="536997" y="909570"/>
                </a:lnTo>
                <a:lnTo>
                  <a:pt x="535592" y="956331"/>
                </a:lnTo>
                <a:lnTo>
                  <a:pt x="559305" y="983869"/>
                </a:lnTo>
                <a:lnTo>
                  <a:pt x="577664" y="981721"/>
                </a:lnTo>
                <a:lnTo>
                  <a:pt x="573725" y="1007502"/>
                </a:lnTo>
                <a:lnTo>
                  <a:pt x="620135" y="1017602"/>
                </a:lnTo>
                <a:lnTo>
                  <a:pt x="671025" y="1065302"/>
                </a:lnTo>
                <a:lnTo>
                  <a:pt x="728035" y="1043346"/>
                </a:lnTo>
                <a:lnTo>
                  <a:pt x="696547" y="1025452"/>
                </a:lnTo>
                <a:lnTo>
                  <a:pt x="755036" y="980625"/>
                </a:lnTo>
                <a:lnTo>
                  <a:pt x="761396" y="921344"/>
                </a:lnTo>
                <a:lnTo>
                  <a:pt x="749542" y="891279"/>
                </a:lnTo>
                <a:lnTo>
                  <a:pt x="728806" y="887355"/>
                </a:lnTo>
                <a:lnTo>
                  <a:pt x="743640" y="858831"/>
                </a:lnTo>
                <a:lnTo>
                  <a:pt x="723491" y="852573"/>
                </a:lnTo>
                <a:lnTo>
                  <a:pt x="736117" y="808880"/>
                </a:lnTo>
                <a:lnTo>
                  <a:pt x="748433" y="830600"/>
                </a:lnTo>
                <a:lnTo>
                  <a:pt x="766083" y="815927"/>
                </a:lnTo>
                <a:lnTo>
                  <a:pt x="742961" y="809360"/>
                </a:lnTo>
                <a:lnTo>
                  <a:pt x="742099" y="780547"/>
                </a:lnTo>
                <a:lnTo>
                  <a:pt x="768540" y="799109"/>
                </a:lnTo>
                <a:lnTo>
                  <a:pt x="786789" y="768813"/>
                </a:lnTo>
                <a:lnTo>
                  <a:pt x="810126" y="769784"/>
                </a:lnTo>
                <a:lnTo>
                  <a:pt x="800306" y="794600"/>
                </a:lnTo>
                <a:lnTo>
                  <a:pt x="822772" y="795501"/>
                </a:lnTo>
                <a:lnTo>
                  <a:pt x="794879" y="799205"/>
                </a:lnTo>
                <a:lnTo>
                  <a:pt x="794215" y="820320"/>
                </a:lnTo>
                <a:lnTo>
                  <a:pt x="879305" y="816000"/>
                </a:lnTo>
                <a:lnTo>
                  <a:pt x="889732" y="857259"/>
                </a:lnTo>
                <a:lnTo>
                  <a:pt x="864608" y="866896"/>
                </a:lnTo>
                <a:lnTo>
                  <a:pt x="879709" y="916675"/>
                </a:lnTo>
                <a:lnTo>
                  <a:pt x="827551" y="935284"/>
                </a:lnTo>
                <a:lnTo>
                  <a:pt x="858952" y="961701"/>
                </a:lnTo>
                <a:lnTo>
                  <a:pt x="861598" y="940216"/>
                </a:lnTo>
                <a:lnTo>
                  <a:pt x="893654" y="940609"/>
                </a:lnTo>
                <a:lnTo>
                  <a:pt x="919905" y="912041"/>
                </a:lnTo>
                <a:lnTo>
                  <a:pt x="927985" y="876024"/>
                </a:lnTo>
                <a:lnTo>
                  <a:pt x="931729" y="893863"/>
                </a:lnTo>
                <a:lnTo>
                  <a:pt x="975375" y="901743"/>
                </a:lnTo>
                <a:lnTo>
                  <a:pt x="998612" y="882746"/>
                </a:lnTo>
                <a:lnTo>
                  <a:pt x="1013365" y="907784"/>
                </a:lnTo>
                <a:lnTo>
                  <a:pt x="1033456" y="895551"/>
                </a:lnTo>
                <a:lnTo>
                  <a:pt x="1015361" y="845538"/>
                </a:lnTo>
                <a:lnTo>
                  <a:pt x="1037717" y="856334"/>
                </a:lnTo>
                <a:lnTo>
                  <a:pt x="1050240" y="831503"/>
                </a:lnTo>
                <a:lnTo>
                  <a:pt x="1013454" y="804381"/>
                </a:lnTo>
                <a:lnTo>
                  <a:pt x="1033812" y="795413"/>
                </a:lnTo>
                <a:lnTo>
                  <a:pt x="1020966" y="775546"/>
                </a:lnTo>
                <a:lnTo>
                  <a:pt x="1097091" y="759241"/>
                </a:lnTo>
                <a:lnTo>
                  <a:pt x="1092153" y="714956"/>
                </a:lnTo>
                <a:lnTo>
                  <a:pt x="1069754" y="730213"/>
                </a:lnTo>
                <a:lnTo>
                  <a:pt x="1003304" y="726872"/>
                </a:lnTo>
                <a:lnTo>
                  <a:pt x="979278" y="708360"/>
                </a:lnTo>
                <a:lnTo>
                  <a:pt x="967824" y="670053"/>
                </a:lnTo>
                <a:lnTo>
                  <a:pt x="1044946" y="601012"/>
                </a:lnTo>
                <a:lnTo>
                  <a:pt x="1192101" y="525702"/>
                </a:lnTo>
                <a:lnTo>
                  <a:pt x="1216970" y="489439"/>
                </a:lnTo>
                <a:lnTo>
                  <a:pt x="1182934" y="499837"/>
                </a:lnTo>
                <a:lnTo>
                  <a:pt x="1146115" y="487435"/>
                </a:lnTo>
                <a:lnTo>
                  <a:pt x="1103735" y="515908"/>
                </a:lnTo>
                <a:lnTo>
                  <a:pt x="1099957" y="497665"/>
                </a:lnTo>
                <a:lnTo>
                  <a:pt x="1146441" y="476355"/>
                </a:lnTo>
                <a:lnTo>
                  <a:pt x="1112706" y="467433"/>
                </a:lnTo>
                <a:lnTo>
                  <a:pt x="1135110" y="448359"/>
                </a:lnTo>
                <a:lnTo>
                  <a:pt x="1087869" y="398770"/>
                </a:lnTo>
                <a:lnTo>
                  <a:pt x="1080074" y="357801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Sikkim"/>
          <p:cNvSpPr/>
          <p:nvPr/>
        </p:nvSpPr>
        <p:spPr>
          <a:xfrm>
            <a:off x="9959598" y="3054822"/>
            <a:ext cx="123557" cy="156652"/>
          </a:xfrm>
          <a:custGeom>
            <a:avLst/>
            <a:gdLst/>
            <a:ahLst/>
            <a:cxnLst/>
            <a:rect l="l" t="t" r="r" b="b"/>
            <a:pathLst>
              <a:path w="123557" h="156652">
                <a:moveTo>
                  <a:pt x="0" y="136910"/>
                </a:moveTo>
                <a:lnTo>
                  <a:pt x="57584" y="156652"/>
                </a:lnTo>
                <a:lnTo>
                  <a:pt x="123557" y="127317"/>
                </a:lnTo>
                <a:lnTo>
                  <a:pt x="103713" y="84198"/>
                </a:lnTo>
                <a:lnTo>
                  <a:pt x="120913" y="40667"/>
                </a:lnTo>
                <a:lnTo>
                  <a:pt x="113741" y="17001"/>
                </a:lnTo>
                <a:lnTo>
                  <a:pt x="82427" y="0"/>
                </a:lnTo>
                <a:lnTo>
                  <a:pt x="15818" y="26786"/>
                </a:lnTo>
                <a:lnTo>
                  <a:pt x="25376" y="50479"/>
                </a:lnTo>
                <a:lnTo>
                  <a:pt x="0" y="136910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amil Nādu"/>
          <p:cNvSpPr/>
          <p:nvPr/>
        </p:nvSpPr>
        <p:spPr>
          <a:xfrm>
            <a:off x="8328204" y="5228698"/>
            <a:ext cx="569520" cy="819280"/>
          </a:xfrm>
          <a:custGeom>
            <a:avLst/>
            <a:gdLst/>
            <a:ahLst/>
            <a:cxnLst/>
            <a:rect l="l" t="t" r="r" b="b"/>
            <a:pathLst>
              <a:path w="569520" h="819280">
                <a:moveTo>
                  <a:pt x="494771" y="258491"/>
                </a:moveTo>
                <a:lnTo>
                  <a:pt x="479354" y="239043"/>
                </a:lnTo>
                <a:lnTo>
                  <a:pt x="499420" y="240244"/>
                </a:lnTo>
                <a:lnTo>
                  <a:pt x="556765" y="117101"/>
                </a:lnTo>
                <a:lnTo>
                  <a:pt x="569520" y="37605"/>
                </a:lnTo>
                <a:lnTo>
                  <a:pt x="558721" y="0"/>
                </a:lnTo>
                <a:lnTo>
                  <a:pt x="554979" y="14127"/>
                </a:lnTo>
                <a:lnTo>
                  <a:pt x="521455" y="3430"/>
                </a:lnTo>
                <a:lnTo>
                  <a:pt x="488236" y="53414"/>
                </a:lnTo>
                <a:lnTo>
                  <a:pt x="443312" y="31879"/>
                </a:lnTo>
                <a:lnTo>
                  <a:pt x="443727" y="56290"/>
                </a:lnTo>
                <a:lnTo>
                  <a:pt x="415547" y="58876"/>
                </a:lnTo>
                <a:lnTo>
                  <a:pt x="405602" y="81352"/>
                </a:lnTo>
                <a:lnTo>
                  <a:pt x="343480" y="74125"/>
                </a:lnTo>
                <a:lnTo>
                  <a:pt x="308915" y="140498"/>
                </a:lnTo>
                <a:lnTo>
                  <a:pt x="221826" y="103730"/>
                </a:lnTo>
                <a:lnTo>
                  <a:pt x="208519" y="133186"/>
                </a:lnTo>
                <a:lnTo>
                  <a:pt x="188986" y="134057"/>
                </a:lnTo>
                <a:lnTo>
                  <a:pt x="191469" y="178681"/>
                </a:lnTo>
                <a:lnTo>
                  <a:pt x="171419" y="196344"/>
                </a:lnTo>
                <a:lnTo>
                  <a:pt x="213453" y="215962"/>
                </a:lnTo>
                <a:lnTo>
                  <a:pt x="199621" y="240803"/>
                </a:lnTo>
                <a:lnTo>
                  <a:pt x="174571" y="242017"/>
                </a:lnTo>
                <a:lnTo>
                  <a:pt x="165221" y="269332"/>
                </a:lnTo>
                <a:lnTo>
                  <a:pt x="93310" y="264197"/>
                </a:lnTo>
                <a:lnTo>
                  <a:pt x="84853" y="294166"/>
                </a:lnTo>
                <a:lnTo>
                  <a:pt x="38348" y="277669"/>
                </a:lnTo>
                <a:lnTo>
                  <a:pt x="0" y="297662"/>
                </a:lnTo>
                <a:lnTo>
                  <a:pt x="1812" y="313062"/>
                </a:lnTo>
                <a:lnTo>
                  <a:pt x="43440" y="329335"/>
                </a:lnTo>
                <a:lnTo>
                  <a:pt x="28313" y="353206"/>
                </a:lnTo>
                <a:lnTo>
                  <a:pt x="69296" y="350366"/>
                </a:lnTo>
                <a:lnTo>
                  <a:pt x="78468" y="374861"/>
                </a:lnTo>
                <a:lnTo>
                  <a:pt x="58843" y="393279"/>
                </a:lnTo>
                <a:lnTo>
                  <a:pt x="93218" y="415248"/>
                </a:lnTo>
                <a:lnTo>
                  <a:pt x="82505" y="486935"/>
                </a:lnTo>
                <a:lnTo>
                  <a:pt x="103785" y="499398"/>
                </a:lnTo>
                <a:lnTo>
                  <a:pt x="138634" y="479513"/>
                </a:lnTo>
                <a:lnTo>
                  <a:pt x="146947" y="499564"/>
                </a:lnTo>
                <a:lnTo>
                  <a:pt x="129020" y="589961"/>
                </a:lnTo>
                <a:lnTo>
                  <a:pt x="163155" y="605464"/>
                </a:lnTo>
                <a:lnTo>
                  <a:pt x="126415" y="678264"/>
                </a:lnTo>
                <a:lnTo>
                  <a:pt x="145351" y="749094"/>
                </a:lnTo>
                <a:lnTo>
                  <a:pt x="119591" y="786898"/>
                </a:lnTo>
                <a:lnTo>
                  <a:pt x="149725" y="812480"/>
                </a:lnTo>
                <a:lnTo>
                  <a:pt x="183043" y="819280"/>
                </a:lnTo>
                <a:lnTo>
                  <a:pt x="253737" y="774926"/>
                </a:lnTo>
                <a:lnTo>
                  <a:pt x="270885" y="692137"/>
                </a:lnTo>
                <a:lnTo>
                  <a:pt x="301550" y="664655"/>
                </a:lnTo>
                <a:lnTo>
                  <a:pt x="378118" y="640547"/>
                </a:lnTo>
                <a:lnTo>
                  <a:pt x="442957" y="657430"/>
                </a:lnTo>
                <a:lnTo>
                  <a:pt x="428634" y="633655"/>
                </a:lnTo>
                <a:lnTo>
                  <a:pt x="392227" y="636971"/>
                </a:lnTo>
                <a:lnTo>
                  <a:pt x="368947" y="608374"/>
                </a:lnTo>
                <a:lnTo>
                  <a:pt x="419855" y="526318"/>
                </a:lnTo>
                <a:lnTo>
                  <a:pt x="424125" y="493018"/>
                </a:lnTo>
                <a:lnTo>
                  <a:pt x="504938" y="487016"/>
                </a:lnTo>
                <a:lnTo>
                  <a:pt x="501103" y="408751"/>
                </a:lnTo>
                <a:lnTo>
                  <a:pt x="482544" y="389487"/>
                </a:lnTo>
                <a:lnTo>
                  <a:pt x="501330" y="385408"/>
                </a:lnTo>
                <a:lnTo>
                  <a:pt x="493215" y="265668"/>
                </a:lnTo>
                <a:lnTo>
                  <a:pt x="481656" y="264764"/>
                </a:lnTo>
                <a:lnTo>
                  <a:pt x="494771" y="258491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langāna"/>
          <p:cNvSpPr/>
          <p:nvPr/>
        </p:nvSpPr>
        <p:spPr>
          <a:xfrm>
            <a:off x="8466930" y="4281000"/>
            <a:ext cx="565931" cy="608715"/>
          </a:xfrm>
          <a:custGeom>
            <a:avLst/>
            <a:gdLst/>
            <a:ahLst/>
            <a:cxnLst/>
            <a:rect l="l" t="t" r="r" b="b"/>
            <a:pathLst>
              <a:path w="565931" h="608715">
                <a:moveTo>
                  <a:pt x="43694" y="242169"/>
                </a:moveTo>
                <a:lnTo>
                  <a:pt x="44026" y="280396"/>
                </a:lnTo>
                <a:lnTo>
                  <a:pt x="58149" y="290477"/>
                </a:lnTo>
                <a:lnTo>
                  <a:pt x="28700" y="347843"/>
                </a:lnTo>
                <a:lnTo>
                  <a:pt x="62757" y="363857"/>
                </a:lnTo>
                <a:lnTo>
                  <a:pt x="38377" y="370694"/>
                </a:lnTo>
                <a:lnTo>
                  <a:pt x="19985" y="401792"/>
                </a:lnTo>
                <a:lnTo>
                  <a:pt x="36927" y="432903"/>
                </a:lnTo>
                <a:lnTo>
                  <a:pt x="32061" y="494888"/>
                </a:lnTo>
                <a:lnTo>
                  <a:pt x="0" y="513724"/>
                </a:lnTo>
                <a:lnTo>
                  <a:pt x="49708" y="533050"/>
                </a:lnTo>
                <a:lnTo>
                  <a:pt x="35744" y="578753"/>
                </a:lnTo>
                <a:lnTo>
                  <a:pt x="58377" y="601303"/>
                </a:lnTo>
                <a:lnTo>
                  <a:pt x="124372" y="608715"/>
                </a:lnTo>
                <a:lnTo>
                  <a:pt x="162301" y="573107"/>
                </a:lnTo>
                <a:lnTo>
                  <a:pt x="214589" y="581117"/>
                </a:lnTo>
                <a:lnTo>
                  <a:pt x="245612" y="548416"/>
                </a:lnTo>
                <a:lnTo>
                  <a:pt x="274282" y="550328"/>
                </a:lnTo>
                <a:lnTo>
                  <a:pt x="279861" y="499814"/>
                </a:lnTo>
                <a:lnTo>
                  <a:pt x="351476" y="475191"/>
                </a:lnTo>
                <a:lnTo>
                  <a:pt x="375816" y="489352"/>
                </a:lnTo>
                <a:lnTo>
                  <a:pt x="392550" y="464605"/>
                </a:lnTo>
                <a:lnTo>
                  <a:pt x="385181" y="447695"/>
                </a:lnTo>
                <a:lnTo>
                  <a:pt x="409978" y="428431"/>
                </a:lnTo>
                <a:lnTo>
                  <a:pt x="435455" y="462252"/>
                </a:lnTo>
                <a:lnTo>
                  <a:pt x="461740" y="469631"/>
                </a:lnTo>
                <a:lnTo>
                  <a:pt x="466130" y="447155"/>
                </a:lnTo>
                <a:lnTo>
                  <a:pt x="433097" y="438576"/>
                </a:lnTo>
                <a:lnTo>
                  <a:pt x="439416" y="421346"/>
                </a:lnTo>
                <a:lnTo>
                  <a:pt x="447147" y="430522"/>
                </a:lnTo>
                <a:lnTo>
                  <a:pt x="463094" y="412154"/>
                </a:lnTo>
                <a:lnTo>
                  <a:pt x="499831" y="429037"/>
                </a:lnTo>
                <a:lnTo>
                  <a:pt x="510019" y="402203"/>
                </a:lnTo>
                <a:lnTo>
                  <a:pt x="545344" y="400620"/>
                </a:lnTo>
                <a:lnTo>
                  <a:pt x="565931" y="379094"/>
                </a:lnTo>
                <a:lnTo>
                  <a:pt x="501228" y="345163"/>
                </a:lnTo>
                <a:lnTo>
                  <a:pt x="505403" y="325190"/>
                </a:lnTo>
                <a:lnTo>
                  <a:pt x="535690" y="319767"/>
                </a:lnTo>
                <a:lnTo>
                  <a:pt x="522394" y="315853"/>
                </a:lnTo>
                <a:lnTo>
                  <a:pt x="518348" y="259055"/>
                </a:lnTo>
                <a:lnTo>
                  <a:pt x="484808" y="259289"/>
                </a:lnTo>
                <a:lnTo>
                  <a:pt x="484532" y="224116"/>
                </a:lnTo>
                <a:lnTo>
                  <a:pt x="454052" y="193289"/>
                </a:lnTo>
                <a:lnTo>
                  <a:pt x="430771" y="196920"/>
                </a:lnTo>
                <a:lnTo>
                  <a:pt x="421331" y="178024"/>
                </a:lnTo>
                <a:lnTo>
                  <a:pt x="399130" y="184159"/>
                </a:lnTo>
                <a:lnTo>
                  <a:pt x="371892" y="164880"/>
                </a:lnTo>
                <a:lnTo>
                  <a:pt x="363168" y="121184"/>
                </a:lnTo>
                <a:lnTo>
                  <a:pt x="379717" y="76711"/>
                </a:lnTo>
                <a:lnTo>
                  <a:pt x="348630" y="45786"/>
                </a:lnTo>
                <a:lnTo>
                  <a:pt x="309576" y="61810"/>
                </a:lnTo>
                <a:lnTo>
                  <a:pt x="278021" y="44421"/>
                </a:lnTo>
                <a:lnTo>
                  <a:pt x="270648" y="67961"/>
                </a:lnTo>
                <a:lnTo>
                  <a:pt x="236046" y="54097"/>
                </a:lnTo>
                <a:lnTo>
                  <a:pt x="222270" y="22748"/>
                </a:lnTo>
                <a:lnTo>
                  <a:pt x="148331" y="0"/>
                </a:lnTo>
                <a:lnTo>
                  <a:pt x="147959" y="68388"/>
                </a:lnTo>
                <a:lnTo>
                  <a:pt x="130213" y="74937"/>
                </a:lnTo>
                <a:lnTo>
                  <a:pt x="130093" y="101012"/>
                </a:lnTo>
                <a:lnTo>
                  <a:pt x="86906" y="91069"/>
                </a:lnTo>
                <a:lnTo>
                  <a:pt x="72856" y="131721"/>
                </a:lnTo>
                <a:lnTo>
                  <a:pt x="98688" y="161875"/>
                </a:lnTo>
                <a:lnTo>
                  <a:pt x="71680" y="181107"/>
                </a:lnTo>
                <a:lnTo>
                  <a:pt x="69602" y="202632"/>
                </a:lnTo>
                <a:lnTo>
                  <a:pt x="49920" y="203804"/>
                </a:lnTo>
                <a:lnTo>
                  <a:pt x="43694" y="242169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ripura"/>
          <p:cNvSpPr/>
          <p:nvPr/>
        </p:nvSpPr>
        <p:spPr>
          <a:xfrm>
            <a:off x="10394703" y="3592398"/>
            <a:ext cx="162734" cy="237084"/>
          </a:xfrm>
          <a:custGeom>
            <a:avLst/>
            <a:gdLst/>
            <a:ahLst/>
            <a:cxnLst/>
            <a:rect l="l" t="t" r="r" b="b"/>
            <a:pathLst>
              <a:path w="162734" h="237084">
                <a:moveTo>
                  <a:pt x="91205" y="152732"/>
                </a:moveTo>
                <a:lnTo>
                  <a:pt x="109443" y="163740"/>
                </a:lnTo>
                <a:lnTo>
                  <a:pt x="111010" y="117762"/>
                </a:lnTo>
                <a:lnTo>
                  <a:pt x="148271" y="130569"/>
                </a:lnTo>
                <a:lnTo>
                  <a:pt x="160611" y="98971"/>
                </a:lnTo>
                <a:lnTo>
                  <a:pt x="162734" y="51920"/>
                </a:lnTo>
                <a:lnTo>
                  <a:pt x="143393" y="42426"/>
                </a:lnTo>
                <a:lnTo>
                  <a:pt x="152502" y="20611"/>
                </a:lnTo>
                <a:lnTo>
                  <a:pt x="140034" y="0"/>
                </a:lnTo>
                <a:lnTo>
                  <a:pt x="139410" y="16215"/>
                </a:lnTo>
                <a:lnTo>
                  <a:pt x="106023" y="28224"/>
                </a:lnTo>
                <a:lnTo>
                  <a:pt x="105446" y="61493"/>
                </a:lnTo>
                <a:lnTo>
                  <a:pt x="81671" y="42127"/>
                </a:lnTo>
                <a:lnTo>
                  <a:pt x="83009" y="57565"/>
                </a:lnTo>
                <a:lnTo>
                  <a:pt x="69995" y="44118"/>
                </a:lnTo>
                <a:lnTo>
                  <a:pt x="58736" y="67631"/>
                </a:lnTo>
                <a:lnTo>
                  <a:pt x="30372" y="62941"/>
                </a:lnTo>
                <a:lnTo>
                  <a:pt x="0" y="117236"/>
                </a:lnTo>
                <a:lnTo>
                  <a:pt x="26316" y="212726"/>
                </a:lnTo>
                <a:lnTo>
                  <a:pt x="36059" y="218304"/>
                </a:lnTo>
                <a:lnTo>
                  <a:pt x="34876" y="185419"/>
                </a:lnTo>
                <a:lnTo>
                  <a:pt x="63995" y="237084"/>
                </a:lnTo>
                <a:lnTo>
                  <a:pt x="93939" y="214077"/>
                </a:lnTo>
                <a:lnTo>
                  <a:pt x="91205" y="152732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Uttar Pradesh"/>
          <p:cNvSpPr/>
          <p:nvPr/>
        </p:nvSpPr>
        <p:spPr>
          <a:xfrm>
            <a:off x="8445886" y="2716205"/>
            <a:ext cx="1045629" cy="974121"/>
          </a:xfrm>
          <a:custGeom>
            <a:avLst/>
            <a:gdLst/>
            <a:ahLst/>
            <a:cxnLst/>
            <a:rect l="l" t="t" r="r" b="b"/>
            <a:pathLst>
              <a:path w="1045629" h="974121">
                <a:moveTo>
                  <a:pt x="68142" y="0"/>
                </a:moveTo>
                <a:lnTo>
                  <a:pt x="14405" y="72551"/>
                </a:lnTo>
                <a:lnTo>
                  <a:pt x="0" y="120663"/>
                </a:lnTo>
                <a:lnTo>
                  <a:pt x="15986" y="238736"/>
                </a:lnTo>
                <a:lnTo>
                  <a:pt x="64598" y="321680"/>
                </a:lnTo>
                <a:lnTo>
                  <a:pt x="62687" y="367685"/>
                </a:lnTo>
                <a:lnTo>
                  <a:pt x="27555" y="387745"/>
                </a:lnTo>
                <a:lnTo>
                  <a:pt x="32280" y="416560"/>
                </a:lnTo>
                <a:lnTo>
                  <a:pt x="82697" y="478110"/>
                </a:lnTo>
                <a:lnTo>
                  <a:pt x="60293" y="497184"/>
                </a:lnTo>
                <a:lnTo>
                  <a:pt x="94028" y="506106"/>
                </a:lnTo>
                <a:lnTo>
                  <a:pt x="43471" y="532450"/>
                </a:lnTo>
                <a:lnTo>
                  <a:pt x="52125" y="545668"/>
                </a:lnTo>
                <a:lnTo>
                  <a:pt x="93599" y="517210"/>
                </a:lnTo>
                <a:lnTo>
                  <a:pt x="130521" y="529588"/>
                </a:lnTo>
                <a:lnTo>
                  <a:pt x="158008" y="515143"/>
                </a:lnTo>
                <a:lnTo>
                  <a:pt x="162896" y="534920"/>
                </a:lnTo>
                <a:lnTo>
                  <a:pt x="177112" y="526708"/>
                </a:lnTo>
                <a:lnTo>
                  <a:pt x="265998" y="555886"/>
                </a:lnTo>
                <a:lnTo>
                  <a:pt x="284055" y="590697"/>
                </a:lnTo>
                <a:lnTo>
                  <a:pt x="231120" y="693573"/>
                </a:lnTo>
                <a:lnTo>
                  <a:pt x="239268" y="713001"/>
                </a:lnTo>
                <a:lnTo>
                  <a:pt x="188285" y="721595"/>
                </a:lnTo>
                <a:lnTo>
                  <a:pt x="169134" y="749427"/>
                </a:lnTo>
                <a:lnTo>
                  <a:pt x="190315" y="781226"/>
                </a:lnTo>
                <a:lnTo>
                  <a:pt x="150254" y="826172"/>
                </a:lnTo>
                <a:lnTo>
                  <a:pt x="175033" y="910228"/>
                </a:lnTo>
                <a:lnTo>
                  <a:pt x="198674" y="897044"/>
                </a:lnTo>
                <a:lnTo>
                  <a:pt x="236643" y="928537"/>
                </a:lnTo>
                <a:lnTo>
                  <a:pt x="261382" y="903046"/>
                </a:lnTo>
                <a:lnTo>
                  <a:pt x="249164" y="859207"/>
                </a:lnTo>
                <a:lnTo>
                  <a:pt x="230996" y="865345"/>
                </a:lnTo>
                <a:lnTo>
                  <a:pt x="236232" y="833879"/>
                </a:lnTo>
                <a:lnTo>
                  <a:pt x="214337" y="811979"/>
                </a:lnTo>
                <a:lnTo>
                  <a:pt x="206897" y="767856"/>
                </a:lnTo>
                <a:lnTo>
                  <a:pt x="187098" y="763247"/>
                </a:lnTo>
                <a:lnTo>
                  <a:pt x="218000" y="739833"/>
                </a:lnTo>
                <a:lnTo>
                  <a:pt x="234126" y="752965"/>
                </a:lnTo>
                <a:lnTo>
                  <a:pt x="229060" y="731801"/>
                </a:lnTo>
                <a:lnTo>
                  <a:pt x="243753" y="741814"/>
                </a:lnTo>
                <a:lnTo>
                  <a:pt x="256939" y="722488"/>
                </a:lnTo>
                <a:lnTo>
                  <a:pt x="263858" y="749831"/>
                </a:lnTo>
                <a:lnTo>
                  <a:pt x="235947" y="761480"/>
                </a:lnTo>
                <a:lnTo>
                  <a:pt x="244515" y="771514"/>
                </a:lnTo>
                <a:lnTo>
                  <a:pt x="259881" y="754154"/>
                </a:lnTo>
                <a:lnTo>
                  <a:pt x="248772" y="782137"/>
                </a:lnTo>
                <a:lnTo>
                  <a:pt x="267166" y="764757"/>
                </a:lnTo>
                <a:lnTo>
                  <a:pt x="283469" y="789330"/>
                </a:lnTo>
                <a:lnTo>
                  <a:pt x="308769" y="785349"/>
                </a:lnTo>
                <a:lnTo>
                  <a:pt x="306856" y="755262"/>
                </a:lnTo>
                <a:lnTo>
                  <a:pt x="333816" y="765829"/>
                </a:lnTo>
                <a:lnTo>
                  <a:pt x="321467" y="789807"/>
                </a:lnTo>
                <a:lnTo>
                  <a:pt x="384641" y="791301"/>
                </a:lnTo>
                <a:lnTo>
                  <a:pt x="383233" y="770493"/>
                </a:lnTo>
                <a:lnTo>
                  <a:pt x="440357" y="742365"/>
                </a:lnTo>
                <a:lnTo>
                  <a:pt x="463597" y="779149"/>
                </a:lnTo>
                <a:lnTo>
                  <a:pt x="441711" y="801785"/>
                </a:lnTo>
                <a:lnTo>
                  <a:pt x="466087" y="793946"/>
                </a:lnTo>
                <a:lnTo>
                  <a:pt x="470138" y="809545"/>
                </a:lnTo>
                <a:lnTo>
                  <a:pt x="470667" y="790704"/>
                </a:lnTo>
                <a:lnTo>
                  <a:pt x="511307" y="797478"/>
                </a:lnTo>
                <a:lnTo>
                  <a:pt x="501364" y="786500"/>
                </a:lnTo>
                <a:lnTo>
                  <a:pt x="526327" y="777608"/>
                </a:lnTo>
                <a:lnTo>
                  <a:pt x="516285" y="817228"/>
                </a:lnTo>
                <a:lnTo>
                  <a:pt x="561633" y="822452"/>
                </a:lnTo>
                <a:lnTo>
                  <a:pt x="580732" y="780884"/>
                </a:lnTo>
                <a:lnTo>
                  <a:pt x="610317" y="794875"/>
                </a:lnTo>
                <a:lnTo>
                  <a:pt x="622428" y="777177"/>
                </a:lnTo>
                <a:lnTo>
                  <a:pt x="626999" y="797254"/>
                </a:lnTo>
                <a:lnTo>
                  <a:pt x="667909" y="804736"/>
                </a:lnTo>
                <a:lnTo>
                  <a:pt x="675970" y="831479"/>
                </a:lnTo>
                <a:lnTo>
                  <a:pt x="708973" y="832648"/>
                </a:lnTo>
                <a:lnTo>
                  <a:pt x="722109" y="864627"/>
                </a:lnTo>
                <a:lnTo>
                  <a:pt x="738399" y="866691"/>
                </a:lnTo>
                <a:lnTo>
                  <a:pt x="740256" y="850046"/>
                </a:lnTo>
                <a:lnTo>
                  <a:pt x="787933" y="859134"/>
                </a:lnTo>
                <a:lnTo>
                  <a:pt x="772941" y="936380"/>
                </a:lnTo>
                <a:lnTo>
                  <a:pt x="812041" y="974121"/>
                </a:lnTo>
                <a:lnTo>
                  <a:pt x="848051" y="966662"/>
                </a:lnTo>
                <a:lnTo>
                  <a:pt x="882582" y="900513"/>
                </a:lnTo>
                <a:lnTo>
                  <a:pt x="874228" y="880757"/>
                </a:lnTo>
                <a:lnTo>
                  <a:pt x="895139" y="861953"/>
                </a:lnTo>
                <a:lnTo>
                  <a:pt x="868779" y="824982"/>
                </a:lnTo>
                <a:lnTo>
                  <a:pt x="868733" y="775855"/>
                </a:lnTo>
                <a:lnTo>
                  <a:pt x="936464" y="740825"/>
                </a:lnTo>
                <a:lnTo>
                  <a:pt x="972203" y="698039"/>
                </a:lnTo>
                <a:lnTo>
                  <a:pt x="1045629" y="697003"/>
                </a:lnTo>
                <a:lnTo>
                  <a:pt x="959046" y="630204"/>
                </a:lnTo>
                <a:lnTo>
                  <a:pt x="980765" y="620409"/>
                </a:lnTo>
                <a:lnTo>
                  <a:pt x="982241" y="601064"/>
                </a:lnTo>
                <a:lnTo>
                  <a:pt x="945014" y="578910"/>
                </a:lnTo>
                <a:lnTo>
                  <a:pt x="969721" y="560988"/>
                </a:lnTo>
                <a:lnTo>
                  <a:pt x="1015889" y="562820"/>
                </a:lnTo>
                <a:lnTo>
                  <a:pt x="991071" y="546123"/>
                </a:lnTo>
                <a:lnTo>
                  <a:pt x="992925" y="528535"/>
                </a:lnTo>
                <a:lnTo>
                  <a:pt x="966087" y="523821"/>
                </a:lnTo>
                <a:lnTo>
                  <a:pt x="947457" y="459132"/>
                </a:lnTo>
                <a:lnTo>
                  <a:pt x="904403" y="437083"/>
                </a:lnTo>
                <a:lnTo>
                  <a:pt x="873010" y="435568"/>
                </a:lnTo>
                <a:lnTo>
                  <a:pt x="863277" y="457791"/>
                </a:lnTo>
                <a:lnTo>
                  <a:pt x="845339" y="439373"/>
                </a:lnTo>
                <a:lnTo>
                  <a:pt x="782567" y="432096"/>
                </a:lnTo>
                <a:lnTo>
                  <a:pt x="778881" y="399206"/>
                </a:lnTo>
                <a:lnTo>
                  <a:pt x="742987" y="405675"/>
                </a:lnTo>
                <a:lnTo>
                  <a:pt x="690463" y="369305"/>
                </a:lnTo>
                <a:lnTo>
                  <a:pt x="664801" y="379220"/>
                </a:lnTo>
                <a:lnTo>
                  <a:pt x="485053" y="256115"/>
                </a:lnTo>
                <a:lnTo>
                  <a:pt x="475325" y="275425"/>
                </a:lnTo>
                <a:lnTo>
                  <a:pt x="420223" y="234266"/>
                </a:lnTo>
                <a:lnTo>
                  <a:pt x="397469" y="249955"/>
                </a:lnTo>
                <a:lnTo>
                  <a:pt x="378617" y="225330"/>
                </a:lnTo>
                <a:lnTo>
                  <a:pt x="324269" y="228523"/>
                </a:lnTo>
                <a:lnTo>
                  <a:pt x="282904" y="188778"/>
                </a:lnTo>
                <a:lnTo>
                  <a:pt x="252368" y="189926"/>
                </a:lnTo>
                <a:lnTo>
                  <a:pt x="226365" y="162813"/>
                </a:lnTo>
                <a:lnTo>
                  <a:pt x="257349" y="143119"/>
                </a:lnTo>
                <a:lnTo>
                  <a:pt x="212398" y="125288"/>
                </a:lnTo>
                <a:lnTo>
                  <a:pt x="196228" y="99185"/>
                </a:lnTo>
                <a:lnTo>
                  <a:pt x="173336" y="89676"/>
                </a:lnTo>
                <a:lnTo>
                  <a:pt x="129845" y="121882"/>
                </a:lnTo>
                <a:lnTo>
                  <a:pt x="119517" y="102234"/>
                </a:lnTo>
                <a:lnTo>
                  <a:pt x="99026" y="106159"/>
                </a:lnTo>
                <a:lnTo>
                  <a:pt x="89920" y="65895"/>
                </a:lnTo>
                <a:lnTo>
                  <a:pt x="121549" y="23138"/>
                </a:lnTo>
                <a:lnTo>
                  <a:pt x="68142" y="0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Uttarākhand"/>
          <p:cNvSpPr/>
          <p:nvPr/>
        </p:nvSpPr>
        <p:spPr>
          <a:xfrm>
            <a:off x="8513513" y="2558839"/>
            <a:ext cx="479117" cy="407321"/>
          </a:xfrm>
          <a:custGeom>
            <a:avLst/>
            <a:gdLst/>
            <a:ahLst/>
            <a:cxnLst/>
            <a:rect l="l" t="t" r="r" b="b"/>
            <a:pathLst>
              <a:path w="479117" h="407321">
                <a:moveTo>
                  <a:pt x="345202" y="390329"/>
                </a:moveTo>
                <a:lnTo>
                  <a:pt x="356218" y="350646"/>
                </a:lnTo>
                <a:lnTo>
                  <a:pt x="377441" y="335327"/>
                </a:lnTo>
                <a:lnTo>
                  <a:pt x="369719" y="299873"/>
                </a:lnTo>
                <a:lnTo>
                  <a:pt x="392861" y="276767"/>
                </a:lnTo>
                <a:lnTo>
                  <a:pt x="387146" y="254221"/>
                </a:lnTo>
                <a:lnTo>
                  <a:pt x="479117" y="179850"/>
                </a:lnTo>
                <a:lnTo>
                  <a:pt x="365630" y="129491"/>
                </a:lnTo>
                <a:lnTo>
                  <a:pt x="368864" y="103353"/>
                </a:lnTo>
                <a:lnTo>
                  <a:pt x="317469" y="71495"/>
                </a:lnTo>
                <a:lnTo>
                  <a:pt x="256761" y="63837"/>
                </a:lnTo>
                <a:lnTo>
                  <a:pt x="211016" y="0"/>
                </a:lnTo>
                <a:lnTo>
                  <a:pt x="181252" y="24989"/>
                </a:lnTo>
                <a:lnTo>
                  <a:pt x="198943" y="51002"/>
                </a:lnTo>
                <a:lnTo>
                  <a:pt x="110508" y="24670"/>
                </a:lnTo>
                <a:lnTo>
                  <a:pt x="45203" y="44988"/>
                </a:lnTo>
                <a:lnTo>
                  <a:pt x="18205" y="102467"/>
                </a:lnTo>
                <a:lnTo>
                  <a:pt x="34095" y="140843"/>
                </a:lnTo>
                <a:lnTo>
                  <a:pt x="0" y="155415"/>
                </a:lnTo>
                <a:lnTo>
                  <a:pt x="53922" y="180504"/>
                </a:lnTo>
                <a:lnTo>
                  <a:pt x="23216" y="220459"/>
                </a:lnTo>
                <a:lnTo>
                  <a:pt x="27533" y="259313"/>
                </a:lnTo>
                <a:lnTo>
                  <a:pt x="51890" y="259600"/>
                </a:lnTo>
                <a:lnTo>
                  <a:pt x="62218" y="279248"/>
                </a:lnTo>
                <a:lnTo>
                  <a:pt x="118567" y="251841"/>
                </a:lnTo>
                <a:lnTo>
                  <a:pt x="144771" y="282654"/>
                </a:lnTo>
                <a:lnTo>
                  <a:pt x="189722" y="300485"/>
                </a:lnTo>
                <a:lnTo>
                  <a:pt x="158738" y="320179"/>
                </a:lnTo>
                <a:lnTo>
                  <a:pt x="184778" y="347321"/>
                </a:lnTo>
                <a:lnTo>
                  <a:pt x="215277" y="346144"/>
                </a:lnTo>
                <a:lnTo>
                  <a:pt x="258704" y="386588"/>
                </a:lnTo>
                <a:lnTo>
                  <a:pt x="312550" y="383196"/>
                </a:lnTo>
                <a:lnTo>
                  <a:pt x="329842" y="407321"/>
                </a:lnTo>
                <a:lnTo>
                  <a:pt x="345202" y="390329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West Bengal"/>
          <p:cNvSpPr/>
          <p:nvPr/>
        </p:nvSpPr>
        <p:spPr>
          <a:xfrm>
            <a:off x="9655611" y="3191732"/>
            <a:ext cx="561474" cy="844136"/>
          </a:xfrm>
          <a:custGeom>
            <a:avLst/>
            <a:gdLst/>
            <a:ahLst/>
            <a:cxnLst/>
            <a:rect l="l" t="t" r="r" b="b"/>
            <a:pathLst>
              <a:path w="561474" h="844136">
                <a:moveTo>
                  <a:pt x="303987" y="0"/>
                </a:moveTo>
                <a:lnTo>
                  <a:pt x="327842" y="65723"/>
                </a:lnTo>
                <a:lnTo>
                  <a:pt x="316530" y="98610"/>
                </a:lnTo>
                <a:lnTo>
                  <a:pt x="334171" y="95631"/>
                </a:lnTo>
                <a:lnTo>
                  <a:pt x="343548" y="128562"/>
                </a:lnTo>
                <a:lnTo>
                  <a:pt x="275733" y="191622"/>
                </a:lnTo>
                <a:lnTo>
                  <a:pt x="308816" y="225313"/>
                </a:lnTo>
                <a:lnTo>
                  <a:pt x="312599" y="254485"/>
                </a:lnTo>
                <a:lnTo>
                  <a:pt x="285869" y="252432"/>
                </a:lnTo>
                <a:lnTo>
                  <a:pt x="269616" y="268178"/>
                </a:lnTo>
                <a:lnTo>
                  <a:pt x="280693" y="290646"/>
                </a:lnTo>
                <a:lnTo>
                  <a:pt x="261964" y="291673"/>
                </a:lnTo>
                <a:lnTo>
                  <a:pt x="296712" y="339415"/>
                </a:lnTo>
                <a:lnTo>
                  <a:pt x="276689" y="365820"/>
                </a:lnTo>
                <a:lnTo>
                  <a:pt x="289307" y="391967"/>
                </a:lnTo>
                <a:lnTo>
                  <a:pt x="270317" y="392270"/>
                </a:lnTo>
                <a:lnTo>
                  <a:pt x="274424" y="422211"/>
                </a:lnTo>
                <a:lnTo>
                  <a:pt x="251917" y="441375"/>
                </a:lnTo>
                <a:lnTo>
                  <a:pt x="259715" y="457139"/>
                </a:lnTo>
                <a:lnTo>
                  <a:pt x="232354" y="461809"/>
                </a:lnTo>
                <a:lnTo>
                  <a:pt x="227156" y="481763"/>
                </a:lnTo>
                <a:lnTo>
                  <a:pt x="197435" y="472677"/>
                </a:lnTo>
                <a:lnTo>
                  <a:pt x="196782" y="505402"/>
                </a:lnTo>
                <a:lnTo>
                  <a:pt x="136510" y="503655"/>
                </a:lnTo>
                <a:lnTo>
                  <a:pt x="135660" y="525830"/>
                </a:lnTo>
                <a:lnTo>
                  <a:pt x="88930" y="534665"/>
                </a:lnTo>
                <a:lnTo>
                  <a:pt x="67922" y="567197"/>
                </a:lnTo>
                <a:lnTo>
                  <a:pt x="30791" y="541172"/>
                </a:lnTo>
                <a:lnTo>
                  <a:pt x="32469" y="555988"/>
                </a:lnTo>
                <a:lnTo>
                  <a:pt x="7087" y="557689"/>
                </a:lnTo>
                <a:lnTo>
                  <a:pt x="0" y="588595"/>
                </a:lnTo>
                <a:lnTo>
                  <a:pt x="50668" y="627889"/>
                </a:lnTo>
                <a:lnTo>
                  <a:pt x="100722" y="630252"/>
                </a:lnTo>
                <a:lnTo>
                  <a:pt x="83049" y="659869"/>
                </a:lnTo>
                <a:lnTo>
                  <a:pt x="131023" y="692006"/>
                </a:lnTo>
                <a:lnTo>
                  <a:pt x="147961" y="733557"/>
                </a:lnTo>
                <a:lnTo>
                  <a:pt x="124929" y="756034"/>
                </a:lnTo>
                <a:lnTo>
                  <a:pt x="167354" y="772282"/>
                </a:lnTo>
                <a:lnTo>
                  <a:pt x="168678" y="797623"/>
                </a:lnTo>
                <a:lnTo>
                  <a:pt x="196115" y="784349"/>
                </a:lnTo>
                <a:lnTo>
                  <a:pt x="230785" y="836189"/>
                </a:lnTo>
                <a:lnTo>
                  <a:pt x="275123" y="821398"/>
                </a:lnTo>
                <a:lnTo>
                  <a:pt x="300083" y="797243"/>
                </a:lnTo>
                <a:lnTo>
                  <a:pt x="300951" y="766642"/>
                </a:lnTo>
                <a:lnTo>
                  <a:pt x="325121" y="766265"/>
                </a:lnTo>
                <a:lnTo>
                  <a:pt x="301291" y="741248"/>
                </a:lnTo>
                <a:lnTo>
                  <a:pt x="327298" y="749981"/>
                </a:lnTo>
                <a:lnTo>
                  <a:pt x="337938" y="844136"/>
                </a:lnTo>
                <a:lnTo>
                  <a:pt x="338146" y="783582"/>
                </a:lnTo>
                <a:lnTo>
                  <a:pt x="345114" y="798900"/>
                </a:lnTo>
                <a:lnTo>
                  <a:pt x="350548" y="782216"/>
                </a:lnTo>
                <a:lnTo>
                  <a:pt x="354799" y="808526"/>
                </a:lnTo>
                <a:lnTo>
                  <a:pt x="355687" y="777317"/>
                </a:lnTo>
                <a:lnTo>
                  <a:pt x="367118" y="792714"/>
                </a:lnTo>
                <a:lnTo>
                  <a:pt x="378661" y="770263"/>
                </a:lnTo>
                <a:lnTo>
                  <a:pt x="370663" y="795996"/>
                </a:lnTo>
                <a:lnTo>
                  <a:pt x="384132" y="793525"/>
                </a:lnTo>
                <a:lnTo>
                  <a:pt x="391784" y="740949"/>
                </a:lnTo>
                <a:lnTo>
                  <a:pt x="390342" y="785085"/>
                </a:lnTo>
                <a:lnTo>
                  <a:pt x="407329" y="755833"/>
                </a:lnTo>
                <a:lnTo>
                  <a:pt x="406730" y="783742"/>
                </a:lnTo>
                <a:lnTo>
                  <a:pt x="426734" y="788241"/>
                </a:lnTo>
                <a:lnTo>
                  <a:pt x="438661" y="761502"/>
                </a:lnTo>
                <a:lnTo>
                  <a:pt x="430785" y="785562"/>
                </a:lnTo>
                <a:lnTo>
                  <a:pt x="441474" y="792452"/>
                </a:lnTo>
                <a:lnTo>
                  <a:pt x="453656" y="754003"/>
                </a:lnTo>
                <a:lnTo>
                  <a:pt x="419107" y="627268"/>
                </a:lnTo>
                <a:lnTo>
                  <a:pt x="439640" y="596705"/>
                </a:lnTo>
                <a:lnTo>
                  <a:pt x="401440" y="590637"/>
                </a:lnTo>
                <a:lnTo>
                  <a:pt x="412691" y="554561"/>
                </a:lnTo>
                <a:lnTo>
                  <a:pt x="379214" y="531839"/>
                </a:lnTo>
                <a:lnTo>
                  <a:pt x="381605" y="500164"/>
                </a:lnTo>
                <a:lnTo>
                  <a:pt x="408414" y="481999"/>
                </a:lnTo>
                <a:lnTo>
                  <a:pt x="403776" y="438198"/>
                </a:lnTo>
                <a:lnTo>
                  <a:pt x="328206" y="408318"/>
                </a:lnTo>
                <a:lnTo>
                  <a:pt x="305315" y="376688"/>
                </a:lnTo>
                <a:lnTo>
                  <a:pt x="320974" y="339685"/>
                </a:lnTo>
                <a:lnTo>
                  <a:pt x="357030" y="338255"/>
                </a:lnTo>
                <a:lnTo>
                  <a:pt x="363125" y="300477"/>
                </a:lnTo>
                <a:lnTo>
                  <a:pt x="429422" y="305452"/>
                </a:lnTo>
                <a:lnTo>
                  <a:pt x="441624" y="285378"/>
                </a:lnTo>
                <a:lnTo>
                  <a:pt x="418266" y="275881"/>
                </a:lnTo>
                <a:lnTo>
                  <a:pt x="414277" y="252014"/>
                </a:lnTo>
                <a:lnTo>
                  <a:pt x="376681" y="254227"/>
                </a:lnTo>
                <a:lnTo>
                  <a:pt x="313966" y="193312"/>
                </a:lnTo>
                <a:lnTo>
                  <a:pt x="326687" y="158545"/>
                </a:lnTo>
                <a:lnTo>
                  <a:pt x="374232" y="127026"/>
                </a:lnTo>
                <a:lnTo>
                  <a:pt x="347842" y="108797"/>
                </a:lnTo>
                <a:lnTo>
                  <a:pt x="358678" y="86489"/>
                </a:lnTo>
                <a:lnTo>
                  <a:pt x="404921" y="129128"/>
                </a:lnTo>
                <a:lnTo>
                  <a:pt x="393877" y="142318"/>
                </a:lnTo>
                <a:lnTo>
                  <a:pt x="447479" y="144821"/>
                </a:lnTo>
                <a:lnTo>
                  <a:pt x="428071" y="125891"/>
                </a:lnTo>
                <a:lnTo>
                  <a:pt x="435561" y="112479"/>
                </a:lnTo>
                <a:lnTo>
                  <a:pt x="453756" y="122552"/>
                </a:lnTo>
                <a:lnTo>
                  <a:pt x="461906" y="160170"/>
                </a:lnTo>
                <a:lnTo>
                  <a:pt x="517318" y="186150"/>
                </a:lnTo>
                <a:lnTo>
                  <a:pt x="528236" y="146639"/>
                </a:lnTo>
                <a:lnTo>
                  <a:pt x="542432" y="155187"/>
                </a:lnTo>
                <a:lnTo>
                  <a:pt x="540099" y="135039"/>
                </a:lnTo>
                <a:lnTo>
                  <a:pt x="559004" y="123512"/>
                </a:lnTo>
                <a:lnTo>
                  <a:pt x="561474" y="93695"/>
                </a:lnTo>
                <a:lnTo>
                  <a:pt x="558272" y="76607"/>
                </a:lnTo>
                <a:lnTo>
                  <a:pt x="516259" y="59503"/>
                </a:lnTo>
                <a:lnTo>
                  <a:pt x="457962" y="60370"/>
                </a:lnTo>
                <a:lnTo>
                  <a:pt x="422479" y="39874"/>
                </a:lnTo>
                <a:lnTo>
                  <a:pt x="412638" y="10862"/>
                </a:lnTo>
                <a:lnTo>
                  <a:pt x="378795" y="4125"/>
                </a:lnTo>
                <a:lnTo>
                  <a:pt x="361571" y="19742"/>
                </a:lnTo>
                <a:lnTo>
                  <a:pt x="303987" y="0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05 · EDUCATION</a:t>
            </a:r>
            <a:endParaRPr lang="en-US" sz="120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831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Education — ~78% adult literacy, near-universal primary enrolment, but quality and youth jobs lag</a:t>
            </a:r>
            <a:endParaRPr lang="en-US" sz="1700"/>
          </a:p>
        </p:txBody>
      </p:sp>
      <p:sp>
        <p:nvSpPr>
          <p:cNvPr id="4" name="Shape 2"/>
          <p:cNvSpPr/>
          <p:nvPr/>
        </p:nvSpPr>
        <p:spPr>
          <a:xfrm>
            <a:off x="512064" y="1005840"/>
            <a:ext cx="502920" cy="0"/>
          </a:xfrm>
          <a:prstGeom prst="line">
            <a:avLst/>
          </a:prstGeom>
          <a:noFill/>
          <a:ln w="31750">
            <a:solidFill>
              <a:srgbClr val="AD83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02920" y="1188720"/>
            <a:ext cx="1975104" cy="115214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1975104" cy="41148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12648" y="1261872"/>
            <a:ext cx="1755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~78%</a:t>
            </a:r>
            <a:endParaRPr lang="en-US" sz="1900"/>
          </a:p>
        </p:txBody>
      </p:sp>
      <p:sp>
        <p:nvSpPr>
          <p:cNvPr id="8" name="Text 6"/>
          <p:cNvSpPr/>
          <p:nvPr/>
        </p:nvSpPr>
        <p:spPr>
          <a:xfrm>
            <a:off x="612648" y="1609344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Adult literacy</a:t>
            </a:r>
            <a:endParaRPr lang="en-US" sz="1200"/>
          </a:p>
        </p:txBody>
      </p:sp>
      <p:sp>
        <p:nvSpPr>
          <p:cNvPr id="9" name="Text 7"/>
          <p:cNvSpPr/>
          <p:nvPr/>
        </p:nvSpPr>
        <p:spPr>
          <a:xfrm>
            <a:off x="612648" y="1828800"/>
            <a:ext cx="17556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Youth literacy 97% · WB 2024</a:t>
            </a:r>
            <a:endParaRPr lang="en-US" sz="1200"/>
          </a:p>
        </p:txBody>
      </p:sp>
      <p:sp>
        <p:nvSpPr>
          <p:cNvPr id="10" name="Shape 8"/>
          <p:cNvSpPr/>
          <p:nvPr/>
        </p:nvSpPr>
        <p:spPr>
          <a:xfrm>
            <a:off x="2606040" y="1188720"/>
            <a:ext cx="1975104" cy="115214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2606040" y="1188720"/>
            <a:ext cx="1975104" cy="41148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2715768" y="1261872"/>
            <a:ext cx="1755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9.9%</a:t>
            </a:r>
            <a:endParaRPr lang="en-US" sz="1900"/>
          </a:p>
        </p:txBody>
      </p:sp>
      <p:sp>
        <p:nvSpPr>
          <p:cNvPr id="13" name="Text 11"/>
          <p:cNvSpPr/>
          <p:nvPr/>
        </p:nvSpPr>
        <p:spPr>
          <a:xfrm>
            <a:off x="2715768" y="1609344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Youth unemployment</a:t>
            </a:r>
            <a:endParaRPr lang="en-US" sz="1200"/>
          </a:p>
        </p:txBody>
      </p:sp>
      <p:sp>
        <p:nvSpPr>
          <p:cNvPr id="14" name="Text 12"/>
          <p:cNvSpPr/>
          <p:nvPr/>
        </p:nvSpPr>
        <p:spPr>
          <a:xfrm>
            <a:off x="2715768" y="1828800"/>
            <a:ext cx="17556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PLFS 2025 · was 10.3% in 2024</a:t>
            </a:r>
            <a:endParaRPr lang="en-US" sz="1200"/>
          </a:p>
        </p:txBody>
      </p:sp>
      <p:sp>
        <p:nvSpPr>
          <p:cNvPr id="15" name="Shape 13"/>
          <p:cNvSpPr/>
          <p:nvPr/>
        </p:nvSpPr>
        <p:spPr>
          <a:xfrm>
            <a:off x="4709160" y="1188720"/>
            <a:ext cx="1975104" cy="115214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4709160" y="1188720"/>
            <a:ext cx="1975104" cy="41148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818888" y="1261872"/>
            <a:ext cx="1755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25%</a:t>
            </a:r>
            <a:endParaRPr lang="en-US" sz="1900"/>
          </a:p>
        </p:txBody>
      </p:sp>
      <p:sp>
        <p:nvSpPr>
          <p:cNvPr id="18" name="Text 16"/>
          <p:cNvSpPr/>
          <p:nvPr/>
        </p:nvSpPr>
        <p:spPr>
          <a:xfrm>
            <a:off x="4818888" y="1609344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Youth NEET rate</a:t>
            </a:r>
            <a:endParaRPr lang="en-US" sz="1200"/>
          </a:p>
        </p:txBody>
      </p:sp>
      <p:sp>
        <p:nvSpPr>
          <p:cNvPr id="19" name="Text 17"/>
          <p:cNvSpPr/>
          <p:nvPr/>
        </p:nvSpPr>
        <p:spPr>
          <a:xfrm>
            <a:off x="4818888" y="1828800"/>
            <a:ext cx="17556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PLFS 2025</a:t>
            </a:r>
            <a:endParaRPr lang="en-US" sz="1200"/>
          </a:p>
        </p:txBody>
      </p:sp>
      <p:sp>
        <p:nvSpPr>
          <p:cNvPr id="20" name="Text 18"/>
          <p:cNvSpPr/>
          <p:nvPr/>
        </p:nvSpPr>
        <p:spPr>
          <a:xfrm>
            <a:off x="502920" y="2432304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KEY INSIGHTS</a:t>
            </a:r>
            <a:endParaRPr lang="en-US" sz="1200"/>
          </a:p>
        </p:txBody>
      </p:sp>
      <p:sp>
        <p:nvSpPr>
          <p:cNvPr id="21" name="Text 19"/>
          <p:cNvSpPr/>
          <p:nvPr/>
        </p:nvSpPr>
        <p:spPr>
          <a:xfrm>
            <a:off x="658368" y="2688336"/>
            <a:ext cx="598932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Primary enrolment &gt;100% (net); secondary 80%; tertiary only 34% — access expands but learning outcomes lag.</a:t>
            </a:r>
            <a:endParaRPr lang="en-US" sz="1200"/>
          </a:p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Youth NEET rate at 25% signals human capital wastage; female youth unemployment ~21% vs male ~15%.</a:t>
            </a:r>
            <a:endParaRPr lang="en-US" sz="1200"/>
          </a:p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Education spend at 4.1% of GDP; skills mismatch persists — graduates lack AI/ML, advanced manufacturing readiness.</a:t>
            </a:r>
            <a:endParaRPr lang="en-US" sz="1200"/>
          </a:p>
        </p:txBody>
      </p:sp>
      <p:sp>
        <p:nvSpPr>
          <p:cNvPr id="22" name="Shape 20"/>
          <p:cNvSpPr/>
          <p:nvPr/>
        </p:nvSpPr>
        <p:spPr>
          <a:xfrm>
            <a:off x="502920" y="4663440"/>
            <a:ext cx="6172200" cy="1591056"/>
          </a:xfrm>
          <a:prstGeom prst="rect">
            <a:avLst/>
          </a:prstGeom>
          <a:solidFill>
            <a:srgbClr val="F4F1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502920" y="4663440"/>
            <a:ext cx="45720" cy="1591056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694944" y="475488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POTENTIAL INTERVENTIONS</a:t>
            </a:r>
            <a:endParaRPr lang="en-US" sz="1200"/>
          </a:p>
        </p:txBody>
      </p:sp>
      <p:sp>
        <p:nvSpPr>
          <p:cNvPr id="25" name="Text 23"/>
          <p:cNvSpPr/>
          <p:nvPr/>
        </p:nvSpPr>
        <p:spPr>
          <a:xfrm>
            <a:off x="713232" y="5029200"/>
            <a:ext cx="219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▸</a:t>
            </a:r>
            <a:endParaRPr lang="en-US" sz="1200"/>
          </a:p>
        </p:txBody>
      </p:sp>
      <p:sp>
        <p:nvSpPr>
          <p:cNvPr id="26" name="Text 24"/>
          <p:cNvSpPr/>
          <p:nvPr/>
        </p:nvSpPr>
        <p:spPr>
          <a:xfrm>
            <a:off x="932688" y="5029200"/>
            <a:ext cx="5632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Foundational literacy and numeracy (NIPUN Bharat) scale-up in lagging states.</a:t>
            </a:r>
            <a:endParaRPr lang="en-US" sz="1200"/>
          </a:p>
        </p:txBody>
      </p:sp>
      <p:sp>
        <p:nvSpPr>
          <p:cNvPr id="27" name="Text 25"/>
          <p:cNvSpPr/>
          <p:nvPr/>
        </p:nvSpPr>
        <p:spPr>
          <a:xfrm>
            <a:off x="713232" y="5394960"/>
            <a:ext cx="219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▸</a:t>
            </a:r>
            <a:endParaRPr lang="en-US" sz="1200"/>
          </a:p>
        </p:txBody>
      </p:sp>
      <p:sp>
        <p:nvSpPr>
          <p:cNvPr id="28" name="Text 26"/>
          <p:cNvSpPr/>
          <p:nvPr/>
        </p:nvSpPr>
        <p:spPr>
          <a:xfrm>
            <a:off x="932688" y="5394960"/>
            <a:ext cx="5632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TVET pipelines for electronics, renewables, advanced manufacturing, healthcare.</a:t>
            </a:r>
            <a:endParaRPr lang="en-US" sz="1200"/>
          </a:p>
        </p:txBody>
      </p:sp>
      <p:sp>
        <p:nvSpPr>
          <p:cNvPr id="29" name="Text 27"/>
          <p:cNvSpPr/>
          <p:nvPr/>
        </p:nvSpPr>
        <p:spPr>
          <a:xfrm>
            <a:off x="713232" y="5760720"/>
            <a:ext cx="219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▸</a:t>
            </a:r>
            <a:endParaRPr lang="en-US" sz="1200"/>
          </a:p>
        </p:txBody>
      </p:sp>
      <p:sp>
        <p:nvSpPr>
          <p:cNvPr id="30" name="Text 28"/>
          <p:cNvSpPr/>
          <p:nvPr/>
        </p:nvSpPr>
        <p:spPr>
          <a:xfrm>
            <a:off x="932688" y="5760720"/>
            <a:ext cx="5632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Female participation incentives and rural higher-education access.</a:t>
            </a:r>
            <a:endParaRPr lang="en-US" sz="1200"/>
          </a:p>
        </p:txBody>
      </p:sp>
      <p:sp>
        <p:nvSpPr>
          <p:cNvPr id="31" name="Text 29"/>
          <p:cNvSpPr/>
          <p:nvPr/>
        </p:nvSpPr>
        <p:spPr>
          <a:xfrm>
            <a:off x="6903720" y="120700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Net enrolment by level (%)</a:t>
            </a:r>
            <a:endParaRPr lang="en-US" sz="1200"/>
          </a:p>
        </p:txBody>
      </p:sp>
      <p:sp>
        <p:nvSpPr>
          <p:cNvPr id="32" name="Text 30"/>
          <p:cNvSpPr/>
          <p:nvPr/>
        </p:nvSpPr>
        <p:spPr>
          <a:xfrm>
            <a:off x="6903720" y="1463040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UDISE+ pattern (est.)</a:t>
            </a:r>
            <a:endParaRPr lang="en-US" sz="1200"/>
          </a:p>
        </p:txBody>
      </p:sp>
      <p:sp>
        <p:nvSpPr>
          <p:cNvPr id="34" name="Shape 31"/>
          <p:cNvSpPr/>
          <p:nvPr/>
        </p:nvSpPr>
        <p:spPr>
          <a:xfrm>
            <a:off x="502920" y="6400800"/>
            <a:ext cx="11185855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2"/>
          <p:cNvSpPr/>
          <p:nvPr/>
        </p:nvSpPr>
        <p:spPr>
          <a:xfrm>
            <a:off x="502920" y="6446520"/>
            <a:ext cx="8961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World Bank · UNESCO UIS · PLFS 2025 · MoE UDISE+</a:t>
            </a:r>
            <a:endParaRPr lang="en-US" sz="1200"/>
          </a:p>
        </p:txBody>
      </p:sp>
      <p:sp>
        <p:nvSpPr>
          <p:cNvPr id="36" name="Text 33"/>
          <p:cNvSpPr/>
          <p:nvPr/>
        </p:nvSpPr>
        <p:spPr>
          <a:xfrm>
            <a:off x="9905695" y="644652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ODA</a:t>
            </a: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10 / 23</a:t>
            </a:r>
            <a:endParaRPr lang="en-US" sz="1200"/>
          </a:p>
        </p:txBody>
      </p:sp>
      <p:sp>
        <p:nvSpPr>
          <p:cNvPr id="33" name="Andaman and Nicobar Islands"/>
          <p:cNvSpPr/>
          <p:nvPr/>
        </p:nvSpPr>
        <p:spPr>
          <a:xfrm>
            <a:off x="10606154" y="5323986"/>
            <a:ext cx="40156" cy="92050"/>
          </a:xfrm>
          <a:custGeom>
            <a:avLst/>
            <a:gdLst/>
            <a:ahLst/>
            <a:cxnLst/>
            <a:rect l="l" t="t" r="r" b="b"/>
            <a:pathLst>
              <a:path w="40156" h="92050">
                <a:moveTo>
                  <a:pt x="21573" y="78136"/>
                </a:moveTo>
                <a:lnTo>
                  <a:pt x="12167" y="68018"/>
                </a:lnTo>
                <a:lnTo>
                  <a:pt x="31912" y="77658"/>
                </a:lnTo>
                <a:lnTo>
                  <a:pt x="40156" y="57578"/>
                </a:lnTo>
                <a:lnTo>
                  <a:pt x="29475" y="0"/>
                </a:lnTo>
                <a:lnTo>
                  <a:pt x="13714" y="24410"/>
                </a:lnTo>
                <a:lnTo>
                  <a:pt x="5295" y="15059"/>
                </a:lnTo>
                <a:lnTo>
                  <a:pt x="13147" y="51756"/>
                </a:lnTo>
                <a:lnTo>
                  <a:pt x="12362" y="38257"/>
                </a:lnTo>
                <a:lnTo>
                  <a:pt x="0" y="47430"/>
                </a:lnTo>
                <a:lnTo>
                  <a:pt x="3613" y="92050"/>
                </a:lnTo>
                <a:lnTo>
                  <a:pt x="29767" y="88519"/>
                </a:lnTo>
                <a:lnTo>
                  <a:pt x="21573" y="78136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Andhra Pradesh"/>
          <p:cNvSpPr/>
          <p:nvPr/>
        </p:nvSpPr>
        <p:spPr>
          <a:xfrm>
            <a:off x="8401720" y="4393055"/>
            <a:ext cx="1105248" cy="976139"/>
          </a:xfrm>
          <a:custGeom>
            <a:avLst/>
            <a:gdLst/>
            <a:ahLst/>
            <a:cxnLst/>
            <a:rect l="l" t="t" r="r" b="b"/>
            <a:pathLst>
              <a:path w="1105248" h="976139">
                <a:moveTo>
                  <a:pt x="485131" y="835764"/>
                </a:moveTo>
                <a:lnTo>
                  <a:pt x="465596" y="748341"/>
                </a:lnTo>
                <a:lnTo>
                  <a:pt x="475123" y="683205"/>
                </a:lnTo>
                <a:lnTo>
                  <a:pt x="454491" y="609460"/>
                </a:lnTo>
                <a:lnTo>
                  <a:pt x="487333" y="518771"/>
                </a:lnTo>
                <a:lnTo>
                  <a:pt x="542230" y="489271"/>
                </a:lnTo>
                <a:lnTo>
                  <a:pt x="578062" y="514499"/>
                </a:lnTo>
                <a:lnTo>
                  <a:pt x="628740" y="426859"/>
                </a:lnTo>
                <a:lnTo>
                  <a:pt x="686276" y="426407"/>
                </a:lnTo>
                <a:lnTo>
                  <a:pt x="768378" y="388811"/>
                </a:lnTo>
                <a:lnTo>
                  <a:pt x="769186" y="314389"/>
                </a:lnTo>
                <a:lnTo>
                  <a:pt x="1019698" y="126907"/>
                </a:lnTo>
                <a:lnTo>
                  <a:pt x="1105248" y="17225"/>
                </a:lnTo>
                <a:lnTo>
                  <a:pt x="1100069" y="528"/>
                </a:lnTo>
                <a:lnTo>
                  <a:pt x="1084078" y="4515"/>
                </a:lnTo>
                <a:lnTo>
                  <a:pt x="1094512" y="12895"/>
                </a:lnTo>
                <a:lnTo>
                  <a:pt x="1084827" y="20582"/>
                </a:lnTo>
                <a:lnTo>
                  <a:pt x="1059934" y="21000"/>
                </a:lnTo>
                <a:lnTo>
                  <a:pt x="1049327" y="53819"/>
                </a:lnTo>
                <a:lnTo>
                  <a:pt x="1014262" y="60470"/>
                </a:lnTo>
                <a:lnTo>
                  <a:pt x="986832" y="51972"/>
                </a:lnTo>
                <a:lnTo>
                  <a:pt x="973199" y="21601"/>
                </a:lnTo>
                <a:lnTo>
                  <a:pt x="967751" y="35420"/>
                </a:lnTo>
                <a:lnTo>
                  <a:pt x="949849" y="0"/>
                </a:lnTo>
                <a:lnTo>
                  <a:pt x="937550" y="22679"/>
                </a:lnTo>
                <a:lnTo>
                  <a:pt x="927964" y="10384"/>
                </a:lnTo>
                <a:lnTo>
                  <a:pt x="927110" y="31033"/>
                </a:lnTo>
                <a:lnTo>
                  <a:pt x="906188" y="24453"/>
                </a:lnTo>
                <a:lnTo>
                  <a:pt x="919360" y="47814"/>
                </a:lnTo>
                <a:lnTo>
                  <a:pt x="864984" y="77111"/>
                </a:lnTo>
                <a:lnTo>
                  <a:pt x="870725" y="116859"/>
                </a:lnTo>
                <a:lnTo>
                  <a:pt x="835923" y="106519"/>
                </a:lnTo>
                <a:lnTo>
                  <a:pt x="813012" y="138243"/>
                </a:lnTo>
                <a:lnTo>
                  <a:pt x="791559" y="91674"/>
                </a:lnTo>
                <a:lnTo>
                  <a:pt x="761577" y="174340"/>
                </a:lnTo>
                <a:lnTo>
                  <a:pt x="729187" y="163232"/>
                </a:lnTo>
                <a:lnTo>
                  <a:pt x="671935" y="200087"/>
                </a:lnTo>
                <a:lnTo>
                  <a:pt x="609468" y="194935"/>
                </a:lnTo>
                <a:lnTo>
                  <a:pt x="594517" y="213522"/>
                </a:lnTo>
                <a:lnTo>
                  <a:pt x="576471" y="209240"/>
                </a:lnTo>
                <a:lnTo>
                  <a:pt x="566438" y="233108"/>
                </a:lnTo>
                <a:lnTo>
                  <a:pt x="631141" y="267039"/>
                </a:lnTo>
                <a:lnTo>
                  <a:pt x="610554" y="288565"/>
                </a:lnTo>
                <a:lnTo>
                  <a:pt x="575229" y="290148"/>
                </a:lnTo>
                <a:lnTo>
                  <a:pt x="565041" y="316982"/>
                </a:lnTo>
                <a:lnTo>
                  <a:pt x="528304" y="300099"/>
                </a:lnTo>
                <a:lnTo>
                  <a:pt x="512357" y="318467"/>
                </a:lnTo>
                <a:lnTo>
                  <a:pt x="504626" y="309291"/>
                </a:lnTo>
                <a:lnTo>
                  <a:pt x="498307" y="326521"/>
                </a:lnTo>
                <a:lnTo>
                  <a:pt x="531340" y="335100"/>
                </a:lnTo>
                <a:lnTo>
                  <a:pt x="526950" y="357576"/>
                </a:lnTo>
                <a:lnTo>
                  <a:pt x="500665" y="350197"/>
                </a:lnTo>
                <a:lnTo>
                  <a:pt x="475188" y="316376"/>
                </a:lnTo>
                <a:lnTo>
                  <a:pt x="450391" y="335640"/>
                </a:lnTo>
                <a:lnTo>
                  <a:pt x="457760" y="352550"/>
                </a:lnTo>
                <a:lnTo>
                  <a:pt x="442870" y="376158"/>
                </a:lnTo>
                <a:lnTo>
                  <a:pt x="416686" y="363136"/>
                </a:lnTo>
                <a:lnTo>
                  <a:pt x="345071" y="387759"/>
                </a:lnTo>
                <a:lnTo>
                  <a:pt x="339492" y="438273"/>
                </a:lnTo>
                <a:lnTo>
                  <a:pt x="310822" y="436361"/>
                </a:lnTo>
                <a:lnTo>
                  <a:pt x="279799" y="469062"/>
                </a:lnTo>
                <a:lnTo>
                  <a:pt x="227511" y="461052"/>
                </a:lnTo>
                <a:lnTo>
                  <a:pt x="189582" y="496660"/>
                </a:lnTo>
                <a:lnTo>
                  <a:pt x="67008" y="477510"/>
                </a:lnTo>
                <a:lnTo>
                  <a:pt x="37211" y="493283"/>
                </a:lnTo>
                <a:lnTo>
                  <a:pt x="50392" y="522095"/>
                </a:lnTo>
                <a:lnTo>
                  <a:pt x="28947" y="547116"/>
                </a:lnTo>
                <a:lnTo>
                  <a:pt x="55966" y="595909"/>
                </a:lnTo>
                <a:lnTo>
                  <a:pt x="43962" y="620578"/>
                </a:lnTo>
                <a:lnTo>
                  <a:pt x="1621" y="609783"/>
                </a:lnTo>
                <a:lnTo>
                  <a:pt x="14489" y="630784"/>
                </a:lnTo>
                <a:lnTo>
                  <a:pt x="0" y="680875"/>
                </a:lnTo>
                <a:lnTo>
                  <a:pt x="29055" y="698309"/>
                </a:lnTo>
                <a:lnTo>
                  <a:pt x="16592" y="711686"/>
                </a:lnTo>
                <a:lnTo>
                  <a:pt x="24241" y="734240"/>
                </a:lnTo>
                <a:lnTo>
                  <a:pt x="72226" y="719987"/>
                </a:lnTo>
                <a:lnTo>
                  <a:pt x="86908" y="741072"/>
                </a:lnTo>
                <a:lnTo>
                  <a:pt x="88826" y="720338"/>
                </a:lnTo>
                <a:lnTo>
                  <a:pt x="104146" y="743227"/>
                </a:lnTo>
                <a:lnTo>
                  <a:pt x="81247" y="751183"/>
                </a:lnTo>
                <a:lnTo>
                  <a:pt x="87759" y="787451"/>
                </a:lnTo>
                <a:lnTo>
                  <a:pt x="77164" y="766275"/>
                </a:lnTo>
                <a:lnTo>
                  <a:pt x="53206" y="770578"/>
                </a:lnTo>
                <a:lnTo>
                  <a:pt x="35773" y="744378"/>
                </a:lnTo>
                <a:lnTo>
                  <a:pt x="17937" y="745703"/>
                </a:lnTo>
                <a:lnTo>
                  <a:pt x="38310" y="780688"/>
                </a:lnTo>
                <a:lnTo>
                  <a:pt x="32108" y="808404"/>
                </a:lnTo>
                <a:lnTo>
                  <a:pt x="56505" y="806276"/>
                </a:lnTo>
                <a:lnTo>
                  <a:pt x="58120" y="781919"/>
                </a:lnTo>
                <a:lnTo>
                  <a:pt x="92436" y="794154"/>
                </a:lnTo>
                <a:lnTo>
                  <a:pt x="95595" y="818180"/>
                </a:lnTo>
                <a:lnTo>
                  <a:pt x="131881" y="809401"/>
                </a:lnTo>
                <a:lnTo>
                  <a:pt x="147007" y="779003"/>
                </a:lnTo>
                <a:lnTo>
                  <a:pt x="169293" y="777395"/>
                </a:lnTo>
                <a:lnTo>
                  <a:pt x="164509" y="796523"/>
                </a:lnTo>
                <a:lnTo>
                  <a:pt x="186914" y="791218"/>
                </a:lnTo>
                <a:lnTo>
                  <a:pt x="183082" y="824030"/>
                </a:lnTo>
                <a:lnTo>
                  <a:pt x="226615" y="832266"/>
                </a:lnTo>
                <a:lnTo>
                  <a:pt x="223246" y="870466"/>
                </a:lnTo>
                <a:lnTo>
                  <a:pt x="252356" y="878128"/>
                </a:lnTo>
                <a:lnTo>
                  <a:pt x="227956" y="928188"/>
                </a:lnTo>
                <a:lnTo>
                  <a:pt x="235379" y="939906"/>
                </a:lnTo>
                <a:lnTo>
                  <a:pt x="220053" y="929021"/>
                </a:lnTo>
                <a:lnTo>
                  <a:pt x="198854" y="966032"/>
                </a:lnTo>
                <a:lnTo>
                  <a:pt x="235406" y="976139"/>
                </a:lnTo>
                <a:lnTo>
                  <a:pt x="269964" y="909768"/>
                </a:lnTo>
                <a:lnTo>
                  <a:pt x="332086" y="916995"/>
                </a:lnTo>
                <a:lnTo>
                  <a:pt x="342031" y="894519"/>
                </a:lnTo>
                <a:lnTo>
                  <a:pt x="370211" y="891933"/>
                </a:lnTo>
                <a:lnTo>
                  <a:pt x="369796" y="867522"/>
                </a:lnTo>
                <a:lnTo>
                  <a:pt x="414720" y="889057"/>
                </a:lnTo>
                <a:lnTo>
                  <a:pt x="447939" y="839073"/>
                </a:lnTo>
                <a:lnTo>
                  <a:pt x="481463" y="849770"/>
                </a:lnTo>
                <a:lnTo>
                  <a:pt x="485131" y="835764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Arunāchal Pradesh"/>
          <p:cNvSpPr/>
          <p:nvPr/>
        </p:nvSpPr>
        <p:spPr>
          <a:xfrm>
            <a:off x="10448660" y="2856140"/>
            <a:ext cx="812193" cy="414592"/>
          </a:xfrm>
          <a:custGeom>
            <a:avLst/>
            <a:gdLst/>
            <a:ahLst/>
            <a:cxnLst/>
            <a:rect l="l" t="t" r="r" b="b"/>
            <a:pathLst>
              <a:path w="812193" h="414592">
                <a:moveTo>
                  <a:pt x="510641" y="414592"/>
                </a:moveTo>
                <a:lnTo>
                  <a:pt x="537876" y="411970"/>
                </a:lnTo>
                <a:lnTo>
                  <a:pt x="648384" y="325577"/>
                </a:lnTo>
                <a:lnTo>
                  <a:pt x="714249" y="311627"/>
                </a:lnTo>
                <a:lnTo>
                  <a:pt x="737792" y="340231"/>
                </a:lnTo>
                <a:lnTo>
                  <a:pt x="778155" y="347025"/>
                </a:lnTo>
                <a:lnTo>
                  <a:pt x="739950" y="276756"/>
                </a:lnTo>
                <a:lnTo>
                  <a:pt x="790204" y="232707"/>
                </a:lnTo>
                <a:lnTo>
                  <a:pt x="808537" y="234733"/>
                </a:lnTo>
                <a:lnTo>
                  <a:pt x="812193" y="215627"/>
                </a:lnTo>
                <a:lnTo>
                  <a:pt x="797352" y="207644"/>
                </a:lnTo>
                <a:lnTo>
                  <a:pt x="810231" y="189207"/>
                </a:lnTo>
                <a:lnTo>
                  <a:pt x="708511" y="149223"/>
                </a:lnTo>
                <a:lnTo>
                  <a:pt x="671791" y="167285"/>
                </a:lnTo>
                <a:lnTo>
                  <a:pt x="653051" y="156934"/>
                </a:lnTo>
                <a:lnTo>
                  <a:pt x="701902" y="102384"/>
                </a:lnTo>
                <a:lnTo>
                  <a:pt x="689451" y="57344"/>
                </a:lnTo>
                <a:lnTo>
                  <a:pt x="639773" y="83192"/>
                </a:lnTo>
                <a:lnTo>
                  <a:pt x="632638" y="57487"/>
                </a:lnTo>
                <a:lnTo>
                  <a:pt x="671204" y="30777"/>
                </a:lnTo>
                <a:lnTo>
                  <a:pt x="650550" y="33940"/>
                </a:lnTo>
                <a:lnTo>
                  <a:pt x="629007" y="0"/>
                </a:lnTo>
                <a:lnTo>
                  <a:pt x="561356" y="29789"/>
                </a:lnTo>
                <a:lnTo>
                  <a:pt x="540346" y="63552"/>
                </a:lnTo>
                <a:lnTo>
                  <a:pt x="450551" y="44190"/>
                </a:lnTo>
                <a:lnTo>
                  <a:pt x="427126" y="16642"/>
                </a:lnTo>
                <a:lnTo>
                  <a:pt x="369830" y="56144"/>
                </a:lnTo>
                <a:lnTo>
                  <a:pt x="329774" y="117752"/>
                </a:lnTo>
                <a:lnTo>
                  <a:pt x="248256" y="122405"/>
                </a:lnTo>
                <a:lnTo>
                  <a:pt x="231851" y="168192"/>
                </a:lnTo>
                <a:lnTo>
                  <a:pt x="158201" y="199201"/>
                </a:lnTo>
                <a:lnTo>
                  <a:pt x="165421" y="219585"/>
                </a:lnTo>
                <a:lnTo>
                  <a:pt x="140645" y="244720"/>
                </a:lnTo>
                <a:lnTo>
                  <a:pt x="92200" y="239015"/>
                </a:lnTo>
                <a:lnTo>
                  <a:pt x="51822" y="260481"/>
                </a:lnTo>
                <a:lnTo>
                  <a:pt x="0" y="239476"/>
                </a:lnTo>
                <a:lnTo>
                  <a:pt x="14228" y="294864"/>
                </a:lnTo>
                <a:lnTo>
                  <a:pt x="65595" y="295642"/>
                </a:lnTo>
                <a:lnTo>
                  <a:pt x="79638" y="324355"/>
                </a:lnTo>
                <a:lnTo>
                  <a:pt x="66748" y="355557"/>
                </a:lnTo>
                <a:lnTo>
                  <a:pt x="89774" y="383604"/>
                </a:lnTo>
                <a:lnTo>
                  <a:pt x="155922" y="362454"/>
                </a:lnTo>
                <a:lnTo>
                  <a:pt x="204304" y="380103"/>
                </a:lnTo>
                <a:lnTo>
                  <a:pt x="292690" y="372111"/>
                </a:lnTo>
                <a:lnTo>
                  <a:pt x="376905" y="289434"/>
                </a:lnTo>
                <a:lnTo>
                  <a:pt x="372656" y="272740"/>
                </a:lnTo>
                <a:lnTo>
                  <a:pt x="403698" y="284299"/>
                </a:lnTo>
                <a:lnTo>
                  <a:pt x="562056" y="224686"/>
                </a:lnTo>
                <a:lnTo>
                  <a:pt x="612741" y="223476"/>
                </a:lnTo>
                <a:lnTo>
                  <a:pt x="582410" y="259569"/>
                </a:lnTo>
                <a:lnTo>
                  <a:pt x="595183" y="304250"/>
                </a:lnTo>
                <a:lnTo>
                  <a:pt x="619174" y="312708"/>
                </a:lnTo>
                <a:lnTo>
                  <a:pt x="601819" y="329073"/>
                </a:lnTo>
                <a:lnTo>
                  <a:pt x="548746" y="328065"/>
                </a:lnTo>
                <a:lnTo>
                  <a:pt x="541005" y="347858"/>
                </a:lnTo>
                <a:lnTo>
                  <a:pt x="505469" y="361658"/>
                </a:lnTo>
                <a:lnTo>
                  <a:pt x="510641" y="414592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Assam"/>
          <p:cNvSpPr/>
          <p:nvPr/>
        </p:nvSpPr>
        <p:spPr>
          <a:xfrm>
            <a:off x="10192768" y="3079657"/>
            <a:ext cx="875066" cy="571124"/>
          </a:xfrm>
          <a:custGeom>
            <a:avLst/>
            <a:gdLst/>
            <a:ahLst/>
            <a:cxnLst/>
            <a:rect l="l" t="t" r="r" b="b"/>
            <a:pathLst>
              <a:path w="875066" h="571124">
                <a:moveTo>
                  <a:pt x="761095" y="139001"/>
                </a:moveTo>
                <a:lnTo>
                  <a:pt x="796897" y="124341"/>
                </a:lnTo>
                <a:lnTo>
                  <a:pt x="804638" y="104548"/>
                </a:lnTo>
                <a:lnTo>
                  <a:pt x="857711" y="105556"/>
                </a:lnTo>
                <a:lnTo>
                  <a:pt x="875066" y="89191"/>
                </a:lnTo>
                <a:lnTo>
                  <a:pt x="851075" y="80733"/>
                </a:lnTo>
                <a:lnTo>
                  <a:pt x="838302" y="36052"/>
                </a:lnTo>
                <a:lnTo>
                  <a:pt x="868696" y="0"/>
                </a:lnTo>
                <a:lnTo>
                  <a:pt x="817948" y="1169"/>
                </a:lnTo>
                <a:lnTo>
                  <a:pt x="659590" y="60782"/>
                </a:lnTo>
                <a:lnTo>
                  <a:pt x="628548" y="49223"/>
                </a:lnTo>
                <a:lnTo>
                  <a:pt x="632797" y="65917"/>
                </a:lnTo>
                <a:lnTo>
                  <a:pt x="538411" y="151055"/>
                </a:lnTo>
                <a:lnTo>
                  <a:pt x="460196" y="156586"/>
                </a:lnTo>
                <a:lnTo>
                  <a:pt x="411814" y="138937"/>
                </a:lnTo>
                <a:lnTo>
                  <a:pt x="326480" y="166563"/>
                </a:lnTo>
                <a:lnTo>
                  <a:pt x="303799" y="155792"/>
                </a:lnTo>
                <a:lnTo>
                  <a:pt x="275786" y="172514"/>
                </a:lnTo>
                <a:lnTo>
                  <a:pt x="141034" y="178239"/>
                </a:lnTo>
                <a:lnTo>
                  <a:pt x="90991" y="158483"/>
                </a:lnTo>
                <a:lnTo>
                  <a:pt x="22185" y="183250"/>
                </a:lnTo>
                <a:lnTo>
                  <a:pt x="21847" y="235587"/>
                </a:lnTo>
                <a:lnTo>
                  <a:pt x="0" y="264469"/>
                </a:lnTo>
                <a:lnTo>
                  <a:pt x="26124" y="301132"/>
                </a:lnTo>
                <a:lnTo>
                  <a:pt x="21128" y="372553"/>
                </a:lnTo>
                <a:lnTo>
                  <a:pt x="44534" y="351520"/>
                </a:lnTo>
                <a:lnTo>
                  <a:pt x="27153" y="330998"/>
                </a:lnTo>
                <a:lnTo>
                  <a:pt x="62653" y="297902"/>
                </a:lnTo>
                <a:lnTo>
                  <a:pt x="172930" y="300678"/>
                </a:lnTo>
                <a:lnTo>
                  <a:pt x="181042" y="319741"/>
                </a:lnTo>
                <a:lnTo>
                  <a:pt x="207327" y="313619"/>
                </a:lnTo>
                <a:lnTo>
                  <a:pt x="211014" y="334342"/>
                </a:lnTo>
                <a:lnTo>
                  <a:pt x="253663" y="312147"/>
                </a:lnTo>
                <a:lnTo>
                  <a:pt x="260505" y="287967"/>
                </a:lnTo>
                <a:lnTo>
                  <a:pt x="273073" y="307236"/>
                </a:lnTo>
                <a:lnTo>
                  <a:pt x="294510" y="275106"/>
                </a:lnTo>
                <a:lnTo>
                  <a:pt x="307469" y="293253"/>
                </a:lnTo>
                <a:lnTo>
                  <a:pt x="356755" y="283130"/>
                </a:lnTo>
                <a:lnTo>
                  <a:pt x="339798" y="301241"/>
                </a:lnTo>
                <a:lnTo>
                  <a:pt x="349924" y="306487"/>
                </a:lnTo>
                <a:lnTo>
                  <a:pt x="340311" y="341862"/>
                </a:lnTo>
                <a:lnTo>
                  <a:pt x="371867" y="329571"/>
                </a:lnTo>
                <a:lnTo>
                  <a:pt x="409113" y="353990"/>
                </a:lnTo>
                <a:lnTo>
                  <a:pt x="396882" y="372715"/>
                </a:lnTo>
                <a:lnTo>
                  <a:pt x="429874" y="409929"/>
                </a:lnTo>
                <a:lnTo>
                  <a:pt x="385244" y="426030"/>
                </a:lnTo>
                <a:lnTo>
                  <a:pt x="386253" y="461408"/>
                </a:lnTo>
                <a:lnTo>
                  <a:pt x="351053" y="457045"/>
                </a:lnTo>
                <a:lnTo>
                  <a:pt x="359671" y="481535"/>
                </a:lnTo>
                <a:lnTo>
                  <a:pt x="345328" y="555167"/>
                </a:lnTo>
                <a:lnTo>
                  <a:pt x="377198" y="553422"/>
                </a:lnTo>
                <a:lnTo>
                  <a:pt x="383144" y="571124"/>
                </a:lnTo>
                <a:lnTo>
                  <a:pt x="424345" y="513676"/>
                </a:lnTo>
                <a:lnTo>
                  <a:pt x="433567" y="535698"/>
                </a:lnTo>
                <a:lnTo>
                  <a:pt x="462931" y="529815"/>
                </a:lnTo>
                <a:lnTo>
                  <a:pt x="472319" y="470337"/>
                </a:lnTo>
                <a:lnTo>
                  <a:pt x="522321" y="396661"/>
                </a:lnTo>
                <a:lnTo>
                  <a:pt x="502406" y="360708"/>
                </a:lnTo>
                <a:lnTo>
                  <a:pt x="563166" y="297444"/>
                </a:lnTo>
                <a:lnTo>
                  <a:pt x="567324" y="321450"/>
                </a:lnTo>
                <a:lnTo>
                  <a:pt x="592696" y="305358"/>
                </a:lnTo>
                <a:lnTo>
                  <a:pt x="595796" y="267215"/>
                </a:lnTo>
                <a:lnTo>
                  <a:pt x="631145" y="212142"/>
                </a:lnTo>
                <a:lnTo>
                  <a:pt x="639488" y="224518"/>
                </a:lnTo>
                <a:lnTo>
                  <a:pt x="659387" y="194169"/>
                </a:lnTo>
                <a:lnTo>
                  <a:pt x="761095" y="139001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Bihār"/>
          <p:cNvSpPr/>
          <p:nvPr/>
        </p:nvSpPr>
        <p:spPr>
          <a:xfrm>
            <a:off x="9309490" y="3145953"/>
            <a:ext cx="689564" cy="482444"/>
          </a:xfrm>
          <a:custGeom>
            <a:avLst/>
            <a:gdLst/>
            <a:ahLst/>
            <a:cxnLst/>
            <a:rect l="l" t="t" r="r" b="b"/>
            <a:pathLst>
              <a:path w="689564" h="482444">
                <a:moveTo>
                  <a:pt x="25350" y="446752"/>
                </a:moveTo>
                <a:lnTo>
                  <a:pt x="76504" y="445743"/>
                </a:lnTo>
                <a:lnTo>
                  <a:pt x="95290" y="429234"/>
                </a:lnTo>
                <a:lnTo>
                  <a:pt x="109137" y="453908"/>
                </a:lnTo>
                <a:lnTo>
                  <a:pt x="135293" y="441522"/>
                </a:lnTo>
                <a:lnTo>
                  <a:pt x="162850" y="482444"/>
                </a:lnTo>
                <a:lnTo>
                  <a:pt x="205221" y="445977"/>
                </a:lnTo>
                <a:lnTo>
                  <a:pt x="219308" y="469623"/>
                </a:lnTo>
                <a:lnTo>
                  <a:pt x="244939" y="469597"/>
                </a:lnTo>
                <a:lnTo>
                  <a:pt x="283965" y="442301"/>
                </a:lnTo>
                <a:lnTo>
                  <a:pt x="325119" y="438760"/>
                </a:lnTo>
                <a:lnTo>
                  <a:pt x="334631" y="402667"/>
                </a:lnTo>
                <a:lnTo>
                  <a:pt x="378751" y="408793"/>
                </a:lnTo>
                <a:lnTo>
                  <a:pt x="432685" y="470283"/>
                </a:lnTo>
                <a:lnTo>
                  <a:pt x="454656" y="434404"/>
                </a:lnTo>
                <a:lnTo>
                  <a:pt x="498004" y="443810"/>
                </a:lnTo>
                <a:lnTo>
                  <a:pt x="501239" y="427778"/>
                </a:lnTo>
                <a:lnTo>
                  <a:pt x="516647" y="434345"/>
                </a:lnTo>
                <a:lnTo>
                  <a:pt x="529761" y="373029"/>
                </a:lnTo>
                <a:lnTo>
                  <a:pt x="554931" y="342533"/>
                </a:lnTo>
                <a:lnTo>
                  <a:pt x="575783" y="346897"/>
                </a:lnTo>
                <a:lnTo>
                  <a:pt x="590451" y="323753"/>
                </a:lnTo>
                <a:lnTo>
                  <a:pt x="622920" y="339799"/>
                </a:lnTo>
                <a:lnTo>
                  <a:pt x="618565" y="308852"/>
                </a:lnTo>
                <a:lnTo>
                  <a:pt x="637959" y="295454"/>
                </a:lnTo>
                <a:lnTo>
                  <a:pt x="658193" y="303717"/>
                </a:lnTo>
                <a:lnTo>
                  <a:pt x="654937" y="271092"/>
                </a:lnTo>
                <a:lnTo>
                  <a:pt x="621854" y="237401"/>
                </a:lnTo>
                <a:lnTo>
                  <a:pt x="689564" y="174586"/>
                </a:lnTo>
                <a:lnTo>
                  <a:pt x="680292" y="141410"/>
                </a:lnTo>
                <a:lnTo>
                  <a:pt x="661640" y="144921"/>
                </a:lnTo>
                <a:lnTo>
                  <a:pt x="650720" y="172344"/>
                </a:lnTo>
                <a:lnTo>
                  <a:pt x="632601" y="153979"/>
                </a:lnTo>
                <a:lnTo>
                  <a:pt x="556693" y="174742"/>
                </a:lnTo>
                <a:lnTo>
                  <a:pt x="522195" y="159362"/>
                </a:lnTo>
                <a:lnTo>
                  <a:pt x="519372" y="139099"/>
                </a:lnTo>
                <a:lnTo>
                  <a:pt x="472210" y="163589"/>
                </a:lnTo>
                <a:lnTo>
                  <a:pt x="417185" y="134180"/>
                </a:lnTo>
                <a:lnTo>
                  <a:pt x="374872" y="127195"/>
                </a:lnTo>
                <a:lnTo>
                  <a:pt x="350312" y="141796"/>
                </a:lnTo>
                <a:lnTo>
                  <a:pt x="320576" y="96429"/>
                </a:lnTo>
                <a:lnTo>
                  <a:pt x="261960" y="113520"/>
                </a:lnTo>
                <a:lnTo>
                  <a:pt x="258998" y="96754"/>
                </a:lnTo>
                <a:lnTo>
                  <a:pt x="183215" y="70444"/>
                </a:lnTo>
                <a:lnTo>
                  <a:pt x="180013" y="26735"/>
                </a:lnTo>
                <a:lnTo>
                  <a:pt x="134865" y="20297"/>
                </a:lnTo>
                <a:lnTo>
                  <a:pt x="114469" y="0"/>
                </a:lnTo>
                <a:lnTo>
                  <a:pt x="73098" y="10385"/>
                </a:lnTo>
                <a:lnTo>
                  <a:pt x="102483" y="94073"/>
                </a:lnTo>
                <a:lnTo>
                  <a:pt x="129321" y="98787"/>
                </a:lnTo>
                <a:lnTo>
                  <a:pt x="127467" y="116375"/>
                </a:lnTo>
                <a:lnTo>
                  <a:pt x="152285" y="133072"/>
                </a:lnTo>
                <a:lnTo>
                  <a:pt x="106117" y="131240"/>
                </a:lnTo>
                <a:lnTo>
                  <a:pt x="81410" y="149162"/>
                </a:lnTo>
                <a:lnTo>
                  <a:pt x="118637" y="171316"/>
                </a:lnTo>
                <a:lnTo>
                  <a:pt x="117161" y="190661"/>
                </a:lnTo>
                <a:lnTo>
                  <a:pt x="95442" y="200456"/>
                </a:lnTo>
                <a:lnTo>
                  <a:pt x="182025" y="267255"/>
                </a:lnTo>
                <a:lnTo>
                  <a:pt x="108599" y="268291"/>
                </a:lnTo>
                <a:lnTo>
                  <a:pt x="72860" y="311077"/>
                </a:lnTo>
                <a:lnTo>
                  <a:pt x="5129" y="346107"/>
                </a:lnTo>
                <a:lnTo>
                  <a:pt x="0" y="373336"/>
                </a:lnTo>
                <a:lnTo>
                  <a:pt x="31538" y="432145"/>
                </a:lnTo>
                <a:lnTo>
                  <a:pt x="25350" y="446752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Chandīgarh"/>
          <p:cNvSpPr/>
          <p:nvPr/>
        </p:nvSpPr>
        <p:spPr>
          <a:xfrm>
            <a:off x="8393430" y="2662903"/>
            <a:ext cx="18377" cy="13153"/>
          </a:xfrm>
          <a:custGeom>
            <a:avLst/>
            <a:gdLst/>
            <a:ahLst/>
            <a:cxnLst/>
            <a:rect l="l" t="t" r="r" b="b"/>
            <a:pathLst>
              <a:path w="18377" h="13153">
                <a:moveTo>
                  <a:pt x="18377" y="0"/>
                </a:moveTo>
                <a:lnTo>
                  <a:pt x="0" y="1725"/>
                </a:lnTo>
                <a:lnTo>
                  <a:pt x="13663" y="13153"/>
                </a:lnTo>
                <a:lnTo>
                  <a:pt x="18377" y="0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Chhattīsgarh"/>
          <p:cNvSpPr/>
          <p:nvPr/>
        </p:nvSpPr>
        <p:spPr>
          <a:xfrm>
            <a:off x="8887492" y="3655309"/>
            <a:ext cx="570991" cy="942082"/>
          </a:xfrm>
          <a:custGeom>
            <a:avLst/>
            <a:gdLst/>
            <a:ahLst/>
            <a:cxnLst/>
            <a:rect l="l" t="t" r="r" b="b"/>
            <a:pathLst>
              <a:path w="570991" h="942082">
                <a:moveTo>
                  <a:pt x="0" y="803514"/>
                </a:moveTo>
                <a:lnTo>
                  <a:pt x="63970" y="849807"/>
                </a:lnTo>
                <a:lnTo>
                  <a:pt x="65369" y="886008"/>
                </a:lnTo>
                <a:lnTo>
                  <a:pt x="97786" y="884746"/>
                </a:lnTo>
                <a:lnTo>
                  <a:pt x="101843" y="941566"/>
                </a:lnTo>
                <a:lnTo>
                  <a:pt x="155161" y="942082"/>
                </a:lnTo>
                <a:lnTo>
                  <a:pt x="173456" y="872903"/>
                </a:lnTo>
                <a:lnTo>
                  <a:pt x="204589" y="858648"/>
                </a:lnTo>
                <a:lnTo>
                  <a:pt x="234133" y="823295"/>
                </a:lnTo>
                <a:lnTo>
                  <a:pt x="224457" y="813292"/>
                </a:lnTo>
                <a:lnTo>
                  <a:pt x="273242" y="774235"/>
                </a:lnTo>
                <a:lnTo>
                  <a:pt x="265403" y="698346"/>
                </a:lnTo>
                <a:lnTo>
                  <a:pt x="243193" y="686384"/>
                </a:lnTo>
                <a:lnTo>
                  <a:pt x="248246" y="644143"/>
                </a:lnTo>
                <a:lnTo>
                  <a:pt x="218834" y="625063"/>
                </a:lnTo>
                <a:lnTo>
                  <a:pt x="221294" y="606302"/>
                </a:lnTo>
                <a:lnTo>
                  <a:pt x="272055" y="612375"/>
                </a:lnTo>
                <a:lnTo>
                  <a:pt x="286989" y="637400"/>
                </a:lnTo>
                <a:lnTo>
                  <a:pt x="300929" y="626300"/>
                </a:lnTo>
                <a:lnTo>
                  <a:pt x="322731" y="632748"/>
                </a:lnTo>
                <a:lnTo>
                  <a:pt x="321123" y="646351"/>
                </a:lnTo>
                <a:lnTo>
                  <a:pt x="337119" y="637518"/>
                </a:lnTo>
                <a:lnTo>
                  <a:pt x="338238" y="613682"/>
                </a:lnTo>
                <a:lnTo>
                  <a:pt x="294453" y="604447"/>
                </a:lnTo>
                <a:lnTo>
                  <a:pt x="287752" y="480121"/>
                </a:lnTo>
                <a:lnTo>
                  <a:pt x="303619" y="489338"/>
                </a:lnTo>
                <a:lnTo>
                  <a:pt x="327863" y="440530"/>
                </a:lnTo>
                <a:lnTo>
                  <a:pt x="395841" y="447845"/>
                </a:lnTo>
                <a:lnTo>
                  <a:pt x="414881" y="407132"/>
                </a:lnTo>
                <a:lnTo>
                  <a:pt x="433915" y="411210"/>
                </a:lnTo>
                <a:lnTo>
                  <a:pt x="424458" y="388695"/>
                </a:lnTo>
                <a:lnTo>
                  <a:pt x="459482" y="336571"/>
                </a:lnTo>
                <a:lnTo>
                  <a:pt x="455820" y="298550"/>
                </a:lnTo>
                <a:lnTo>
                  <a:pt x="517577" y="258904"/>
                </a:lnTo>
                <a:lnTo>
                  <a:pt x="517443" y="228816"/>
                </a:lnTo>
                <a:lnTo>
                  <a:pt x="546635" y="214762"/>
                </a:lnTo>
                <a:lnTo>
                  <a:pt x="570991" y="176152"/>
                </a:lnTo>
                <a:lnTo>
                  <a:pt x="536829" y="170254"/>
                </a:lnTo>
                <a:lnTo>
                  <a:pt x="520561" y="141790"/>
                </a:lnTo>
                <a:lnTo>
                  <a:pt x="526474" y="115327"/>
                </a:lnTo>
                <a:lnTo>
                  <a:pt x="511059" y="108755"/>
                </a:lnTo>
                <a:lnTo>
                  <a:pt x="518425" y="70395"/>
                </a:lnTo>
                <a:lnTo>
                  <a:pt x="484621" y="73900"/>
                </a:lnTo>
                <a:lnTo>
                  <a:pt x="437621" y="3095"/>
                </a:lnTo>
                <a:lnTo>
                  <a:pt x="422168" y="0"/>
                </a:lnTo>
                <a:lnTo>
                  <a:pt x="397245" y="33002"/>
                </a:lnTo>
                <a:lnTo>
                  <a:pt x="350189" y="21545"/>
                </a:lnTo>
                <a:lnTo>
                  <a:pt x="311796" y="48102"/>
                </a:lnTo>
                <a:lnTo>
                  <a:pt x="184943" y="30412"/>
                </a:lnTo>
                <a:lnTo>
                  <a:pt x="197058" y="57420"/>
                </a:lnTo>
                <a:lnTo>
                  <a:pt x="180548" y="77717"/>
                </a:lnTo>
                <a:lnTo>
                  <a:pt x="187523" y="93139"/>
                </a:lnTo>
                <a:lnTo>
                  <a:pt x="228545" y="85581"/>
                </a:lnTo>
                <a:lnTo>
                  <a:pt x="266028" y="116750"/>
                </a:lnTo>
                <a:lnTo>
                  <a:pt x="261514" y="143727"/>
                </a:lnTo>
                <a:lnTo>
                  <a:pt x="231171" y="153303"/>
                </a:lnTo>
                <a:lnTo>
                  <a:pt x="186815" y="234049"/>
                </a:lnTo>
                <a:lnTo>
                  <a:pt x="116083" y="249043"/>
                </a:lnTo>
                <a:lnTo>
                  <a:pt x="101548" y="304924"/>
                </a:lnTo>
                <a:lnTo>
                  <a:pt x="87940" y="298003"/>
                </a:lnTo>
                <a:lnTo>
                  <a:pt x="62766" y="357099"/>
                </a:lnTo>
                <a:lnTo>
                  <a:pt x="56320" y="419036"/>
                </a:lnTo>
                <a:lnTo>
                  <a:pt x="26474" y="437576"/>
                </a:lnTo>
                <a:lnTo>
                  <a:pt x="20964" y="462376"/>
                </a:lnTo>
                <a:lnTo>
                  <a:pt x="37831" y="473345"/>
                </a:lnTo>
                <a:lnTo>
                  <a:pt x="43588" y="510711"/>
                </a:lnTo>
                <a:lnTo>
                  <a:pt x="28822" y="520593"/>
                </a:lnTo>
                <a:lnTo>
                  <a:pt x="49710" y="523572"/>
                </a:lnTo>
                <a:lnTo>
                  <a:pt x="48948" y="563265"/>
                </a:lnTo>
                <a:lnTo>
                  <a:pt x="16947" y="576346"/>
                </a:lnTo>
                <a:lnTo>
                  <a:pt x="39319" y="602188"/>
                </a:lnTo>
                <a:lnTo>
                  <a:pt x="17842" y="643327"/>
                </a:lnTo>
                <a:lnTo>
                  <a:pt x="37862" y="640021"/>
                </a:lnTo>
                <a:lnTo>
                  <a:pt x="86615" y="690246"/>
                </a:lnTo>
                <a:lnTo>
                  <a:pt x="67046" y="718939"/>
                </a:lnTo>
                <a:lnTo>
                  <a:pt x="41588" y="702114"/>
                </a:lnTo>
                <a:lnTo>
                  <a:pt x="16751" y="725619"/>
                </a:lnTo>
                <a:lnTo>
                  <a:pt x="0" y="803514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Delhi"/>
          <p:cNvSpPr/>
          <p:nvPr/>
        </p:nvSpPr>
        <p:spPr>
          <a:xfrm>
            <a:off x="8418186" y="2946014"/>
            <a:ext cx="61334" cy="67644"/>
          </a:xfrm>
          <a:custGeom>
            <a:avLst/>
            <a:gdLst/>
            <a:ahLst/>
            <a:cxnLst/>
            <a:rect l="l" t="t" r="r" b="b"/>
            <a:pathLst>
              <a:path w="61334" h="67644">
                <a:moveTo>
                  <a:pt x="45134" y="0"/>
                </a:moveTo>
                <a:lnTo>
                  <a:pt x="9262" y="5906"/>
                </a:lnTo>
                <a:lnTo>
                  <a:pt x="0" y="53306"/>
                </a:lnTo>
                <a:lnTo>
                  <a:pt x="29096" y="51318"/>
                </a:lnTo>
                <a:lnTo>
                  <a:pt x="40225" y="67644"/>
                </a:lnTo>
                <a:lnTo>
                  <a:pt x="61334" y="54892"/>
                </a:lnTo>
                <a:lnTo>
                  <a:pt x="45134" y="0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Dādra and Nagar Haveli and Damān and Diu"/>
          <p:cNvSpPr/>
          <p:nvPr/>
        </p:nvSpPr>
        <p:spPr>
          <a:xfrm>
            <a:off x="7868181" y="4214419"/>
            <a:ext cx="41330" cy="43773"/>
          </a:xfrm>
          <a:custGeom>
            <a:avLst/>
            <a:gdLst/>
            <a:ahLst/>
            <a:cxnLst/>
            <a:rect l="l" t="t" r="r" b="b"/>
            <a:pathLst>
              <a:path w="41330" h="43773">
                <a:moveTo>
                  <a:pt x="41330" y="35808"/>
                </a:moveTo>
                <a:lnTo>
                  <a:pt x="35498" y="22717"/>
                </a:lnTo>
                <a:lnTo>
                  <a:pt x="20535" y="29634"/>
                </a:lnTo>
                <a:lnTo>
                  <a:pt x="35304" y="10728"/>
                </a:lnTo>
                <a:lnTo>
                  <a:pt x="25559" y="0"/>
                </a:lnTo>
                <a:lnTo>
                  <a:pt x="0" y="12670"/>
                </a:lnTo>
                <a:lnTo>
                  <a:pt x="17644" y="43773"/>
                </a:lnTo>
                <a:lnTo>
                  <a:pt x="41330" y="35808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Goa"/>
          <p:cNvSpPr/>
          <p:nvPr/>
        </p:nvSpPr>
        <p:spPr>
          <a:xfrm>
            <a:off x="7973866" y="4895017"/>
            <a:ext cx="91552" cy="133368"/>
          </a:xfrm>
          <a:custGeom>
            <a:avLst/>
            <a:gdLst/>
            <a:ahLst/>
            <a:cxnLst/>
            <a:rect l="l" t="t" r="r" b="b"/>
            <a:pathLst>
              <a:path w="91552" h="133368">
                <a:moveTo>
                  <a:pt x="0" y="11007"/>
                </a:moveTo>
                <a:lnTo>
                  <a:pt x="15583" y="50492"/>
                </a:lnTo>
                <a:lnTo>
                  <a:pt x="36157" y="54629"/>
                </a:lnTo>
                <a:lnTo>
                  <a:pt x="14903" y="58103"/>
                </a:lnTo>
                <a:lnTo>
                  <a:pt x="30398" y="70003"/>
                </a:lnTo>
                <a:lnTo>
                  <a:pt x="32805" y="106806"/>
                </a:lnTo>
                <a:lnTo>
                  <a:pt x="54186" y="133368"/>
                </a:lnTo>
                <a:lnTo>
                  <a:pt x="79911" y="125683"/>
                </a:lnTo>
                <a:lnTo>
                  <a:pt x="79767" y="80929"/>
                </a:lnTo>
                <a:lnTo>
                  <a:pt x="91552" y="75497"/>
                </a:lnTo>
                <a:lnTo>
                  <a:pt x="79644" y="21416"/>
                </a:lnTo>
                <a:lnTo>
                  <a:pt x="43676" y="28253"/>
                </a:lnTo>
                <a:lnTo>
                  <a:pt x="25078" y="0"/>
                </a:lnTo>
                <a:lnTo>
                  <a:pt x="0" y="11007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Gujarāt"/>
          <p:cNvSpPr/>
          <p:nvPr/>
        </p:nvSpPr>
        <p:spPr>
          <a:xfrm>
            <a:off x="7204459" y="3564857"/>
            <a:ext cx="880356" cy="683221"/>
          </a:xfrm>
          <a:custGeom>
            <a:avLst/>
            <a:gdLst/>
            <a:ahLst/>
            <a:cxnLst/>
            <a:rect l="l" t="t" r="r" b="b"/>
            <a:pathLst>
              <a:path w="880356" h="683221">
                <a:moveTo>
                  <a:pt x="670564" y="672190"/>
                </a:moveTo>
                <a:lnTo>
                  <a:pt x="664382" y="661367"/>
                </a:lnTo>
                <a:lnTo>
                  <a:pt x="689236" y="649555"/>
                </a:lnTo>
                <a:lnTo>
                  <a:pt x="699026" y="660290"/>
                </a:lnTo>
                <a:lnTo>
                  <a:pt x="684822" y="679680"/>
                </a:lnTo>
                <a:lnTo>
                  <a:pt x="733598" y="673748"/>
                </a:lnTo>
                <a:lnTo>
                  <a:pt x="738139" y="596243"/>
                </a:lnTo>
                <a:lnTo>
                  <a:pt x="779000" y="619048"/>
                </a:lnTo>
                <a:lnTo>
                  <a:pt x="806363" y="592545"/>
                </a:lnTo>
                <a:lnTo>
                  <a:pt x="800670" y="556747"/>
                </a:lnTo>
                <a:lnTo>
                  <a:pt x="755809" y="528620"/>
                </a:lnTo>
                <a:lnTo>
                  <a:pt x="788837" y="528127"/>
                </a:lnTo>
                <a:lnTo>
                  <a:pt x="805878" y="493653"/>
                </a:lnTo>
                <a:lnTo>
                  <a:pt x="858763" y="479682"/>
                </a:lnTo>
                <a:lnTo>
                  <a:pt x="793863" y="479773"/>
                </a:lnTo>
                <a:lnTo>
                  <a:pt x="786062" y="431002"/>
                </a:lnTo>
                <a:lnTo>
                  <a:pt x="834724" y="412514"/>
                </a:lnTo>
                <a:lnTo>
                  <a:pt x="823351" y="351905"/>
                </a:lnTo>
                <a:lnTo>
                  <a:pt x="854666" y="346021"/>
                </a:lnTo>
                <a:lnTo>
                  <a:pt x="819678" y="324998"/>
                </a:lnTo>
                <a:lnTo>
                  <a:pt x="866854" y="310093"/>
                </a:lnTo>
                <a:lnTo>
                  <a:pt x="880356" y="277123"/>
                </a:lnTo>
                <a:lnTo>
                  <a:pt x="829158" y="211711"/>
                </a:lnTo>
                <a:lnTo>
                  <a:pt x="762739" y="188601"/>
                </a:lnTo>
                <a:lnTo>
                  <a:pt x="766678" y="162820"/>
                </a:lnTo>
                <a:lnTo>
                  <a:pt x="748319" y="164968"/>
                </a:lnTo>
                <a:lnTo>
                  <a:pt x="724606" y="137430"/>
                </a:lnTo>
                <a:lnTo>
                  <a:pt x="726011" y="90669"/>
                </a:lnTo>
                <a:lnTo>
                  <a:pt x="709503" y="105951"/>
                </a:lnTo>
                <a:lnTo>
                  <a:pt x="685221" y="77232"/>
                </a:lnTo>
                <a:lnTo>
                  <a:pt x="706245" y="51975"/>
                </a:lnTo>
                <a:lnTo>
                  <a:pt x="686475" y="47093"/>
                </a:lnTo>
                <a:lnTo>
                  <a:pt x="688326" y="32199"/>
                </a:lnTo>
                <a:lnTo>
                  <a:pt x="663519" y="55959"/>
                </a:lnTo>
                <a:lnTo>
                  <a:pt x="612034" y="28732"/>
                </a:lnTo>
                <a:lnTo>
                  <a:pt x="600720" y="44379"/>
                </a:lnTo>
                <a:lnTo>
                  <a:pt x="571522" y="18884"/>
                </a:lnTo>
                <a:lnTo>
                  <a:pt x="585505" y="12478"/>
                </a:lnTo>
                <a:lnTo>
                  <a:pt x="545891" y="0"/>
                </a:lnTo>
                <a:lnTo>
                  <a:pt x="516929" y="15338"/>
                </a:lnTo>
                <a:lnTo>
                  <a:pt x="412289" y="3371"/>
                </a:lnTo>
                <a:lnTo>
                  <a:pt x="397174" y="25187"/>
                </a:lnTo>
                <a:lnTo>
                  <a:pt x="415773" y="45721"/>
                </a:lnTo>
                <a:lnTo>
                  <a:pt x="374923" y="72483"/>
                </a:lnTo>
                <a:lnTo>
                  <a:pt x="339523" y="68752"/>
                </a:lnTo>
                <a:lnTo>
                  <a:pt x="339802" y="43281"/>
                </a:lnTo>
                <a:lnTo>
                  <a:pt x="275669" y="62277"/>
                </a:lnTo>
                <a:lnTo>
                  <a:pt x="263923" y="80755"/>
                </a:lnTo>
                <a:lnTo>
                  <a:pt x="223260" y="80769"/>
                </a:lnTo>
                <a:lnTo>
                  <a:pt x="204237" y="62570"/>
                </a:lnTo>
                <a:lnTo>
                  <a:pt x="122423" y="72986"/>
                </a:lnTo>
                <a:lnTo>
                  <a:pt x="114417" y="61114"/>
                </a:lnTo>
                <a:lnTo>
                  <a:pt x="103226" y="74523"/>
                </a:lnTo>
                <a:lnTo>
                  <a:pt x="97896" y="58896"/>
                </a:lnTo>
                <a:lnTo>
                  <a:pt x="87746" y="110583"/>
                </a:lnTo>
                <a:lnTo>
                  <a:pt x="34773" y="108565"/>
                </a:lnTo>
                <a:lnTo>
                  <a:pt x="12343" y="124936"/>
                </a:lnTo>
                <a:lnTo>
                  <a:pt x="0" y="163613"/>
                </a:lnTo>
                <a:lnTo>
                  <a:pt x="49999" y="178241"/>
                </a:lnTo>
                <a:lnTo>
                  <a:pt x="38838" y="192839"/>
                </a:lnTo>
                <a:lnTo>
                  <a:pt x="69283" y="206303"/>
                </a:lnTo>
                <a:lnTo>
                  <a:pt x="58422" y="218656"/>
                </a:lnTo>
                <a:lnTo>
                  <a:pt x="71338" y="210692"/>
                </a:lnTo>
                <a:lnTo>
                  <a:pt x="71037" y="230125"/>
                </a:lnTo>
                <a:lnTo>
                  <a:pt x="149205" y="279802"/>
                </a:lnTo>
                <a:lnTo>
                  <a:pt x="220676" y="284544"/>
                </a:lnTo>
                <a:lnTo>
                  <a:pt x="271770" y="267372"/>
                </a:lnTo>
                <a:lnTo>
                  <a:pt x="301686" y="224199"/>
                </a:lnTo>
                <a:lnTo>
                  <a:pt x="358995" y="223558"/>
                </a:lnTo>
                <a:lnTo>
                  <a:pt x="277789" y="322301"/>
                </a:lnTo>
                <a:lnTo>
                  <a:pt x="242529" y="340968"/>
                </a:lnTo>
                <a:lnTo>
                  <a:pt x="223153" y="332513"/>
                </a:lnTo>
                <a:lnTo>
                  <a:pt x="212721" y="351170"/>
                </a:lnTo>
                <a:lnTo>
                  <a:pt x="143632" y="375699"/>
                </a:lnTo>
                <a:lnTo>
                  <a:pt x="148934" y="341865"/>
                </a:lnTo>
                <a:lnTo>
                  <a:pt x="126903" y="346600"/>
                </a:lnTo>
                <a:lnTo>
                  <a:pt x="131399" y="332988"/>
                </a:lnTo>
                <a:lnTo>
                  <a:pt x="113152" y="358338"/>
                </a:lnTo>
                <a:lnTo>
                  <a:pt x="282432" y="545841"/>
                </a:lnTo>
                <a:lnTo>
                  <a:pt x="374212" y="600021"/>
                </a:lnTo>
                <a:lnTo>
                  <a:pt x="552925" y="524450"/>
                </a:lnTo>
                <a:lnTo>
                  <a:pt x="580139" y="460780"/>
                </a:lnTo>
                <a:lnTo>
                  <a:pt x="559872" y="433572"/>
                </a:lnTo>
                <a:lnTo>
                  <a:pt x="589094" y="357676"/>
                </a:lnTo>
                <a:lnTo>
                  <a:pt x="596566" y="373541"/>
                </a:lnTo>
                <a:lnTo>
                  <a:pt x="608824" y="356889"/>
                </a:lnTo>
                <a:lnTo>
                  <a:pt x="642066" y="370227"/>
                </a:lnTo>
                <a:lnTo>
                  <a:pt x="667511" y="358646"/>
                </a:lnTo>
                <a:lnTo>
                  <a:pt x="642391" y="378809"/>
                </a:lnTo>
                <a:lnTo>
                  <a:pt x="617776" y="375346"/>
                </a:lnTo>
                <a:lnTo>
                  <a:pt x="607737" y="414634"/>
                </a:lnTo>
                <a:lnTo>
                  <a:pt x="629761" y="411455"/>
                </a:lnTo>
                <a:lnTo>
                  <a:pt x="610488" y="452854"/>
                </a:lnTo>
                <a:lnTo>
                  <a:pt x="649188" y="455893"/>
                </a:lnTo>
                <a:lnTo>
                  <a:pt x="622184" y="466729"/>
                </a:lnTo>
                <a:lnTo>
                  <a:pt x="639400" y="473660"/>
                </a:lnTo>
                <a:lnTo>
                  <a:pt x="620212" y="506725"/>
                </a:lnTo>
                <a:lnTo>
                  <a:pt x="662543" y="617390"/>
                </a:lnTo>
                <a:lnTo>
                  <a:pt x="639414" y="683221"/>
                </a:lnTo>
                <a:lnTo>
                  <a:pt x="670564" y="672190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Haryāna"/>
          <p:cNvSpPr/>
          <p:nvPr/>
        </p:nvSpPr>
        <p:spPr>
          <a:xfrm>
            <a:off x="8084909" y="2640290"/>
            <a:ext cx="433041" cy="485323"/>
          </a:xfrm>
          <a:custGeom>
            <a:avLst/>
            <a:gdLst/>
            <a:ahLst/>
            <a:cxnLst/>
            <a:rect l="l" t="t" r="r" b="b"/>
            <a:pathLst>
              <a:path w="433041" h="485323">
                <a:moveTo>
                  <a:pt x="397187" y="357161"/>
                </a:moveTo>
                <a:lnTo>
                  <a:pt x="373502" y="373368"/>
                </a:lnTo>
                <a:lnTo>
                  <a:pt x="327134" y="346831"/>
                </a:lnTo>
                <a:lnTo>
                  <a:pt x="341559" y="340000"/>
                </a:lnTo>
                <a:lnTo>
                  <a:pt x="342539" y="311630"/>
                </a:lnTo>
                <a:lnTo>
                  <a:pt x="380937" y="302237"/>
                </a:lnTo>
                <a:lnTo>
                  <a:pt x="365942" y="171048"/>
                </a:lnTo>
                <a:lnTo>
                  <a:pt x="433041" y="80227"/>
                </a:lnTo>
                <a:lnTo>
                  <a:pt x="378533" y="65864"/>
                </a:lnTo>
                <a:lnTo>
                  <a:pt x="372502" y="33147"/>
                </a:lnTo>
                <a:lnTo>
                  <a:pt x="337837" y="776"/>
                </a:lnTo>
                <a:lnTo>
                  <a:pt x="318340" y="0"/>
                </a:lnTo>
                <a:lnTo>
                  <a:pt x="340589" y="77652"/>
                </a:lnTo>
                <a:lnTo>
                  <a:pt x="313489" y="71612"/>
                </a:lnTo>
                <a:lnTo>
                  <a:pt x="287957" y="96060"/>
                </a:lnTo>
                <a:lnTo>
                  <a:pt x="301726" y="107589"/>
                </a:lnTo>
                <a:lnTo>
                  <a:pt x="286512" y="123914"/>
                </a:lnTo>
                <a:lnTo>
                  <a:pt x="269409" y="106539"/>
                </a:lnTo>
                <a:lnTo>
                  <a:pt x="255425" y="121045"/>
                </a:lnTo>
                <a:lnTo>
                  <a:pt x="239624" y="111867"/>
                </a:lnTo>
                <a:lnTo>
                  <a:pt x="244632" y="157266"/>
                </a:lnTo>
                <a:lnTo>
                  <a:pt x="216887" y="173643"/>
                </a:lnTo>
                <a:lnTo>
                  <a:pt x="136024" y="163970"/>
                </a:lnTo>
                <a:lnTo>
                  <a:pt x="104981" y="203593"/>
                </a:lnTo>
                <a:lnTo>
                  <a:pt x="105845" y="171863"/>
                </a:lnTo>
                <a:lnTo>
                  <a:pt x="86066" y="148257"/>
                </a:lnTo>
                <a:lnTo>
                  <a:pt x="5758" y="145697"/>
                </a:lnTo>
                <a:lnTo>
                  <a:pt x="0" y="173257"/>
                </a:lnTo>
                <a:lnTo>
                  <a:pt x="19227" y="172235"/>
                </a:lnTo>
                <a:lnTo>
                  <a:pt x="16895" y="235629"/>
                </a:lnTo>
                <a:lnTo>
                  <a:pt x="51691" y="224262"/>
                </a:lnTo>
                <a:lnTo>
                  <a:pt x="82848" y="250222"/>
                </a:lnTo>
                <a:lnTo>
                  <a:pt x="129237" y="246342"/>
                </a:lnTo>
                <a:lnTo>
                  <a:pt x="150147" y="342241"/>
                </a:lnTo>
                <a:lnTo>
                  <a:pt x="224088" y="411257"/>
                </a:lnTo>
                <a:lnTo>
                  <a:pt x="202371" y="420650"/>
                </a:lnTo>
                <a:lnTo>
                  <a:pt x="216520" y="422723"/>
                </a:lnTo>
                <a:lnTo>
                  <a:pt x="201509" y="444205"/>
                </a:lnTo>
                <a:lnTo>
                  <a:pt x="209075" y="457410"/>
                </a:lnTo>
                <a:lnTo>
                  <a:pt x="241020" y="461060"/>
                </a:lnTo>
                <a:lnTo>
                  <a:pt x="232721" y="435421"/>
                </a:lnTo>
                <a:lnTo>
                  <a:pt x="258274" y="429213"/>
                </a:lnTo>
                <a:lnTo>
                  <a:pt x="251344" y="407024"/>
                </a:lnTo>
                <a:lnTo>
                  <a:pt x="276749" y="411596"/>
                </a:lnTo>
                <a:lnTo>
                  <a:pt x="286776" y="439171"/>
                </a:lnTo>
                <a:lnTo>
                  <a:pt x="328368" y="400691"/>
                </a:lnTo>
                <a:lnTo>
                  <a:pt x="345272" y="413109"/>
                </a:lnTo>
                <a:lnTo>
                  <a:pt x="336967" y="485323"/>
                </a:lnTo>
                <a:lnTo>
                  <a:pt x="361213" y="472868"/>
                </a:lnTo>
                <a:lnTo>
                  <a:pt x="355554" y="460370"/>
                </a:lnTo>
                <a:lnTo>
                  <a:pt x="407769" y="455509"/>
                </a:lnTo>
                <a:lnTo>
                  <a:pt x="424824" y="440703"/>
                </a:lnTo>
                <a:lnTo>
                  <a:pt x="415026" y="420720"/>
                </a:lnTo>
                <a:lnTo>
                  <a:pt x="425575" y="397595"/>
                </a:lnTo>
                <a:lnTo>
                  <a:pt x="397187" y="357161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Himāchal Pradesh"/>
          <p:cNvSpPr/>
          <p:nvPr/>
        </p:nvSpPr>
        <p:spPr>
          <a:xfrm>
            <a:off x="8239671" y="2289373"/>
            <a:ext cx="472785" cy="426832"/>
          </a:xfrm>
          <a:custGeom>
            <a:avLst/>
            <a:gdLst/>
            <a:ahLst/>
            <a:cxnLst/>
            <a:rect l="l" t="t" r="r" b="b"/>
            <a:pathLst>
              <a:path w="472785" h="426832">
                <a:moveTo>
                  <a:pt x="274357" y="426832"/>
                </a:moveTo>
                <a:lnTo>
                  <a:pt x="307937" y="410309"/>
                </a:lnTo>
                <a:lnTo>
                  <a:pt x="292047" y="371933"/>
                </a:lnTo>
                <a:lnTo>
                  <a:pt x="319402" y="314216"/>
                </a:lnTo>
                <a:lnTo>
                  <a:pt x="384350" y="294136"/>
                </a:lnTo>
                <a:lnTo>
                  <a:pt x="472785" y="320468"/>
                </a:lnTo>
                <a:lnTo>
                  <a:pt x="436882" y="282232"/>
                </a:lnTo>
                <a:lnTo>
                  <a:pt x="433112" y="260319"/>
                </a:lnTo>
                <a:lnTo>
                  <a:pt x="450354" y="246129"/>
                </a:lnTo>
                <a:lnTo>
                  <a:pt x="430738" y="221054"/>
                </a:lnTo>
                <a:lnTo>
                  <a:pt x="441238" y="188593"/>
                </a:lnTo>
                <a:lnTo>
                  <a:pt x="396058" y="151463"/>
                </a:lnTo>
                <a:lnTo>
                  <a:pt x="407124" y="125766"/>
                </a:lnTo>
                <a:lnTo>
                  <a:pt x="396015" y="112782"/>
                </a:lnTo>
                <a:lnTo>
                  <a:pt x="373867" y="112378"/>
                </a:lnTo>
                <a:lnTo>
                  <a:pt x="386786" y="74662"/>
                </a:lnTo>
                <a:lnTo>
                  <a:pt x="335263" y="95112"/>
                </a:lnTo>
                <a:lnTo>
                  <a:pt x="289101" y="40039"/>
                </a:lnTo>
                <a:lnTo>
                  <a:pt x="241512" y="65698"/>
                </a:lnTo>
                <a:lnTo>
                  <a:pt x="185306" y="34102"/>
                </a:lnTo>
                <a:lnTo>
                  <a:pt x="165850" y="0"/>
                </a:lnTo>
                <a:lnTo>
                  <a:pt x="112899" y="10517"/>
                </a:lnTo>
                <a:lnTo>
                  <a:pt x="49730" y="57252"/>
                </a:lnTo>
                <a:lnTo>
                  <a:pt x="34277" y="48905"/>
                </a:lnTo>
                <a:lnTo>
                  <a:pt x="47348" y="90913"/>
                </a:lnTo>
                <a:lnTo>
                  <a:pt x="33024" y="110997"/>
                </a:lnTo>
                <a:lnTo>
                  <a:pt x="47312" y="128300"/>
                </a:lnTo>
                <a:lnTo>
                  <a:pt x="3191" y="152289"/>
                </a:lnTo>
                <a:lnTo>
                  <a:pt x="0" y="177193"/>
                </a:lnTo>
                <a:lnTo>
                  <a:pt x="43697" y="195059"/>
                </a:lnTo>
                <a:lnTo>
                  <a:pt x="81006" y="291125"/>
                </a:lnTo>
                <a:lnTo>
                  <a:pt x="108059" y="271658"/>
                </a:lnTo>
                <a:lnTo>
                  <a:pt x="116995" y="295238"/>
                </a:lnTo>
                <a:lnTo>
                  <a:pt x="144982" y="303642"/>
                </a:lnTo>
                <a:lnTo>
                  <a:pt x="142620" y="337064"/>
                </a:lnTo>
                <a:lnTo>
                  <a:pt x="216912" y="383015"/>
                </a:lnTo>
                <a:lnTo>
                  <a:pt x="223771" y="416781"/>
                </a:lnTo>
                <a:lnTo>
                  <a:pt x="274357" y="426832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Jammu and Kashmīr"/>
          <p:cNvSpPr/>
          <p:nvPr/>
        </p:nvSpPr>
        <p:spPr>
          <a:xfrm>
            <a:off x="7934357" y="2013147"/>
            <a:ext cx="464855" cy="422618"/>
          </a:xfrm>
          <a:custGeom>
            <a:avLst/>
            <a:gdLst/>
            <a:ahLst/>
            <a:cxnLst/>
            <a:rect l="l" t="t" r="r" b="b"/>
            <a:pathLst>
              <a:path w="464855" h="422618">
                <a:moveTo>
                  <a:pt x="102947" y="0"/>
                </a:moveTo>
                <a:lnTo>
                  <a:pt x="88547" y="34384"/>
                </a:lnTo>
                <a:lnTo>
                  <a:pt x="49741" y="47890"/>
                </a:lnTo>
                <a:lnTo>
                  <a:pt x="36003" y="80560"/>
                </a:lnTo>
                <a:lnTo>
                  <a:pt x="7879" y="79670"/>
                </a:lnTo>
                <a:lnTo>
                  <a:pt x="0" y="109456"/>
                </a:lnTo>
                <a:lnTo>
                  <a:pt x="27563" y="182639"/>
                </a:lnTo>
                <a:lnTo>
                  <a:pt x="32824" y="301214"/>
                </a:lnTo>
                <a:lnTo>
                  <a:pt x="54778" y="319746"/>
                </a:lnTo>
                <a:lnTo>
                  <a:pt x="78577" y="316580"/>
                </a:lnTo>
                <a:lnTo>
                  <a:pt x="135688" y="350601"/>
                </a:lnTo>
                <a:lnTo>
                  <a:pt x="182036" y="338190"/>
                </a:lnTo>
                <a:lnTo>
                  <a:pt x="179741" y="391296"/>
                </a:lnTo>
                <a:lnTo>
                  <a:pt x="226663" y="389738"/>
                </a:lnTo>
                <a:lnTo>
                  <a:pt x="295730" y="422618"/>
                </a:lnTo>
                <a:lnTo>
                  <a:pt x="351793" y="369528"/>
                </a:lnTo>
                <a:lnTo>
                  <a:pt x="339591" y="325131"/>
                </a:lnTo>
                <a:lnTo>
                  <a:pt x="355044" y="333478"/>
                </a:lnTo>
                <a:lnTo>
                  <a:pt x="418213" y="286743"/>
                </a:lnTo>
                <a:lnTo>
                  <a:pt x="464855" y="287830"/>
                </a:lnTo>
                <a:lnTo>
                  <a:pt x="448155" y="249380"/>
                </a:lnTo>
                <a:lnTo>
                  <a:pt x="410886" y="224340"/>
                </a:lnTo>
                <a:lnTo>
                  <a:pt x="389874" y="229825"/>
                </a:lnTo>
                <a:lnTo>
                  <a:pt x="398179" y="203155"/>
                </a:lnTo>
                <a:lnTo>
                  <a:pt x="364823" y="168207"/>
                </a:lnTo>
                <a:lnTo>
                  <a:pt x="338235" y="171746"/>
                </a:lnTo>
                <a:lnTo>
                  <a:pt x="318105" y="135845"/>
                </a:lnTo>
                <a:lnTo>
                  <a:pt x="277685" y="121579"/>
                </a:lnTo>
                <a:lnTo>
                  <a:pt x="253416" y="44209"/>
                </a:lnTo>
                <a:lnTo>
                  <a:pt x="232999" y="30358"/>
                </a:lnTo>
                <a:lnTo>
                  <a:pt x="210487" y="49375"/>
                </a:lnTo>
                <a:lnTo>
                  <a:pt x="164249" y="31071"/>
                </a:lnTo>
                <a:lnTo>
                  <a:pt x="153466" y="125"/>
                </a:lnTo>
                <a:lnTo>
                  <a:pt x="102947" y="0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Jhārkhand"/>
          <p:cNvSpPr/>
          <p:nvPr/>
        </p:nvSpPr>
        <p:spPr>
          <a:xfrm>
            <a:off x="9310825" y="3469706"/>
            <a:ext cx="640984" cy="504392"/>
          </a:xfrm>
          <a:custGeom>
            <a:avLst/>
            <a:gdLst/>
            <a:ahLst/>
            <a:cxnLst/>
            <a:rect l="l" t="t" r="r" b="b"/>
            <a:pathLst>
              <a:path w="640984" h="504392">
                <a:moveTo>
                  <a:pt x="0" y="186250"/>
                </a:moveTo>
                <a:lnTo>
                  <a:pt x="51991" y="228178"/>
                </a:lnTo>
                <a:lnTo>
                  <a:pt x="61681" y="259793"/>
                </a:lnTo>
                <a:lnTo>
                  <a:pt x="95092" y="255998"/>
                </a:lnTo>
                <a:lnTo>
                  <a:pt x="97983" y="329810"/>
                </a:lnTo>
                <a:lnTo>
                  <a:pt x="113496" y="355857"/>
                </a:lnTo>
                <a:lnTo>
                  <a:pt x="147614" y="359771"/>
                </a:lnTo>
                <a:lnTo>
                  <a:pt x="94031" y="421571"/>
                </a:lnTo>
                <a:lnTo>
                  <a:pt x="133160" y="448788"/>
                </a:lnTo>
                <a:lnTo>
                  <a:pt x="240579" y="427681"/>
                </a:lnTo>
                <a:lnTo>
                  <a:pt x="247475" y="456014"/>
                </a:lnTo>
                <a:lnTo>
                  <a:pt x="229461" y="487630"/>
                </a:lnTo>
                <a:lnTo>
                  <a:pt x="264251" y="498572"/>
                </a:lnTo>
                <a:lnTo>
                  <a:pt x="282660" y="475937"/>
                </a:lnTo>
                <a:lnTo>
                  <a:pt x="326170" y="491828"/>
                </a:lnTo>
                <a:lnTo>
                  <a:pt x="343085" y="482635"/>
                </a:lnTo>
                <a:lnTo>
                  <a:pt x="337355" y="500726"/>
                </a:lnTo>
                <a:lnTo>
                  <a:pt x="356916" y="504392"/>
                </a:lnTo>
                <a:lnTo>
                  <a:pt x="376049" y="415254"/>
                </a:lnTo>
                <a:lnTo>
                  <a:pt x="430652" y="454703"/>
                </a:lnTo>
                <a:lnTo>
                  <a:pt x="473770" y="468459"/>
                </a:lnTo>
                <a:lnTo>
                  <a:pt x="493029" y="457417"/>
                </a:lnTo>
                <a:lnTo>
                  <a:pt x="475809" y="414032"/>
                </a:lnTo>
                <a:lnTo>
                  <a:pt x="427835" y="381895"/>
                </a:lnTo>
                <a:lnTo>
                  <a:pt x="445508" y="352278"/>
                </a:lnTo>
                <a:lnTo>
                  <a:pt x="400643" y="351467"/>
                </a:lnTo>
                <a:lnTo>
                  <a:pt x="355103" y="327521"/>
                </a:lnTo>
                <a:lnTo>
                  <a:pt x="351873" y="279715"/>
                </a:lnTo>
                <a:lnTo>
                  <a:pt x="377255" y="278014"/>
                </a:lnTo>
                <a:lnTo>
                  <a:pt x="376937" y="263183"/>
                </a:lnTo>
                <a:lnTo>
                  <a:pt x="412708" y="289223"/>
                </a:lnTo>
                <a:lnTo>
                  <a:pt x="433716" y="256691"/>
                </a:lnTo>
                <a:lnTo>
                  <a:pt x="480446" y="247856"/>
                </a:lnTo>
                <a:lnTo>
                  <a:pt x="481296" y="225681"/>
                </a:lnTo>
                <a:lnTo>
                  <a:pt x="541568" y="227428"/>
                </a:lnTo>
                <a:lnTo>
                  <a:pt x="542221" y="194703"/>
                </a:lnTo>
                <a:lnTo>
                  <a:pt x="571942" y="203789"/>
                </a:lnTo>
                <a:lnTo>
                  <a:pt x="577140" y="183835"/>
                </a:lnTo>
                <a:lnTo>
                  <a:pt x="604501" y="179165"/>
                </a:lnTo>
                <a:lnTo>
                  <a:pt x="596703" y="163401"/>
                </a:lnTo>
                <a:lnTo>
                  <a:pt x="619210" y="144237"/>
                </a:lnTo>
                <a:lnTo>
                  <a:pt x="615103" y="114296"/>
                </a:lnTo>
                <a:lnTo>
                  <a:pt x="634093" y="113993"/>
                </a:lnTo>
                <a:lnTo>
                  <a:pt x="621475" y="87846"/>
                </a:lnTo>
                <a:lnTo>
                  <a:pt x="640984" y="57128"/>
                </a:lnTo>
                <a:lnTo>
                  <a:pt x="589116" y="0"/>
                </a:lnTo>
                <a:lnTo>
                  <a:pt x="529058" y="48268"/>
                </a:lnTo>
                <a:lnTo>
                  <a:pt x="515312" y="110592"/>
                </a:lnTo>
                <a:lnTo>
                  <a:pt x="453321" y="110651"/>
                </a:lnTo>
                <a:lnTo>
                  <a:pt x="431422" y="146522"/>
                </a:lnTo>
                <a:lnTo>
                  <a:pt x="377416" y="85040"/>
                </a:lnTo>
                <a:lnTo>
                  <a:pt x="333296" y="78914"/>
                </a:lnTo>
                <a:lnTo>
                  <a:pt x="323784" y="115007"/>
                </a:lnTo>
                <a:lnTo>
                  <a:pt x="282630" y="118548"/>
                </a:lnTo>
                <a:lnTo>
                  <a:pt x="243604" y="145844"/>
                </a:lnTo>
                <a:lnTo>
                  <a:pt x="217973" y="145870"/>
                </a:lnTo>
                <a:lnTo>
                  <a:pt x="203886" y="122224"/>
                </a:lnTo>
                <a:lnTo>
                  <a:pt x="161515" y="158691"/>
                </a:lnTo>
                <a:lnTo>
                  <a:pt x="133958" y="117769"/>
                </a:lnTo>
                <a:lnTo>
                  <a:pt x="107802" y="130155"/>
                </a:lnTo>
                <a:lnTo>
                  <a:pt x="93955" y="105481"/>
                </a:lnTo>
                <a:lnTo>
                  <a:pt x="75169" y="121990"/>
                </a:lnTo>
                <a:lnTo>
                  <a:pt x="9921" y="126281"/>
                </a:lnTo>
                <a:lnTo>
                  <a:pt x="17643" y="147012"/>
                </a:lnTo>
                <a:lnTo>
                  <a:pt x="0" y="186250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Karnātaka"/>
          <p:cNvSpPr/>
          <p:nvPr/>
        </p:nvSpPr>
        <p:spPr>
          <a:xfrm>
            <a:off x="8031698" y="4499339"/>
            <a:ext cx="622378" cy="1023151"/>
          </a:xfrm>
          <a:custGeom>
            <a:avLst/>
            <a:gdLst/>
            <a:ahLst/>
            <a:cxnLst/>
            <a:rect l="l" t="t" r="r" b="b"/>
            <a:pathLst>
              <a:path w="622378" h="1023151">
                <a:moveTo>
                  <a:pt x="3511" y="417878"/>
                </a:moveTo>
                <a:lnTo>
                  <a:pt x="21812" y="417094"/>
                </a:lnTo>
                <a:lnTo>
                  <a:pt x="33720" y="471175"/>
                </a:lnTo>
                <a:lnTo>
                  <a:pt x="21935" y="476607"/>
                </a:lnTo>
                <a:lnTo>
                  <a:pt x="28188" y="509050"/>
                </a:lnTo>
                <a:lnTo>
                  <a:pt x="0" y="544434"/>
                </a:lnTo>
                <a:lnTo>
                  <a:pt x="23556" y="557114"/>
                </a:lnTo>
                <a:lnTo>
                  <a:pt x="71603" y="684340"/>
                </a:lnTo>
                <a:lnTo>
                  <a:pt x="104390" y="844292"/>
                </a:lnTo>
                <a:lnTo>
                  <a:pt x="170773" y="874394"/>
                </a:lnTo>
                <a:lnTo>
                  <a:pt x="182944" y="919776"/>
                </a:lnTo>
                <a:lnTo>
                  <a:pt x="244490" y="969140"/>
                </a:lnTo>
                <a:lnTo>
                  <a:pt x="279659" y="966174"/>
                </a:lnTo>
                <a:lnTo>
                  <a:pt x="280699" y="985341"/>
                </a:lnTo>
                <a:lnTo>
                  <a:pt x="349078" y="1021568"/>
                </a:lnTo>
                <a:lnTo>
                  <a:pt x="382279" y="1023151"/>
                </a:lnTo>
                <a:lnTo>
                  <a:pt x="400201" y="991077"/>
                </a:lnTo>
                <a:lnTo>
                  <a:pt x="418856" y="1004628"/>
                </a:lnTo>
                <a:lnTo>
                  <a:pt x="437159" y="990904"/>
                </a:lnTo>
                <a:lnTo>
                  <a:pt x="461727" y="998691"/>
                </a:lnTo>
                <a:lnTo>
                  <a:pt x="470991" y="971458"/>
                </a:lnTo>
                <a:lnTo>
                  <a:pt x="496127" y="970162"/>
                </a:lnTo>
                <a:lnTo>
                  <a:pt x="510117" y="946036"/>
                </a:lnTo>
                <a:lnTo>
                  <a:pt x="467928" y="931968"/>
                </a:lnTo>
                <a:lnTo>
                  <a:pt x="487975" y="908040"/>
                </a:lnTo>
                <a:lnTo>
                  <a:pt x="485492" y="863416"/>
                </a:lnTo>
                <a:lnTo>
                  <a:pt x="505025" y="862545"/>
                </a:lnTo>
                <a:lnTo>
                  <a:pt x="518332" y="833089"/>
                </a:lnTo>
                <a:lnTo>
                  <a:pt x="573022" y="849460"/>
                </a:lnTo>
                <a:lnTo>
                  <a:pt x="590321" y="822580"/>
                </a:lnTo>
                <a:lnTo>
                  <a:pt x="605401" y="833622"/>
                </a:lnTo>
                <a:lnTo>
                  <a:pt x="597978" y="821904"/>
                </a:lnTo>
                <a:lnTo>
                  <a:pt x="622378" y="771844"/>
                </a:lnTo>
                <a:lnTo>
                  <a:pt x="593268" y="764182"/>
                </a:lnTo>
                <a:lnTo>
                  <a:pt x="596746" y="726077"/>
                </a:lnTo>
                <a:lnTo>
                  <a:pt x="553104" y="717746"/>
                </a:lnTo>
                <a:lnTo>
                  <a:pt x="558163" y="687552"/>
                </a:lnTo>
                <a:lnTo>
                  <a:pt x="534531" y="690239"/>
                </a:lnTo>
                <a:lnTo>
                  <a:pt x="537170" y="670421"/>
                </a:lnTo>
                <a:lnTo>
                  <a:pt x="475297" y="710591"/>
                </a:lnTo>
                <a:lnTo>
                  <a:pt x="462458" y="687870"/>
                </a:lnTo>
                <a:lnTo>
                  <a:pt x="428142" y="675635"/>
                </a:lnTo>
                <a:lnTo>
                  <a:pt x="426527" y="699992"/>
                </a:lnTo>
                <a:lnTo>
                  <a:pt x="402356" y="702445"/>
                </a:lnTo>
                <a:lnTo>
                  <a:pt x="408332" y="674404"/>
                </a:lnTo>
                <a:lnTo>
                  <a:pt x="387959" y="639419"/>
                </a:lnTo>
                <a:lnTo>
                  <a:pt x="405795" y="638094"/>
                </a:lnTo>
                <a:lnTo>
                  <a:pt x="423228" y="664294"/>
                </a:lnTo>
                <a:lnTo>
                  <a:pt x="447186" y="659991"/>
                </a:lnTo>
                <a:lnTo>
                  <a:pt x="457958" y="681143"/>
                </a:lnTo>
                <a:lnTo>
                  <a:pt x="451221" y="645066"/>
                </a:lnTo>
                <a:lnTo>
                  <a:pt x="472289" y="641016"/>
                </a:lnTo>
                <a:lnTo>
                  <a:pt x="472339" y="625099"/>
                </a:lnTo>
                <a:lnTo>
                  <a:pt x="456959" y="614340"/>
                </a:lnTo>
                <a:lnTo>
                  <a:pt x="456846" y="634779"/>
                </a:lnTo>
                <a:lnTo>
                  <a:pt x="424353" y="613404"/>
                </a:lnTo>
                <a:lnTo>
                  <a:pt x="417486" y="631643"/>
                </a:lnTo>
                <a:lnTo>
                  <a:pt x="394263" y="627956"/>
                </a:lnTo>
                <a:lnTo>
                  <a:pt x="386614" y="605402"/>
                </a:lnTo>
                <a:lnTo>
                  <a:pt x="399077" y="592025"/>
                </a:lnTo>
                <a:lnTo>
                  <a:pt x="370022" y="574591"/>
                </a:lnTo>
                <a:lnTo>
                  <a:pt x="384511" y="524500"/>
                </a:lnTo>
                <a:lnTo>
                  <a:pt x="371643" y="503499"/>
                </a:lnTo>
                <a:lnTo>
                  <a:pt x="413984" y="514294"/>
                </a:lnTo>
                <a:lnTo>
                  <a:pt x="425988" y="489625"/>
                </a:lnTo>
                <a:lnTo>
                  <a:pt x="398969" y="440832"/>
                </a:lnTo>
                <a:lnTo>
                  <a:pt x="420414" y="415811"/>
                </a:lnTo>
                <a:lnTo>
                  <a:pt x="407084" y="387293"/>
                </a:lnTo>
                <a:lnTo>
                  <a:pt x="428226" y="372393"/>
                </a:lnTo>
                <a:lnTo>
                  <a:pt x="473668" y="376863"/>
                </a:lnTo>
                <a:lnTo>
                  <a:pt x="470431" y="327845"/>
                </a:lnTo>
                <a:lnTo>
                  <a:pt x="485351" y="322183"/>
                </a:lnTo>
                <a:lnTo>
                  <a:pt x="435232" y="295385"/>
                </a:lnTo>
                <a:lnTo>
                  <a:pt x="467293" y="276549"/>
                </a:lnTo>
                <a:lnTo>
                  <a:pt x="472159" y="214564"/>
                </a:lnTo>
                <a:lnTo>
                  <a:pt x="455217" y="183453"/>
                </a:lnTo>
                <a:lnTo>
                  <a:pt x="498458" y="142420"/>
                </a:lnTo>
                <a:lnTo>
                  <a:pt x="463932" y="129504"/>
                </a:lnTo>
                <a:lnTo>
                  <a:pt x="493392" y="72055"/>
                </a:lnTo>
                <a:lnTo>
                  <a:pt x="478406" y="59025"/>
                </a:lnTo>
                <a:lnTo>
                  <a:pt x="486408" y="25408"/>
                </a:lnTo>
                <a:lnTo>
                  <a:pt x="453225" y="21560"/>
                </a:lnTo>
                <a:lnTo>
                  <a:pt x="453204" y="0"/>
                </a:lnTo>
                <a:lnTo>
                  <a:pt x="418017" y="44143"/>
                </a:lnTo>
                <a:lnTo>
                  <a:pt x="395914" y="39327"/>
                </a:lnTo>
                <a:lnTo>
                  <a:pt x="391351" y="79949"/>
                </a:lnTo>
                <a:lnTo>
                  <a:pt x="366562" y="82375"/>
                </a:lnTo>
                <a:lnTo>
                  <a:pt x="359758" y="115019"/>
                </a:lnTo>
                <a:lnTo>
                  <a:pt x="336554" y="103258"/>
                </a:lnTo>
                <a:lnTo>
                  <a:pt x="309967" y="127495"/>
                </a:lnTo>
                <a:lnTo>
                  <a:pt x="317150" y="169722"/>
                </a:lnTo>
                <a:lnTo>
                  <a:pt x="254511" y="168521"/>
                </a:lnTo>
                <a:lnTo>
                  <a:pt x="213267" y="145438"/>
                </a:lnTo>
                <a:lnTo>
                  <a:pt x="218437" y="222334"/>
                </a:lnTo>
                <a:lnTo>
                  <a:pt x="164331" y="223155"/>
                </a:lnTo>
                <a:lnTo>
                  <a:pt x="155274" y="240299"/>
                </a:lnTo>
                <a:lnTo>
                  <a:pt x="116155" y="224916"/>
                </a:lnTo>
                <a:lnTo>
                  <a:pt x="114457" y="250629"/>
                </a:lnTo>
                <a:lnTo>
                  <a:pt x="82825" y="259130"/>
                </a:lnTo>
                <a:lnTo>
                  <a:pt x="82266" y="275363"/>
                </a:lnTo>
                <a:lnTo>
                  <a:pt x="65863" y="283262"/>
                </a:lnTo>
                <a:lnTo>
                  <a:pt x="52044" y="266853"/>
                </a:lnTo>
                <a:lnTo>
                  <a:pt x="24598" y="284144"/>
                </a:lnTo>
                <a:lnTo>
                  <a:pt x="32129" y="325372"/>
                </a:lnTo>
                <a:lnTo>
                  <a:pt x="57351" y="337337"/>
                </a:lnTo>
                <a:lnTo>
                  <a:pt x="37169" y="357900"/>
                </a:lnTo>
                <a:lnTo>
                  <a:pt x="51280" y="359542"/>
                </a:lnTo>
                <a:lnTo>
                  <a:pt x="38021" y="397905"/>
                </a:lnTo>
                <a:lnTo>
                  <a:pt x="3511" y="417878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Kerala"/>
          <p:cNvSpPr/>
          <p:nvPr/>
        </p:nvSpPr>
        <p:spPr>
          <a:xfrm>
            <a:off x="8139098" y="5344167"/>
            <a:ext cx="352261" cy="667486"/>
          </a:xfrm>
          <a:custGeom>
            <a:avLst/>
            <a:gdLst/>
            <a:ahLst/>
            <a:cxnLst/>
            <a:rect l="l" t="t" r="r" b="b"/>
            <a:pathLst>
              <a:path w="352261" h="667486">
                <a:moveTo>
                  <a:pt x="92509" y="163866"/>
                </a:moveTo>
                <a:lnTo>
                  <a:pt x="170595" y="359732"/>
                </a:lnTo>
                <a:lnTo>
                  <a:pt x="232181" y="579780"/>
                </a:lnTo>
                <a:lnTo>
                  <a:pt x="292345" y="658222"/>
                </a:lnTo>
                <a:lnTo>
                  <a:pt x="319475" y="667486"/>
                </a:lnTo>
                <a:lnTo>
                  <a:pt x="334457" y="633625"/>
                </a:lnTo>
                <a:lnTo>
                  <a:pt x="315521" y="562795"/>
                </a:lnTo>
                <a:lnTo>
                  <a:pt x="352261" y="489995"/>
                </a:lnTo>
                <a:lnTo>
                  <a:pt x="318126" y="474492"/>
                </a:lnTo>
                <a:lnTo>
                  <a:pt x="332939" y="422046"/>
                </a:lnTo>
                <a:lnTo>
                  <a:pt x="327740" y="364044"/>
                </a:lnTo>
                <a:lnTo>
                  <a:pt x="292891" y="383929"/>
                </a:lnTo>
                <a:lnTo>
                  <a:pt x="271611" y="371466"/>
                </a:lnTo>
                <a:lnTo>
                  <a:pt x="282324" y="299779"/>
                </a:lnTo>
                <a:lnTo>
                  <a:pt x="247949" y="277810"/>
                </a:lnTo>
                <a:lnTo>
                  <a:pt x="267574" y="259392"/>
                </a:lnTo>
                <a:lnTo>
                  <a:pt x="258402" y="234897"/>
                </a:lnTo>
                <a:lnTo>
                  <a:pt x="220164" y="239422"/>
                </a:lnTo>
                <a:lnTo>
                  <a:pt x="232546" y="213866"/>
                </a:lnTo>
                <a:lnTo>
                  <a:pt x="190918" y="197593"/>
                </a:lnTo>
                <a:lnTo>
                  <a:pt x="189133" y="182163"/>
                </a:lnTo>
                <a:lnTo>
                  <a:pt x="218086" y="171365"/>
                </a:lnTo>
                <a:lnTo>
                  <a:pt x="214043" y="154166"/>
                </a:lnTo>
                <a:lnTo>
                  <a:pt x="173299" y="140513"/>
                </a:lnTo>
                <a:lnTo>
                  <a:pt x="172259" y="121346"/>
                </a:lnTo>
                <a:lnTo>
                  <a:pt x="137090" y="124312"/>
                </a:lnTo>
                <a:lnTo>
                  <a:pt x="75544" y="74948"/>
                </a:lnTo>
                <a:lnTo>
                  <a:pt x="63373" y="29566"/>
                </a:lnTo>
                <a:lnTo>
                  <a:pt x="24659" y="18657"/>
                </a:lnTo>
                <a:lnTo>
                  <a:pt x="18643" y="0"/>
                </a:lnTo>
                <a:lnTo>
                  <a:pt x="0" y="4705"/>
                </a:lnTo>
                <a:lnTo>
                  <a:pt x="46070" y="117233"/>
                </a:lnTo>
                <a:lnTo>
                  <a:pt x="92509" y="163866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Ladākh"/>
          <p:cNvSpPr/>
          <p:nvPr/>
        </p:nvSpPr>
        <p:spPr>
          <a:xfrm>
            <a:off x="7818143" y="1719089"/>
            <a:ext cx="1076839" cy="707480"/>
          </a:xfrm>
          <a:custGeom>
            <a:avLst/>
            <a:gdLst/>
            <a:ahLst/>
            <a:cxnLst/>
            <a:rect l="l" t="t" r="r" b="b"/>
            <a:pathLst>
              <a:path w="1076839" h="707480">
                <a:moveTo>
                  <a:pt x="219161" y="294058"/>
                </a:moveTo>
                <a:lnTo>
                  <a:pt x="269680" y="294183"/>
                </a:lnTo>
                <a:lnTo>
                  <a:pt x="280463" y="325129"/>
                </a:lnTo>
                <a:lnTo>
                  <a:pt x="326701" y="343433"/>
                </a:lnTo>
                <a:lnTo>
                  <a:pt x="349213" y="324416"/>
                </a:lnTo>
                <a:lnTo>
                  <a:pt x="369630" y="338267"/>
                </a:lnTo>
                <a:lnTo>
                  <a:pt x="393899" y="415637"/>
                </a:lnTo>
                <a:lnTo>
                  <a:pt x="434319" y="429903"/>
                </a:lnTo>
                <a:lnTo>
                  <a:pt x="454449" y="465804"/>
                </a:lnTo>
                <a:lnTo>
                  <a:pt x="481037" y="462265"/>
                </a:lnTo>
                <a:lnTo>
                  <a:pt x="514393" y="497213"/>
                </a:lnTo>
                <a:lnTo>
                  <a:pt x="506088" y="523883"/>
                </a:lnTo>
                <a:lnTo>
                  <a:pt x="527100" y="518398"/>
                </a:lnTo>
                <a:lnTo>
                  <a:pt x="564369" y="543438"/>
                </a:lnTo>
                <a:lnTo>
                  <a:pt x="612187" y="608570"/>
                </a:lnTo>
                <a:lnTo>
                  <a:pt x="664580" y="636177"/>
                </a:lnTo>
                <a:lnTo>
                  <a:pt x="714861" y="611240"/>
                </a:lnTo>
                <a:lnTo>
                  <a:pt x="756908" y="665434"/>
                </a:lnTo>
                <a:lnTo>
                  <a:pt x="808289" y="644920"/>
                </a:lnTo>
                <a:lnTo>
                  <a:pt x="799803" y="687448"/>
                </a:lnTo>
                <a:lnTo>
                  <a:pt x="860907" y="653894"/>
                </a:lnTo>
                <a:lnTo>
                  <a:pt x="868952" y="692453"/>
                </a:lnTo>
                <a:lnTo>
                  <a:pt x="890855" y="707480"/>
                </a:lnTo>
                <a:lnTo>
                  <a:pt x="937286" y="669463"/>
                </a:lnTo>
                <a:lnTo>
                  <a:pt x="954924" y="678450"/>
                </a:lnTo>
                <a:lnTo>
                  <a:pt x="979719" y="647578"/>
                </a:lnTo>
                <a:lnTo>
                  <a:pt x="938840" y="606874"/>
                </a:lnTo>
                <a:lnTo>
                  <a:pt x="955657" y="569810"/>
                </a:lnTo>
                <a:lnTo>
                  <a:pt x="886459" y="551792"/>
                </a:lnTo>
                <a:lnTo>
                  <a:pt x="881341" y="514297"/>
                </a:lnTo>
                <a:lnTo>
                  <a:pt x="907699" y="516602"/>
                </a:lnTo>
                <a:lnTo>
                  <a:pt x="879893" y="462770"/>
                </a:lnTo>
                <a:lnTo>
                  <a:pt x="916583" y="448544"/>
                </a:lnTo>
                <a:lnTo>
                  <a:pt x="952930" y="455989"/>
                </a:lnTo>
                <a:lnTo>
                  <a:pt x="974865" y="417380"/>
                </a:lnTo>
                <a:lnTo>
                  <a:pt x="963282" y="388630"/>
                </a:lnTo>
                <a:lnTo>
                  <a:pt x="1002816" y="387021"/>
                </a:lnTo>
                <a:lnTo>
                  <a:pt x="1000307" y="365746"/>
                </a:lnTo>
                <a:lnTo>
                  <a:pt x="1040894" y="352733"/>
                </a:lnTo>
                <a:lnTo>
                  <a:pt x="1076839" y="239626"/>
                </a:lnTo>
                <a:lnTo>
                  <a:pt x="1031219" y="185122"/>
                </a:lnTo>
                <a:lnTo>
                  <a:pt x="994992" y="190458"/>
                </a:lnTo>
                <a:lnTo>
                  <a:pt x="945219" y="161611"/>
                </a:lnTo>
                <a:lnTo>
                  <a:pt x="922704" y="164075"/>
                </a:lnTo>
                <a:lnTo>
                  <a:pt x="911222" y="185353"/>
                </a:lnTo>
                <a:lnTo>
                  <a:pt x="813008" y="192952"/>
                </a:lnTo>
                <a:lnTo>
                  <a:pt x="773422" y="229737"/>
                </a:lnTo>
                <a:lnTo>
                  <a:pt x="747829" y="219572"/>
                </a:lnTo>
                <a:lnTo>
                  <a:pt x="751991" y="242127"/>
                </a:lnTo>
                <a:lnTo>
                  <a:pt x="668828" y="239044"/>
                </a:lnTo>
                <a:lnTo>
                  <a:pt x="660562" y="230048"/>
                </a:lnTo>
                <a:lnTo>
                  <a:pt x="683321" y="230763"/>
                </a:lnTo>
                <a:lnTo>
                  <a:pt x="665576" y="203045"/>
                </a:lnTo>
                <a:lnTo>
                  <a:pt x="589886" y="184078"/>
                </a:lnTo>
                <a:lnTo>
                  <a:pt x="577559" y="167865"/>
                </a:lnTo>
                <a:lnTo>
                  <a:pt x="588509" y="153771"/>
                </a:lnTo>
                <a:lnTo>
                  <a:pt x="566714" y="133447"/>
                </a:lnTo>
                <a:lnTo>
                  <a:pt x="445547" y="75344"/>
                </a:lnTo>
                <a:lnTo>
                  <a:pt x="386623" y="3831"/>
                </a:lnTo>
                <a:lnTo>
                  <a:pt x="328242" y="25681"/>
                </a:lnTo>
                <a:lnTo>
                  <a:pt x="296918" y="0"/>
                </a:lnTo>
                <a:lnTo>
                  <a:pt x="280683" y="19337"/>
                </a:lnTo>
                <a:lnTo>
                  <a:pt x="260083" y="13153"/>
                </a:lnTo>
                <a:lnTo>
                  <a:pt x="208281" y="40560"/>
                </a:lnTo>
                <a:lnTo>
                  <a:pt x="157677" y="24783"/>
                </a:lnTo>
                <a:lnTo>
                  <a:pt x="185957" y="56191"/>
                </a:lnTo>
                <a:lnTo>
                  <a:pt x="73921" y="56487"/>
                </a:lnTo>
                <a:lnTo>
                  <a:pt x="60994" y="92550"/>
                </a:lnTo>
                <a:lnTo>
                  <a:pt x="0" y="133887"/>
                </a:lnTo>
                <a:lnTo>
                  <a:pt x="6466" y="179831"/>
                </a:lnTo>
                <a:lnTo>
                  <a:pt x="76000" y="179100"/>
                </a:lnTo>
                <a:lnTo>
                  <a:pt x="99859" y="216185"/>
                </a:lnTo>
                <a:lnTo>
                  <a:pt x="170776" y="231721"/>
                </a:lnTo>
                <a:lnTo>
                  <a:pt x="161287" y="276449"/>
                </a:lnTo>
                <a:lnTo>
                  <a:pt x="219161" y="294058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Lakshadweep"/>
          <p:cNvSpPr/>
          <p:nvPr/>
        </p:nvSpPr>
        <p:spPr>
          <a:xfrm>
            <a:off x="7847362" y="5572738"/>
            <a:ext cx="3933" cy="11543"/>
          </a:xfrm>
          <a:custGeom>
            <a:avLst/>
            <a:gdLst/>
            <a:ahLst/>
            <a:cxnLst/>
            <a:rect l="l" t="t" r="r" b="b"/>
            <a:pathLst>
              <a:path w="3933" h="11543">
                <a:moveTo>
                  <a:pt x="0" y="11543"/>
                </a:moveTo>
                <a:lnTo>
                  <a:pt x="3933" y="0"/>
                </a:lnTo>
                <a:lnTo>
                  <a:pt x="0" y="11543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Madhya Pradesh"/>
          <p:cNvSpPr/>
          <p:nvPr/>
        </p:nvSpPr>
        <p:spPr>
          <a:xfrm>
            <a:off x="8022932" y="3242864"/>
            <a:ext cx="1215945" cy="865640"/>
          </a:xfrm>
          <a:custGeom>
            <a:avLst/>
            <a:gdLst/>
            <a:ahLst/>
            <a:cxnLst/>
            <a:rect l="l" t="t" r="r" b="b"/>
            <a:pathLst>
              <a:path w="1215945" h="865640">
                <a:moveTo>
                  <a:pt x="918173" y="826204"/>
                </a:moveTo>
                <a:lnTo>
                  <a:pt x="941095" y="733023"/>
                </a:lnTo>
                <a:lnTo>
                  <a:pt x="954441" y="708899"/>
                </a:lnTo>
                <a:lnTo>
                  <a:pt x="965978" y="717617"/>
                </a:lnTo>
                <a:lnTo>
                  <a:pt x="980643" y="661488"/>
                </a:lnTo>
                <a:lnTo>
                  <a:pt x="1051375" y="646494"/>
                </a:lnTo>
                <a:lnTo>
                  <a:pt x="1095731" y="565748"/>
                </a:lnTo>
                <a:lnTo>
                  <a:pt x="1126074" y="556172"/>
                </a:lnTo>
                <a:lnTo>
                  <a:pt x="1130588" y="529195"/>
                </a:lnTo>
                <a:lnTo>
                  <a:pt x="1093105" y="498026"/>
                </a:lnTo>
                <a:lnTo>
                  <a:pt x="1052083" y="505584"/>
                </a:lnTo>
                <a:lnTo>
                  <a:pt x="1045108" y="490162"/>
                </a:lnTo>
                <a:lnTo>
                  <a:pt x="1061618" y="469865"/>
                </a:lnTo>
                <a:lnTo>
                  <a:pt x="1049523" y="442820"/>
                </a:lnTo>
                <a:lnTo>
                  <a:pt x="1078190" y="457171"/>
                </a:lnTo>
                <a:lnTo>
                  <a:pt x="1191710" y="452491"/>
                </a:lnTo>
                <a:lnTo>
                  <a:pt x="1215945" y="433879"/>
                </a:lnTo>
                <a:lnTo>
                  <a:pt x="1195747" y="409116"/>
                </a:lnTo>
                <a:lnTo>
                  <a:pt x="1210887" y="332475"/>
                </a:lnTo>
                <a:lnTo>
                  <a:pt x="1163210" y="323387"/>
                </a:lnTo>
                <a:lnTo>
                  <a:pt x="1161353" y="340032"/>
                </a:lnTo>
                <a:lnTo>
                  <a:pt x="1145063" y="337968"/>
                </a:lnTo>
                <a:lnTo>
                  <a:pt x="1131927" y="305989"/>
                </a:lnTo>
                <a:lnTo>
                  <a:pt x="1098924" y="304820"/>
                </a:lnTo>
                <a:lnTo>
                  <a:pt x="1090863" y="278077"/>
                </a:lnTo>
                <a:lnTo>
                  <a:pt x="1049953" y="270595"/>
                </a:lnTo>
                <a:lnTo>
                  <a:pt x="1044566" y="250314"/>
                </a:lnTo>
                <a:lnTo>
                  <a:pt x="1033271" y="268216"/>
                </a:lnTo>
                <a:lnTo>
                  <a:pt x="1003686" y="254225"/>
                </a:lnTo>
                <a:lnTo>
                  <a:pt x="984587" y="295793"/>
                </a:lnTo>
                <a:lnTo>
                  <a:pt x="939239" y="290569"/>
                </a:lnTo>
                <a:lnTo>
                  <a:pt x="949281" y="250949"/>
                </a:lnTo>
                <a:lnTo>
                  <a:pt x="924318" y="259841"/>
                </a:lnTo>
                <a:lnTo>
                  <a:pt x="934261" y="270819"/>
                </a:lnTo>
                <a:lnTo>
                  <a:pt x="910115" y="256545"/>
                </a:lnTo>
                <a:lnTo>
                  <a:pt x="911687" y="269200"/>
                </a:lnTo>
                <a:lnTo>
                  <a:pt x="893190" y="264620"/>
                </a:lnTo>
                <a:lnTo>
                  <a:pt x="902838" y="278689"/>
                </a:lnTo>
                <a:lnTo>
                  <a:pt x="887323" y="279850"/>
                </a:lnTo>
                <a:lnTo>
                  <a:pt x="888875" y="267264"/>
                </a:lnTo>
                <a:lnTo>
                  <a:pt x="872548" y="280149"/>
                </a:lnTo>
                <a:lnTo>
                  <a:pt x="886551" y="252490"/>
                </a:lnTo>
                <a:lnTo>
                  <a:pt x="863311" y="215706"/>
                </a:lnTo>
                <a:lnTo>
                  <a:pt x="806187" y="243834"/>
                </a:lnTo>
                <a:lnTo>
                  <a:pt x="806169" y="264942"/>
                </a:lnTo>
                <a:lnTo>
                  <a:pt x="744421" y="263148"/>
                </a:lnTo>
                <a:lnTo>
                  <a:pt x="756770" y="239170"/>
                </a:lnTo>
                <a:lnTo>
                  <a:pt x="729810" y="228603"/>
                </a:lnTo>
                <a:lnTo>
                  <a:pt x="727476" y="261497"/>
                </a:lnTo>
                <a:lnTo>
                  <a:pt x="692583" y="258347"/>
                </a:lnTo>
                <a:lnTo>
                  <a:pt x="690120" y="238098"/>
                </a:lnTo>
                <a:lnTo>
                  <a:pt x="671936" y="255586"/>
                </a:lnTo>
                <a:lnTo>
                  <a:pt x="682835" y="227495"/>
                </a:lnTo>
                <a:lnTo>
                  <a:pt x="667469" y="244855"/>
                </a:lnTo>
                <a:lnTo>
                  <a:pt x="659530" y="233017"/>
                </a:lnTo>
                <a:lnTo>
                  <a:pt x="686812" y="223172"/>
                </a:lnTo>
                <a:lnTo>
                  <a:pt x="673527" y="196114"/>
                </a:lnTo>
                <a:lnTo>
                  <a:pt x="667041" y="215016"/>
                </a:lnTo>
                <a:lnTo>
                  <a:pt x="651635" y="205654"/>
                </a:lnTo>
                <a:lnTo>
                  <a:pt x="657080" y="226306"/>
                </a:lnTo>
                <a:lnTo>
                  <a:pt x="640954" y="213174"/>
                </a:lnTo>
                <a:lnTo>
                  <a:pt x="610052" y="236588"/>
                </a:lnTo>
                <a:lnTo>
                  <a:pt x="629851" y="241197"/>
                </a:lnTo>
                <a:lnTo>
                  <a:pt x="637291" y="285320"/>
                </a:lnTo>
                <a:lnTo>
                  <a:pt x="659186" y="307220"/>
                </a:lnTo>
                <a:lnTo>
                  <a:pt x="653950" y="338686"/>
                </a:lnTo>
                <a:lnTo>
                  <a:pt x="672118" y="332548"/>
                </a:lnTo>
                <a:lnTo>
                  <a:pt x="684336" y="376387"/>
                </a:lnTo>
                <a:lnTo>
                  <a:pt x="661475" y="401647"/>
                </a:lnTo>
                <a:lnTo>
                  <a:pt x="621628" y="370385"/>
                </a:lnTo>
                <a:lnTo>
                  <a:pt x="603754" y="389067"/>
                </a:lnTo>
                <a:lnTo>
                  <a:pt x="573208" y="299513"/>
                </a:lnTo>
                <a:lnTo>
                  <a:pt x="613269" y="254567"/>
                </a:lnTo>
                <a:lnTo>
                  <a:pt x="592088" y="222768"/>
                </a:lnTo>
                <a:lnTo>
                  <a:pt x="611239" y="194936"/>
                </a:lnTo>
                <a:lnTo>
                  <a:pt x="662222" y="186342"/>
                </a:lnTo>
                <a:lnTo>
                  <a:pt x="654074" y="166914"/>
                </a:lnTo>
                <a:lnTo>
                  <a:pt x="707515" y="79352"/>
                </a:lnTo>
                <a:lnTo>
                  <a:pt x="688952" y="29227"/>
                </a:lnTo>
                <a:lnTo>
                  <a:pt x="599659" y="0"/>
                </a:lnTo>
                <a:lnTo>
                  <a:pt x="397640" y="115830"/>
                </a:lnTo>
                <a:lnTo>
                  <a:pt x="338506" y="172851"/>
                </a:lnTo>
                <a:lnTo>
                  <a:pt x="349819" y="211452"/>
                </a:lnTo>
                <a:lnTo>
                  <a:pt x="373845" y="229964"/>
                </a:lnTo>
                <a:lnTo>
                  <a:pt x="440295" y="233305"/>
                </a:lnTo>
                <a:lnTo>
                  <a:pt x="462694" y="218048"/>
                </a:lnTo>
                <a:lnTo>
                  <a:pt x="467632" y="262333"/>
                </a:lnTo>
                <a:lnTo>
                  <a:pt x="391507" y="278638"/>
                </a:lnTo>
                <a:lnTo>
                  <a:pt x="404353" y="298505"/>
                </a:lnTo>
                <a:lnTo>
                  <a:pt x="383995" y="307473"/>
                </a:lnTo>
                <a:lnTo>
                  <a:pt x="415575" y="321964"/>
                </a:lnTo>
                <a:lnTo>
                  <a:pt x="421206" y="342827"/>
                </a:lnTo>
                <a:lnTo>
                  <a:pt x="408258" y="359426"/>
                </a:lnTo>
                <a:lnTo>
                  <a:pt x="385904" y="348621"/>
                </a:lnTo>
                <a:lnTo>
                  <a:pt x="397585" y="409284"/>
                </a:lnTo>
                <a:lnTo>
                  <a:pt x="369626" y="403139"/>
                </a:lnTo>
                <a:lnTo>
                  <a:pt x="369153" y="385838"/>
                </a:lnTo>
                <a:lnTo>
                  <a:pt x="345916" y="404835"/>
                </a:lnTo>
                <a:lnTo>
                  <a:pt x="302270" y="396955"/>
                </a:lnTo>
                <a:lnTo>
                  <a:pt x="298526" y="379116"/>
                </a:lnTo>
                <a:lnTo>
                  <a:pt x="270267" y="438882"/>
                </a:lnTo>
                <a:lnTo>
                  <a:pt x="215177" y="458913"/>
                </a:lnTo>
                <a:lnTo>
                  <a:pt x="199994" y="430965"/>
                </a:lnTo>
                <a:lnTo>
                  <a:pt x="250250" y="419767"/>
                </a:lnTo>
                <a:lnTo>
                  <a:pt x="235149" y="369988"/>
                </a:lnTo>
                <a:lnTo>
                  <a:pt x="260273" y="360351"/>
                </a:lnTo>
                <a:lnTo>
                  <a:pt x="250175" y="319637"/>
                </a:lnTo>
                <a:lnTo>
                  <a:pt x="164756" y="323412"/>
                </a:lnTo>
                <a:lnTo>
                  <a:pt x="165420" y="302297"/>
                </a:lnTo>
                <a:lnTo>
                  <a:pt x="193313" y="298593"/>
                </a:lnTo>
                <a:lnTo>
                  <a:pt x="170847" y="297692"/>
                </a:lnTo>
                <a:lnTo>
                  <a:pt x="180667" y="272876"/>
                </a:lnTo>
                <a:lnTo>
                  <a:pt x="157330" y="271905"/>
                </a:lnTo>
                <a:lnTo>
                  <a:pt x="139081" y="302201"/>
                </a:lnTo>
                <a:lnTo>
                  <a:pt x="111330" y="285033"/>
                </a:lnTo>
                <a:lnTo>
                  <a:pt x="113502" y="312452"/>
                </a:lnTo>
                <a:lnTo>
                  <a:pt x="136624" y="319019"/>
                </a:lnTo>
                <a:lnTo>
                  <a:pt x="118974" y="333692"/>
                </a:lnTo>
                <a:lnTo>
                  <a:pt x="106658" y="311972"/>
                </a:lnTo>
                <a:lnTo>
                  <a:pt x="94032" y="355665"/>
                </a:lnTo>
                <a:lnTo>
                  <a:pt x="114181" y="361923"/>
                </a:lnTo>
                <a:lnTo>
                  <a:pt x="99347" y="390447"/>
                </a:lnTo>
                <a:lnTo>
                  <a:pt x="120083" y="394371"/>
                </a:lnTo>
                <a:lnTo>
                  <a:pt x="131937" y="424436"/>
                </a:lnTo>
                <a:lnTo>
                  <a:pt x="125577" y="483717"/>
                </a:lnTo>
                <a:lnTo>
                  <a:pt x="67088" y="528544"/>
                </a:lnTo>
                <a:lnTo>
                  <a:pt x="98576" y="546438"/>
                </a:lnTo>
                <a:lnTo>
                  <a:pt x="40048" y="568770"/>
                </a:lnTo>
                <a:lnTo>
                  <a:pt x="61883" y="599116"/>
                </a:lnTo>
                <a:lnTo>
                  <a:pt x="48381" y="632086"/>
                </a:lnTo>
                <a:lnTo>
                  <a:pt x="0" y="651031"/>
                </a:lnTo>
                <a:lnTo>
                  <a:pt x="36193" y="668014"/>
                </a:lnTo>
                <a:lnTo>
                  <a:pt x="4878" y="673898"/>
                </a:lnTo>
                <a:lnTo>
                  <a:pt x="20625" y="714046"/>
                </a:lnTo>
                <a:lnTo>
                  <a:pt x="9316" y="726927"/>
                </a:lnTo>
                <a:lnTo>
                  <a:pt x="24310" y="737860"/>
                </a:lnTo>
                <a:lnTo>
                  <a:pt x="57283" y="723316"/>
                </a:lnTo>
                <a:lnTo>
                  <a:pt x="72632" y="774379"/>
                </a:lnTo>
                <a:lnTo>
                  <a:pt x="120766" y="782158"/>
                </a:lnTo>
                <a:lnTo>
                  <a:pt x="175862" y="818672"/>
                </a:lnTo>
                <a:lnTo>
                  <a:pt x="286090" y="820679"/>
                </a:lnTo>
                <a:lnTo>
                  <a:pt x="288395" y="852893"/>
                </a:lnTo>
                <a:lnTo>
                  <a:pt x="311486" y="865640"/>
                </a:lnTo>
                <a:lnTo>
                  <a:pt x="359147" y="848473"/>
                </a:lnTo>
                <a:lnTo>
                  <a:pt x="382966" y="787424"/>
                </a:lnTo>
                <a:lnTo>
                  <a:pt x="451459" y="762596"/>
                </a:lnTo>
                <a:lnTo>
                  <a:pt x="486635" y="771015"/>
                </a:lnTo>
                <a:lnTo>
                  <a:pt x="496047" y="795688"/>
                </a:lnTo>
                <a:lnTo>
                  <a:pt x="470268" y="795801"/>
                </a:lnTo>
                <a:lnTo>
                  <a:pt x="478996" y="820224"/>
                </a:lnTo>
                <a:lnTo>
                  <a:pt x="541652" y="818502"/>
                </a:lnTo>
                <a:lnTo>
                  <a:pt x="603463" y="784301"/>
                </a:lnTo>
                <a:lnTo>
                  <a:pt x="612316" y="801960"/>
                </a:lnTo>
                <a:lnTo>
                  <a:pt x="679525" y="803574"/>
                </a:lnTo>
                <a:lnTo>
                  <a:pt x="676399" y="788162"/>
                </a:lnTo>
                <a:lnTo>
                  <a:pt x="720306" y="768262"/>
                </a:lnTo>
                <a:lnTo>
                  <a:pt x="757000" y="775469"/>
                </a:lnTo>
                <a:lnTo>
                  <a:pt x="763155" y="795071"/>
                </a:lnTo>
                <a:lnTo>
                  <a:pt x="861845" y="782816"/>
                </a:lnTo>
                <a:lnTo>
                  <a:pt x="883866" y="819856"/>
                </a:lnTo>
                <a:lnTo>
                  <a:pt x="918173" y="826204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Mahārāshtra"/>
          <p:cNvSpPr/>
          <p:nvPr/>
        </p:nvSpPr>
        <p:spPr>
          <a:xfrm>
            <a:off x="7833772" y="3964625"/>
            <a:ext cx="1140335" cy="959438"/>
          </a:xfrm>
          <a:custGeom>
            <a:avLst/>
            <a:gdLst/>
            <a:ahLst/>
            <a:cxnLst/>
            <a:rect l="l" t="t" r="r" b="b"/>
            <a:pathLst>
              <a:path w="1140335" h="959438">
                <a:moveTo>
                  <a:pt x="1053720" y="494198"/>
                </a:moveTo>
                <a:lnTo>
                  <a:pt x="1070471" y="416303"/>
                </a:lnTo>
                <a:lnTo>
                  <a:pt x="1095308" y="392798"/>
                </a:lnTo>
                <a:lnTo>
                  <a:pt x="1120766" y="409623"/>
                </a:lnTo>
                <a:lnTo>
                  <a:pt x="1140335" y="380930"/>
                </a:lnTo>
                <a:lnTo>
                  <a:pt x="1091582" y="330705"/>
                </a:lnTo>
                <a:lnTo>
                  <a:pt x="1071562" y="334011"/>
                </a:lnTo>
                <a:lnTo>
                  <a:pt x="1093039" y="292872"/>
                </a:lnTo>
                <a:lnTo>
                  <a:pt x="1070667" y="267030"/>
                </a:lnTo>
                <a:lnTo>
                  <a:pt x="1102668" y="253949"/>
                </a:lnTo>
                <a:lnTo>
                  <a:pt x="1103430" y="214256"/>
                </a:lnTo>
                <a:lnTo>
                  <a:pt x="1082542" y="211277"/>
                </a:lnTo>
                <a:lnTo>
                  <a:pt x="1097308" y="201395"/>
                </a:lnTo>
                <a:lnTo>
                  <a:pt x="1076745" y="139915"/>
                </a:lnTo>
                <a:lnTo>
                  <a:pt x="1110332" y="107591"/>
                </a:lnTo>
                <a:lnTo>
                  <a:pt x="1073026" y="98095"/>
                </a:lnTo>
                <a:lnTo>
                  <a:pt x="1044532" y="59434"/>
                </a:lnTo>
                <a:lnTo>
                  <a:pt x="1000866" y="76989"/>
                </a:lnTo>
                <a:lnTo>
                  <a:pt x="979598" y="64178"/>
                </a:lnTo>
                <a:lnTo>
                  <a:pt x="952315" y="73310"/>
                </a:lnTo>
                <a:lnTo>
                  <a:pt x="946160" y="53708"/>
                </a:lnTo>
                <a:lnTo>
                  <a:pt x="909391" y="46509"/>
                </a:lnTo>
                <a:lnTo>
                  <a:pt x="865559" y="66401"/>
                </a:lnTo>
                <a:lnTo>
                  <a:pt x="868685" y="81813"/>
                </a:lnTo>
                <a:lnTo>
                  <a:pt x="801476" y="80199"/>
                </a:lnTo>
                <a:lnTo>
                  <a:pt x="790575" y="62749"/>
                </a:lnTo>
                <a:lnTo>
                  <a:pt x="698794" y="100977"/>
                </a:lnTo>
                <a:lnTo>
                  <a:pt x="668031" y="98442"/>
                </a:lnTo>
                <a:lnTo>
                  <a:pt x="659428" y="74040"/>
                </a:lnTo>
                <a:lnTo>
                  <a:pt x="685207" y="73927"/>
                </a:lnTo>
                <a:lnTo>
                  <a:pt x="675795" y="49254"/>
                </a:lnTo>
                <a:lnTo>
                  <a:pt x="640619" y="40835"/>
                </a:lnTo>
                <a:lnTo>
                  <a:pt x="572126" y="65663"/>
                </a:lnTo>
                <a:lnTo>
                  <a:pt x="548307" y="126712"/>
                </a:lnTo>
                <a:lnTo>
                  <a:pt x="500646" y="143879"/>
                </a:lnTo>
                <a:lnTo>
                  <a:pt x="477555" y="131132"/>
                </a:lnTo>
                <a:lnTo>
                  <a:pt x="475250" y="98918"/>
                </a:lnTo>
                <a:lnTo>
                  <a:pt x="365022" y="96911"/>
                </a:lnTo>
                <a:lnTo>
                  <a:pt x="309926" y="60397"/>
                </a:lnTo>
                <a:lnTo>
                  <a:pt x="265658" y="55073"/>
                </a:lnTo>
                <a:lnTo>
                  <a:pt x="238590" y="0"/>
                </a:lnTo>
                <a:lnTo>
                  <a:pt x="156749" y="31234"/>
                </a:lnTo>
                <a:lnTo>
                  <a:pt x="164550" y="80005"/>
                </a:lnTo>
                <a:lnTo>
                  <a:pt x="230982" y="73120"/>
                </a:lnTo>
                <a:lnTo>
                  <a:pt x="176565" y="93885"/>
                </a:lnTo>
                <a:lnTo>
                  <a:pt x="159524" y="128359"/>
                </a:lnTo>
                <a:lnTo>
                  <a:pt x="126496" y="128852"/>
                </a:lnTo>
                <a:lnTo>
                  <a:pt x="171357" y="156979"/>
                </a:lnTo>
                <a:lnTo>
                  <a:pt x="176958" y="192925"/>
                </a:lnTo>
                <a:lnTo>
                  <a:pt x="149687" y="219280"/>
                </a:lnTo>
                <a:lnTo>
                  <a:pt x="108826" y="196475"/>
                </a:lnTo>
                <a:lnTo>
                  <a:pt x="104285" y="273980"/>
                </a:lnTo>
                <a:lnTo>
                  <a:pt x="87788" y="272465"/>
                </a:lnTo>
                <a:lnTo>
                  <a:pt x="71338" y="296544"/>
                </a:lnTo>
                <a:lnTo>
                  <a:pt x="27004" y="270071"/>
                </a:lnTo>
                <a:lnTo>
                  <a:pt x="6160" y="292879"/>
                </a:lnTo>
                <a:lnTo>
                  <a:pt x="15430" y="318458"/>
                </a:lnTo>
                <a:lnTo>
                  <a:pt x="0" y="313401"/>
                </a:lnTo>
                <a:lnTo>
                  <a:pt x="34397" y="548079"/>
                </a:lnTo>
                <a:lnTo>
                  <a:pt x="50538" y="562672"/>
                </a:lnTo>
                <a:lnTo>
                  <a:pt x="62215" y="552931"/>
                </a:lnTo>
                <a:lnTo>
                  <a:pt x="61130" y="581166"/>
                </a:lnTo>
                <a:lnTo>
                  <a:pt x="37141" y="569320"/>
                </a:lnTo>
                <a:lnTo>
                  <a:pt x="80390" y="703378"/>
                </a:lnTo>
                <a:lnTo>
                  <a:pt x="90303" y="824101"/>
                </a:lnTo>
                <a:lnTo>
                  <a:pt x="97272" y="841442"/>
                </a:lnTo>
                <a:lnTo>
                  <a:pt x="115695" y="838235"/>
                </a:lnTo>
                <a:lnTo>
                  <a:pt x="97351" y="844127"/>
                </a:lnTo>
                <a:lnTo>
                  <a:pt x="109881" y="892621"/>
                </a:lnTo>
                <a:lnTo>
                  <a:pt x="137116" y="938963"/>
                </a:lnTo>
                <a:lnTo>
                  <a:pt x="166064" y="930717"/>
                </a:lnTo>
                <a:lnTo>
                  <a:pt x="187898" y="959438"/>
                </a:lnTo>
                <a:lnTo>
                  <a:pt x="213995" y="933298"/>
                </a:lnTo>
                <a:lnTo>
                  <a:pt x="234692" y="934258"/>
                </a:lnTo>
                <a:lnTo>
                  <a:pt x="249205" y="894800"/>
                </a:lnTo>
                <a:lnTo>
                  <a:pt x="235095" y="892614"/>
                </a:lnTo>
                <a:lnTo>
                  <a:pt x="253084" y="885081"/>
                </a:lnTo>
                <a:lnTo>
                  <a:pt x="251595" y="863315"/>
                </a:lnTo>
                <a:lnTo>
                  <a:pt x="230055" y="860086"/>
                </a:lnTo>
                <a:lnTo>
                  <a:pt x="222524" y="818858"/>
                </a:lnTo>
                <a:lnTo>
                  <a:pt x="249970" y="801567"/>
                </a:lnTo>
                <a:lnTo>
                  <a:pt x="263789" y="817976"/>
                </a:lnTo>
                <a:lnTo>
                  <a:pt x="280192" y="810077"/>
                </a:lnTo>
                <a:lnTo>
                  <a:pt x="280751" y="793844"/>
                </a:lnTo>
                <a:lnTo>
                  <a:pt x="312383" y="785343"/>
                </a:lnTo>
                <a:lnTo>
                  <a:pt x="314081" y="759630"/>
                </a:lnTo>
                <a:lnTo>
                  <a:pt x="353200" y="775013"/>
                </a:lnTo>
                <a:lnTo>
                  <a:pt x="362257" y="757869"/>
                </a:lnTo>
                <a:lnTo>
                  <a:pt x="416363" y="757048"/>
                </a:lnTo>
                <a:lnTo>
                  <a:pt x="411193" y="680152"/>
                </a:lnTo>
                <a:lnTo>
                  <a:pt x="452437" y="703235"/>
                </a:lnTo>
                <a:lnTo>
                  <a:pt x="515076" y="704436"/>
                </a:lnTo>
                <a:lnTo>
                  <a:pt x="507893" y="662209"/>
                </a:lnTo>
                <a:lnTo>
                  <a:pt x="534480" y="637972"/>
                </a:lnTo>
                <a:lnTo>
                  <a:pt x="557684" y="649733"/>
                </a:lnTo>
                <a:lnTo>
                  <a:pt x="564488" y="617089"/>
                </a:lnTo>
                <a:lnTo>
                  <a:pt x="589277" y="614663"/>
                </a:lnTo>
                <a:lnTo>
                  <a:pt x="593840" y="574041"/>
                </a:lnTo>
                <a:lnTo>
                  <a:pt x="615943" y="578857"/>
                </a:lnTo>
                <a:lnTo>
                  <a:pt x="644794" y="533750"/>
                </a:lnTo>
                <a:lnTo>
                  <a:pt x="651151" y="556274"/>
                </a:lnTo>
                <a:lnTo>
                  <a:pt x="679620" y="556020"/>
                </a:lnTo>
                <a:lnTo>
                  <a:pt x="683078" y="520179"/>
                </a:lnTo>
                <a:lnTo>
                  <a:pt x="702760" y="519007"/>
                </a:lnTo>
                <a:lnTo>
                  <a:pt x="704838" y="497482"/>
                </a:lnTo>
                <a:lnTo>
                  <a:pt x="731846" y="478250"/>
                </a:lnTo>
                <a:lnTo>
                  <a:pt x="706014" y="448096"/>
                </a:lnTo>
                <a:lnTo>
                  <a:pt x="720064" y="407444"/>
                </a:lnTo>
                <a:lnTo>
                  <a:pt x="763251" y="417387"/>
                </a:lnTo>
                <a:lnTo>
                  <a:pt x="763371" y="391312"/>
                </a:lnTo>
                <a:lnTo>
                  <a:pt x="781117" y="384763"/>
                </a:lnTo>
                <a:lnTo>
                  <a:pt x="781489" y="316375"/>
                </a:lnTo>
                <a:lnTo>
                  <a:pt x="855428" y="339123"/>
                </a:lnTo>
                <a:lnTo>
                  <a:pt x="869204" y="370472"/>
                </a:lnTo>
                <a:lnTo>
                  <a:pt x="903806" y="384336"/>
                </a:lnTo>
                <a:lnTo>
                  <a:pt x="911179" y="360796"/>
                </a:lnTo>
                <a:lnTo>
                  <a:pt x="942734" y="378185"/>
                </a:lnTo>
                <a:lnTo>
                  <a:pt x="985272" y="363336"/>
                </a:lnTo>
                <a:lnTo>
                  <a:pt x="1012875" y="393086"/>
                </a:lnTo>
                <a:lnTo>
                  <a:pt x="996326" y="437559"/>
                </a:lnTo>
                <a:lnTo>
                  <a:pt x="1004925" y="481045"/>
                </a:lnTo>
                <a:lnTo>
                  <a:pt x="1032288" y="500534"/>
                </a:lnTo>
                <a:lnTo>
                  <a:pt x="1053720" y="494198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Manipur"/>
          <p:cNvSpPr/>
          <p:nvPr/>
        </p:nvSpPr>
        <p:spPr>
          <a:xfrm>
            <a:off x="10646160" y="3419926"/>
            <a:ext cx="245308" cy="275718"/>
          </a:xfrm>
          <a:custGeom>
            <a:avLst/>
            <a:gdLst/>
            <a:ahLst/>
            <a:cxnLst/>
            <a:rect l="l" t="t" r="r" b="b"/>
            <a:pathLst>
              <a:path w="245308" h="275718">
                <a:moveTo>
                  <a:pt x="66643" y="53443"/>
                </a:moveTo>
                <a:lnTo>
                  <a:pt x="31048" y="130085"/>
                </a:lnTo>
                <a:lnTo>
                  <a:pt x="18927" y="130068"/>
                </a:lnTo>
                <a:lnTo>
                  <a:pt x="0" y="234363"/>
                </a:lnTo>
                <a:lnTo>
                  <a:pt x="38861" y="248039"/>
                </a:lnTo>
                <a:lnTo>
                  <a:pt x="52075" y="235539"/>
                </a:lnTo>
                <a:lnTo>
                  <a:pt x="73736" y="259794"/>
                </a:lnTo>
                <a:lnTo>
                  <a:pt x="108243" y="250383"/>
                </a:lnTo>
                <a:lnTo>
                  <a:pt x="162197" y="275718"/>
                </a:lnTo>
                <a:lnTo>
                  <a:pt x="245308" y="96418"/>
                </a:lnTo>
                <a:lnTo>
                  <a:pt x="221983" y="70020"/>
                </a:lnTo>
                <a:lnTo>
                  <a:pt x="235805" y="35427"/>
                </a:lnTo>
                <a:lnTo>
                  <a:pt x="218902" y="26697"/>
                </a:lnTo>
                <a:lnTo>
                  <a:pt x="224856" y="0"/>
                </a:lnTo>
                <a:lnTo>
                  <a:pt x="186801" y="26871"/>
                </a:lnTo>
                <a:lnTo>
                  <a:pt x="109715" y="21564"/>
                </a:lnTo>
                <a:lnTo>
                  <a:pt x="87593" y="72236"/>
                </a:lnTo>
                <a:lnTo>
                  <a:pt x="66643" y="53443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Meghālaya"/>
          <p:cNvSpPr/>
          <p:nvPr/>
        </p:nvSpPr>
        <p:spPr>
          <a:xfrm>
            <a:off x="10208991" y="3354763"/>
            <a:ext cx="413640" cy="162678"/>
          </a:xfrm>
          <a:custGeom>
            <a:avLst/>
            <a:gdLst/>
            <a:ahLst/>
            <a:cxnLst/>
            <a:rect l="l" t="t" r="r" b="b"/>
            <a:pathLst>
              <a:path w="413640" h="162678">
                <a:moveTo>
                  <a:pt x="361356" y="162678"/>
                </a:moveTo>
                <a:lnTo>
                  <a:pt x="413640" y="134705"/>
                </a:lnTo>
                <a:lnTo>
                  <a:pt x="380659" y="97609"/>
                </a:lnTo>
                <a:lnTo>
                  <a:pt x="392890" y="78884"/>
                </a:lnTo>
                <a:lnTo>
                  <a:pt x="355644" y="54465"/>
                </a:lnTo>
                <a:lnTo>
                  <a:pt x="324088" y="66756"/>
                </a:lnTo>
                <a:lnTo>
                  <a:pt x="333701" y="31381"/>
                </a:lnTo>
                <a:lnTo>
                  <a:pt x="323575" y="26135"/>
                </a:lnTo>
                <a:lnTo>
                  <a:pt x="339700" y="7647"/>
                </a:lnTo>
                <a:lnTo>
                  <a:pt x="291246" y="18147"/>
                </a:lnTo>
                <a:lnTo>
                  <a:pt x="278287" y="0"/>
                </a:lnTo>
                <a:lnTo>
                  <a:pt x="256850" y="32130"/>
                </a:lnTo>
                <a:lnTo>
                  <a:pt x="244282" y="12861"/>
                </a:lnTo>
                <a:lnTo>
                  <a:pt x="237440" y="37041"/>
                </a:lnTo>
                <a:lnTo>
                  <a:pt x="194791" y="59236"/>
                </a:lnTo>
                <a:lnTo>
                  <a:pt x="191104" y="38513"/>
                </a:lnTo>
                <a:lnTo>
                  <a:pt x="164819" y="44635"/>
                </a:lnTo>
                <a:lnTo>
                  <a:pt x="156707" y="25572"/>
                </a:lnTo>
                <a:lnTo>
                  <a:pt x="42043" y="24100"/>
                </a:lnTo>
                <a:lnTo>
                  <a:pt x="10930" y="55892"/>
                </a:lnTo>
                <a:lnTo>
                  <a:pt x="28311" y="76414"/>
                </a:lnTo>
                <a:lnTo>
                  <a:pt x="0" y="109093"/>
                </a:lnTo>
                <a:lnTo>
                  <a:pt x="3344" y="123211"/>
                </a:lnTo>
                <a:lnTo>
                  <a:pt x="87079" y="145639"/>
                </a:lnTo>
                <a:lnTo>
                  <a:pt x="311081" y="139064"/>
                </a:lnTo>
                <a:lnTo>
                  <a:pt x="361356" y="162678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Mizoram"/>
          <p:cNvSpPr/>
          <p:nvPr/>
        </p:nvSpPr>
        <p:spPr>
          <a:xfrm>
            <a:off x="10548218" y="3593333"/>
            <a:ext cx="156273" cy="385082"/>
          </a:xfrm>
          <a:custGeom>
            <a:avLst/>
            <a:gdLst/>
            <a:ahLst/>
            <a:cxnLst/>
            <a:rect l="l" t="t" r="r" b="b"/>
            <a:pathLst>
              <a:path w="156273" h="385082">
                <a:moveTo>
                  <a:pt x="0" y="118835"/>
                </a:moveTo>
                <a:lnTo>
                  <a:pt x="46776" y="379751"/>
                </a:lnTo>
                <a:lnTo>
                  <a:pt x="60122" y="353196"/>
                </a:lnTo>
                <a:lnTo>
                  <a:pt x="88741" y="385082"/>
                </a:lnTo>
                <a:lnTo>
                  <a:pt x="106958" y="347170"/>
                </a:lnTo>
                <a:lnTo>
                  <a:pt x="129708" y="336912"/>
                </a:lnTo>
                <a:lnTo>
                  <a:pt x="114776" y="255998"/>
                </a:lnTo>
                <a:lnTo>
                  <a:pt x="120354" y="218129"/>
                </a:lnTo>
                <a:lnTo>
                  <a:pt x="142390" y="226076"/>
                </a:lnTo>
                <a:lnTo>
                  <a:pt x="155086" y="206969"/>
                </a:lnTo>
                <a:lnTo>
                  <a:pt x="156273" y="88425"/>
                </a:lnTo>
                <a:lnTo>
                  <a:pt x="145775" y="69865"/>
                </a:lnTo>
                <a:lnTo>
                  <a:pt x="97969" y="60994"/>
                </a:lnTo>
                <a:lnTo>
                  <a:pt x="105139" y="19208"/>
                </a:lnTo>
                <a:lnTo>
                  <a:pt x="78087" y="22008"/>
                </a:lnTo>
                <a:lnTo>
                  <a:pt x="68895" y="0"/>
                </a:lnTo>
                <a:lnTo>
                  <a:pt x="29523" y="56588"/>
                </a:lnTo>
                <a:lnTo>
                  <a:pt x="3724" y="40413"/>
                </a:lnTo>
                <a:lnTo>
                  <a:pt x="0" y="118835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Nāgāland"/>
          <p:cNvSpPr/>
          <p:nvPr/>
        </p:nvSpPr>
        <p:spPr>
          <a:xfrm>
            <a:off x="10695220" y="3217956"/>
            <a:ext cx="264081" cy="274198"/>
          </a:xfrm>
          <a:custGeom>
            <a:avLst/>
            <a:gdLst/>
            <a:ahLst/>
            <a:cxnLst/>
            <a:rect l="l" t="t" r="r" b="b"/>
            <a:pathLst>
              <a:path w="264081" h="274198">
                <a:moveTo>
                  <a:pt x="264081" y="52776"/>
                </a:moveTo>
                <a:lnTo>
                  <a:pt x="258410" y="0"/>
                </a:lnTo>
                <a:lnTo>
                  <a:pt x="156935" y="55870"/>
                </a:lnTo>
                <a:lnTo>
                  <a:pt x="137036" y="86219"/>
                </a:lnTo>
                <a:lnTo>
                  <a:pt x="128693" y="73843"/>
                </a:lnTo>
                <a:lnTo>
                  <a:pt x="93344" y="128916"/>
                </a:lnTo>
                <a:lnTo>
                  <a:pt x="90244" y="167059"/>
                </a:lnTo>
                <a:lnTo>
                  <a:pt x="64872" y="183151"/>
                </a:lnTo>
                <a:lnTo>
                  <a:pt x="60714" y="159145"/>
                </a:lnTo>
                <a:lnTo>
                  <a:pt x="0" y="222325"/>
                </a:lnTo>
                <a:lnTo>
                  <a:pt x="20029" y="263347"/>
                </a:lnTo>
                <a:lnTo>
                  <a:pt x="38547" y="274198"/>
                </a:lnTo>
                <a:lnTo>
                  <a:pt x="70277" y="220232"/>
                </a:lnTo>
                <a:lnTo>
                  <a:pt x="137741" y="228841"/>
                </a:lnTo>
                <a:lnTo>
                  <a:pt x="172385" y="200649"/>
                </a:lnTo>
                <a:lnTo>
                  <a:pt x="178582" y="234913"/>
                </a:lnTo>
                <a:lnTo>
                  <a:pt x="217595" y="219491"/>
                </a:lnTo>
                <a:lnTo>
                  <a:pt x="257402" y="143703"/>
                </a:lnTo>
                <a:lnTo>
                  <a:pt x="240239" y="87491"/>
                </a:lnTo>
                <a:lnTo>
                  <a:pt x="264081" y="52776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disha"/>
          <p:cNvSpPr/>
          <p:nvPr/>
        </p:nvSpPr>
        <p:spPr>
          <a:xfrm>
            <a:off x="9043030" y="3884988"/>
            <a:ext cx="843081" cy="708630"/>
          </a:xfrm>
          <a:custGeom>
            <a:avLst/>
            <a:gdLst/>
            <a:ahLst/>
            <a:cxnLst/>
            <a:rect l="l" t="t" r="r" b="b"/>
            <a:pathLst>
              <a:path w="843081" h="708630">
                <a:moveTo>
                  <a:pt x="0" y="708630"/>
                </a:moveTo>
                <a:lnTo>
                  <a:pt x="30625" y="708154"/>
                </a:lnTo>
                <a:lnTo>
                  <a:pt x="87877" y="671299"/>
                </a:lnTo>
                <a:lnTo>
                  <a:pt x="120267" y="682407"/>
                </a:lnTo>
                <a:lnTo>
                  <a:pt x="150249" y="599741"/>
                </a:lnTo>
                <a:lnTo>
                  <a:pt x="171702" y="646310"/>
                </a:lnTo>
                <a:lnTo>
                  <a:pt x="194613" y="614586"/>
                </a:lnTo>
                <a:lnTo>
                  <a:pt x="229415" y="624926"/>
                </a:lnTo>
                <a:lnTo>
                  <a:pt x="223674" y="585178"/>
                </a:lnTo>
                <a:lnTo>
                  <a:pt x="278050" y="555881"/>
                </a:lnTo>
                <a:lnTo>
                  <a:pt x="264878" y="532520"/>
                </a:lnTo>
                <a:lnTo>
                  <a:pt x="285800" y="539100"/>
                </a:lnTo>
                <a:lnTo>
                  <a:pt x="286654" y="518451"/>
                </a:lnTo>
                <a:lnTo>
                  <a:pt x="296240" y="530746"/>
                </a:lnTo>
                <a:lnTo>
                  <a:pt x="308539" y="508067"/>
                </a:lnTo>
                <a:lnTo>
                  <a:pt x="345522" y="560039"/>
                </a:lnTo>
                <a:lnTo>
                  <a:pt x="404766" y="564137"/>
                </a:lnTo>
                <a:lnTo>
                  <a:pt x="418624" y="529067"/>
                </a:lnTo>
                <a:lnTo>
                  <a:pt x="443517" y="528649"/>
                </a:lnTo>
                <a:lnTo>
                  <a:pt x="453208" y="507567"/>
                </a:lnTo>
                <a:lnTo>
                  <a:pt x="466547" y="521005"/>
                </a:lnTo>
                <a:lnTo>
                  <a:pt x="547006" y="445195"/>
                </a:lnTo>
                <a:lnTo>
                  <a:pt x="691748" y="389657"/>
                </a:lnTo>
                <a:lnTo>
                  <a:pt x="746003" y="333960"/>
                </a:lnTo>
                <a:lnTo>
                  <a:pt x="741716" y="305903"/>
                </a:lnTo>
                <a:lnTo>
                  <a:pt x="783741" y="276486"/>
                </a:lnTo>
                <a:lnTo>
                  <a:pt x="749092" y="273812"/>
                </a:lnTo>
                <a:lnTo>
                  <a:pt x="772946" y="260329"/>
                </a:lnTo>
                <a:lnTo>
                  <a:pt x="757099" y="200724"/>
                </a:lnTo>
                <a:lnTo>
                  <a:pt x="785417" y="164861"/>
                </a:lnTo>
                <a:lnTo>
                  <a:pt x="843081" y="143988"/>
                </a:lnTo>
                <a:lnTo>
                  <a:pt x="841009" y="124655"/>
                </a:lnTo>
                <a:lnTo>
                  <a:pt x="799693" y="87755"/>
                </a:lnTo>
                <a:lnTo>
                  <a:pt x="781259" y="104367"/>
                </a:lnTo>
                <a:lnTo>
                  <a:pt x="771185" y="71865"/>
                </a:lnTo>
                <a:lnTo>
                  <a:pt x="644045" y="0"/>
                </a:lnTo>
                <a:lnTo>
                  <a:pt x="624711" y="89110"/>
                </a:lnTo>
                <a:lnTo>
                  <a:pt x="605150" y="85444"/>
                </a:lnTo>
                <a:lnTo>
                  <a:pt x="610880" y="67353"/>
                </a:lnTo>
                <a:lnTo>
                  <a:pt x="593965" y="76546"/>
                </a:lnTo>
                <a:lnTo>
                  <a:pt x="550455" y="60655"/>
                </a:lnTo>
                <a:lnTo>
                  <a:pt x="532046" y="83290"/>
                </a:lnTo>
                <a:lnTo>
                  <a:pt x="497256" y="72348"/>
                </a:lnTo>
                <a:lnTo>
                  <a:pt x="515270" y="40732"/>
                </a:lnTo>
                <a:lnTo>
                  <a:pt x="508374" y="12399"/>
                </a:lnTo>
                <a:lnTo>
                  <a:pt x="400955" y="33506"/>
                </a:lnTo>
                <a:lnTo>
                  <a:pt x="358068" y="6639"/>
                </a:lnTo>
                <a:lnTo>
                  <a:pt x="362039" y="29225"/>
                </a:lnTo>
                <a:lnTo>
                  <a:pt x="300038" y="69315"/>
                </a:lnTo>
                <a:lnTo>
                  <a:pt x="303944" y="106892"/>
                </a:lnTo>
                <a:lnTo>
                  <a:pt x="268920" y="159016"/>
                </a:lnTo>
                <a:lnTo>
                  <a:pt x="278377" y="181531"/>
                </a:lnTo>
                <a:lnTo>
                  <a:pt x="259343" y="177453"/>
                </a:lnTo>
                <a:lnTo>
                  <a:pt x="240303" y="218166"/>
                </a:lnTo>
                <a:lnTo>
                  <a:pt x="172325" y="210851"/>
                </a:lnTo>
                <a:lnTo>
                  <a:pt x="148081" y="259659"/>
                </a:lnTo>
                <a:lnTo>
                  <a:pt x="132214" y="250442"/>
                </a:lnTo>
                <a:lnTo>
                  <a:pt x="138915" y="374768"/>
                </a:lnTo>
                <a:lnTo>
                  <a:pt x="182700" y="384003"/>
                </a:lnTo>
                <a:lnTo>
                  <a:pt x="181581" y="407839"/>
                </a:lnTo>
                <a:lnTo>
                  <a:pt x="165585" y="416672"/>
                </a:lnTo>
                <a:lnTo>
                  <a:pt x="167193" y="403069"/>
                </a:lnTo>
                <a:lnTo>
                  <a:pt x="145391" y="396621"/>
                </a:lnTo>
                <a:lnTo>
                  <a:pt x="131451" y="407721"/>
                </a:lnTo>
                <a:lnTo>
                  <a:pt x="116517" y="382696"/>
                </a:lnTo>
                <a:lnTo>
                  <a:pt x="65756" y="376623"/>
                </a:lnTo>
                <a:lnTo>
                  <a:pt x="63296" y="395384"/>
                </a:lnTo>
                <a:lnTo>
                  <a:pt x="92708" y="414464"/>
                </a:lnTo>
                <a:lnTo>
                  <a:pt x="87655" y="456705"/>
                </a:lnTo>
                <a:lnTo>
                  <a:pt x="109865" y="468667"/>
                </a:lnTo>
                <a:lnTo>
                  <a:pt x="117704" y="544556"/>
                </a:lnTo>
                <a:lnTo>
                  <a:pt x="68919" y="583613"/>
                </a:lnTo>
                <a:lnTo>
                  <a:pt x="78595" y="593616"/>
                </a:lnTo>
                <a:lnTo>
                  <a:pt x="49051" y="628969"/>
                </a:lnTo>
                <a:lnTo>
                  <a:pt x="17918" y="643224"/>
                </a:lnTo>
                <a:lnTo>
                  <a:pt x="0" y="708630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Puducherry"/>
          <p:cNvSpPr/>
          <p:nvPr/>
        </p:nvSpPr>
        <p:spPr>
          <a:xfrm>
            <a:off x="8804553" y="5461179"/>
            <a:ext cx="18519" cy="25588"/>
          </a:xfrm>
          <a:custGeom>
            <a:avLst/>
            <a:gdLst/>
            <a:ahLst/>
            <a:cxnLst/>
            <a:rect l="l" t="t" r="r" b="b"/>
            <a:pathLst>
              <a:path w="18519" h="25588">
                <a:moveTo>
                  <a:pt x="18519" y="25588"/>
                </a:moveTo>
                <a:lnTo>
                  <a:pt x="10191" y="0"/>
                </a:lnTo>
                <a:lnTo>
                  <a:pt x="0" y="18982"/>
                </a:lnTo>
                <a:lnTo>
                  <a:pt x="18519" y="25588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Punjab"/>
          <p:cNvSpPr/>
          <p:nvPr/>
        </p:nvSpPr>
        <p:spPr>
          <a:xfrm>
            <a:off x="8003053" y="2400685"/>
            <a:ext cx="422556" cy="443198"/>
          </a:xfrm>
          <a:custGeom>
            <a:avLst/>
            <a:gdLst/>
            <a:ahLst/>
            <a:cxnLst/>
            <a:rect l="l" t="t" r="r" b="b"/>
            <a:pathLst>
              <a:path w="422556" h="443198">
                <a:moveTo>
                  <a:pt x="88768" y="383385"/>
                </a:moveTo>
                <a:lnTo>
                  <a:pt x="167922" y="387862"/>
                </a:lnTo>
                <a:lnTo>
                  <a:pt x="187701" y="411468"/>
                </a:lnTo>
                <a:lnTo>
                  <a:pt x="186837" y="443198"/>
                </a:lnTo>
                <a:lnTo>
                  <a:pt x="217880" y="403575"/>
                </a:lnTo>
                <a:lnTo>
                  <a:pt x="298743" y="413248"/>
                </a:lnTo>
                <a:lnTo>
                  <a:pt x="326488" y="396871"/>
                </a:lnTo>
                <a:lnTo>
                  <a:pt x="321480" y="351472"/>
                </a:lnTo>
                <a:lnTo>
                  <a:pt x="337281" y="360650"/>
                </a:lnTo>
                <a:lnTo>
                  <a:pt x="351265" y="346144"/>
                </a:lnTo>
                <a:lnTo>
                  <a:pt x="368368" y="363519"/>
                </a:lnTo>
                <a:lnTo>
                  <a:pt x="383582" y="347194"/>
                </a:lnTo>
                <a:lnTo>
                  <a:pt x="369813" y="335665"/>
                </a:lnTo>
                <a:lnTo>
                  <a:pt x="395345" y="311217"/>
                </a:lnTo>
                <a:lnTo>
                  <a:pt x="422556" y="317077"/>
                </a:lnTo>
                <a:lnTo>
                  <a:pt x="420958" y="283774"/>
                </a:lnTo>
                <a:lnTo>
                  <a:pt x="390377" y="263943"/>
                </a:lnTo>
                <a:lnTo>
                  <a:pt x="411400" y="256207"/>
                </a:lnTo>
                <a:lnTo>
                  <a:pt x="379238" y="225752"/>
                </a:lnTo>
                <a:lnTo>
                  <a:pt x="381600" y="192330"/>
                </a:lnTo>
                <a:lnTo>
                  <a:pt x="353613" y="183926"/>
                </a:lnTo>
                <a:lnTo>
                  <a:pt x="344513" y="160314"/>
                </a:lnTo>
                <a:lnTo>
                  <a:pt x="317624" y="179813"/>
                </a:lnTo>
                <a:lnTo>
                  <a:pt x="280315" y="83747"/>
                </a:lnTo>
                <a:lnTo>
                  <a:pt x="236618" y="65881"/>
                </a:lnTo>
                <a:lnTo>
                  <a:pt x="239809" y="40977"/>
                </a:lnTo>
                <a:lnTo>
                  <a:pt x="283690" y="17590"/>
                </a:lnTo>
                <a:lnTo>
                  <a:pt x="270796" y="0"/>
                </a:lnTo>
                <a:lnTo>
                  <a:pt x="228116" y="34865"/>
                </a:lnTo>
                <a:lnTo>
                  <a:pt x="201525" y="24649"/>
                </a:lnTo>
                <a:lnTo>
                  <a:pt x="190411" y="61140"/>
                </a:lnTo>
                <a:lnTo>
                  <a:pt x="137539" y="68273"/>
                </a:lnTo>
                <a:lnTo>
                  <a:pt x="83373" y="118049"/>
                </a:lnTo>
                <a:lnTo>
                  <a:pt x="106414" y="162001"/>
                </a:lnTo>
                <a:lnTo>
                  <a:pt x="86431" y="205872"/>
                </a:lnTo>
                <a:lnTo>
                  <a:pt x="113031" y="211891"/>
                </a:lnTo>
                <a:lnTo>
                  <a:pt x="6708" y="301682"/>
                </a:lnTo>
                <a:lnTo>
                  <a:pt x="12321" y="356929"/>
                </a:lnTo>
                <a:lnTo>
                  <a:pt x="0" y="375269"/>
                </a:lnTo>
                <a:lnTo>
                  <a:pt x="88768" y="383385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ājasthān"/>
          <p:cNvSpPr/>
          <p:nvPr/>
        </p:nvSpPr>
        <p:spPr>
          <a:xfrm>
            <a:off x="7393473" y="2745956"/>
            <a:ext cx="1216970" cy="1065302"/>
          </a:xfrm>
          <a:custGeom>
            <a:avLst/>
            <a:gdLst/>
            <a:ahLst/>
            <a:cxnLst/>
            <a:rect l="l" t="t" r="r" b="b"/>
            <a:pathLst>
              <a:path w="1216970" h="1065302">
                <a:moveTo>
                  <a:pt x="1080074" y="357801"/>
                </a:moveTo>
                <a:lnTo>
                  <a:pt x="1046990" y="354704"/>
                </a:lnTo>
                <a:lnTo>
                  <a:pt x="1052649" y="367202"/>
                </a:lnTo>
                <a:lnTo>
                  <a:pt x="1028400" y="379653"/>
                </a:lnTo>
                <a:lnTo>
                  <a:pt x="1036708" y="307443"/>
                </a:lnTo>
                <a:lnTo>
                  <a:pt x="1019804" y="295025"/>
                </a:lnTo>
                <a:lnTo>
                  <a:pt x="978212" y="333505"/>
                </a:lnTo>
                <a:lnTo>
                  <a:pt x="968185" y="305930"/>
                </a:lnTo>
                <a:lnTo>
                  <a:pt x="942780" y="301358"/>
                </a:lnTo>
                <a:lnTo>
                  <a:pt x="949710" y="323547"/>
                </a:lnTo>
                <a:lnTo>
                  <a:pt x="924157" y="329755"/>
                </a:lnTo>
                <a:lnTo>
                  <a:pt x="932403" y="355455"/>
                </a:lnTo>
                <a:lnTo>
                  <a:pt x="898343" y="350207"/>
                </a:lnTo>
                <a:lnTo>
                  <a:pt x="907956" y="317057"/>
                </a:lnTo>
                <a:lnTo>
                  <a:pt x="894775" y="312115"/>
                </a:lnTo>
                <a:lnTo>
                  <a:pt x="915524" y="305591"/>
                </a:lnTo>
                <a:lnTo>
                  <a:pt x="841583" y="236575"/>
                </a:lnTo>
                <a:lnTo>
                  <a:pt x="820673" y="140676"/>
                </a:lnTo>
                <a:lnTo>
                  <a:pt x="774284" y="144556"/>
                </a:lnTo>
                <a:lnTo>
                  <a:pt x="743127" y="118596"/>
                </a:lnTo>
                <a:lnTo>
                  <a:pt x="708331" y="129963"/>
                </a:lnTo>
                <a:lnTo>
                  <a:pt x="710663" y="66569"/>
                </a:lnTo>
                <a:lnTo>
                  <a:pt x="690956" y="64153"/>
                </a:lnTo>
                <a:lnTo>
                  <a:pt x="698348" y="38114"/>
                </a:lnTo>
                <a:lnTo>
                  <a:pt x="610762" y="33480"/>
                </a:lnTo>
                <a:lnTo>
                  <a:pt x="621550" y="0"/>
                </a:lnTo>
                <a:lnTo>
                  <a:pt x="541841" y="37652"/>
                </a:lnTo>
                <a:lnTo>
                  <a:pt x="479282" y="174702"/>
                </a:lnTo>
                <a:lnTo>
                  <a:pt x="402692" y="212884"/>
                </a:lnTo>
                <a:lnTo>
                  <a:pt x="334297" y="333851"/>
                </a:lnTo>
                <a:lnTo>
                  <a:pt x="192126" y="372060"/>
                </a:lnTo>
                <a:lnTo>
                  <a:pt x="173826" y="366638"/>
                </a:lnTo>
                <a:lnTo>
                  <a:pt x="153013" y="326550"/>
                </a:lnTo>
                <a:lnTo>
                  <a:pt x="122928" y="326349"/>
                </a:lnTo>
                <a:lnTo>
                  <a:pt x="14219" y="449982"/>
                </a:lnTo>
                <a:lnTo>
                  <a:pt x="0" y="506500"/>
                </a:lnTo>
                <a:lnTo>
                  <a:pt x="42577" y="537337"/>
                </a:lnTo>
                <a:lnTo>
                  <a:pt x="95524" y="544338"/>
                </a:lnTo>
                <a:lnTo>
                  <a:pt x="85206" y="635848"/>
                </a:lnTo>
                <a:lnTo>
                  <a:pt x="108589" y="669368"/>
                </a:lnTo>
                <a:lnTo>
                  <a:pt x="162798" y="671097"/>
                </a:lnTo>
                <a:lnTo>
                  <a:pt x="163446" y="716643"/>
                </a:lnTo>
                <a:lnTo>
                  <a:pt x="225417" y="824323"/>
                </a:lnTo>
                <a:lnTo>
                  <a:pt x="327915" y="834239"/>
                </a:lnTo>
                <a:lnTo>
                  <a:pt x="356877" y="818901"/>
                </a:lnTo>
                <a:lnTo>
                  <a:pt x="396491" y="831379"/>
                </a:lnTo>
                <a:lnTo>
                  <a:pt x="382508" y="837785"/>
                </a:lnTo>
                <a:lnTo>
                  <a:pt x="411706" y="863280"/>
                </a:lnTo>
                <a:lnTo>
                  <a:pt x="423020" y="847633"/>
                </a:lnTo>
                <a:lnTo>
                  <a:pt x="474505" y="874860"/>
                </a:lnTo>
                <a:lnTo>
                  <a:pt x="498947" y="850852"/>
                </a:lnTo>
                <a:lnTo>
                  <a:pt x="497461" y="865994"/>
                </a:lnTo>
                <a:lnTo>
                  <a:pt x="517231" y="870876"/>
                </a:lnTo>
                <a:lnTo>
                  <a:pt x="496207" y="896133"/>
                </a:lnTo>
                <a:lnTo>
                  <a:pt x="520489" y="924852"/>
                </a:lnTo>
                <a:lnTo>
                  <a:pt x="536997" y="909570"/>
                </a:lnTo>
                <a:lnTo>
                  <a:pt x="535592" y="956331"/>
                </a:lnTo>
                <a:lnTo>
                  <a:pt x="559305" y="983869"/>
                </a:lnTo>
                <a:lnTo>
                  <a:pt x="577664" y="981721"/>
                </a:lnTo>
                <a:lnTo>
                  <a:pt x="573725" y="1007502"/>
                </a:lnTo>
                <a:lnTo>
                  <a:pt x="620135" y="1017602"/>
                </a:lnTo>
                <a:lnTo>
                  <a:pt x="671025" y="1065302"/>
                </a:lnTo>
                <a:lnTo>
                  <a:pt x="728035" y="1043346"/>
                </a:lnTo>
                <a:lnTo>
                  <a:pt x="696547" y="1025452"/>
                </a:lnTo>
                <a:lnTo>
                  <a:pt x="755036" y="980625"/>
                </a:lnTo>
                <a:lnTo>
                  <a:pt x="761396" y="921344"/>
                </a:lnTo>
                <a:lnTo>
                  <a:pt x="749542" y="891279"/>
                </a:lnTo>
                <a:lnTo>
                  <a:pt x="728806" y="887355"/>
                </a:lnTo>
                <a:lnTo>
                  <a:pt x="743640" y="858831"/>
                </a:lnTo>
                <a:lnTo>
                  <a:pt x="723491" y="852573"/>
                </a:lnTo>
                <a:lnTo>
                  <a:pt x="736117" y="808880"/>
                </a:lnTo>
                <a:lnTo>
                  <a:pt x="748433" y="830600"/>
                </a:lnTo>
                <a:lnTo>
                  <a:pt x="766083" y="815927"/>
                </a:lnTo>
                <a:lnTo>
                  <a:pt x="742961" y="809360"/>
                </a:lnTo>
                <a:lnTo>
                  <a:pt x="742099" y="780547"/>
                </a:lnTo>
                <a:lnTo>
                  <a:pt x="768540" y="799109"/>
                </a:lnTo>
                <a:lnTo>
                  <a:pt x="786789" y="768813"/>
                </a:lnTo>
                <a:lnTo>
                  <a:pt x="810126" y="769784"/>
                </a:lnTo>
                <a:lnTo>
                  <a:pt x="800306" y="794600"/>
                </a:lnTo>
                <a:lnTo>
                  <a:pt x="822772" y="795501"/>
                </a:lnTo>
                <a:lnTo>
                  <a:pt x="794879" y="799205"/>
                </a:lnTo>
                <a:lnTo>
                  <a:pt x="794215" y="820320"/>
                </a:lnTo>
                <a:lnTo>
                  <a:pt x="879305" y="816000"/>
                </a:lnTo>
                <a:lnTo>
                  <a:pt x="889732" y="857259"/>
                </a:lnTo>
                <a:lnTo>
                  <a:pt x="864608" y="866896"/>
                </a:lnTo>
                <a:lnTo>
                  <a:pt x="879709" y="916675"/>
                </a:lnTo>
                <a:lnTo>
                  <a:pt x="827551" y="935284"/>
                </a:lnTo>
                <a:lnTo>
                  <a:pt x="858952" y="961701"/>
                </a:lnTo>
                <a:lnTo>
                  <a:pt x="861598" y="940216"/>
                </a:lnTo>
                <a:lnTo>
                  <a:pt x="893654" y="940609"/>
                </a:lnTo>
                <a:lnTo>
                  <a:pt x="919905" y="912041"/>
                </a:lnTo>
                <a:lnTo>
                  <a:pt x="927985" y="876024"/>
                </a:lnTo>
                <a:lnTo>
                  <a:pt x="931729" y="893863"/>
                </a:lnTo>
                <a:lnTo>
                  <a:pt x="975375" y="901743"/>
                </a:lnTo>
                <a:lnTo>
                  <a:pt x="998612" y="882746"/>
                </a:lnTo>
                <a:lnTo>
                  <a:pt x="1013365" y="907784"/>
                </a:lnTo>
                <a:lnTo>
                  <a:pt x="1033456" y="895551"/>
                </a:lnTo>
                <a:lnTo>
                  <a:pt x="1015361" y="845538"/>
                </a:lnTo>
                <a:lnTo>
                  <a:pt x="1037717" y="856334"/>
                </a:lnTo>
                <a:lnTo>
                  <a:pt x="1050240" y="831503"/>
                </a:lnTo>
                <a:lnTo>
                  <a:pt x="1013454" y="804381"/>
                </a:lnTo>
                <a:lnTo>
                  <a:pt x="1033812" y="795413"/>
                </a:lnTo>
                <a:lnTo>
                  <a:pt x="1020966" y="775546"/>
                </a:lnTo>
                <a:lnTo>
                  <a:pt x="1097091" y="759241"/>
                </a:lnTo>
                <a:lnTo>
                  <a:pt x="1092153" y="714956"/>
                </a:lnTo>
                <a:lnTo>
                  <a:pt x="1069754" y="730213"/>
                </a:lnTo>
                <a:lnTo>
                  <a:pt x="1003304" y="726872"/>
                </a:lnTo>
                <a:lnTo>
                  <a:pt x="979278" y="708360"/>
                </a:lnTo>
                <a:lnTo>
                  <a:pt x="967824" y="670053"/>
                </a:lnTo>
                <a:lnTo>
                  <a:pt x="1044946" y="601012"/>
                </a:lnTo>
                <a:lnTo>
                  <a:pt x="1192101" y="525702"/>
                </a:lnTo>
                <a:lnTo>
                  <a:pt x="1216970" y="489439"/>
                </a:lnTo>
                <a:lnTo>
                  <a:pt x="1182934" y="499837"/>
                </a:lnTo>
                <a:lnTo>
                  <a:pt x="1146115" y="487435"/>
                </a:lnTo>
                <a:lnTo>
                  <a:pt x="1103735" y="515908"/>
                </a:lnTo>
                <a:lnTo>
                  <a:pt x="1099957" y="497665"/>
                </a:lnTo>
                <a:lnTo>
                  <a:pt x="1146441" y="476355"/>
                </a:lnTo>
                <a:lnTo>
                  <a:pt x="1112706" y="467433"/>
                </a:lnTo>
                <a:lnTo>
                  <a:pt x="1135110" y="448359"/>
                </a:lnTo>
                <a:lnTo>
                  <a:pt x="1087869" y="398770"/>
                </a:lnTo>
                <a:lnTo>
                  <a:pt x="1080074" y="357801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Sikkim"/>
          <p:cNvSpPr/>
          <p:nvPr/>
        </p:nvSpPr>
        <p:spPr>
          <a:xfrm>
            <a:off x="9959598" y="3054822"/>
            <a:ext cx="123557" cy="156652"/>
          </a:xfrm>
          <a:custGeom>
            <a:avLst/>
            <a:gdLst/>
            <a:ahLst/>
            <a:cxnLst/>
            <a:rect l="l" t="t" r="r" b="b"/>
            <a:pathLst>
              <a:path w="123557" h="156652">
                <a:moveTo>
                  <a:pt x="0" y="136910"/>
                </a:moveTo>
                <a:lnTo>
                  <a:pt x="57584" y="156652"/>
                </a:lnTo>
                <a:lnTo>
                  <a:pt x="123557" y="127317"/>
                </a:lnTo>
                <a:lnTo>
                  <a:pt x="103713" y="84198"/>
                </a:lnTo>
                <a:lnTo>
                  <a:pt x="120913" y="40667"/>
                </a:lnTo>
                <a:lnTo>
                  <a:pt x="113741" y="17001"/>
                </a:lnTo>
                <a:lnTo>
                  <a:pt x="82427" y="0"/>
                </a:lnTo>
                <a:lnTo>
                  <a:pt x="15818" y="26786"/>
                </a:lnTo>
                <a:lnTo>
                  <a:pt x="25376" y="50479"/>
                </a:lnTo>
                <a:lnTo>
                  <a:pt x="0" y="136910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amil Nādu"/>
          <p:cNvSpPr/>
          <p:nvPr/>
        </p:nvSpPr>
        <p:spPr>
          <a:xfrm>
            <a:off x="8328204" y="5228698"/>
            <a:ext cx="569520" cy="819280"/>
          </a:xfrm>
          <a:custGeom>
            <a:avLst/>
            <a:gdLst/>
            <a:ahLst/>
            <a:cxnLst/>
            <a:rect l="l" t="t" r="r" b="b"/>
            <a:pathLst>
              <a:path w="569520" h="819280">
                <a:moveTo>
                  <a:pt x="494771" y="258491"/>
                </a:moveTo>
                <a:lnTo>
                  <a:pt x="479354" y="239043"/>
                </a:lnTo>
                <a:lnTo>
                  <a:pt x="499420" y="240244"/>
                </a:lnTo>
                <a:lnTo>
                  <a:pt x="556765" y="117101"/>
                </a:lnTo>
                <a:lnTo>
                  <a:pt x="569520" y="37605"/>
                </a:lnTo>
                <a:lnTo>
                  <a:pt x="558721" y="0"/>
                </a:lnTo>
                <a:lnTo>
                  <a:pt x="554979" y="14127"/>
                </a:lnTo>
                <a:lnTo>
                  <a:pt x="521455" y="3430"/>
                </a:lnTo>
                <a:lnTo>
                  <a:pt x="488236" y="53414"/>
                </a:lnTo>
                <a:lnTo>
                  <a:pt x="443312" y="31879"/>
                </a:lnTo>
                <a:lnTo>
                  <a:pt x="443727" y="56290"/>
                </a:lnTo>
                <a:lnTo>
                  <a:pt x="415547" y="58876"/>
                </a:lnTo>
                <a:lnTo>
                  <a:pt x="405602" y="81352"/>
                </a:lnTo>
                <a:lnTo>
                  <a:pt x="343480" y="74125"/>
                </a:lnTo>
                <a:lnTo>
                  <a:pt x="308915" y="140498"/>
                </a:lnTo>
                <a:lnTo>
                  <a:pt x="221826" y="103730"/>
                </a:lnTo>
                <a:lnTo>
                  <a:pt x="208519" y="133186"/>
                </a:lnTo>
                <a:lnTo>
                  <a:pt x="188986" y="134057"/>
                </a:lnTo>
                <a:lnTo>
                  <a:pt x="191469" y="178681"/>
                </a:lnTo>
                <a:lnTo>
                  <a:pt x="171419" y="196344"/>
                </a:lnTo>
                <a:lnTo>
                  <a:pt x="213453" y="215962"/>
                </a:lnTo>
                <a:lnTo>
                  <a:pt x="199621" y="240803"/>
                </a:lnTo>
                <a:lnTo>
                  <a:pt x="174571" y="242017"/>
                </a:lnTo>
                <a:lnTo>
                  <a:pt x="165221" y="269332"/>
                </a:lnTo>
                <a:lnTo>
                  <a:pt x="93310" y="264197"/>
                </a:lnTo>
                <a:lnTo>
                  <a:pt x="84853" y="294166"/>
                </a:lnTo>
                <a:lnTo>
                  <a:pt x="38348" y="277669"/>
                </a:lnTo>
                <a:lnTo>
                  <a:pt x="0" y="297662"/>
                </a:lnTo>
                <a:lnTo>
                  <a:pt x="1812" y="313062"/>
                </a:lnTo>
                <a:lnTo>
                  <a:pt x="43440" y="329335"/>
                </a:lnTo>
                <a:lnTo>
                  <a:pt x="28313" y="353206"/>
                </a:lnTo>
                <a:lnTo>
                  <a:pt x="69296" y="350366"/>
                </a:lnTo>
                <a:lnTo>
                  <a:pt x="78468" y="374861"/>
                </a:lnTo>
                <a:lnTo>
                  <a:pt x="58843" y="393279"/>
                </a:lnTo>
                <a:lnTo>
                  <a:pt x="93218" y="415248"/>
                </a:lnTo>
                <a:lnTo>
                  <a:pt x="82505" y="486935"/>
                </a:lnTo>
                <a:lnTo>
                  <a:pt x="103785" y="499398"/>
                </a:lnTo>
                <a:lnTo>
                  <a:pt x="138634" y="479513"/>
                </a:lnTo>
                <a:lnTo>
                  <a:pt x="146947" y="499564"/>
                </a:lnTo>
                <a:lnTo>
                  <a:pt x="129020" y="589961"/>
                </a:lnTo>
                <a:lnTo>
                  <a:pt x="163155" y="605464"/>
                </a:lnTo>
                <a:lnTo>
                  <a:pt x="126415" y="678264"/>
                </a:lnTo>
                <a:lnTo>
                  <a:pt x="145351" y="749094"/>
                </a:lnTo>
                <a:lnTo>
                  <a:pt x="119591" y="786898"/>
                </a:lnTo>
                <a:lnTo>
                  <a:pt x="149725" y="812480"/>
                </a:lnTo>
                <a:lnTo>
                  <a:pt x="183043" y="819280"/>
                </a:lnTo>
                <a:lnTo>
                  <a:pt x="253737" y="774926"/>
                </a:lnTo>
                <a:lnTo>
                  <a:pt x="270885" y="692137"/>
                </a:lnTo>
                <a:lnTo>
                  <a:pt x="301550" y="664655"/>
                </a:lnTo>
                <a:lnTo>
                  <a:pt x="378118" y="640547"/>
                </a:lnTo>
                <a:lnTo>
                  <a:pt x="442957" y="657430"/>
                </a:lnTo>
                <a:lnTo>
                  <a:pt x="428634" y="633655"/>
                </a:lnTo>
                <a:lnTo>
                  <a:pt x="392227" y="636971"/>
                </a:lnTo>
                <a:lnTo>
                  <a:pt x="368947" y="608374"/>
                </a:lnTo>
                <a:lnTo>
                  <a:pt x="419855" y="526318"/>
                </a:lnTo>
                <a:lnTo>
                  <a:pt x="424125" y="493018"/>
                </a:lnTo>
                <a:lnTo>
                  <a:pt x="504938" y="487016"/>
                </a:lnTo>
                <a:lnTo>
                  <a:pt x="501103" y="408751"/>
                </a:lnTo>
                <a:lnTo>
                  <a:pt x="482544" y="389487"/>
                </a:lnTo>
                <a:lnTo>
                  <a:pt x="501330" y="385408"/>
                </a:lnTo>
                <a:lnTo>
                  <a:pt x="493215" y="265668"/>
                </a:lnTo>
                <a:lnTo>
                  <a:pt x="481656" y="264764"/>
                </a:lnTo>
                <a:lnTo>
                  <a:pt x="494771" y="258491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langāna"/>
          <p:cNvSpPr/>
          <p:nvPr/>
        </p:nvSpPr>
        <p:spPr>
          <a:xfrm>
            <a:off x="8466930" y="4281000"/>
            <a:ext cx="565931" cy="608715"/>
          </a:xfrm>
          <a:custGeom>
            <a:avLst/>
            <a:gdLst/>
            <a:ahLst/>
            <a:cxnLst/>
            <a:rect l="l" t="t" r="r" b="b"/>
            <a:pathLst>
              <a:path w="565931" h="608715">
                <a:moveTo>
                  <a:pt x="43694" y="242169"/>
                </a:moveTo>
                <a:lnTo>
                  <a:pt x="44026" y="280396"/>
                </a:lnTo>
                <a:lnTo>
                  <a:pt x="58149" y="290477"/>
                </a:lnTo>
                <a:lnTo>
                  <a:pt x="28700" y="347843"/>
                </a:lnTo>
                <a:lnTo>
                  <a:pt x="62757" y="363857"/>
                </a:lnTo>
                <a:lnTo>
                  <a:pt x="38377" y="370694"/>
                </a:lnTo>
                <a:lnTo>
                  <a:pt x="19985" y="401792"/>
                </a:lnTo>
                <a:lnTo>
                  <a:pt x="36927" y="432903"/>
                </a:lnTo>
                <a:lnTo>
                  <a:pt x="32061" y="494888"/>
                </a:lnTo>
                <a:lnTo>
                  <a:pt x="0" y="513724"/>
                </a:lnTo>
                <a:lnTo>
                  <a:pt x="49708" y="533050"/>
                </a:lnTo>
                <a:lnTo>
                  <a:pt x="35744" y="578753"/>
                </a:lnTo>
                <a:lnTo>
                  <a:pt x="58377" y="601303"/>
                </a:lnTo>
                <a:lnTo>
                  <a:pt x="124372" y="608715"/>
                </a:lnTo>
                <a:lnTo>
                  <a:pt x="162301" y="573107"/>
                </a:lnTo>
                <a:lnTo>
                  <a:pt x="214589" y="581117"/>
                </a:lnTo>
                <a:lnTo>
                  <a:pt x="245612" y="548416"/>
                </a:lnTo>
                <a:lnTo>
                  <a:pt x="274282" y="550328"/>
                </a:lnTo>
                <a:lnTo>
                  <a:pt x="279861" y="499814"/>
                </a:lnTo>
                <a:lnTo>
                  <a:pt x="351476" y="475191"/>
                </a:lnTo>
                <a:lnTo>
                  <a:pt x="375816" y="489352"/>
                </a:lnTo>
                <a:lnTo>
                  <a:pt x="392550" y="464605"/>
                </a:lnTo>
                <a:lnTo>
                  <a:pt x="385181" y="447695"/>
                </a:lnTo>
                <a:lnTo>
                  <a:pt x="409978" y="428431"/>
                </a:lnTo>
                <a:lnTo>
                  <a:pt x="435455" y="462252"/>
                </a:lnTo>
                <a:lnTo>
                  <a:pt x="461740" y="469631"/>
                </a:lnTo>
                <a:lnTo>
                  <a:pt x="466130" y="447155"/>
                </a:lnTo>
                <a:lnTo>
                  <a:pt x="433097" y="438576"/>
                </a:lnTo>
                <a:lnTo>
                  <a:pt x="439416" y="421346"/>
                </a:lnTo>
                <a:lnTo>
                  <a:pt x="447147" y="430522"/>
                </a:lnTo>
                <a:lnTo>
                  <a:pt x="463094" y="412154"/>
                </a:lnTo>
                <a:lnTo>
                  <a:pt x="499831" y="429037"/>
                </a:lnTo>
                <a:lnTo>
                  <a:pt x="510019" y="402203"/>
                </a:lnTo>
                <a:lnTo>
                  <a:pt x="545344" y="400620"/>
                </a:lnTo>
                <a:lnTo>
                  <a:pt x="565931" y="379094"/>
                </a:lnTo>
                <a:lnTo>
                  <a:pt x="501228" y="345163"/>
                </a:lnTo>
                <a:lnTo>
                  <a:pt x="505403" y="325190"/>
                </a:lnTo>
                <a:lnTo>
                  <a:pt x="535690" y="319767"/>
                </a:lnTo>
                <a:lnTo>
                  <a:pt x="522394" y="315853"/>
                </a:lnTo>
                <a:lnTo>
                  <a:pt x="518348" y="259055"/>
                </a:lnTo>
                <a:lnTo>
                  <a:pt x="484808" y="259289"/>
                </a:lnTo>
                <a:lnTo>
                  <a:pt x="484532" y="224116"/>
                </a:lnTo>
                <a:lnTo>
                  <a:pt x="454052" y="193289"/>
                </a:lnTo>
                <a:lnTo>
                  <a:pt x="430771" y="196920"/>
                </a:lnTo>
                <a:lnTo>
                  <a:pt x="421331" y="178024"/>
                </a:lnTo>
                <a:lnTo>
                  <a:pt x="399130" y="184159"/>
                </a:lnTo>
                <a:lnTo>
                  <a:pt x="371892" y="164880"/>
                </a:lnTo>
                <a:lnTo>
                  <a:pt x="363168" y="121184"/>
                </a:lnTo>
                <a:lnTo>
                  <a:pt x="379717" y="76711"/>
                </a:lnTo>
                <a:lnTo>
                  <a:pt x="348630" y="45786"/>
                </a:lnTo>
                <a:lnTo>
                  <a:pt x="309576" y="61810"/>
                </a:lnTo>
                <a:lnTo>
                  <a:pt x="278021" y="44421"/>
                </a:lnTo>
                <a:lnTo>
                  <a:pt x="270648" y="67961"/>
                </a:lnTo>
                <a:lnTo>
                  <a:pt x="236046" y="54097"/>
                </a:lnTo>
                <a:lnTo>
                  <a:pt x="222270" y="22748"/>
                </a:lnTo>
                <a:lnTo>
                  <a:pt x="148331" y="0"/>
                </a:lnTo>
                <a:lnTo>
                  <a:pt x="147959" y="68388"/>
                </a:lnTo>
                <a:lnTo>
                  <a:pt x="130213" y="74937"/>
                </a:lnTo>
                <a:lnTo>
                  <a:pt x="130093" y="101012"/>
                </a:lnTo>
                <a:lnTo>
                  <a:pt x="86906" y="91069"/>
                </a:lnTo>
                <a:lnTo>
                  <a:pt x="72856" y="131721"/>
                </a:lnTo>
                <a:lnTo>
                  <a:pt x="98688" y="161875"/>
                </a:lnTo>
                <a:lnTo>
                  <a:pt x="71680" y="181107"/>
                </a:lnTo>
                <a:lnTo>
                  <a:pt x="69602" y="202632"/>
                </a:lnTo>
                <a:lnTo>
                  <a:pt x="49920" y="203804"/>
                </a:lnTo>
                <a:lnTo>
                  <a:pt x="43694" y="242169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ripura"/>
          <p:cNvSpPr/>
          <p:nvPr/>
        </p:nvSpPr>
        <p:spPr>
          <a:xfrm>
            <a:off x="10394703" y="3592398"/>
            <a:ext cx="162734" cy="237084"/>
          </a:xfrm>
          <a:custGeom>
            <a:avLst/>
            <a:gdLst/>
            <a:ahLst/>
            <a:cxnLst/>
            <a:rect l="l" t="t" r="r" b="b"/>
            <a:pathLst>
              <a:path w="162734" h="237084">
                <a:moveTo>
                  <a:pt x="91205" y="152732"/>
                </a:moveTo>
                <a:lnTo>
                  <a:pt x="109443" y="163740"/>
                </a:lnTo>
                <a:lnTo>
                  <a:pt x="111010" y="117762"/>
                </a:lnTo>
                <a:lnTo>
                  <a:pt x="148271" y="130569"/>
                </a:lnTo>
                <a:lnTo>
                  <a:pt x="160611" y="98971"/>
                </a:lnTo>
                <a:lnTo>
                  <a:pt x="162734" y="51920"/>
                </a:lnTo>
                <a:lnTo>
                  <a:pt x="143393" y="42426"/>
                </a:lnTo>
                <a:lnTo>
                  <a:pt x="152502" y="20611"/>
                </a:lnTo>
                <a:lnTo>
                  <a:pt x="140034" y="0"/>
                </a:lnTo>
                <a:lnTo>
                  <a:pt x="139410" y="16215"/>
                </a:lnTo>
                <a:lnTo>
                  <a:pt x="106023" y="28224"/>
                </a:lnTo>
                <a:lnTo>
                  <a:pt x="105446" y="61493"/>
                </a:lnTo>
                <a:lnTo>
                  <a:pt x="81671" y="42127"/>
                </a:lnTo>
                <a:lnTo>
                  <a:pt x="83009" y="57565"/>
                </a:lnTo>
                <a:lnTo>
                  <a:pt x="69995" y="44118"/>
                </a:lnTo>
                <a:lnTo>
                  <a:pt x="58736" y="67631"/>
                </a:lnTo>
                <a:lnTo>
                  <a:pt x="30372" y="62941"/>
                </a:lnTo>
                <a:lnTo>
                  <a:pt x="0" y="117236"/>
                </a:lnTo>
                <a:lnTo>
                  <a:pt x="26316" y="212726"/>
                </a:lnTo>
                <a:lnTo>
                  <a:pt x="36059" y="218304"/>
                </a:lnTo>
                <a:lnTo>
                  <a:pt x="34876" y="185419"/>
                </a:lnTo>
                <a:lnTo>
                  <a:pt x="63995" y="237084"/>
                </a:lnTo>
                <a:lnTo>
                  <a:pt x="93939" y="214077"/>
                </a:lnTo>
                <a:lnTo>
                  <a:pt x="91205" y="152732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Uttar Pradesh"/>
          <p:cNvSpPr/>
          <p:nvPr/>
        </p:nvSpPr>
        <p:spPr>
          <a:xfrm>
            <a:off x="8445886" y="2716205"/>
            <a:ext cx="1045629" cy="974121"/>
          </a:xfrm>
          <a:custGeom>
            <a:avLst/>
            <a:gdLst/>
            <a:ahLst/>
            <a:cxnLst/>
            <a:rect l="l" t="t" r="r" b="b"/>
            <a:pathLst>
              <a:path w="1045629" h="974121">
                <a:moveTo>
                  <a:pt x="68142" y="0"/>
                </a:moveTo>
                <a:lnTo>
                  <a:pt x="14405" y="72551"/>
                </a:lnTo>
                <a:lnTo>
                  <a:pt x="0" y="120663"/>
                </a:lnTo>
                <a:lnTo>
                  <a:pt x="15986" y="238736"/>
                </a:lnTo>
                <a:lnTo>
                  <a:pt x="64598" y="321680"/>
                </a:lnTo>
                <a:lnTo>
                  <a:pt x="62687" y="367685"/>
                </a:lnTo>
                <a:lnTo>
                  <a:pt x="27555" y="387745"/>
                </a:lnTo>
                <a:lnTo>
                  <a:pt x="32280" y="416560"/>
                </a:lnTo>
                <a:lnTo>
                  <a:pt x="82697" y="478110"/>
                </a:lnTo>
                <a:lnTo>
                  <a:pt x="60293" y="497184"/>
                </a:lnTo>
                <a:lnTo>
                  <a:pt x="94028" y="506106"/>
                </a:lnTo>
                <a:lnTo>
                  <a:pt x="43471" y="532450"/>
                </a:lnTo>
                <a:lnTo>
                  <a:pt x="52125" y="545668"/>
                </a:lnTo>
                <a:lnTo>
                  <a:pt x="93599" y="517210"/>
                </a:lnTo>
                <a:lnTo>
                  <a:pt x="130521" y="529588"/>
                </a:lnTo>
                <a:lnTo>
                  <a:pt x="158008" y="515143"/>
                </a:lnTo>
                <a:lnTo>
                  <a:pt x="162896" y="534920"/>
                </a:lnTo>
                <a:lnTo>
                  <a:pt x="177112" y="526708"/>
                </a:lnTo>
                <a:lnTo>
                  <a:pt x="265998" y="555886"/>
                </a:lnTo>
                <a:lnTo>
                  <a:pt x="284055" y="590697"/>
                </a:lnTo>
                <a:lnTo>
                  <a:pt x="231120" y="693573"/>
                </a:lnTo>
                <a:lnTo>
                  <a:pt x="239268" y="713001"/>
                </a:lnTo>
                <a:lnTo>
                  <a:pt x="188285" y="721595"/>
                </a:lnTo>
                <a:lnTo>
                  <a:pt x="169134" y="749427"/>
                </a:lnTo>
                <a:lnTo>
                  <a:pt x="190315" y="781226"/>
                </a:lnTo>
                <a:lnTo>
                  <a:pt x="150254" y="826172"/>
                </a:lnTo>
                <a:lnTo>
                  <a:pt x="175033" y="910228"/>
                </a:lnTo>
                <a:lnTo>
                  <a:pt x="198674" y="897044"/>
                </a:lnTo>
                <a:lnTo>
                  <a:pt x="236643" y="928537"/>
                </a:lnTo>
                <a:lnTo>
                  <a:pt x="261382" y="903046"/>
                </a:lnTo>
                <a:lnTo>
                  <a:pt x="249164" y="859207"/>
                </a:lnTo>
                <a:lnTo>
                  <a:pt x="230996" y="865345"/>
                </a:lnTo>
                <a:lnTo>
                  <a:pt x="236232" y="833879"/>
                </a:lnTo>
                <a:lnTo>
                  <a:pt x="214337" y="811979"/>
                </a:lnTo>
                <a:lnTo>
                  <a:pt x="206897" y="767856"/>
                </a:lnTo>
                <a:lnTo>
                  <a:pt x="187098" y="763247"/>
                </a:lnTo>
                <a:lnTo>
                  <a:pt x="218000" y="739833"/>
                </a:lnTo>
                <a:lnTo>
                  <a:pt x="234126" y="752965"/>
                </a:lnTo>
                <a:lnTo>
                  <a:pt x="229060" y="731801"/>
                </a:lnTo>
                <a:lnTo>
                  <a:pt x="243753" y="741814"/>
                </a:lnTo>
                <a:lnTo>
                  <a:pt x="256939" y="722488"/>
                </a:lnTo>
                <a:lnTo>
                  <a:pt x="263858" y="749831"/>
                </a:lnTo>
                <a:lnTo>
                  <a:pt x="235947" y="761480"/>
                </a:lnTo>
                <a:lnTo>
                  <a:pt x="244515" y="771514"/>
                </a:lnTo>
                <a:lnTo>
                  <a:pt x="259881" y="754154"/>
                </a:lnTo>
                <a:lnTo>
                  <a:pt x="248772" y="782137"/>
                </a:lnTo>
                <a:lnTo>
                  <a:pt x="267166" y="764757"/>
                </a:lnTo>
                <a:lnTo>
                  <a:pt x="283469" y="789330"/>
                </a:lnTo>
                <a:lnTo>
                  <a:pt x="308769" y="785349"/>
                </a:lnTo>
                <a:lnTo>
                  <a:pt x="306856" y="755262"/>
                </a:lnTo>
                <a:lnTo>
                  <a:pt x="333816" y="765829"/>
                </a:lnTo>
                <a:lnTo>
                  <a:pt x="321467" y="789807"/>
                </a:lnTo>
                <a:lnTo>
                  <a:pt x="384641" y="791301"/>
                </a:lnTo>
                <a:lnTo>
                  <a:pt x="383233" y="770493"/>
                </a:lnTo>
                <a:lnTo>
                  <a:pt x="440357" y="742365"/>
                </a:lnTo>
                <a:lnTo>
                  <a:pt x="463597" y="779149"/>
                </a:lnTo>
                <a:lnTo>
                  <a:pt x="441711" y="801785"/>
                </a:lnTo>
                <a:lnTo>
                  <a:pt x="466087" y="793946"/>
                </a:lnTo>
                <a:lnTo>
                  <a:pt x="470138" y="809545"/>
                </a:lnTo>
                <a:lnTo>
                  <a:pt x="470667" y="790704"/>
                </a:lnTo>
                <a:lnTo>
                  <a:pt x="511307" y="797478"/>
                </a:lnTo>
                <a:lnTo>
                  <a:pt x="501364" y="786500"/>
                </a:lnTo>
                <a:lnTo>
                  <a:pt x="526327" y="777608"/>
                </a:lnTo>
                <a:lnTo>
                  <a:pt x="516285" y="817228"/>
                </a:lnTo>
                <a:lnTo>
                  <a:pt x="561633" y="822452"/>
                </a:lnTo>
                <a:lnTo>
                  <a:pt x="580732" y="780884"/>
                </a:lnTo>
                <a:lnTo>
                  <a:pt x="610317" y="794875"/>
                </a:lnTo>
                <a:lnTo>
                  <a:pt x="622428" y="777177"/>
                </a:lnTo>
                <a:lnTo>
                  <a:pt x="626999" y="797254"/>
                </a:lnTo>
                <a:lnTo>
                  <a:pt x="667909" y="804736"/>
                </a:lnTo>
                <a:lnTo>
                  <a:pt x="675970" y="831479"/>
                </a:lnTo>
                <a:lnTo>
                  <a:pt x="708973" y="832648"/>
                </a:lnTo>
                <a:lnTo>
                  <a:pt x="722109" y="864627"/>
                </a:lnTo>
                <a:lnTo>
                  <a:pt x="738399" y="866691"/>
                </a:lnTo>
                <a:lnTo>
                  <a:pt x="740256" y="850046"/>
                </a:lnTo>
                <a:lnTo>
                  <a:pt x="787933" y="859134"/>
                </a:lnTo>
                <a:lnTo>
                  <a:pt x="772941" y="936380"/>
                </a:lnTo>
                <a:lnTo>
                  <a:pt x="812041" y="974121"/>
                </a:lnTo>
                <a:lnTo>
                  <a:pt x="848051" y="966662"/>
                </a:lnTo>
                <a:lnTo>
                  <a:pt x="882582" y="900513"/>
                </a:lnTo>
                <a:lnTo>
                  <a:pt x="874228" y="880757"/>
                </a:lnTo>
                <a:lnTo>
                  <a:pt x="895139" y="861953"/>
                </a:lnTo>
                <a:lnTo>
                  <a:pt x="868779" y="824982"/>
                </a:lnTo>
                <a:lnTo>
                  <a:pt x="868733" y="775855"/>
                </a:lnTo>
                <a:lnTo>
                  <a:pt x="936464" y="740825"/>
                </a:lnTo>
                <a:lnTo>
                  <a:pt x="972203" y="698039"/>
                </a:lnTo>
                <a:lnTo>
                  <a:pt x="1045629" y="697003"/>
                </a:lnTo>
                <a:lnTo>
                  <a:pt x="959046" y="630204"/>
                </a:lnTo>
                <a:lnTo>
                  <a:pt x="980765" y="620409"/>
                </a:lnTo>
                <a:lnTo>
                  <a:pt x="982241" y="601064"/>
                </a:lnTo>
                <a:lnTo>
                  <a:pt x="945014" y="578910"/>
                </a:lnTo>
                <a:lnTo>
                  <a:pt x="969721" y="560988"/>
                </a:lnTo>
                <a:lnTo>
                  <a:pt x="1015889" y="562820"/>
                </a:lnTo>
                <a:lnTo>
                  <a:pt x="991071" y="546123"/>
                </a:lnTo>
                <a:lnTo>
                  <a:pt x="992925" y="528535"/>
                </a:lnTo>
                <a:lnTo>
                  <a:pt x="966087" y="523821"/>
                </a:lnTo>
                <a:lnTo>
                  <a:pt x="947457" y="459132"/>
                </a:lnTo>
                <a:lnTo>
                  <a:pt x="904403" y="437083"/>
                </a:lnTo>
                <a:lnTo>
                  <a:pt x="873010" y="435568"/>
                </a:lnTo>
                <a:lnTo>
                  <a:pt x="863277" y="457791"/>
                </a:lnTo>
                <a:lnTo>
                  <a:pt x="845339" y="439373"/>
                </a:lnTo>
                <a:lnTo>
                  <a:pt x="782567" y="432096"/>
                </a:lnTo>
                <a:lnTo>
                  <a:pt x="778881" y="399206"/>
                </a:lnTo>
                <a:lnTo>
                  <a:pt x="742987" y="405675"/>
                </a:lnTo>
                <a:lnTo>
                  <a:pt x="690463" y="369305"/>
                </a:lnTo>
                <a:lnTo>
                  <a:pt x="664801" y="379220"/>
                </a:lnTo>
                <a:lnTo>
                  <a:pt x="485053" y="256115"/>
                </a:lnTo>
                <a:lnTo>
                  <a:pt x="475325" y="275425"/>
                </a:lnTo>
                <a:lnTo>
                  <a:pt x="420223" y="234266"/>
                </a:lnTo>
                <a:lnTo>
                  <a:pt x="397469" y="249955"/>
                </a:lnTo>
                <a:lnTo>
                  <a:pt x="378617" y="225330"/>
                </a:lnTo>
                <a:lnTo>
                  <a:pt x="324269" y="228523"/>
                </a:lnTo>
                <a:lnTo>
                  <a:pt x="282904" y="188778"/>
                </a:lnTo>
                <a:lnTo>
                  <a:pt x="252368" y="189926"/>
                </a:lnTo>
                <a:lnTo>
                  <a:pt x="226365" y="162813"/>
                </a:lnTo>
                <a:lnTo>
                  <a:pt x="257349" y="143119"/>
                </a:lnTo>
                <a:lnTo>
                  <a:pt x="212398" y="125288"/>
                </a:lnTo>
                <a:lnTo>
                  <a:pt x="196228" y="99185"/>
                </a:lnTo>
                <a:lnTo>
                  <a:pt x="173336" y="89676"/>
                </a:lnTo>
                <a:lnTo>
                  <a:pt x="129845" y="121882"/>
                </a:lnTo>
                <a:lnTo>
                  <a:pt x="119517" y="102234"/>
                </a:lnTo>
                <a:lnTo>
                  <a:pt x="99026" y="106159"/>
                </a:lnTo>
                <a:lnTo>
                  <a:pt x="89920" y="65895"/>
                </a:lnTo>
                <a:lnTo>
                  <a:pt x="121549" y="23138"/>
                </a:lnTo>
                <a:lnTo>
                  <a:pt x="68142" y="0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Uttarākhand"/>
          <p:cNvSpPr/>
          <p:nvPr/>
        </p:nvSpPr>
        <p:spPr>
          <a:xfrm>
            <a:off x="8513513" y="2558839"/>
            <a:ext cx="479117" cy="407321"/>
          </a:xfrm>
          <a:custGeom>
            <a:avLst/>
            <a:gdLst/>
            <a:ahLst/>
            <a:cxnLst/>
            <a:rect l="l" t="t" r="r" b="b"/>
            <a:pathLst>
              <a:path w="479117" h="407321">
                <a:moveTo>
                  <a:pt x="345202" y="390329"/>
                </a:moveTo>
                <a:lnTo>
                  <a:pt x="356218" y="350646"/>
                </a:lnTo>
                <a:lnTo>
                  <a:pt x="377441" y="335327"/>
                </a:lnTo>
                <a:lnTo>
                  <a:pt x="369719" y="299873"/>
                </a:lnTo>
                <a:lnTo>
                  <a:pt x="392861" y="276767"/>
                </a:lnTo>
                <a:lnTo>
                  <a:pt x="387146" y="254221"/>
                </a:lnTo>
                <a:lnTo>
                  <a:pt x="479117" y="179850"/>
                </a:lnTo>
                <a:lnTo>
                  <a:pt x="365630" y="129491"/>
                </a:lnTo>
                <a:lnTo>
                  <a:pt x="368864" y="103353"/>
                </a:lnTo>
                <a:lnTo>
                  <a:pt x="317469" y="71495"/>
                </a:lnTo>
                <a:lnTo>
                  <a:pt x="256761" y="63837"/>
                </a:lnTo>
                <a:lnTo>
                  <a:pt x="211016" y="0"/>
                </a:lnTo>
                <a:lnTo>
                  <a:pt x="181252" y="24989"/>
                </a:lnTo>
                <a:lnTo>
                  <a:pt x="198943" y="51002"/>
                </a:lnTo>
                <a:lnTo>
                  <a:pt x="110508" y="24670"/>
                </a:lnTo>
                <a:lnTo>
                  <a:pt x="45203" y="44988"/>
                </a:lnTo>
                <a:lnTo>
                  <a:pt x="18205" y="102467"/>
                </a:lnTo>
                <a:lnTo>
                  <a:pt x="34095" y="140843"/>
                </a:lnTo>
                <a:lnTo>
                  <a:pt x="0" y="155415"/>
                </a:lnTo>
                <a:lnTo>
                  <a:pt x="53922" y="180504"/>
                </a:lnTo>
                <a:lnTo>
                  <a:pt x="23216" y="220459"/>
                </a:lnTo>
                <a:lnTo>
                  <a:pt x="27533" y="259313"/>
                </a:lnTo>
                <a:lnTo>
                  <a:pt x="51890" y="259600"/>
                </a:lnTo>
                <a:lnTo>
                  <a:pt x="62218" y="279248"/>
                </a:lnTo>
                <a:lnTo>
                  <a:pt x="118567" y="251841"/>
                </a:lnTo>
                <a:lnTo>
                  <a:pt x="144771" y="282654"/>
                </a:lnTo>
                <a:lnTo>
                  <a:pt x="189722" y="300485"/>
                </a:lnTo>
                <a:lnTo>
                  <a:pt x="158738" y="320179"/>
                </a:lnTo>
                <a:lnTo>
                  <a:pt x="184778" y="347321"/>
                </a:lnTo>
                <a:lnTo>
                  <a:pt x="215277" y="346144"/>
                </a:lnTo>
                <a:lnTo>
                  <a:pt x="258704" y="386588"/>
                </a:lnTo>
                <a:lnTo>
                  <a:pt x="312550" y="383196"/>
                </a:lnTo>
                <a:lnTo>
                  <a:pt x="329842" y="407321"/>
                </a:lnTo>
                <a:lnTo>
                  <a:pt x="345202" y="390329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West Bengal"/>
          <p:cNvSpPr/>
          <p:nvPr/>
        </p:nvSpPr>
        <p:spPr>
          <a:xfrm>
            <a:off x="9655611" y="3191732"/>
            <a:ext cx="561474" cy="844136"/>
          </a:xfrm>
          <a:custGeom>
            <a:avLst/>
            <a:gdLst/>
            <a:ahLst/>
            <a:cxnLst/>
            <a:rect l="l" t="t" r="r" b="b"/>
            <a:pathLst>
              <a:path w="561474" h="844136">
                <a:moveTo>
                  <a:pt x="303987" y="0"/>
                </a:moveTo>
                <a:lnTo>
                  <a:pt x="327842" y="65723"/>
                </a:lnTo>
                <a:lnTo>
                  <a:pt x="316530" y="98610"/>
                </a:lnTo>
                <a:lnTo>
                  <a:pt x="334171" y="95631"/>
                </a:lnTo>
                <a:lnTo>
                  <a:pt x="343548" y="128562"/>
                </a:lnTo>
                <a:lnTo>
                  <a:pt x="275733" y="191622"/>
                </a:lnTo>
                <a:lnTo>
                  <a:pt x="308816" y="225313"/>
                </a:lnTo>
                <a:lnTo>
                  <a:pt x="312599" y="254485"/>
                </a:lnTo>
                <a:lnTo>
                  <a:pt x="285869" y="252432"/>
                </a:lnTo>
                <a:lnTo>
                  <a:pt x="269616" y="268178"/>
                </a:lnTo>
                <a:lnTo>
                  <a:pt x="280693" y="290646"/>
                </a:lnTo>
                <a:lnTo>
                  <a:pt x="261964" y="291673"/>
                </a:lnTo>
                <a:lnTo>
                  <a:pt x="296712" y="339415"/>
                </a:lnTo>
                <a:lnTo>
                  <a:pt x="276689" y="365820"/>
                </a:lnTo>
                <a:lnTo>
                  <a:pt x="289307" y="391967"/>
                </a:lnTo>
                <a:lnTo>
                  <a:pt x="270317" y="392270"/>
                </a:lnTo>
                <a:lnTo>
                  <a:pt x="274424" y="422211"/>
                </a:lnTo>
                <a:lnTo>
                  <a:pt x="251917" y="441375"/>
                </a:lnTo>
                <a:lnTo>
                  <a:pt x="259715" y="457139"/>
                </a:lnTo>
                <a:lnTo>
                  <a:pt x="232354" y="461809"/>
                </a:lnTo>
                <a:lnTo>
                  <a:pt x="227156" y="481763"/>
                </a:lnTo>
                <a:lnTo>
                  <a:pt x="197435" y="472677"/>
                </a:lnTo>
                <a:lnTo>
                  <a:pt x="196782" y="505402"/>
                </a:lnTo>
                <a:lnTo>
                  <a:pt x="136510" y="503655"/>
                </a:lnTo>
                <a:lnTo>
                  <a:pt x="135660" y="525830"/>
                </a:lnTo>
                <a:lnTo>
                  <a:pt x="88930" y="534665"/>
                </a:lnTo>
                <a:lnTo>
                  <a:pt x="67922" y="567197"/>
                </a:lnTo>
                <a:lnTo>
                  <a:pt x="30791" y="541172"/>
                </a:lnTo>
                <a:lnTo>
                  <a:pt x="32469" y="555988"/>
                </a:lnTo>
                <a:lnTo>
                  <a:pt x="7087" y="557689"/>
                </a:lnTo>
                <a:lnTo>
                  <a:pt x="0" y="588595"/>
                </a:lnTo>
                <a:lnTo>
                  <a:pt x="50668" y="627889"/>
                </a:lnTo>
                <a:lnTo>
                  <a:pt x="100722" y="630252"/>
                </a:lnTo>
                <a:lnTo>
                  <a:pt x="83049" y="659869"/>
                </a:lnTo>
                <a:lnTo>
                  <a:pt x="131023" y="692006"/>
                </a:lnTo>
                <a:lnTo>
                  <a:pt x="147961" y="733557"/>
                </a:lnTo>
                <a:lnTo>
                  <a:pt x="124929" y="756034"/>
                </a:lnTo>
                <a:lnTo>
                  <a:pt x="167354" y="772282"/>
                </a:lnTo>
                <a:lnTo>
                  <a:pt x="168678" y="797623"/>
                </a:lnTo>
                <a:lnTo>
                  <a:pt x="196115" y="784349"/>
                </a:lnTo>
                <a:lnTo>
                  <a:pt x="230785" y="836189"/>
                </a:lnTo>
                <a:lnTo>
                  <a:pt x="275123" y="821398"/>
                </a:lnTo>
                <a:lnTo>
                  <a:pt x="300083" y="797243"/>
                </a:lnTo>
                <a:lnTo>
                  <a:pt x="300951" y="766642"/>
                </a:lnTo>
                <a:lnTo>
                  <a:pt x="325121" y="766265"/>
                </a:lnTo>
                <a:lnTo>
                  <a:pt x="301291" y="741248"/>
                </a:lnTo>
                <a:lnTo>
                  <a:pt x="327298" y="749981"/>
                </a:lnTo>
                <a:lnTo>
                  <a:pt x="337938" y="844136"/>
                </a:lnTo>
                <a:lnTo>
                  <a:pt x="338146" y="783582"/>
                </a:lnTo>
                <a:lnTo>
                  <a:pt x="345114" y="798900"/>
                </a:lnTo>
                <a:lnTo>
                  <a:pt x="350548" y="782216"/>
                </a:lnTo>
                <a:lnTo>
                  <a:pt x="354799" y="808526"/>
                </a:lnTo>
                <a:lnTo>
                  <a:pt x="355687" y="777317"/>
                </a:lnTo>
                <a:lnTo>
                  <a:pt x="367118" y="792714"/>
                </a:lnTo>
                <a:lnTo>
                  <a:pt x="378661" y="770263"/>
                </a:lnTo>
                <a:lnTo>
                  <a:pt x="370663" y="795996"/>
                </a:lnTo>
                <a:lnTo>
                  <a:pt x="384132" y="793525"/>
                </a:lnTo>
                <a:lnTo>
                  <a:pt x="391784" y="740949"/>
                </a:lnTo>
                <a:lnTo>
                  <a:pt x="390342" y="785085"/>
                </a:lnTo>
                <a:lnTo>
                  <a:pt x="407329" y="755833"/>
                </a:lnTo>
                <a:lnTo>
                  <a:pt x="406730" y="783742"/>
                </a:lnTo>
                <a:lnTo>
                  <a:pt x="426734" y="788241"/>
                </a:lnTo>
                <a:lnTo>
                  <a:pt x="438661" y="761502"/>
                </a:lnTo>
                <a:lnTo>
                  <a:pt x="430785" y="785562"/>
                </a:lnTo>
                <a:lnTo>
                  <a:pt x="441474" y="792452"/>
                </a:lnTo>
                <a:lnTo>
                  <a:pt x="453656" y="754003"/>
                </a:lnTo>
                <a:lnTo>
                  <a:pt x="419107" y="627268"/>
                </a:lnTo>
                <a:lnTo>
                  <a:pt x="439640" y="596705"/>
                </a:lnTo>
                <a:lnTo>
                  <a:pt x="401440" y="590637"/>
                </a:lnTo>
                <a:lnTo>
                  <a:pt x="412691" y="554561"/>
                </a:lnTo>
                <a:lnTo>
                  <a:pt x="379214" y="531839"/>
                </a:lnTo>
                <a:lnTo>
                  <a:pt x="381605" y="500164"/>
                </a:lnTo>
                <a:lnTo>
                  <a:pt x="408414" y="481999"/>
                </a:lnTo>
                <a:lnTo>
                  <a:pt x="403776" y="438198"/>
                </a:lnTo>
                <a:lnTo>
                  <a:pt x="328206" y="408318"/>
                </a:lnTo>
                <a:lnTo>
                  <a:pt x="305315" y="376688"/>
                </a:lnTo>
                <a:lnTo>
                  <a:pt x="320974" y="339685"/>
                </a:lnTo>
                <a:lnTo>
                  <a:pt x="357030" y="338255"/>
                </a:lnTo>
                <a:lnTo>
                  <a:pt x="363125" y="300477"/>
                </a:lnTo>
                <a:lnTo>
                  <a:pt x="429422" y="305452"/>
                </a:lnTo>
                <a:lnTo>
                  <a:pt x="441624" y="285378"/>
                </a:lnTo>
                <a:lnTo>
                  <a:pt x="418266" y="275881"/>
                </a:lnTo>
                <a:lnTo>
                  <a:pt x="414277" y="252014"/>
                </a:lnTo>
                <a:lnTo>
                  <a:pt x="376681" y="254227"/>
                </a:lnTo>
                <a:lnTo>
                  <a:pt x="313966" y="193312"/>
                </a:lnTo>
                <a:lnTo>
                  <a:pt x="326687" y="158545"/>
                </a:lnTo>
                <a:lnTo>
                  <a:pt x="374232" y="127026"/>
                </a:lnTo>
                <a:lnTo>
                  <a:pt x="347842" y="108797"/>
                </a:lnTo>
                <a:lnTo>
                  <a:pt x="358678" y="86489"/>
                </a:lnTo>
                <a:lnTo>
                  <a:pt x="404921" y="129128"/>
                </a:lnTo>
                <a:lnTo>
                  <a:pt x="393877" y="142318"/>
                </a:lnTo>
                <a:lnTo>
                  <a:pt x="447479" y="144821"/>
                </a:lnTo>
                <a:lnTo>
                  <a:pt x="428071" y="125891"/>
                </a:lnTo>
                <a:lnTo>
                  <a:pt x="435561" y="112479"/>
                </a:lnTo>
                <a:lnTo>
                  <a:pt x="453756" y="122552"/>
                </a:lnTo>
                <a:lnTo>
                  <a:pt x="461906" y="160170"/>
                </a:lnTo>
                <a:lnTo>
                  <a:pt x="517318" y="186150"/>
                </a:lnTo>
                <a:lnTo>
                  <a:pt x="528236" y="146639"/>
                </a:lnTo>
                <a:lnTo>
                  <a:pt x="542432" y="155187"/>
                </a:lnTo>
                <a:lnTo>
                  <a:pt x="540099" y="135039"/>
                </a:lnTo>
                <a:lnTo>
                  <a:pt x="559004" y="123512"/>
                </a:lnTo>
                <a:lnTo>
                  <a:pt x="561474" y="93695"/>
                </a:lnTo>
                <a:lnTo>
                  <a:pt x="558272" y="76607"/>
                </a:lnTo>
                <a:lnTo>
                  <a:pt x="516259" y="59503"/>
                </a:lnTo>
                <a:lnTo>
                  <a:pt x="457962" y="60370"/>
                </a:lnTo>
                <a:lnTo>
                  <a:pt x="422479" y="39874"/>
                </a:lnTo>
                <a:lnTo>
                  <a:pt x="412638" y="10862"/>
                </a:lnTo>
                <a:lnTo>
                  <a:pt x="378795" y="4125"/>
                </a:lnTo>
                <a:lnTo>
                  <a:pt x="361571" y="19742"/>
                </a:lnTo>
                <a:lnTo>
                  <a:pt x="303987" y="0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06 · FOOD SECURITY</a:t>
            </a:r>
            <a:endParaRPr lang="en-US" sz="120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831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Food Security — undernourishment halved to 9.8%, but 143M still hungry; wasting among highest globally</a:t>
            </a:r>
            <a:endParaRPr lang="en-US" sz="1700"/>
          </a:p>
        </p:txBody>
      </p:sp>
      <p:sp>
        <p:nvSpPr>
          <p:cNvPr id="4" name="Shape 2"/>
          <p:cNvSpPr/>
          <p:nvPr/>
        </p:nvSpPr>
        <p:spPr>
          <a:xfrm>
            <a:off x="512064" y="1005840"/>
            <a:ext cx="502920" cy="0"/>
          </a:xfrm>
          <a:prstGeom prst="line">
            <a:avLst/>
          </a:prstGeom>
          <a:noFill/>
          <a:ln w="31750">
            <a:solidFill>
              <a:srgbClr val="AD83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02920" y="1188720"/>
            <a:ext cx="1975104" cy="115214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1975104" cy="41148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12648" y="1261872"/>
            <a:ext cx="1755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143M</a:t>
            </a:r>
            <a:endParaRPr lang="en-US" sz="1900"/>
          </a:p>
        </p:txBody>
      </p:sp>
      <p:sp>
        <p:nvSpPr>
          <p:cNvPr id="8" name="Text 6"/>
          <p:cNvSpPr/>
          <p:nvPr/>
        </p:nvSpPr>
        <p:spPr>
          <a:xfrm>
            <a:off x="612648" y="1609344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Undernourished · 2023-25</a:t>
            </a:r>
            <a:endParaRPr lang="en-US" sz="1200"/>
          </a:p>
        </p:txBody>
      </p:sp>
      <p:sp>
        <p:nvSpPr>
          <p:cNvPr id="9" name="Text 7"/>
          <p:cNvSpPr/>
          <p:nvPr/>
        </p:nvSpPr>
        <p:spPr>
          <a:xfrm>
            <a:off x="612648" y="1828800"/>
            <a:ext cx="17556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Down from 244M in 2004-06</a:t>
            </a:r>
            <a:endParaRPr lang="en-US" sz="1200"/>
          </a:p>
        </p:txBody>
      </p:sp>
      <p:sp>
        <p:nvSpPr>
          <p:cNvPr id="10" name="Shape 8"/>
          <p:cNvSpPr/>
          <p:nvPr/>
        </p:nvSpPr>
        <p:spPr>
          <a:xfrm>
            <a:off x="2606040" y="1188720"/>
            <a:ext cx="1975104" cy="115214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2606040" y="1188720"/>
            <a:ext cx="1975104" cy="41148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2715768" y="1261872"/>
            <a:ext cx="1755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18.7%</a:t>
            </a:r>
            <a:endParaRPr lang="en-US" sz="1900"/>
          </a:p>
        </p:txBody>
      </p:sp>
      <p:sp>
        <p:nvSpPr>
          <p:cNvPr id="13" name="Text 11"/>
          <p:cNvSpPr/>
          <p:nvPr/>
        </p:nvSpPr>
        <p:spPr>
          <a:xfrm>
            <a:off x="2715768" y="1609344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Child wasting</a:t>
            </a:r>
            <a:endParaRPr lang="en-US" sz="1200"/>
          </a:p>
        </p:txBody>
      </p:sp>
      <p:sp>
        <p:nvSpPr>
          <p:cNvPr id="14" name="Text 12"/>
          <p:cNvSpPr/>
          <p:nvPr/>
        </p:nvSpPr>
        <p:spPr>
          <a:xfrm>
            <a:off x="2715768" y="1828800"/>
            <a:ext cx="17556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SOFI 2026 · highest globally</a:t>
            </a:r>
            <a:endParaRPr lang="en-US" sz="1200"/>
          </a:p>
        </p:txBody>
      </p:sp>
      <p:sp>
        <p:nvSpPr>
          <p:cNvPr id="15" name="Shape 13"/>
          <p:cNvSpPr/>
          <p:nvPr/>
        </p:nvSpPr>
        <p:spPr>
          <a:xfrm>
            <a:off x="4709160" y="1188720"/>
            <a:ext cx="1975104" cy="115214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4709160" y="1188720"/>
            <a:ext cx="1975104" cy="41148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818888" y="1261872"/>
            <a:ext cx="1755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33%</a:t>
            </a:r>
            <a:endParaRPr lang="en-US" sz="1900"/>
          </a:p>
        </p:txBody>
      </p:sp>
      <p:sp>
        <p:nvSpPr>
          <p:cNvPr id="18" name="Text 16"/>
          <p:cNvSpPr/>
          <p:nvPr/>
        </p:nvSpPr>
        <p:spPr>
          <a:xfrm>
            <a:off x="4818888" y="1609344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Child stunting 2024</a:t>
            </a:r>
            <a:endParaRPr lang="en-US" sz="1200"/>
          </a:p>
        </p:txBody>
      </p:sp>
      <p:sp>
        <p:nvSpPr>
          <p:cNvPr id="19" name="Text 17"/>
          <p:cNvSpPr/>
          <p:nvPr/>
        </p:nvSpPr>
        <p:spPr>
          <a:xfrm>
            <a:off x="4818888" y="1828800"/>
            <a:ext cx="17556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Down from 42% in 2012</a:t>
            </a:r>
            <a:endParaRPr lang="en-US" sz="1200"/>
          </a:p>
        </p:txBody>
      </p:sp>
      <p:sp>
        <p:nvSpPr>
          <p:cNvPr id="20" name="Text 18"/>
          <p:cNvSpPr/>
          <p:nvPr/>
        </p:nvSpPr>
        <p:spPr>
          <a:xfrm>
            <a:off x="502920" y="2432304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KEY INSIGHTS</a:t>
            </a:r>
            <a:endParaRPr lang="en-US" sz="1200"/>
          </a:p>
        </p:txBody>
      </p:sp>
      <p:sp>
        <p:nvSpPr>
          <p:cNvPr id="21" name="Text 19"/>
          <p:cNvSpPr/>
          <p:nvPr/>
        </p:nvSpPr>
        <p:spPr>
          <a:xfrm>
            <a:off x="658368" y="2688336"/>
            <a:ext cx="598932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Undernourishment fell to 9.8% but 520M (35.5%) cannot afford a healthy diet; hidden hunger and anaemia widespread.</a:t>
            </a:r>
            <a:endParaRPr lang="en-US" sz="1200"/>
          </a:p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Child wasting at 18.7% remains among highest globally; stunting at 33% — concentrated in rural, tribal areas.</a:t>
            </a:r>
            <a:endParaRPr lang="en-US" sz="1200"/>
          </a:p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PDS and mid-day meal schemes provide calorie sufficiency; dietary diversity and micronutrient gaps persist.</a:t>
            </a:r>
            <a:endParaRPr lang="en-US" sz="1200"/>
          </a:p>
        </p:txBody>
      </p:sp>
      <p:sp>
        <p:nvSpPr>
          <p:cNvPr id="22" name="Shape 20"/>
          <p:cNvSpPr/>
          <p:nvPr/>
        </p:nvSpPr>
        <p:spPr>
          <a:xfrm>
            <a:off x="502920" y="4663440"/>
            <a:ext cx="6172200" cy="1591056"/>
          </a:xfrm>
          <a:prstGeom prst="rect">
            <a:avLst/>
          </a:prstGeom>
          <a:solidFill>
            <a:srgbClr val="F4F1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502920" y="4663440"/>
            <a:ext cx="45720" cy="1591056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694944" y="475488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POTENTIAL INTERVENTIONS</a:t>
            </a:r>
            <a:endParaRPr lang="en-US" sz="1200"/>
          </a:p>
        </p:txBody>
      </p:sp>
      <p:sp>
        <p:nvSpPr>
          <p:cNvPr id="25" name="Text 23"/>
          <p:cNvSpPr/>
          <p:nvPr/>
        </p:nvSpPr>
        <p:spPr>
          <a:xfrm>
            <a:off x="713232" y="5029200"/>
            <a:ext cx="219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▸</a:t>
            </a:r>
            <a:endParaRPr lang="en-US" sz="1200"/>
          </a:p>
        </p:txBody>
      </p:sp>
      <p:sp>
        <p:nvSpPr>
          <p:cNvPr id="26" name="Text 24"/>
          <p:cNvSpPr/>
          <p:nvPr/>
        </p:nvSpPr>
        <p:spPr>
          <a:xfrm>
            <a:off x="932688" y="5029200"/>
            <a:ext cx="5632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Fortification and dietary diversification in ICDS and PDS supply chains.</a:t>
            </a:r>
            <a:endParaRPr lang="en-US" sz="1200"/>
          </a:p>
        </p:txBody>
      </p:sp>
      <p:sp>
        <p:nvSpPr>
          <p:cNvPr id="27" name="Text 25"/>
          <p:cNvSpPr/>
          <p:nvPr/>
        </p:nvSpPr>
        <p:spPr>
          <a:xfrm>
            <a:off x="713232" y="5394960"/>
            <a:ext cx="219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▸</a:t>
            </a:r>
            <a:endParaRPr lang="en-US" sz="1200"/>
          </a:p>
        </p:txBody>
      </p:sp>
      <p:sp>
        <p:nvSpPr>
          <p:cNvPr id="28" name="Text 26"/>
          <p:cNvSpPr/>
          <p:nvPr/>
        </p:nvSpPr>
        <p:spPr>
          <a:xfrm>
            <a:off x="932688" y="5394960"/>
            <a:ext cx="5632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POSHAN Abhiyaan scale-up in aspirational districts with high wasting.</a:t>
            </a:r>
            <a:endParaRPr lang="en-US" sz="1200"/>
          </a:p>
        </p:txBody>
      </p:sp>
      <p:sp>
        <p:nvSpPr>
          <p:cNvPr id="29" name="Text 27"/>
          <p:cNvSpPr/>
          <p:nvPr/>
        </p:nvSpPr>
        <p:spPr>
          <a:xfrm>
            <a:off x="713232" y="5760720"/>
            <a:ext cx="219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▸</a:t>
            </a:r>
            <a:endParaRPr lang="en-US" sz="1200"/>
          </a:p>
        </p:txBody>
      </p:sp>
      <p:sp>
        <p:nvSpPr>
          <p:cNvPr id="30" name="Text 28"/>
          <p:cNvSpPr/>
          <p:nvPr/>
        </p:nvSpPr>
        <p:spPr>
          <a:xfrm>
            <a:off x="932688" y="5760720"/>
            <a:ext cx="5632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Climate-resilient agriculture and millet promotion for nutrition security.</a:t>
            </a:r>
            <a:endParaRPr lang="en-US" sz="1200"/>
          </a:p>
        </p:txBody>
      </p:sp>
      <p:sp>
        <p:nvSpPr>
          <p:cNvPr id="31" name="Text 29"/>
          <p:cNvSpPr/>
          <p:nvPr/>
        </p:nvSpPr>
        <p:spPr>
          <a:xfrm>
            <a:off x="6903720" y="120700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Stunting prevalence by state (%)</a:t>
            </a:r>
            <a:endParaRPr lang="en-US" sz="1200"/>
          </a:p>
        </p:txBody>
      </p:sp>
      <p:sp>
        <p:nvSpPr>
          <p:cNvPr id="32" name="Text 30"/>
          <p:cNvSpPr/>
          <p:nvPr/>
        </p:nvSpPr>
        <p:spPr>
          <a:xfrm>
            <a:off x="6903720" y="1463040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NFHS-5 pattern (est.)</a:t>
            </a:r>
            <a:endParaRPr lang="en-US" sz="1200"/>
          </a:p>
        </p:txBody>
      </p:sp>
      <p:sp>
        <p:nvSpPr>
          <p:cNvPr id="34" name="Shape 31"/>
          <p:cNvSpPr/>
          <p:nvPr/>
        </p:nvSpPr>
        <p:spPr>
          <a:xfrm>
            <a:off x="502920" y="6400800"/>
            <a:ext cx="11185855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2"/>
          <p:cNvSpPr/>
          <p:nvPr/>
        </p:nvSpPr>
        <p:spPr>
          <a:xfrm>
            <a:off x="502920" y="6446520"/>
            <a:ext cx="8961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FAO SOFI 2026 · Global Hunger Index 2025 · NFHS-5 · WFP</a:t>
            </a:r>
            <a:endParaRPr lang="en-US" sz="1200"/>
          </a:p>
        </p:txBody>
      </p:sp>
      <p:sp>
        <p:nvSpPr>
          <p:cNvPr id="36" name="Text 33"/>
          <p:cNvSpPr/>
          <p:nvPr/>
        </p:nvSpPr>
        <p:spPr>
          <a:xfrm>
            <a:off x="9905695" y="644652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ODA</a:t>
            </a: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11 / 23</a:t>
            </a:r>
            <a:endParaRPr lang="en-US" sz="1200"/>
          </a:p>
        </p:txBody>
      </p:sp>
      <p:sp>
        <p:nvSpPr>
          <p:cNvPr id="33" name="Andaman and Nicobar Islands"/>
          <p:cNvSpPr/>
          <p:nvPr/>
        </p:nvSpPr>
        <p:spPr>
          <a:xfrm>
            <a:off x="10606154" y="5323986"/>
            <a:ext cx="40156" cy="92050"/>
          </a:xfrm>
          <a:custGeom>
            <a:avLst/>
            <a:gdLst/>
            <a:ahLst/>
            <a:cxnLst/>
            <a:rect l="l" t="t" r="r" b="b"/>
            <a:pathLst>
              <a:path w="40156" h="92050">
                <a:moveTo>
                  <a:pt x="21573" y="78136"/>
                </a:moveTo>
                <a:lnTo>
                  <a:pt x="12167" y="68018"/>
                </a:lnTo>
                <a:lnTo>
                  <a:pt x="31912" y="77658"/>
                </a:lnTo>
                <a:lnTo>
                  <a:pt x="40156" y="57578"/>
                </a:lnTo>
                <a:lnTo>
                  <a:pt x="29475" y="0"/>
                </a:lnTo>
                <a:lnTo>
                  <a:pt x="13714" y="24410"/>
                </a:lnTo>
                <a:lnTo>
                  <a:pt x="5295" y="15059"/>
                </a:lnTo>
                <a:lnTo>
                  <a:pt x="13147" y="51756"/>
                </a:lnTo>
                <a:lnTo>
                  <a:pt x="12362" y="38257"/>
                </a:lnTo>
                <a:lnTo>
                  <a:pt x="0" y="47430"/>
                </a:lnTo>
                <a:lnTo>
                  <a:pt x="3613" y="92050"/>
                </a:lnTo>
                <a:lnTo>
                  <a:pt x="29767" y="88519"/>
                </a:lnTo>
                <a:lnTo>
                  <a:pt x="21573" y="78136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Andhra Pradesh"/>
          <p:cNvSpPr/>
          <p:nvPr/>
        </p:nvSpPr>
        <p:spPr>
          <a:xfrm>
            <a:off x="8401720" y="4393055"/>
            <a:ext cx="1105248" cy="976139"/>
          </a:xfrm>
          <a:custGeom>
            <a:avLst/>
            <a:gdLst/>
            <a:ahLst/>
            <a:cxnLst/>
            <a:rect l="l" t="t" r="r" b="b"/>
            <a:pathLst>
              <a:path w="1105248" h="976139">
                <a:moveTo>
                  <a:pt x="485131" y="835764"/>
                </a:moveTo>
                <a:lnTo>
                  <a:pt x="465596" y="748341"/>
                </a:lnTo>
                <a:lnTo>
                  <a:pt x="475123" y="683205"/>
                </a:lnTo>
                <a:lnTo>
                  <a:pt x="454491" y="609460"/>
                </a:lnTo>
                <a:lnTo>
                  <a:pt x="487333" y="518771"/>
                </a:lnTo>
                <a:lnTo>
                  <a:pt x="542230" y="489271"/>
                </a:lnTo>
                <a:lnTo>
                  <a:pt x="578062" y="514499"/>
                </a:lnTo>
                <a:lnTo>
                  <a:pt x="628740" y="426859"/>
                </a:lnTo>
                <a:lnTo>
                  <a:pt x="686276" y="426407"/>
                </a:lnTo>
                <a:lnTo>
                  <a:pt x="768378" y="388811"/>
                </a:lnTo>
                <a:lnTo>
                  <a:pt x="769186" y="314389"/>
                </a:lnTo>
                <a:lnTo>
                  <a:pt x="1019698" y="126907"/>
                </a:lnTo>
                <a:lnTo>
                  <a:pt x="1105248" y="17225"/>
                </a:lnTo>
                <a:lnTo>
                  <a:pt x="1100069" y="528"/>
                </a:lnTo>
                <a:lnTo>
                  <a:pt x="1084078" y="4515"/>
                </a:lnTo>
                <a:lnTo>
                  <a:pt x="1094512" y="12895"/>
                </a:lnTo>
                <a:lnTo>
                  <a:pt x="1084827" y="20582"/>
                </a:lnTo>
                <a:lnTo>
                  <a:pt x="1059934" y="21000"/>
                </a:lnTo>
                <a:lnTo>
                  <a:pt x="1049327" y="53819"/>
                </a:lnTo>
                <a:lnTo>
                  <a:pt x="1014262" y="60470"/>
                </a:lnTo>
                <a:lnTo>
                  <a:pt x="986832" y="51972"/>
                </a:lnTo>
                <a:lnTo>
                  <a:pt x="973199" y="21601"/>
                </a:lnTo>
                <a:lnTo>
                  <a:pt x="967751" y="35420"/>
                </a:lnTo>
                <a:lnTo>
                  <a:pt x="949849" y="0"/>
                </a:lnTo>
                <a:lnTo>
                  <a:pt x="937550" y="22679"/>
                </a:lnTo>
                <a:lnTo>
                  <a:pt x="927964" y="10384"/>
                </a:lnTo>
                <a:lnTo>
                  <a:pt x="927110" y="31033"/>
                </a:lnTo>
                <a:lnTo>
                  <a:pt x="906188" y="24453"/>
                </a:lnTo>
                <a:lnTo>
                  <a:pt x="919360" y="47814"/>
                </a:lnTo>
                <a:lnTo>
                  <a:pt x="864984" y="77111"/>
                </a:lnTo>
                <a:lnTo>
                  <a:pt x="870725" y="116859"/>
                </a:lnTo>
                <a:lnTo>
                  <a:pt x="835923" y="106519"/>
                </a:lnTo>
                <a:lnTo>
                  <a:pt x="813012" y="138243"/>
                </a:lnTo>
                <a:lnTo>
                  <a:pt x="791559" y="91674"/>
                </a:lnTo>
                <a:lnTo>
                  <a:pt x="761577" y="174340"/>
                </a:lnTo>
                <a:lnTo>
                  <a:pt x="729187" y="163232"/>
                </a:lnTo>
                <a:lnTo>
                  <a:pt x="671935" y="200087"/>
                </a:lnTo>
                <a:lnTo>
                  <a:pt x="609468" y="194935"/>
                </a:lnTo>
                <a:lnTo>
                  <a:pt x="594517" y="213522"/>
                </a:lnTo>
                <a:lnTo>
                  <a:pt x="576471" y="209240"/>
                </a:lnTo>
                <a:lnTo>
                  <a:pt x="566438" y="233108"/>
                </a:lnTo>
                <a:lnTo>
                  <a:pt x="631141" y="267039"/>
                </a:lnTo>
                <a:lnTo>
                  <a:pt x="610554" y="288565"/>
                </a:lnTo>
                <a:lnTo>
                  <a:pt x="575229" y="290148"/>
                </a:lnTo>
                <a:lnTo>
                  <a:pt x="565041" y="316982"/>
                </a:lnTo>
                <a:lnTo>
                  <a:pt x="528304" y="300099"/>
                </a:lnTo>
                <a:lnTo>
                  <a:pt x="512357" y="318467"/>
                </a:lnTo>
                <a:lnTo>
                  <a:pt x="504626" y="309291"/>
                </a:lnTo>
                <a:lnTo>
                  <a:pt x="498307" y="326521"/>
                </a:lnTo>
                <a:lnTo>
                  <a:pt x="531340" y="335100"/>
                </a:lnTo>
                <a:lnTo>
                  <a:pt x="526950" y="357576"/>
                </a:lnTo>
                <a:lnTo>
                  <a:pt x="500665" y="350197"/>
                </a:lnTo>
                <a:lnTo>
                  <a:pt x="475188" y="316376"/>
                </a:lnTo>
                <a:lnTo>
                  <a:pt x="450391" y="335640"/>
                </a:lnTo>
                <a:lnTo>
                  <a:pt x="457760" y="352550"/>
                </a:lnTo>
                <a:lnTo>
                  <a:pt x="442870" y="376158"/>
                </a:lnTo>
                <a:lnTo>
                  <a:pt x="416686" y="363136"/>
                </a:lnTo>
                <a:lnTo>
                  <a:pt x="345071" y="387759"/>
                </a:lnTo>
                <a:lnTo>
                  <a:pt x="339492" y="438273"/>
                </a:lnTo>
                <a:lnTo>
                  <a:pt x="310822" y="436361"/>
                </a:lnTo>
                <a:lnTo>
                  <a:pt x="279799" y="469062"/>
                </a:lnTo>
                <a:lnTo>
                  <a:pt x="227511" y="461052"/>
                </a:lnTo>
                <a:lnTo>
                  <a:pt x="189582" y="496660"/>
                </a:lnTo>
                <a:lnTo>
                  <a:pt x="67008" y="477510"/>
                </a:lnTo>
                <a:lnTo>
                  <a:pt x="37211" y="493283"/>
                </a:lnTo>
                <a:lnTo>
                  <a:pt x="50392" y="522095"/>
                </a:lnTo>
                <a:lnTo>
                  <a:pt x="28947" y="547116"/>
                </a:lnTo>
                <a:lnTo>
                  <a:pt x="55966" y="595909"/>
                </a:lnTo>
                <a:lnTo>
                  <a:pt x="43962" y="620578"/>
                </a:lnTo>
                <a:lnTo>
                  <a:pt x="1621" y="609783"/>
                </a:lnTo>
                <a:lnTo>
                  <a:pt x="14489" y="630784"/>
                </a:lnTo>
                <a:lnTo>
                  <a:pt x="0" y="680875"/>
                </a:lnTo>
                <a:lnTo>
                  <a:pt x="29055" y="698309"/>
                </a:lnTo>
                <a:lnTo>
                  <a:pt x="16592" y="711686"/>
                </a:lnTo>
                <a:lnTo>
                  <a:pt x="24241" y="734240"/>
                </a:lnTo>
                <a:lnTo>
                  <a:pt x="72226" y="719987"/>
                </a:lnTo>
                <a:lnTo>
                  <a:pt x="86908" y="741072"/>
                </a:lnTo>
                <a:lnTo>
                  <a:pt x="88826" y="720338"/>
                </a:lnTo>
                <a:lnTo>
                  <a:pt x="104146" y="743227"/>
                </a:lnTo>
                <a:lnTo>
                  <a:pt x="81247" y="751183"/>
                </a:lnTo>
                <a:lnTo>
                  <a:pt x="87759" y="787451"/>
                </a:lnTo>
                <a:lnTo>
                  <a:pt x="77164" y="766275"/>
                </a:lnTo>
                <a:lnTo>
                  <a:pt x="53206" y="770578"/>
                </a:lnTo>
                <a:lnTo>
                  <a:pt x="35773" y="744378"/>
                </a:lnTo>
                <a:lnTo>
                  <a:pt x="17937" y="745703"/>
                </a:lnTo>
                <a:lnTo>
                  <a:pt x="38310" y="780688"/>
                </a:lnTo>
                <a:lnTo>
                  <a:pt x="32108" y="808404"/>
                </a:lnTo>
                <a:lnTo>
                  <a:pt x="56505" y="806276"/>
                </a:lnTo>
                <a:lnTo>
                  <a:pt x="58120" y="781919"/>
                </a:lnTo>
                <a:lnTo>
                  <a:pt x="92436" y="794154"/>
                </a:lnTo>
                <a:lnTo>
                  <a:pt x="95595" y="818180"/>
                </a:lnTo>
                <a:lnTo>
                  <a:pt x="131881" y="809401"/>
                </a:lnTo>
                <a:lnTo>
                  <a:pt x="147007" y="779003"/>
                </a:lnTo>
                <a:lnTo>
                  <a:pt x="169293" y="777395"/>
                </a:lnTo>
                <a:lnTo>
                  <a:pt x="164509" y="796523"/>
                </a:lnTo>
                <a:lnTo>
                  <a:pt x="186914" y="791218"/>
                </a:lnTo>
                <a:lnTo>
                  <a:pt x="183082" y="824030"/>
                </a:lnTo>
                <a:lnTo>
                  <a:pt x="226615" y="832266"/>
                </a:lnTo>
                <a:lnTo>
                  <a:pt x="223246" y="870466"/>
                </a:lnTo>
                <a:lnTo>
                  <a:pt x="252356" y="878128"/>
                </a:lnTo>
                <a:lnTo>
                  <a:pt x="227956" y="928188"/>
                </a:lnTo>
                <a:lnTo>
                  <a:pt x="235379" y="939906"/>
                </a:lnTo>
                <a:lnTo>
                  <a:pt x="220053" y="929021"/>
                </a:lnTo>
                <a:lnTo>
                  <a:pt x="198854" y="966032"/>
                </a:lnTo>
                <a:lnTo>
                  <a:pt x="235406" y="976139"/>
                </a:lnTo>
                <a:lnTo>
                  <a:pt x="269964" y="909768"/>
                </a:lnTo>
                <a:lnTo>
                  <a:pt x="332086" y="916995"/>
                </a:lnTo>
                <a:lnTo>
                  <a:pt x="342031" y="894519"/>
                </a:lnTo>
                <a:lnTo>
                  <a:pt x="370211" y="891933"/>
                </a:lnTo>
                <a:lnTo>
                  <a:pt x="369796" y="867522"/>
                </a:lnTo>
                <a:lnTo>
                  <a:pt x="414720" y="889057"/>
                </a:lnTo>
                <a:lnTo>
                  <a:pt x="447939" y="839073"/>
                </a:lnTo>
                <a:lnTo>
                  <a:pt x="481463" y="849770"/>
                </a:lnTo>
                <a:lnTo>
                  <a:pt x="485131" y="835764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Arunāchal Pradesh"/>
          <p:cNvSpPr/>
          <p:nvPr/>
        </p:nvSpPr>
        <p:spPr>
          <a:xfrm>
            <a:off x="10448660" y="2856140"/>
            <a:ext cx="812193" cy="414592"/>
          </a:xfrm>
          <a:custGeom>
            <a:avLst/>
            <a:gdLst/>
            <a:ahLst/>
            <a:cxnLst/>
            <a:rect l="l" t="t" r="r" b="b"/>
            <a:pathLst>
              <a:path w="812193" h="414592">
                <a:moveTo>
                  <a:pt x="510641" y="414592"/>
                </a:moveTo>
                <a:lnTo>
                  <a:pt x="537876" y="411970"/>
                </a:lnTo>
                <a:lnTo>
                  <a:pt x="648384" y="325577"/>
                </a:lnTo>
                <a:lnTo>
                  <a:pt x="714249" y="311627"/>
                </a:lnTo>
                <a:lnTo>
                  <a:pt x="737792" y="340231"/>
                </a:lnTo>
                <a:lnTo>
                  <a:pt x="778155" y="347025"/>
                </a:lnTo>
                <a:lnTo>
                  <a:pt x="739950" y="276756"/>
                </a:lnTo>
                <a:lnTo>
                  <a:pt x="790204" y="232707"/>
                </a:lnTo>
                <a:lnTo>
                  <a:pt x="808537" y="234733"/>
                </a:lnTo>
                <a:lnTo>
                  <a:pt x="812193" y="215627"/>
                </a:lnTo>
                <a:lnTo>
                  <a:pt x="797352" y="207644"/>
                </a:lnTo>
                <a:lnTo>
                  <a:pt x="810231" y="189207"/>
                </a:lnTo>
                <a:lnTo>
                  <a:pt x="708511" y="149223"/>
                </a:lnTo>
                <a:lnTo>
                  <a:pt x="671791" y="167285"/>
                </a:lnTo>
                <a:lnTo>
                  <a:pt x="653051" y="156934"/>
                </a:lnTo>
                <a:lnTo>
                  <a:pt x="701902" y="102384"/>
                </a:lnTo>
                <a:lnTo>
                  <a:pt x="689451" y="57344"/>
                </a:lnTo>
                <a:lnTo>
                  <a:pt x="639773" y="83192"/>
                </a:lnTo>
                <a:lnTo>
                  <a:pt x="632638" y="57487"/>
                </a:lnTo>
                <a:lnTo>
                  <a:pt x="671204" y="30777"/>
                </a:lnTo>
                <a:lnTo>
                  <a:pt x="650550" y="33940"/>
                </a:lnTo>
                <a:lnTo>
                  <a:pt x="629007" y="0"/>
                </a:lnTo>
                <a:lnTo>
                  <a:pt x="561356" y="29789"/>
                </a:lnTo>
                <a:lnTo>
                  <a:pt x="540346" y="63552"/>
                </a:lnTo>
                <a:lnTo>
                  <a:pt x="450551" y="44190"/>
                </a:lnTo>
                <a:lnTo>
                  <a:pt x="427126" y="16642"/>
                </a:lnTo>
                <a:lnTo>
                  <a:pt x="369830" y="56144"/>
                </a:lnTo>
                <a:lnTo>
                  <a:pt x="329774" y="117752"/>
                </a:lnTo>
                <a:lnTo>
                  <a:pt x="248256" y="122405"/>
                </a:lnTo>
                <a:lnTo>
                  <a:pt x="231851" y="168192"/>
                </a:lnTo>
                <a:lnTo>
                  <a:pt x="158201" y="199201"/>
                </a:lnTo>
                <a:lnTo>
                  <a:pt x="165421" y="219585"/>
                </a:lnTo>
                <a:lnTo>
                  <a:pt x="140645" y="244720"/>
                </a:lnTo>
                <a:lnTo>
                  <a:pt x="92200" y="239015"/>
                </a:lnTo>
                <a:lnTo>
                  <a:pt x="51822" y="260481"/>
                </a:lnTo>
                <a:lnTo>
                  <a:pt x="0" y="239476"/>
                </a:lnTo>
                <a:lnTo>
                  <a:pt x="14228" y="294864"/>
                </a:lnTo>
                <a:lnTo>
                  <a:pt x="65595" y="295642"/>
                </a:lnTo>
                <a:lnTo>
                  <a:pt x="79638" y="324355"/>
                </a:lnTo>
                <a:lnTo>
                  <a:pt x="66748" y="355557"/>
                </a:lnTo>
                <a:lnTo>
                  <a:pt x="89774" y="383604"/>
                </a:lnTo>
                <a:lnTo>
                  <a:pt x="155922" y="362454"/>
                </a:lnTo>
                <a:lnTo>
                  <a:pt x="204304" y="380103"/>
                </a:lnTo>
                <a:lnTo>
                  <a:pt x="292690" y="372111"/>
                </a:lnTo>
                <a:lnTo>
                  <a:pt x="376905" y="289434"/>
                </a:lnTo>
                <a:lnTo>
                  <a:pt x="372656" y="272740"/>
                </a:lnTo>
                <a:lnTo>
                  <a:pt x="403698" y="284299"/>
                </a:lnTo>
                <a:lnTo>
                  <a:pt x="562056" y="224686"/>
                </a:lnTo>
                <a:lnTo>
                  <a:pt x="612741" y="223476"/>
                </a:lnTo>
                <a:lnTo>
                  <a:pt x="582410" y="259569"/>
                </a:lnTo>
                <a:lnTo>
                  <a:pt x="595183" y="304250"/>
                </a:lnTo>
                <a:lnTo>
                  <a:pt x="619174" y="312708"/>
                </a:lnTo>
                <a:lnTo>
                  <a:pt x="601819" y="329073"/>
                </a:lnTo>
                <a:lnTo>
                  <a:pt x="548746" y="328065"/>
                </a:lnTo>
                <a:lnTo>
                  <a:pt x="541005" y="347858"/>
                </a:lnTo>
                <a:lnTo>
                  <a:pt x="505469" y="361658"/>
                </a:lnTo>
                <a:lnTo>
                  <a:pt x="510641" y="414592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Assam"/>
          <p:cNvSpPr/>
          <p:nvPr/>
        </p:nvSpPr>
        <p:spPr>
          <a:xfrm>
            <a:off x="10192768" y="3079657"/>
            <a:ext cx="875066" cy="571124"/>
          </a:xfrm>
          <a:custGeom>
            <a:avLst/>
            <a:gdLst/>
            <a:ahLst/>
            <a:cxnLst/>
            <a:rect l="l" t="t" r="r" b="b"/>
            <a:pathLst>
              <a:path w="875066" h="571124">
                <a:moveTo>
                  <a:pt x="761095" y="139001"/>
                </a:moveTo>
                <a:lnTo>
                  <a:pt x="796897" y="124341"/>
                </a:lnTo>
                <a:lnTo>
                  <a:pt x="804638" y="104548"/>
                </a:lnTo>
                <a:lnTo>
                  <a:pt x="857711" y="105556"/>
                </a:lnTo>
                <a:lnTo>
                  <a:pt x="875066" y="89191"/>
                </a:lnTo>
                <a:lnTo>
                  <a:pt x="851075" y="80733"/>
                </a:lnTo>
                <a:lnTo>
                  <a:pt x="838302" y="36052"/>
                </a:lnTo>
                <a:lnTo>
                  <a:pt x="868696" y="0"/>
                </a:lnTo>
                <a:lnTo>
                  <a:pt x="817948" y="1169"/>
                </a:lnTo>
                <a:lnTo>
                  <a:pt x="659590" y="60782"/>
                </a:lnTo>
                <a:lnTo>
                  <a:pt x="628548" y="49223"/>
                </a:lnTo>
                <a:lnTo>
                  <a:pt x="632797" y="65917"/>
                </a:lnTo>
                <a:lnTo>
                  <a:pt x="538411" y="151055"/>
                </a:lnTo>
                <a:lnTo>
                  <a:pt x="460196" y="156586"/>
                </a:lnTo>
                <a:lnTo>
                  <a:pt x="411814" y="138937"/>
                </a:lnTo>
                <a:lnTo>
                  <a:pt x="326480" y="166563"/>
                </a:lnTo>
                <a:lnTo>
                  <a:pt x="303799" y="155792"/>
                </a:lnTo>
                <a:lnTo>
                  <a:pt x="275786" y="172514"/>
                </a:lnTo>
                <a:lnTo>
                  <a:pt x="141034" y="178239"/>
                </a:lnTo>
                <a:lnTo>
                  <a:pt x="90991" y="158483"/>
                </a:lnTo>
                <a:lnTo>
                  <a:pt x="22185" y="183250"/>
                </a:lnTo>
                <a:lnTo>
                  <a:pt x="21847" y="235587"/>
                </a:lnTo>
                <a:lnTo>
                  <a:pt x="0" y="264469"/>
                </a:lnTo>
                <a:lnTo>
                  <a:pt x="26124" y="301132"/>
                </a:lnTo>
                <a:lnTo>
                  <a:pt x="21128" y="372553"/>
                </a:lnTo>
                <a:lnTo>
                  <a:pt x="44534" y="351520"/>
                </a:lnTo>
                <a:lnTo>
                  <a:pt x="27153" y="330998"/>
                </a:lnTo>
                <a:lnTo>
                  <a:pt x="62653" y="297902"/>
                </a:lnTo>
                <a:lnTo>
                  <a:pt x="172930" y="300678"/>
                </a:lnTo>
                <a:lnTo>
                  <a:pt x="181042" y="319741"/>
                </a:lnTo>
                <a:lnTo>
                  <a:pt x="207327" y="313619"/>
                </a:lnTo>
                <a:lnTo>
                  <a:pt x="211014" y="334342"/>
                </a:lnTo>
                <a:lnTo>
                  <a:pt x="253663" y="312147"/>
                </a:lnTo>
                <a:lnTo>
                  <a:pt x="260505" y="287967"/>
                </a:lnTo>
                <a:lnTo>
                  <a:pt x="273073" y="307236"/>
                </a:lnTo>
                <a:lnTo>
                  <a:pt x="294510" y="275106"/>
                </a:lnTo>
                <a:lnTo>
                  <a:pt x="307469" y="293253"/>
                </a:lnTo>
                <a:lnTo>
                  <a:pt x="356755" y="283130"/>
                </a:lnTo>
                <a:lnTo>
                  <a:pt x="339798" y="301241"/>
                </a:lnTo>
                <a:lnTo>
                  <a:pt x="349924" y="306487"/>
                </a:lnTo>
                <a:lnTo>
                  <a:pt x="340311" y="341862"/>
                </a:lnTo>
                <a:lnTo>
                  <a:pt x="371867" y="329571"/>
                </a:lnTo>
                <a:lnTo>
                  <a:pt x="409113" y="353990"/>
                </a:lnTo>
                <a:lnTo>
                  <a:pt x="396882" y="372715"/>
                </a:lnTo>
                <a:lnTo>
                  <a:pt x="429874" y="409929"/>
                </a:lnTo>
                <a:lnTo>
                  <a:pt x="385244" y="426030"/>
                </a:lnTo>
                <a:lnTo>
                  <a:pt x="386253" y="461408"/>
                </a:lnTo>
                <a:lnTo>
                  <a:pt x="351053" y="457045"/>
                </a:lnTo>
                <a:lnTo>
                  <a:pt x="359671" y="481535"/>
                </a:lnTo>
                <a:lnTo>
                  <a:pt x="345328" y="555167"/>
                </a:lnTo>
                <a:lnTo>
                  <a:pt x="377198" y="553422"/>
                </a:lnTo>
                <a:lnTo>
                  <a:pt x="383144" y="571124"/>
                </a:lnTo>
                <a:lnTo>
                  <a:pt x="424345" y="513676"/>
                </a:lnTo>
                <a:lnTo>
                  <a:pt x="433567" y="535698"/>
                </a:lnTo>
                <a:lnTo>
                  <a:pt x="462931" y="529815"/>
                </a:lnTo>
                <a:lnTo>
                  <a:pt x="472319" y="470337"/>
                </a:lnTo>
                <a:lnTo>
                  <a:pt x="522321" y="396661"/>
                </a:lnTo>
                <a:lnTo>
                  <a:pt x="502406" y="360708"/>
                </a:lnTo>
                <a:lnTo>
                  <a:pt x="563166" y="297444"/>
                </a:lnTo>
                <a:lnTo>
                  <a:pt x="567324" y="321450"/>
                </a:lnTo>
                <a:lnTo>
                  <a:pt x="592696" y="305358"/>
                </a:lnTo>
                <a:lnTo>
                  <a:pt x="595796" y="267215"/>
                </a:lnTo>
                <a:lnTo>
                  <a:pt x="631145" y="212142"/>
                </a:lnTo>
                <a:lnTo>
                  <a:pt x="639488" y="224518"/>
                </a:lnTo>
                <a:lnTo>
                  <a:pt x="659387" y="194169"/>
                </a:lnTo>
                <a:lnTo>
                  <a:pt x="761095" y="139001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Bihār"/>
          <p:cNvSpPr/>
          <p:nvPr/>
        </p:nvSpPr>
        <p:spPr>
          <a:xfrm>
            <a:off x="9309490" y="3145953"/>
            <a:ext cx="689564" cy="482444"/>
          </a:xfrm>
          <a:custGeom>
            <a:avLst/>
            <a:gdLst/>
            <a:ahLst/>
            <a:cxnLst/>
            <a:rect l="l" t="t" r="r" b="b"/>
            <a:pathLst>
              <a:path w="689564" h="482444">
                <a:moveTo>
                  <a:pt x="25350" y="446752"/>
                </a:moveTo>
                <a:lnTo>
                  <a:pt x="76504" y="445743"/>
                </a:lnTo>
                <a:lnTo>
                  <a:pt x="95290" y="429234"/>
                </a:lnTo>
                <a:lnTo>
                  <a:pt x="109137" y="453908"/>
                </a:lnTo>
                <a:lnTo>
                  <a:pt x="135293" y="441522"/>
                </a:lnTo>
                <a:lnTo>
                  <a:pt x="162850" y="482444"/>
                </a:lnTo>
                <a:lnTo>
                  <a:pt x="205221" y="445977"/>
                </a:lnTo>
                <a:lnTo>
                  <a:pt x="219308" y="469623"/>
                </a:lnTo>
                <a:lnTo>
                  <a:pt x="244939" y="469597"/>
                </a:lnTo>
                <a:lnTo>
                  <a:pt x="283965" y="442301"/>
                </a:lnTo>
                <a:lnTo>
                  <a:pt x="325119" y="438760"/>
                </a:lnTo>
                <a:lnTo>
                  <a:pt x="334631" y="402667"/>
                </a:lnTo>
                <a:lnTo>
                  <a:pt x="378751" y="408793"/>
                </a:lnTo>
                <a:lnTo>
                  <a:pt x="432685" y="470283"/>
                </a:lnTo>
                <a:lnTo>
                  <a:pt x="454656" y="434404"/>
                </a:lnTo>
                <a:lnTo>
                  <a:pt x="498004" y="443810"/>
                </a:lnTo>
                <a:lnTo>
                  <a:pt x="501239" y="427778"/>
                </a:lnTo>
                <a:lnTo>
                  <a:pt x="516647" y="434345"/>
                </a:lnTo>
                <a:lnTo>
                  <a:pt x="529761" y="373029"/>
                </a:lnTo>
                <a:lnTo>
                  <a:pt x="554931" y="342533"/>
                </a:lnTo>
                <a:lnTo>
                  <a:pt x="575783" y="346897"/>
                </a:lnTo>
                <a:lnTo>
                  <a:pt x="590451" y="323753"/>
                </a:lnTo>
                <a:lnTo>
                  <a:pt x="622920" y="339799"/>
                </a:lnTo>
                <a:lnTo>
                  <a:pt x="618565" y="308852"/>
                </a:lnTo>
                <a:lnTo>
                  <a:pt x="637959" y="295454"/>
                </a:lnTo>
                <a:lnTo>
                  <a:pt x="658193" y="303717"/>
                </a:lnTo>
                <a:lnTo>
                  <a:pt x="654937" y="271092"/>
                </a:lnTo>
                <a:lnTo>
                  <a:pt x="621854" y="237401"/>
                </a:lnTo>
                <a:lnTo>
                  <a:pt x="689564" y="174586"/>
                </a:lnTo>
                <a:lnTo>
                  <a:pt x="680292" y="141410"/>
                </a:lnTo>
                <a:lnTo>
                  <a:pt x="661640" y="144921"/>
                </a:lnTo>
                <a:lnTo>
                  <a:pt x="650720" y="172344"/>
                </a:lnTo>
                <a:lnTo>
                  <a:pt x="632601" y="153979"/>
                </a:lnTo>
                <a:lnTo>
                  <a:pt x="556693" y="174742"/>
                </a:lnTo>
                <a:lnTo>
                  <a:pt x="522195" y="159362"/>
                </a:lnTo>
                <a:lnTo>
                  <a:pt x="519372" y="139099"/>
                </a:lnTo>
                <a:lnTo>
                  <a:pt x="472210" y="163589"/>
                </a:lnTo>
                <a:lnTo>
                  <a:pt x="417185" y="134180"/>
                </a:lnTo>
                <a:lnTo>
                  <a:pt x="374872" y="127195"/>
                </a:lnTo>
                <a:lnTo>
                  <a:pt x="350312" y="141796"/>
                </a:lnTo>
                <a:lnTo>
                  <a:pt x="320576" y="96429"/>
                </a:lnTo>
                <a:lnTo>
                  <a:pt x="261960" y="113520"/>
                </a:lnTo>
                <a:lnTo>
                  <a:pt x="258998" y="96754"/>
                </a:lnTo>
                <a:lnTo>
                  <a:pt x="183215" y="70444"/>
                </a:lnTo>
                <a:lnTo>
                  <a:pt x="180013" y="26735"/>
                </a:lnTo>
                <a:lnTo>
                  <a:pt x="134865" y="20297"/>
                </a:lnTo>
                <a:lnTo>
                  <a:pt x="114469" y="0"/>
                </a:lnTo>
                <a:lnTo>
                  <a:pt x="73098" y="10385"/>
                </a:lnTo>
                <a:lnTo>
                  <a:pt x="102483" y="94073"/>
                </a:lnTo>
                <a:lnTo>
                  <a:pt x="129321" y="98787"/>
                </a:lnTo>
                <a:lnTo>
                  <a:pt x="127467" y="116375"/>
                </a:lnTo>
                <a:lnTo>
                  <a:pt x="152285" y="133072"/>
                </a:lnTo>
                <a:lnTo>
                  <a:pt x="106117" y="131240"/>
                </a:lnTo>
                <a:lnTo>
                  <a:pt x="81410" y="149162"/>
                </a:lnTo>
                <a:lnTo>
                  <a:pt x="118637" y="171316"/>
                </a:lnTo>
                <a:lnTo>
                  <a:pt x="117161" y="190661"/>
                </a:lnTo>
                <a:lnTo>
                  <a:pt x="95442" y="200456"/>
                </a:lnTo>
                <a:lnTo>
                  <a:pt x="182025" y="267255"/>
                </a:lnTo>
                <a:lnTo>
                  <a:pt x="108599" y="268291"/>
                </a:lnTo>
                <a:lnTo>
                  <a:pt x="72860" y="311077"/>
                </a:lnTo>
                <a:lnTo>
                  <a:pt x="5129" y="346107"/>
                </a:lnTo>
                <a:lnTo>
                  <a:pt x="0" y="373336"/>
                </a:lnTo>
                <a:lnTo>
                  <a:pt x="31538" y="432145"/>
                </a:lnTo>
                <a:lnTo>
                  <a:pt x="25350" y="446752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Chandīgarh"/>
          <p:cNvSpPr/>
          <p:nvPr/>
        </p:nvSpPr>
        <p:spPr>
          <a:xfrm>
            <a:off x="8393430" y="2662903"/>
            <a:ext cx="18377" cy="13153"/>
          </a:xfrm>
          <a:custGeom>
            <a:avLst/>
            <a:gdLst/>
            <a:ahLst/>
            <a:cxnLst/>
            <a:rect l="l" t="t" r="r" b="b"/>
            <a:pathLst>
              <a:path w="18377" h="13153">
                <a:moveTo>
                  <a:pt x="18377" y="0"/>
                </a:moveTo>
                <a:lnTo>
                  <a:pt x="0" y="1725"/>
                </a:lnTo>
                <a:lnTo>
                  <a:pt x="13663" y="13153"/>
                </a:lnTo>
                <a:lnTo>
                  <a:pt x="18377" y="0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Chhattīsgarh"/>
          <p:cNvSpPr/>
          <p:nvPr/>
        </p:nvSpPr>
        <p:spPr>
          <a:xfrm>
            <a:off x="8887492" y="3655309"/>
            <a:ext cx="570991" cy="942082"/>
          </a:xfrm>
          <a:custGeom>
            <a:avLst/>
            <a:gdLst/>
            <a:ahLst/>
            <a:cxnLst/>
            <a:rect l="l" t="t" r="r" b="b"/>
            <a:pathLst>
              <a:path w="570991" h="942082">
                <a:moveTo>
                  <a:pt x="0" y="803514"/>
                </a:moveTo>
                <a:lnTo>
                  <a:pt x="63970" y="849807"/>
                </a:lnTo>
                <a:lnTo>
                  <a:pt x="65369" y="886008"/>
                </a:lnTo>
                <a:lnTo>
                  <a:pt x="97786" y="884746"/>
                </a:lnTo>
                <a:lnTo>
                  <a:pt x="101843" y="941566"/>
                </a:lnTo>
                <a:lnTo>
                  <a:pt x="155161" y="942082"/>
                </a:lnTo>
                <a:lnTo>
                  <a:pt x="173456" y="872903"/>
                </a:lnTo>
                <a:lnTo>
                  <a:pt x="204589" y="858648"/>
                </a:lnTo>
                <a:lnTo>
                  <a:pt x="234133" y="823295"/>
                </a:lnTo>
                <a:lnTo>
                  <a:pt x="224457" y="813292"/>
                </a:lnTo>
                <a:lnTo>
                  <a:pt x="273242" y="774235"/>
                </a:lnTo>
                <a:lnTo>
                  <a:pt x="265403" y="698346"/>
                </a:lnTo>
                <a:lnTo>
                  <a:pt x="243193" y="686384"/>
                </a:lnTo>
                <a:lnTo>
                  <a:pt x="248246" y="644143"/>
                </a:lnTo>
                <a:lnTo>
                  <a:pt x="218834" y="625063"/>
                </a:lnTo>
                <a:lnTo>
                  <a:pt x="221294" y="606302"/>
                </a:lnTo>
                <a:lnTo>
                  <a:pt x="272055" y="612375"/>
                </a:lnTo>
                <a:lnTo>
                  <a:pt x="286989" y="637400"/>
                </a:lnTo>
                <a:lnTo>
                  <a:pt x="300929" y="626300"/>
                </a:lnTo>
                <a:lnTo>
                  <a:pt x="322731" y="632748"/>
                </a:lnTo>
                <a:lnTo>
                  <a:pt x="321123" y="646351"/>
                </a:lnTo>
                <a:lnTo>
                  <a:pt x="337119" y="637518"/>
                </a:lnTo>
                <a:lnTo>
                  <a:pt x="338238" y="613682"/>
                </a:lnTo>
                <a:lnTo>
                  <a:pt x="294453" y="604447"/>
                </a:lnTo>
                <a:lnTo>
                  <a:pt x="287752" y="480121"/>
                </a:lnTo>
                <a:lnTo>
                  <a:pt x="303619" y="489338"/>
                </a:lnTo>
                <a:lnTo>
                  <a:pt x="327863" y="440530"/>
                </a:lnTo>
                <a:lnTo>
                  <a:pt x="395841" y="447845"/>
                </a:lnTo>
                <a:lnTo>
                  <a:pt x="414881" y="407132"/>
                </a:lnTo>
                <a:lnTo>
                  <a:pt x="433915" y="411210"/>
                </a:lnTo>
                <a:lnTo>
                  <a:pt x="424458" y="388695"/>
                </a:lnTo>
                <a:lnTo>
                  <a:pt x="459482" y="336571"/>
                </a:lnTo>
                <a:lnTo>
                  <a:pt x="455820" y="298550"/>
                </a:lnTo>
                <a:lnTo>
                  <a:pt x="517577" y="258904"/>
                </a:lnTo>
                <a:lnTo>
                  <a:pt x="517443" y="228816"/>
                </a:lnTo>
                <a:lnTo>
                  <a:pt x="546635" y="214762"/>
                </a:lnTo>
                <a:lnTo>
                  <a:pt x="570991" y="176152"/>
                </a:lnTo>
                <a:lnTo>
                  <a:pt x="536829" y="170254"/>
                </a:lnTo>
                <a:lnTo>
                  <a:pt x="520561" y="141790"/>
                </a:lnTo>
                <a:lnTo>
                  <a:pt x="526474" y="115327"/>
                </a:lnTo>
                <a:lnTo>
                  <a:pt x="511059" y="108755"/>
                </a:lnTo>
                <a:lnTo>
                  <a:pt x="518425" y="70395"/>
                </a:lnTo>
                <a:lnTo>
                  <a:pt x="484621" y="73900"/>
                </a:lnTo>
                <a:lnTo>
                  <a:pt x="437621" y="3095"/>
                </a:lnTo>
                <a:lnTo>
                  <a:pt x="422168" y="0"/>
                </a:lnTo>
                <a:lnTo>
                  <a:pt x="397245" y="33002"/>
                </a:lnTo>
                <a:lnTo>
                  <a:pt x="350189" y="21545"/>
                </a:lnTo>
                <a:lnTo>
                  <a:pt x="311796" y="48102"/>
                </a:lnTo>
                <a:lnTo>
                  <a:pt x="184943" y="30412"/>
                </a:lnTo>
                <a:lnTo>
                  <a:pt x="197058" y="57420"/>
                </a:lnTo>
                <a:lnTo>
                  <a:pt x="180548" y="77717"/>
                </a:lnTo>
                <a:lnTo>
                  <a:pt x="187523" y="93139"/>
                </a:lnTo>
                <a:lnTo>
                  <a:pt x="228545" y="85581"/>
                </a:lnTo>
                <a:lnTo>
                  <a:pt x="266028" y="116750"/>
                </a:lnTo>
                <a:lnTo>
                  <a:pt x="261514" y="143727"/>
                </a:lnTo>
                <a:lnTo>
                  <a:pt x="231171" y="153303"/>
                </a:lnTo>
                <a:lnTo>
                  <a:pt x="186815" y="234049"/>
                </a:lnTo>
                <a:lnTo>
                  <a:pt x="116083" y="249043"/>
                </a:lnTo>
                <a:lnTo>
                  <a:pt x="101548" y="304924"/>
                </a:lnTo>
                <a:lnTo>
                  <a:pt x="87940" y="298003"/>
                </a:lnTo>
                <a:lnTo>
                  <a:pt x="62766" y="357099"/>
                </a:lnTo>
                <a:lnTo>
                  <a:pt x="56320" y="419036"/>
                </a:lnTo>
                <a:lnTo>
                  <a:pt x="26474" y="437576"/>
                </a:lnTo>
                <a:lnTo>
                  <a:pt x="20964" y="462376"/>
                </a:lnTo>
                <a:lnTo>
                  <a:pt x="37831" y="473345"/>
                </a:lnTo>
                <a:lnTo>
                  <a:pt x="43588" y="510711"/>
                </a:lnTo>
                <a:lnTo>
                  <a:pt x="28822" y="520593"/>
                </a:lnTo>
                <a:lnTo>
                  <a:pt x="49710" y="523572"/>
                </a:lnTo>
                <a:lnTo>
                  <a:pt x="48948" y="563265"/>
                </a:lnTo>
                <a:lnTo>
                  <a:pt x="16947" y="576346"/>
                </a:lnTo>
                <a:lnTo>
                  <a:pt x="39319" y="602188"/>
                </a:lnTo>
                <a:lnTo>
                  <a:pt x="17842" y="643327"/>
                </a:lnTo>
                <a:lnTo>
                  <a:pt x="37862" y="640021"/>
                </a:lnTo>
                <a:lnTo>
                  <a:pt x="86615" y="690246"/>
                </a:lnTo>
                <a:lnTo>
                  <a:pt x="67046" y="718939"/>
                </a:lnTo>
                <a:lnTo>
                  <a:pt x="41588" y="702114"/>
                </a:lnTo>
                <a:lnTo>
                  <a:pt x="16751" y="725619"/>
                </a:lnTo>
                <a:lnTo>
                  <a:pt x="0" y="803514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Delhi"/>
          <p:cNvSpPr/>
          <p:nvPr/>
        </p:nvSpPr>
        <p:spPr>
          <a:xfrm>
            <a:off x="8418186" y="2946014"/>
            <a:ext cx="61334" cy="67644"/>
          </a:xfrm>
          <a:custGeom>
            <a:avLst/>
            <a:gdLst/>
            <a:ahLst/>
            <a:cxnLst/>
            <a:rect l="l" t="t" r="r" b="b"/>
            <a:pathLst>
              <a:path w="61334" h="67644">
                <a:moveTo>
                  <a:pt x="45134" y="0"/>
                </a:moveTo>
                <a:lnTo>
                  <a:pt x="9262" y="5906"/>
                </a:lnTo>
                <a:lnTo>
                  <a:pt x="0" y="53306"/>
                </a:lnTo>
                <a:lnTo>
                  <a:pt x="29096" y="51318"/>
                </a:lnTo>
                <a:lnTo>
                  <a:pt x="40225" y="67644"/>
                </a:lnTo>
                <a:lnTo>
                  <a:pt x="61334" y="54892"/>
                </a:lnTo>
                <a:lnTo>
                  <a:pt x="45134" y="0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Dādra and Nagar Haveli and Damān and Diu"/>
          <p:cNvSpPr/>
          <p:nvPr/>
        </p:nvSpPr>
        <p:spPr>
          <a:xfrm>
            <a:off x="7868181" y="4214419"/>
            <a:ext cx="41330" cy="43773"/>
          </a:xfrm>
          <a:custGeom>
            <a:avLst/>
            <a:gdLst/>
            <a:ahLst/>
            <a:cxnLst/>
            <a:rect l="l" t="t" r="r" b="b"/>
            <a:pathLst>
              <a:path w="41330" h="43773">
                <a:moveTo>
                  <a:pt x="41330" y="35808"/>
                </a:moveTo>
                <a:lnTo>
                  <a:pt x="35498" y="22717"/>
                </a:lnTo>
                <a:lnTo>
                  <a:pt x="20535" y="29634"/>
                </a:lnTo>
                <a:lnTo>
                  <a:pt x="35304" y="10728"/>
                </a:lnTo>
                <a:lnTo>
                  <a:pt x="25559" y="0"/>
                </a:lnTo>
                <a:lnTo>
                  <a:pt x="0" y="12670"/>
                </a:lnTo>
                <a:lnTo>
                  <a:pt x="17644" y="43773"/>
                </a:lnTo>
                <a:lnTo>
                  <a:pt x="41330" y="35808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Goa"/>
          <p:cNvSpPr/>
          <p:nvPr/>
        </p:nvSpPr>
        <p:spPr>
          <a:xfrm>
            <a:off x="7973866" y="4895017"/>
            <a:ext cx="91552" cy="133368"/>
          </a:xfrm>
          <a:custGeom>
            <a:avLst/>
            <a:gdLst/>
            <a:ahLst/>
            <a:cxnLst/>
            <a:rect l="l" t="t" r="r" b="b"/>
            <a:pathLst>
              <a:path w="91552" h="133368">
                <a:moveTo>
                  <a:pt x="0" y="11007"/>
                </a:moveTo>
                <a:lnTo>
                  <a:pt x="15583" y="50492"/>
                </a:lnTo>
                <a:lnTo>
                  <a:pt x="36157" y="54629"/>
                </a:lnTo>
                <a:lnTo>
                  <a:pt x="14903" y="58103"/>
                </a:lnTo>
                <a:lnTo>
                  <a:pt x="30398" y="70003"/>
                </a:lnTo>
                <a:lnTo>
                  <a:pt x="32805" y="106806"/>
                </a:lnTo>
                <a:lnTo>
                  <a:pt x="54186" y="133368"/>
                </a:lnTo>
                <a:lnTo>
                  <a:pt x="79911" y="125683"/>
                </a:lnTo>
                <a:lnTo>
                  <a:pt x="79767" y="80929"/>
                </a:lnTo>
                <a:lnTo>
                  <a:pt x="91552" y="75497"/>
                </a:lnTo>
                <a:lnTo>
                  <a:pt x="79644" y="21416"/>
                </a:lnTo>
                <a:lnTo>
                  <a:pt x="43676" y="28253"/>
                </a:lnTo>
                <a:lnTo>
                  <a:pt x="25078" y="0"/>
                </a:lnTo>
                <a:lnTo>
                  <a:pt x="0" y="11007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Gujarāt"/>
          <p:cNvSpPr/>
          <p:nvPr/>
        </p:nvSpPr>
        <p:spPr>
          <a:xfrm>
            <a:off x="7204459" y="3564857"/>
            <a:ext cx="880356" cy="683221"/>
          </a:xfrm>
          <a:custGeom>
            <a:avLst/>
            <a:gdLst/>
            <a:ahLst/>
            <a:cxnLst/>
            <a:rect l="l" t="t" r="r" b="b"/>
            <a:pathLst>
              <a:path w="880356" h="683221">
                <a:moveTo>
                  <a:pt x="670564" y="672190"/>
                </a:moveTo>
                <a:lnTo>
                  <a:pt x="664382" y="661367"/>
                </a:lnTo>
                <a:lnTo>
                  <a:pt x="689236" y="649555"/>
                </a:lnTo>
                <a:lnTo>
                  <a:pt x="699026" y="660290"/>
                </a:lnTo>
                <a:lnTo>
                  <a:pt x="684822" y="679680"/>
                </a:lnTo>
                <a:lnTo>
                  <a:pt x="733598" y="673748"/>
                </a:lnTo>
                <a:lnTo>
                  <a:pt x="738139" y="596243"/>
                </a:lnTo>
                <a:lnTo>
                  <a:pt x="779000" y="619048"/>
                </a:lnTo>
                <a:lnTo>
                  <a:pt x="806363" y="592545"/>
                </a:lnTo>
                <a:lnTo>
                  <a:pt x="800670" y="556747"/>
                </a:lnTo>
                <a:lnTo>
                  <a:pt x="755809" y="528620"/>
                </a:lnTo>
                <a:lnTo>
                  <a:pt x="788837" y="528127"/>
                </a:lnTo>
                <a:lnTo>
                  <a:pt x="805878" y="493653"/>
                </a:lnTo>
                <a:lnTo>
                  <a:pt x="858763" y="479682"/>
                </a:lnTo>
                <a:lnTo>
                  <a:pt x="793863" y="479773"/>
                </a:lnTo>
                <a:lnTo>
                  <a:pt x="786062" y="431002"/>
                </a:lnTo>
                <a:lnTo>
                  <a:pt x="834724" y="412514"/>
                </a:lnTo>
                <a:lnTo>
                  <a:pt x="823351" y="351905"/>
                </a:lnTo>
                <a:lnTo>
                  <a:pt x="854666" y="346021"/>
                </a:lnTo>
                <a:lnTo>
                  <a:pt x="819678" y="324998"/>
                </a:lnTo>
                <a:lnTo>
                  <a:pt x="866854" y="310093"/>
                </a:lnTo>
                <a:lnTo>
                  <a:pt x="880356" y="277123"/>
                </a:lnTo>
                <a:lnTo>
                  <a:pt x="829158" y="211711"/>
                </a:lnTo>
                <a:lnTo>
                  <a:pt x="762739" y="188601"/>
                </a:lnTo>
                <a:lnTo>
                  <a:pt x="766678" y="162820"/>
                </a:lnTo>
                <a:lnTo>
                  <a:pt x="748319" y="164968"/>
                </a:lnTo>
                <a:lnTo>
                  <a:pt x="724606" y="137430"/>
                </a:lnTo>
                <a:lnTo>
                  <a:pt x="726011" y="90669"/>
                </a:lnTo>
                <a:lnTo>
                  <a:pt x="709503" y="105951"/>
                </a:lnTo>
                <a:lnTo>
                  <a:pt x="685221" y="77232"/>
                </a:lnTo>
                <a:lnTo>
                  <a:pt x="706245" y="51975"/>
                </a:lnTo>
                <a:lnTo>
                  <a:pt x="686475" y="47093"/>
                </a:lnTo>
                <a:lnTo>
                  <a:pt x="688326" y="32199"/>
                </a:lnTo>
                <a:lnTo>
                  <a:pt x="663519" y="55959"/>
                </a:lnTo>
                <a:lnTo>
                  <a:pt x="612034" y="28732"/>
                </a:lnTo>
                <a:lnTo>
                  <a:pt x="600720" y="44379"/>
                </a:lnTo>
                <a:lnTo>
                  <a:pt x="571522" y="18884"/>
                </a:lnTo>
                <a:lnTo>
                  <a:pt x="585505" y="12478"/>
                </a:lnTo>
                <a:lnTo>
                  <a:pt x="545891" y="0"/>
                </a:lnTo>
                <a:lnTo>
                  <a:pt x="516929" y="15338"/>
                </a:lnTo>
                <a:lnTo>
                  <a:pt x="412289" y="3371"/>
                </a:lnTo>
                <a:lnTo>
                  <a:pt x="397174" y="25187"/>
                </a:lnTo>
                <a:lnTo>
                  <a:pt x="415773" y="45721"/>
                </a:lnTo>
                <a:lnTo>
                  <a:pt x="374923" y="72483"/>
                </a:lnTo>
                <a:lnTo>
                  <a:pt x="339523" y="68752"/>
                </a:lnTo>
                <a:lnTo>
                  <a:pt x="339802" y="43281"/>
                </a:lnTo>
                <a:lnTo>
                  <a:pt x="275669" y="62277"/>
                </a:lnTo>
                <a:lnTo>
                  <a:pt x="263923" y="80755"/>
                </a:lnTo>
                <a:lnTo>
                  <a:pt x="223260" y="80769"/>
                </a:lnTo>
                <a:lnTo>
                  <a:pt x="204237" y="62570"/>
                </a:lnTo>
                <a:lnTo>
                  <a:pt x="122423" y="72986"/>
                </a:lnTo>
                <a:lnTo>
                  <a:pt x="114417" y="61114"/>
                </a:lnTo>
                <a:lnTo>
                  <a:pt x="103226" y="74523"/>
                </a:lnTo>
                <a:lnTo>
                  <a:pt x="97896" y="58896"/>
                </a:lnTo>
                <a:lnTo>
                  <a:pt x="87746" y="110583"/>
                </a:lnTo>
                <a:lnTo>
                  <a:pt x="34773" y="108565"/>
                </a:lnTo>
                <a:lnTo>
                  <a:pt x="12343" y="124936"/>
                </a:lnTo>
                <a:lnTo>
                  <a:pt x="0" y="163613"/>
                </a:lnTo>
                <a:lnTo>
                  <a:pt x="49999" y="178241"/>
                </a:lnTo>
                <a:lnTo>
                  <a:pt x="38838" y="192839"/>
                </a:lnTo>
                <a:lnTo>
                  <a:pt x="69283" y="206303"/>
                </a:lnTo>
                <a:lnTo>
                  <a:pt x="58422" y="218656"/>
                </a:lnTo>
                <a:lnTo>
                  <a:pt x="71338" y="210692"/>
                </a:lnTo>
                <a:lnTo>
                  <a:pt x="71037" y="230125"/>
                </a:lnTo>
                <a:lnTo>
                  <a:pt x="149205" y="279802"/>
                </a:lnTo>
                <a:lnTo>
                  <a:pt x="220676" y="284544"/>
                </a:lnTo>
                <a:lnTo>
                  <a:pt x="271770" y="267372"/>
                </a:lnTo>
                <a:lnTo>
                  <a:pt x="301686" y="224199"/>
                </a:lnTo>
                <a:lnTo>
                  <a:pt x="358995" y="223558"/>
                </a:lnTo>
                <a:lnTo>
                  <a:pt x="277789" y="322301"/>
                </a:lnTo>
                <a:lnTo>
                  <a:pt x="242529" y="340968"/>
                </a:lnTo>
                <a:lnTo>
                  <a:pt x="223153" y="332513"/>
                </a:lnTo>
                <a:lnTo>
                  <a:pt x="212721" y="351170"/>
                </a:lnTo>
                <a:lnTo>
                  <a:pt x="143632" y="375699"/>
                </a:lnTo>
                <a:lnTo>
                  <a:pt x="148934" y="341865"/>
                </a:lnTo>
                <a:lnTo>
                  <a:pt x="126903" y="346600"/>
                </a:lnTo>
                <a:lnTo>
                  <a:pt x="131399" y="332988"/>
                </a:lnTo>
                <a:lnTo>
                  <a:pt x="113152" y="358338"/>
                </a:lnTo>
                <a:lnTo>
                  <a:pt x="282432" y="545841"/>
                </a:lnTo>
                <a:lnTo>
                  <a:pt x="374212" y="600021"/>
                </a:lnTo>
                <a:lnTo>
                  <a:pt x="552925" y="524450"/>
                </a:lnTo>
                <a:lnTo>
                  <a:pt x="580139" y="460780"/>
                </a:lnTo>
                <a:lnTo>
                  <a:pt x="559872" y="433572"/>
                </a:lnTo>
                <a:lnTo>
                  <a:pt x="589094" y="357676"/>
                </a:lnTo>
                <a:lnTo>
                  <a:pt x="596566" y="373541"/>
                </a:lnTo>
                <a:lnTo>
                  <a:pt x="608824" y="356889"/>
                </a:lnTo>
                <a:lnTo>
                  <a:pt x="642066" y="370227"/>
                </a:lnTo>
                <a:lnTo>
                  <a:pt x="667511" y="358646"/>
                </a:lnTo>
                <a:lnTo>
                  <a:pt x="642391" y="378809"/>
                </a:lnTo>
                <a:lnTo>
                  <a:pt x="617776" y="375346"/>
                </a:lnTo>
                <a:lnTo>
                  <a:pt x="607737" y="414634"/>
                </a:lnTo>
                <a:lnTo>
                  <a:pt x="629761" y="411455"/>
                </a:lnTo>
                <a:lnTo>
                  <a:pt x="610488" y="452854"/>
                </a:lnTo>
                <a:lnTo>
                  <a:pt x="649188" y="455893"/>
                </a:lnTo>
                <a:lnTo>
                  <a:pt x="622184" y="466729"/>
                </a:lnTo>
                <a:lnTo>
                  <a:pt x="639400" y="473660"/>
                </a:lnTo>
                <a:lnTo>
                  <a:pt x="620212" y="506725"/>
                </a:lnTo>
                <a:lnTo>
                  <a:pt x="662543" y="617390"/>
                </a:lnTo>
                <a:lnTo>
                  <a:pt x="639414" y="683221"/>
                </a:lnTo>
                <a:lnTo>
                  <a:pt x="670564" y="672190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Haryāna"/>
          <p:cNvSpPr/>
          <p:nvPr/>
        </p:nvSpPr>
        <p:spPr>
          <a:xfrm>
            <a:off x="8084909" y="2640290"/>
            <a:ext cx="433041" cy="485323"/>
          </a:xfrm>
          <a:custGeom>
            <a:avLst/>
            <a:gdLst/>
            <a:ahLst/>
            <a:cxnLst/>
            <a:rect l="l" t="t" r="r" b="b"/>
            <a:pathLst>
              <a:path w="433041" h="485323">
                <a:moveTo>
                  <a:pt x="397187" y="357161"/>
                </a:moveTo>
                <a:lnTo>
                  <a:pt x="373502" y="373368"/>
                </a:lnTo>
                <a:lnTo>
                  <a:pt x="327134" y="346831"/>
                </a:lnTo>
                <a:lnTo>
                  <a:pt x="341559" y="340000"/>
                </a:lnTo>
                <a:lnTo>
                  <a:pt x="342539" y="311630"/>
                </a:lnTo>
                <a:lnTo>
                  <a:pt x="380937" y="302237"/>
                </a:lnTo>
                <a:lnTo>
                  <a:pt x="365942" y="171048"/>
                </a:lnTo>
                <a:lnTo>
                  <a:pt x="433041" y="80227"/>
                </a:lnTo>
                <a:lnTo>
                  <a:pt x="378533" y="65864"/>
                </a:lnTo>
                <a:lnTo>
                  <a:pt x="372502" y="33147"/>
                </a:lnTo>
                <a:lnTo>
                  <a:pt x="337837" y="776"/>
                </a:lnTo>
                <a:lnTo>
                  <a:pt x="318340" y="0"/>
                </a:lnTo>
                <a:lnTo>
                  <a:pt x="340589" y="77652"/>
                </a:lnTo>
                <a:lnTo>
                  <a:pt x="313489" y="71612"/>
                </a:lnTo>
                <a:lnTo>
                  <a:pt x="287957" y="96060"/>
                </a:lnTo>
                <a:lnTo>
                  <a:pt x="301726" y="107589"/>
                </a:lnTo>
                <a:lnTo>
                  <a:pt x="286512" y="123914"/>
                </a:lnTo>
                <a:lnTo>
                  <a:pt x="269409" y="106539"/>
                </a:lnTo>
                <a:lnTo>
                  <a:pt x="255425" y="121045"/>
                </a:lnTo>
                <a:lnTo>
                  <a:pt x="239624" y="111867"/>
                </a:lnTo>
                <a:lnTo>
                  <a:pt x="244632" y="157266"/>
                </a:lnTo>
                <a:lnTo>
                  <a:pt x="216887" y="173643"/>
                </a:lnTo>
                <a:lnTo>
                  <a:pt x="136024" y="163970"/>
                </a:lnTo>
                <a:lnTo>
                  <a:pt x="104981" y="203593"/>
                </a:lnTo>
                <a:lnTo>
                  <a:pt x="105845" y="171863"/>
                </a:lnTo>
                <a:lnTo>
                  <a:pt x="86066" y="148257"/>
                </a:lnTo>
                <a:lnTo>
                  <a:pt x="5758" y="145697"/>
                </a:lnTo>
                <a:lnTo>
                  <a:pt x="0" y="173257"/>
                </a:lnTo>
                <a:lnTo>
                  <a:pt x="19227" y="172235"/>
                </a:lnTo>
                <a:lnTo>
                  <a:pt x="16895" y="235629"/>
                </a:lnTo>
                <a:lnTo>
                  <a:pt x="51691" y="224262"/>
                </a:lnTo>
                <a:lnTo>
                  <a:pt x="82848" y="250222"/>
                </a:lnTo>
                <a:lnTo>
                  <a:pt x="129237" y="246342"/>
                </a:lnTo>
                <a:lnTo>
                  <a:pt x="150147" y="342241"/>
                </a:lnTo>
                <a:lnTo>
                  <a:pt x="224088" y="411257"/>
                </a:lnTo>
                <a:lnTo>
                  <a:pt x="202371" y="420650"/>
                </a:lnTo>
                <a:lnTo>
                  <a:pt x="216520" y="422723"/>
                </a:lnTo>
                <a:lnTo>
                  <a:pt x="201509" y="444205"/>
                </a:lnTo>
                <a:lnTo>
                  <a:pt x="209075" y="457410"/>
                </a:lnTo>
                <a:lnTo>
                  <a:pt x="241020" y="461060"/>
                </a:lnTo>
                <a:lnTo>
                  <a:pt x="232721" y="435421"/>
                </a:lnTo>
                <a:lnTo>
                  <a:pt x="258274" y="429213"/>
                </a:lnTo>
                <a:lnTo>
                  <a:pt x="251344" y="407024"/>
                </a:lnTo>
                <a:lnTo>
                  <a:pt x="276749" y="411596"/>
                </a:lnTo>
                <a:lnTo>
                  <a:pt x="286776" y="439171"/>
                </a:lnTo>
                <a:lnTo>
                  <a:pt x="328368" y="400691"/>
                </a:lnTo>
                <a:lnTo>
                  <a:pt x="345272" y="413109"/>
                </a:lnTo>
                <a:lnTo>
                  <a:pt x="336967" y="485323"/>
                </a:lnTo>
                <a:lnTo>
                  <a:pt x="361213" y="472868"/>
                </a:lnTo>
                <a:lnTo>
                  <a:pt x="355554" y="460370"/>
                </a:lnTo>
                <a:lnTo>
                  <a:pt x="407769" y="455509"/>
                </a:lnTo>
                <a:lnTo>
                  <a:pt x="424824" y="440703"/>
                </a:lnTo>
                <a:lnTo>
                  <a:pt x="415026" y="420720"/>
                </a:lnTo>
                <a:lnTo>
                  <a:pt x="425575" y="397595"/>
                </a:lnTo>
                <a:lnTo>
                  <a:pt x="397187" y="357161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Himāchal Pradesh"/>
          <p:cNvSpPr/>
          <p:nvPr/>
        </p:nvSpPr>
        <p:spPr>
          <a:xfrm>
            <a:off x="8239671" y="2289373"/>
            <a:ext cx="472785" cy="426832"/>
          </a:xfrm>
          <a:custGeom>
            <a:avLst/>
            <a:gdLst/>
            <a:ahLst/>
            <a:cxnLst/>
            <a:rect l="l" t="t" r="r" b="b"/>
            <a:pathLst>
              <a:path w="472785" h="426832">
                <a:moveTo>
                  <a:pt x="274357" y="426832"/>
                </a:moveTo>
                <a:lnTo>
                  <a:pt x="307937" y="410309"/>
                </a:lnTo>
                <a:lnTo>
                  <a:pt x="292047" y="371933"/>
                </a:lnTo>
                <a:lnTo>
                  <a:pt x="319402" y="314216"/>
                </a:lnTo>
                <a:lnTo>
                  <a:pt x="384350" y="294136"/>
                </a:lnTo>
                <a:lnTo>
                  <a:pt x="472785" y="320468"/>
                </a:lnTo>
                <a:lnTo>
                  <a:pt x="436882" y="282232"/>
                </a:lnTo>
                <a:lnTo>
                  <a:pt x="433112" y="260319"/>
                </a:lnTo>
                <a:lnTo>
                  <a:pt x="450354" y="246129"/>
                </a:lnTo>
                <a:lnTo>
                  <a:pt x="430738" y="221054"/>
                </a:lnTo>
                <a:lnTo>
                  <a:pt x="441238" y="188593"/>
                </a:lnTo>
                <a:lnTo>
                  <a:pt x="396058" y="151463"/>
                </a:lnTo>
                <a:lnTo>
                  <a:pt x="407124" y="125766"/>
                </a:lnTo>
                <a:lnTo>
                  <a:pt x="396015" y="112782"/>
                </a:lnTo>
                <a:lnTo>
                  <a:pt x="373867" y="112378"/>
                </a:lnTo>
                <a:lnTo>
                  <a:pt x="386786" y="74662"/>
                </a:lnTo>
                <a:lnTo>
                  <a:pt x="335263" y="95112"/>
                </a:lnTo>
                <a:lnTo>
                  <a:pt x="289101" y="40039"/>
                </a:lnTo>
                <a:lnTo>
                  <a:pt x="241512" y="65698"/>
                </a:lnTo>
                <a:lnTo>
                  <a:pt x="185306" y="34102"/>
                </a:lnTo>
                <a:lnTo>
                  <a:pt x="165850" y="0"/>
                </a:lnTo>
                <a:lnTo>
                  <a:pt x="112899" y="10517"/>
                </a:lnTo>
                <a:lnTo>
                  <a:pt x="49730" y="57252"/>
                </a:lnTo>
                <a:lnTo>
                  <a:pt x="34277" y="48905"/>
                </a:lnTo>
                <a:lnTo>
                  <a:pt x="47348" y="90913"/>
                </a:lnTo>
                <a:lnTo>
                  <a:pt x="33024" y="110997"/>
                </a:lnTo>
                <a:lnTo>
                  <a:pt x="47312" y="128300"/>
                </a:lnTo>
                <a:lnTo>
                  <a:pt x="3191" y="152289"/>
                </a:lnTo>
                <a:lnTo>
                  <a:pt x="0" y="177193"/>
                </a:lnTo>
                <a:lnTo>
                  <a:pt x="43697" y="195059"/>
                </a:lnTo>
                <a:lnTo>
                  <a:pt x="81006" y="291125"/>
                </a:lnTo>
                <a:lnTo>
                  <a:pt x="108059" y="271658"/>
                </a:lnTo>
                <a:lnTo>
                  <a:pt x="116995" y="295238"/>
                </a:lnTo>
                <a:lnTo>
                  <a:pt x="144982" y="303642"/>
                </a:lnTo>
                <a:lnTo>
                  <a:pt x="142620" y="337064"/>
                </a:lnTo>
                <a:lnTo>
                  <a:pt x="216912" y="383015"/>
                </a:lnTo>
                <a:lnTo>
                  <a:pt x="223771" y="416781"/>
                </a:lnTo>
                <a:lnTo>
                  <a:pt x="274357" y="426832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Jammu and Kashmīr"/>
          <p:cNvSpPr/>
          <p:nvPr/>
        </p:nvSpPr>
        <p:spPr>
          <a:xfrm>
            <a:off x="7934357" y="2013147"/>
            <a:ext cx="464855" cy="422618"/>
          </a:xfrm>
          <a:custGeom>
            <a:avLst/>
            <a:gdLst/>
            <a:ahLst/>
            <a:cxnLst/>
            <a:rect l="l" t="t" r="r" b="b"/>
            <a:pathLst>
              <a:path w="464855" h="422618">
                <a:moveTo>
                  <a:pt x="102947" y="0"/>
                </a:moveTo>
                <a:lnTo>
                  <a:pt x="88547" y="34384"/>
                </a:lnTo>
                <a:lnTo>
                  <a:pt x="49741" y="47890"/>
                </a:lnTo>
                <a:lnTo>
                  <a:pt x="36003" y="80560"/>
                </a:lnTo>
                <a:lnTo>
                  <a:pt x="7879" y="79670"/>
                </a:lnTo>
                <a:lnTo>
                  <a:pt x="0" y="109456"/>
                </a:lnTo>
                <a:lnTo>
                  <a:pt x="27563" y="182639"/>
                </a:lnTo>
                <a:lnTo>
                  <a:pt x="32824" y="301214"/>
                </a:lnTo>
                <a:lnTo>
                  <a:pt x="54778" y="319746"/>
                </a:lnTo>
                <a:lnTo>
                  <a:pt x="78577" y="316580"/>
                </a:lnTo>
                <a:lnTo>
                  <a:pt x="135688" y="350601"/>
                </a:lnTo>
                <a:lnTo>
                  <a:pt x="182036" y="338190"/>
                </a:lnTo>
                <a:lnTo>
                  <a:pt x="179741" y="391296"/>
                </a:lnTo>
                <a:lnTo>
                  <a:pt x="226663" y="389738"/>
                </a:lnTo>
                <a:lnTo>
                  <a:pt x="295730" y="422618"/>
                </a:lnTo>
                <a:lnTo>
                  <a:pt x="351793" y="369528"/>
                </a:lnTo>
                <a:lnTo>
                  <a:pt x="339591" y="325131"/>
                </a:lnTo>
                <a:lnTo>
                  <a:pt x="355044" y="333478"/>
                </a:lnTo>
                <a:lnTo>
                  <a:pt x="418213" y="286743"/>
                </a:lnTo>
                <a:lnTo>
                  <a:pt x="464855" y="287830"/>
                </a:lnTo>
                <a:lnTo>
                  <a:pt x="448155" y="249380"/>
                </a:lnTo>
                <a:lnTo>
                  <a:pt x="410886" y="224340"/>
                </a:lnTo>
                <a:lnTo>
                  <a:pt x="389874" y="229825"/>
                </a:lnTo>
                <a:lnTo>
                  <a:pt x="398179" y="203155"/>
                </a:lnTo>
                <a:lnTo>
                  <a:pt x="364823" y="168207"/>
                </a:lnTo>
                <a:lnTo>
                  <a:pt x="338235" y="171746"/>
                </a:lnTo>
                <a:lnTo>
                  <a:pt x="318105" y="135845"/>
                </a:lnTo>
                <a:lnTo>
                  <a:pt x="277685" y="121579"/>
                </a:lnTo>
                <a:lnTo>
                  <a:pt x="253416" y="44209"/>
                </a:lnTo>
                <a:lnTo>
                  <a:pt x="232999" y="30358"/>
                </a:lnTo>
                <a:lnTo>
                  <a:pt x="210487" y="49375"/>
                </a:lnTo>
                <a:lnTo>
                  <a:pt x="164249" y="31071"/>
                </a:lnTo>
                <a:lnTo>
                  <a:pt x="153466" y="125"/>
                </a:lnTo>
                <a:lnTo>
                  <a:pt x="102947" y="0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Jhārkhand"/>
          <p:cNvSpPr/>
          <p:nvPr/>
        </p:nvSpPr>
        <p:spPr>
          <a:xfrm>
            <a:off x="9310825" y="3469706"/>
            <a:ext cx="640984" cy="504392"/>
          </a:xfrm>
          <a:custGeom>
            <a:avLst/>
            <a:gdLst/>
            <a:ahLst/>
            <a:cxnLst/>
            <a:rect l="l" t="t" r="r" b="b"/>
            <a:pathLst>
              <a:path w="640984" h="504392">
                <a:moveTo>
                  <a:pt x="0" y="186250"/>
                </a:moveTo>
                <a:lnTo>
                  <a:pt x="51991" y="228178"/>
                </a:lnTo>
                <a:lnTo>
                  <a:pt x="61681" y="259793"/>
                </a:lnTo>
                <a:lnTo>
                  <a:pt x="95092" y="255998"/>
                </a:lnTo>
                <a:lnTo>
                  <a:pt x="97983" y="329810"/>
                </a:lnTo>
                <a:lnTo>
                  <a:pt x="113496" y="355857"/>
                </a:lnTo>
                <a:lnTo>
                  <a:pt x="147614" y="359771"/>
                </a:lnTo>
                <a:lnTo>
                  <a:pt x="94031" y="421571"/>
                </a:lnTo>
                <a:lnTo>
                  <a:pt x="133160" y="448788"/>
                </a:lnTo>
                <a:lnTo>
                  <a:pt x="240579" y="427681"/>
                </a:lnTo>
                <a:lnTo>
                  <a:pt x="247475" y="456014"/>
                </a:lnTo>
                <a:lnTo>
                  <a:pt x="229461" y="487630"/>
                </a:lnTo>
                <a:lnTo>
                  <a:pt x="264251" y="498572"/>
                </a:lnTo>
                <a:lnTo>
                  <a:pt x="282660" y="475937"/>
                </a:lnTo>
                <a:lnTo>
                  <a:pt x="326170" y="491828"/>
                </a:lnTo>
                <a:lnTo>
                  <a:pt x="343085" y="482635"/>
                </a:lnTo>
                <a:lnTo>
                  <a:pt x="337355" y="500726"/>
                </a:lnTo>
                <a:lnTo>
                  <a:pt x="356916" y="504392"/>
                </a:lnTo>
                <a:lnTo>
                  <a:pt x="376049" y="415254"/>
                </a:lnTo>
                <a:lnTo>
                  <a:pt x="430652" y="454703"/>
                </a:lnTo>
                <a:lnTo>
                  <a:pt x="473770" y="468459"/>
                </a:lnTo>
                <a:lnTo>
                  <a:pt x="493029" y="457417"/>
                </a:lnTo>
                <a:lnTo>
                  <a:pt x="475809" y="414032"/>
                </a:lnTo>
                <a:lnTo>
                  <a:pt x="427835" y="381895"/>
                </a:lnTo>
                <a:lnTo>
                  <a:pt x="445508" y="352278"/>
                </a:lnTo>
                <a:lnTo>
                  <a:pt x="400643" y="351467"/>
                </a:lnTo>
                <a:lnTo>
                  <a:pt x="355103" y="327521"/>
                </a:lnTo>
                <a:lnTo>
                  <a:pt x="351873" y="279715"/>
                </a:lnTo>
                <a:lnTo>
                  <a:pt x="377255" y="278014"/>
                </a:lnTo>
                <a:lnTo>
                  <a:pt x="376937" y="263183"/>
                </a:lnTo>
                <a:lnTo>
                  <a:pt x="412708" y="289223"/>
                </a:lnTo>
                <a:lnTo>
                  <a:pt x="433716" y="256691"/>
                </a:lnTo>
                <a:lnTo>
                  <a:pt x="480446" y="247856"/>
                </a:lnTo>
                <a:lnTo>
                  <a:pt x="481296" y="225681"/>
                </a:lnTo>
                <a:lnTo>
                  <a:pt x="541568" y="227428"/>
                </a:lnTo>
                <a:lnTo>
                  <a:pt x="542221" y="194703"/>
                </a:lnTo>
                <a:lnTo>
                  <a:pt x="571942" y="203789"/>
                </a:lnTo>
                <a:lnTo>
                  <a:pt x="577140" y="183835"/>
                </a:lnTo>
                <a:lnTo>
                  <a:pt x="604501" y="179165"/>
                </a:lnTo>
                <a:lnTo>
                  <a:pt x="596703" y="163401"/>
                </a:lnTo>
                <a:lnTo>
                  <a:pt x="619210" y="144237"/>
                </a:lnTo>
                <a:lnTo>
                  <a:pt x="615103" y="114296"/>
                </a:lnTo>
                <a:lnTo>
                  <a:pt x="634093" y="113993"/>
                </a:lnTo>
                <a:lnTo>
                  <a:pt x="621475" y="87846"/>
                </a:lnTo>
                <a:lnTo>
                  <a:pt x="640984" y="57128"/>
                </a:lnTo>
                <a:lnTo>
                  <a:pt x="589116" y="0"/>
                </a:lnTo>
                <a:lnTo>
                  <a:pt x="529058" y="48268"/>
                </a:lnTo>
                <a:lnTo>
                  <a:pt x="515312" y="110592"/>
                </a:lnTo>
                <a:lnTo>
                  <a:pt x="453321" y="110651"/>
                </a:lnTo>
                <a:lnTo>
                  <a:pt x="431422" y="146522"/>
                </a:lnTo>
                <a:lnTo>
                  <a:pt x="377416" y="85040"/>
                </a:lnTo>
                <a:lnTo>
                  <a:pt x="333296" y="78914"/>
                </a:lnTo>
                <a:lnTo>
                  <a:pt x="323784" y="115007"/>
                </a:lnTo>
                <a:lnTo>
                  <a:pt x="282630" y="118548"/>
                </a:lnTo>
                <a:lnTo>
                  <a:pt x="243604" y="145844"/>
                </a:lnTo>
                <a:lnTo>
                  <a:pt x="217973" y="145870"/>
                </a:lnTo>
                <a:lnTo>
                  <a:pt x="203886" y="122224"/>
                </a:lnTo>
                <a:lnTo>
                  <a:pt x="161515" y="158691"/>
                </a:lnTo>
                <a:lnTo>
                  <a:pt x="133958" y="117769"/>
                </a:lnTo>
                <a:lnTo>
                  <a:pt x="107802" y="130155"/>
                </a:lnTo>
                <a:lnTo>
                  <a:pt x="93955" y="105481"/>
                </a:lnTo>
                <a:lnTo>
                  <a:pt x="75169" y="121990"/>
                </a:lnTo>
                <a:lnTo>
                  <a:pt x="9921" y="126281"/>
                </a:lnTo>
                <a:lnTo>
                  <a:pt x="17643" y="147012"/>
                </a:lnTo>
                <a:lnTo>
                  <a:pt x="0" y="186250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Karnātaka"/>
          <p:cNvSpPr/>
          <p:nvPr/>
        </p:nvSpPr>
        <p:spPr>
          <a:xfrm>
            <a:off x="8031698" y="4499339"/>
            <a:ext cx="622378" cy="1023151"/>
          </a:xfrm>
          <a:custGeom>
            <a:avLst/>
            <a:gdLst/>
            <a:ahLst/>
            <a:cxnLst/>
            <a:rect l="l" t="t" r="r" b="b"/>
            <a:pathLst>
              <a:path w="622378" h="1023151">
                <a:moveTo>
                  <a:pt x="3511" y="417878"/>
                </a:moveTo>
                <a:lnTo>
                  <a:pt x="21812" y="417094"/>
                </a:lnTo>
                <a:lnTo>
                  <a:pt x="33720" y="471175"/>
                </a:lnTo>
                <a:lnTo>
                  <a:pt x="21935" y="476607"/>
                </a:lnTo>
                <a:lnTo>
                  <a:pt x="28188" y="509050"/>
                </a:lnTo>
                <a:lnTo>
                  <a:pt x="0" y="544434"/>
                </a:lnTo>
                <a:lnTo>
                  <a:pt x="23556" y="557114"/>
                </a:lnTo>
                <a:lnTo>
                  <a:pt x="71603" y="684340"/>
                </a:lnTo>
                <a:lnTo>
                  <a:pt x="104390" y="844292"/>
                </a:lnTo>
                <a:lnTo>
                  <a:pt x="170773" y="874394"/>
                </a:lnTo>
                <a:lnTo>
                  <a:pt x="182944" y="919776"/>
                </a:lnTo>
                <a:lnTo>
                  <a:pt x="244490" y="969140"/>
                </a:lnTo>
                <a:lnTo>
                  <a:pt x="279659" y="966174"/>
                </a:lnTo>
                <a:lnTo>
                  <a:pt x="280699" y="985341"/>
                </a:lnTo>
                <a:lnTo>
                  <a:pt x="349078" y="1021568"/>
                </a:lnTo>
                <a:lnTo>
                  <a:pt x="382279" y="1023151"/>
                </a:lnTo>
                <a:lnTo>
                  <a:pt x="400201" y="991077"/>
                </a:lnTo>
                <a:lnTo>
                  <a:pt x="418856" y="1004628"/>
                </a:lnTo>
                <a:lnTo>
                  <a:pt x="437159" y="990904"/>
                </a:lnTo>
                <a:lnTo>
                  <a:pt x="461727" y="998691"/>
                </a:lnTo>
                <a:lnTo>
                  <a:pt x="470991" y="971458"/>
                </a:lnTo>
                <a:lnTo>
                  <a:pt x="496127" y="970162"/>
                </a:lnTo>
                <a:lnTo>
                  <a:pt x="510117" y="946036"/>
                </a:lnTo>
                <a:lnTo>
                  <a:pt x="467928" y="931968"/>
                </a:lnTo>
                <a:lnTo>
                  <a:pt x="487975" y="908040"/>
                </a:lnTo>
                <a:lnTo>
                  <a:pt x="485492" y="863416"/>
                </a:lnTo>
                <a:lnTo>
                  <a:pt x="505025" y="862545"/>
                </a:lnTo>
                <a:lnTo>
                  <a:pt x="518332" y="833089"/>
                </a:lnTo>
                <a:lnTo>
                  <a:pt x="573022" y="849460"/>
                </a:lnTo>
                <a:lnTo>
                  <a:pt x="590321" y="822580"/>
                </a:lnTo>
                <a:lnTo>
                  <a:pt x="605401" y="833622"/>
                </a:lnTo>
                <a:lnTo>
                  <a:pt x="597978" y="821904"/>
                </a:lnTo>
                <a:lnTo>
                  <a:pt x="622378" y="771844"/>
                </a:lnTo>
                <a:lnTo>
                  <a:pt x="593268" y="764182"/>
                </a:lnTo>
                <a:lnTo>
                  <a:pt x="596746" y="726077"/>
                </a:lnTo>
                <a:lnTo>
                  <a:pt x="553104" y="717746"/>
                </a:lnTo>
                <a:lnTo>
                  <a:pt x="558163" y="687552"/>
                </a:lnTo>
                <a:lnTo>
                  <a:pt x="534531" y="690239"/>
                </a:lnTo>
                <a:lnTo>
                  <a:pt x="537170" y="670421"/>
                </a:lnTo>
                <a:lnTo>
                  <a:pt x="475297" y="710591"/>
                </a:lnTo>
                <a:lnTo>
                  <a:pt x="462458" y="687870"/>
                </a:lnTo>
                <a:lnTo>
                  <a:pt x="428142" y="675635"/>
                </a:lnTo>
                <a:lnTo>
                  <a:pt x="426527" y="699992"/>
                </a:lnTo>
                <a:lnTo>
                  <a:pt x="402356" y="702445"/>
                </a:lnTo>
                <a:lnTo>
                  <a:pt x="408332" y="674404"/>
                </a:lnTo>
                <a:lnTo>
                  <a:pt x="387959" y="639419"/>
                </a:lnTo>
                <a:lnTo>
                  <a:pt x="405795" y="638094"/>
                </a:lnTo>
                <a:lnTo>
                  <a:pt x="423228" y="664294"/>
                </a:lnTo>
                <a:lnTo>
                  <a:pt x="447186" y="659991"/>
                </a:lnTo>
                <a:lnTo>
                  <a:pt x="457958" y="681143"/>
                </a:lnTo>
                <a:lnTo>
                  <a:pt x="451221" y="645066"/>
                </a:lnTo>
                <a:lnTo>
                  <a:pt x="472289" y="641016"/>
                </a:lnTo>
                <a:lnTo>
                  <a:pt x="472339" y="625099"/>
                </a:lnTo>
                <a:lnTo>
                  <a:pt x="456959" y="614340"/>
                </a:lnTo>
                <a:lnTo>
                  <a:pt x="456846" y="634779"/>
                </a:lnTo>
                <a:lnTo>
                  <a:pt x="424353" y="613404"/>
                </a:lnTo>
                <a:lnTo>
                  <a:pt x="417486" y="631643"/>
                </a:lnTo>
                <a:lnTo>
                  <a:pt x="394263" y="627956"/>
                </a:lnTo>
                <a:lnTo>
                  <a:pt x="386614" y="605402"/>
                </a:lnTo>
                <a:lnTo>
                  <a:pt x="399077" y="592025"/>
                </a:lnTo>
                <a:lnTo>
                  <a:pt x="370022" y="574591"/>
                </a:lnTo>
                <a:lnTo>
                  <a:pt x="384511" y="524500"/>
                </a:lnTo>
                <a:lnTo>
                  <a:pt x="371643" y="503499"/>
                </a:lnTo>
                <a:lnTo>
                  <a:pt x="413984" y="514294"/>
                </a:lnTo>
                <a:lnTo>
                  <a:pt x="425988" y="489625"/>
                </a:lnTo>
                <a:lnTo>
                  <a:pt x="398969" y="440832"/>
                </a:lnTo>
                <a:lnTo>
                  <a:pt x="420414" y="415811"/>
                </a:lnTo>
                <a:lnTo>
                  <a:pt x="407084" y="387293"/>
                </a:lnTo>
                <a:lnTo>
                  <a:pt x="428226" y="372393"/>
                </a:lnTo>
                <a:lnTo>
                  <a:pt x="473668" y="376863"/>
                </a:lnTo>
                <a:lnTo>
                  <a:pt x="470431" y="327845"/>
                </a:lnTo>
                <a:lnTo>
                  <a:pt x="485351" y="322183"/>
                </a:lnTo>
                <a:lnTo>
                  <a:pt x="435232" y="295385"/>
                </a:lnTo>
                <a:lnTo>
                  <a:pt x="467293" y="276549"/>
                </a:lnTo>
                <a:lnTo>
                  <a:pt x="472159" y="214564"/>
                </a:lnTo>
                <a:lnTo>
                  <a:pt x="455217" y="183453"/>
                </a:lnTo>
                <a:lnTo>
                  <a:pt x="498458" y="142420"/>
                </a:lnTo>
                <a:lnTo>
                  <a:pt x="463932" y="129504"/>
                </a:lnTo>
                <a:lnTo>
                  <a:pt x="493392" y="72055"/>
                </a:lnTo>
                <a:lnTo>
                  <a:pt x="478406" y="59025"/>
                </a:lnTo>
                <a:lnTo>
                  <a:pt x="486408" y="25408"/>
                </a:lnTo>
                <a:lnTo>
                  <a:pt x="453225" y="21560"/>
                </a:lnTo>
                <a:lnTo>
                  <a:pt x="453204" y="0"/>
                </a:lnTo>
                <a:lnTo>
                  <a:pt x="418017" y="44143"/>
                </a:lnTo>
                <a:lnTo>
                  <a:pt x="395914" y="39327"/>
                </a:lnTo>
                <a:lnTo>
                  <a:pt x="391351" y="79949"/>
                </a:lnTo>
                <a:lnTo>
                  <a:pt x="366562" y="82375"/>
                </a:lnTo>
                <a:lnTo>
                  <a:pt x="359758" y="115019"/>
                </a:lnTo>
                <a:lnTo>
                  <a:pt x="336554" y="103258"/>
                </a:lnTo>
                <a:lnTo>
                  <a:pt x="309967" y="127495"/>
                </a:lnTo>
                <a:lnTo>
                  <a:pt x="317150" y="169722"/>
                </a:lnTo>
                <a:lnTo>
                  <a:pt x="254511" y="168521"/>
                </a:lnTo>
                <a:lnTo>
                  <a:pt x="213267" y="145438"/>
                </a:lnTo>
                <a:lnTo>
                  <a:pt x="218437" y="222334"/>
                </a:lnTo>
                <a:lnTo>
                  <a:pt x="164331" y="223155"/>
                </a:lnTo>
                <a:lnTo>
                  <a:pt x="155274" y="240299"/>
                </a:lnTo>
                <a:lnTo>
                  <a:pt x="116155" y="224916"/>
                </a:lnTo>
                <a:lnTo>
                  <a:pt x="114457" y="250629"/>
                </a:lnTo>
                <a:lnTo>
                  <a:pt x="82825" y="259130"/>
                </a:lnTo>
                <a:lnTo>
                  <a:pt x="82266" y="275363"/>
                </a:lnTo>
                <a:lnTo>
                  <a:pt x="65863" y="283262"/>
                </a:lnTo>
                <a:lnTo>
                  <a:pt x="52044" y="266853"/>
                </a:lnTo>
                <a:lnTo>
                  <a:pt x="24598" y="284144"/>
                </a:lnTo>
                <a:lnTo>
                  <a:pt x="32129" y="325372"/>
                </a:lnTo>
                <a:lnTo>
                  <a:pt x="57351" y="337337"/>
                </a:lnTo>
                <a:lnTo>
                  <a:pt x="37169" y="357900"/>
                </a:lnTo>
                <a:lnTo>
                  <a:pt x="51280" y="359542"/>
                </a:lnTo>
                <a:lnTo>
                  <a:pt x="38021" y="397905"/>
                </a:lnTo>
                <a:lnTo>
                  <a:pt x="3511" y="417878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Kerala"/>
          <p:cNvSpPr/>
          <p:nvPr/>
        </p:nvSpPr>
        <p:spPr>
          <a:xfrm>
            <a:off x="8139098" y="5344167"/>
            <a:ext cx="352261" cy="667486"/>
          </a:xfrm>
          <a:custGeom>
            <a:avLst/>
            <a:gdLst/>
            <a:ahLst/>
            <a:cxnLst/>
            <a:rect l="l" t="t" r="r" b="b"/>
            <a:pathLst>
              <a:path w="352261" h="667486">
                <a:moveTo>
                  <a:pt x="92509" y="163866"/>
                </a:moveTo>
                <a:lnTo>
                  <a:pt x="170595" y="359732"/>
                </a:lnTo>
                <a:lnTo>
                  <a:pt x="232181" y="579780"/>
                </a:lnTo>
                <a:lnTo>
                  <a:pt x="292345" y="658222"/>
                </a:lnTo>
                <a:lnTo>
                  <a:pt x="319475" y="667486"/>
                </a:lnTo>
                <a:lnTo>
                  <a:pt x="334457" y="633625"/>
                </a:lnTo>
                <a:lnTo>
                  <a:pt x="315521" y="562795"/>
                </a:lnTo>
                <a:lnTo>
                  <a:pt x="352261" y="489995"/>
                </a:lnTo>
                <a:lnTo>
                  <a:pt x="318126" y="474492"/>
                </a:lnTo>
                <a:lnTo>
                  <a:pt x="332939" y="422046"/>
                </a:lnTo>
                <a:lnTo>
                  <a:pt x="327740" y="364044"/>
                </a:lnTo>
                <a:lnTo>
                  <a:pt x="292891" y="383929"/>
                </a:lnTo>
                <a:lnTo>
                  <a:pt x="271611" y="371466"/>
                </a:lnTo>
                <a:lnTo>
                  <a:pt x="282324" y="299779"/>
                </a:lnTo>
                <a:lnTo>
                  <a:pt x="247949" y="277810"/>
                </a:lnTo>
                <a:lnTo>
                  <a:pt x="267574" y="259392"/>
                </a:lnTo>
                <a:lnTo>
                  <a:pt x="258402" y="234897"/>
                </a:lnTo>
                <a:lnTo>
                  <a:pt x="220164" y="239422"/>
                </a:lnTo>
                <a:lnTo>
                  <a:pt x="232546" y="213866"/>
                </a:lnTo>
                <a:lnTo>
                  <a:pt x="190918" y="197593"/>
                </a:lnTo>
                <a:lnTo>
                  <a:pt x="189133" y="182163"/>
                </a:lnTo>
                <a:lnTo>
                  <a:pt x="218086" y="171365"/>
                </a:lnTo>
                <a:lnTo>
                  <a:pt x="214043" y="154166"/>
                </a:lnTo>
                <a:lnTo>
                  <a:pt x="173299" y="140513"/>
                </a:lnTo>
                <a:lnTo>
                  <a:pt x="172259" y="121346"/>
                </a:lnTo>
                <a:lnTo>
                  <a:pt x="137090" y="124312"/>
                </a:lnTo>
                <a:lnTo>
                  <a:pt x="75544" y="74948"/>
                </a:lnTo>
                <a:lnTo>
                  <a:pt x="63373" y="29566"/>
                </a:lnTo>
                <a:lnTo>
                  <a:pt x="24659" y="18657"/>
                </a:lnTo>
                <a:lnTo>
                  <a:pt x="18643" y="0"/>
                </a:lnTo>
                <a:lnTo>
                  <a:pt x="0" y="4705"/>
                </a:lnTo>
                <a:lnTo>
                  <a:pt x="46070" y="117233"/>
                </a:lnTo>
                <a:lnTo>
                  <a:pt x="92509" y="163866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Ladākh"/>
          <p:cNvSpPr/>
          <p:nvPr/>
        </p:nvSpPr>
        <p:spPr>
          <a:xfrm>
            <a:off x="7818143" y="1719089"/>
            <a:ext cx="1076839" cy="707480"/>
          </a:xfrm>
          <a:custGeom>
            <a:avLst/>
            <a:gdLst/>
            <a:ahLst/>
            <a:cxnLst/>
            <a:rect l="l" t="t" r="r" b="b"/>
            <a:pathLst>
              <a:path w="1076839" h="707480">
                <a:moveTo>
                  <a:pt x="219161" y="294058"/>
                </a:moveTo>
                <a:lnTo>
                  <a:pt x="269680" y="294183"/>
                </a:lnTo>
                <a:lnTo>
                  <a:pt x="280463" y="325129"/>
                </a:lnTo>
                <a:lnTo>
                  <a:pt x="326701" y="343433"/>
                </a:lnTo>
                <a:lnTo>
                  <a:pt x="349213" y="324416"/>
                </a:lnTo>
                <a:lnTo>
                  <a:pt x="369630" y="338267"/>
                </a:lnTo>
                <a:lnTo>
                  <a:pt x="393899" y="415637"/>
                </a:lnTo>
                <a:lnTo>
                  <a:pt x="434319" y="429903"/>
                </a:lnTo>
                <a:lnTo>
                  <a:pt x="454449" y="465804"/>
                </a:lnTo>
                <a:lnTo>
                  <a:pt x="481037" y="462265"/>
                </a:lnTo>
                <a:lnTo>
                  <a:pt x="514393" y="497213"/>
                </a:lnTo>
                <a:lnTo>
                  <a:pt x="506088" y="523883"/>
                </a:lnTo>
                <a:lnTo>
                  <a:pt x="527100" y="518398"/>
                </a:lnTo>
                <a:lnTo>
                  <a:pt x="564369" y="543438"/>
                </a:lnTo>
                <a:lnTo>
                  <a:pt x="612187" y="608570"/>
                </a:lnTo>
                <a:lnTo>
                  <a:pt x="664580" y="636177"/>
                </a:lnTo>
                <a:lnTo>
                  <a:pt x="714861" y="611240"/>
                </a:lnTo>
                <a:lnTo>
                  <a:pt x="756908" y="665434"/>
                </a:lnTo>
                <a:lnTo>
                  <a:pt x="808289" y="644920"/>
                </a:lnTo>
                <a:lnTo>
                  <a:pt x="799803" y="687448"/>
                </a:lnTo>
                <a:lnTo>
                  <a:pt x="860907" y="653894"/>
                </a:lnTo>
                <a:lnTo>
                  <a:pt x="868952" y="692453"/>
                </a:lnTo>
                <a:lnTo>
                  <a:pt x="890855" y="707480"/>
                </a:lnTo>
                <a:lnTo>
                  <a:pt x="937286" y="669463"/>
                </a:lnTo>
                <a:lnTo>
                  <a:pt x="954924" y="678450"/>
                </a:lnTo>
                <a:lnTo>
                  <a:pt x="979719" y="647578"/>
                </a:lnTo>
                <a:lnTo>
                  <a:pt x="938840" y="606874"/>
                </a:lnTo>
                <a:lnTo>
                  <a:pt x="955657" y="569810"/>
                </a:lnTo>
                <a:lnTo>
                  <a:pt x="886459" y="551792"/>
                </a:lnTo>
                <a:lnTo>
                  <a:pt x="881341" y="514297"/>
                </a:lnTo>
                <a:lnTo>
                  <a:pt x="907699" y="516602"/>
                </a:lnTo>
                <a:lnTo>
                  <a:pt x="879893" y="462770"/>
                </a:lnTo>
                <a:lnTo>
                  <a:pt x="916583" y="448544"/>
                </a:lnTo>
                <a:lnTo>
                  <a:pt x="952930" y="455989"/>
                </a:lnTo>
                <a:lnTo>
                  <a:pt x="974865" y="417380"/>
                </a:lnTo>
                <a:lnTo>
                  <a:pt x="963282" y="388630"/>
                </a:lnTo>
                <a:lnTo>
                  <a:pt x="1002816" y="387021"/>
                </a:lnTo>
                <a:lnTo>
                  <a:pt x="1000307" y="365746"/>
                </a:lnTo>
                <a:lnTo>
                  <a:pt x="1040894" y="352733"/>
                </a:lnTo>
                <a:lnTo>
                  <a:pt x="1076839" y="239626"/>
                </a:lnTo>
                <a:lnTo>
                  <a:pt x="1031219" y="185122"/>
                </a:lnTo>
                <a:lnTo>
                  <a:pt x="994992" y="190458"/>
                </a:lnTo>
                <a:lnTo>
                  <a:pt x="945219" y="161611"/>
                </a:lnTo>
                <a:lnTo>
                  <a:pt x="922704" y="164075"/>
                </a:lnTo>
                <a:lnTo>
                  <a:pt x="911222" y="185353"/>
                </a:lnTo>
                <a:lnTo>
                  <a:pt x="813008" y="192952"/>
                </a:lnTo>
                <a:lnTo>
                  <a:pt x="773422" y="229737"/>
                </a:lnTo>
                <a:lnTo>
                  <a:pt x="747829" y="219572"/>
                </a:lnTo>
                <a:lnTo>
                  <a:pt x="751991" y="242127"/>
                </a:lnTo>
                <a:lnTo>
                  <a:pt x="668828" y="239044"/>
                </a:lnTo>
                <a:lnTo>
                  <a:pt x="660562" y="230048"/>
                </a:lnTo>
                <a:lnTo>
                  <a:pt x="683321" y="230763"/>
                </a:lnTo>
                <a:lnTo>
                  <a:pt x="665576" y="203045"/>
                </a:lnTo>
                <a:lnTo>
                  <a:pt x="589886" y="184078"/>
                </a:lnTo>
                <a:lnTo>
                  <a:pt x="577559" y="167865"/>
                </a:lnTo>
                <a:lnTo>
                  <a:pt x="588509" y="153771"/>
                </a:lnTo>
                <a:lnTo>
                  <a:pt x="566714" y="133447"/>
                </a:lnTo>
                <a:lnTo>
                  <a:pt x="445547" y="75344"/>
                </a:lnTo>
                <a:lnTo>
                  <a:pt x="386623" y="3831"/>
                </a:lnTo>
                <a:lnTo>
                  <a:pt x="328242" y="25681"/>
                </a:lnTo>
                <a:lnTo>
                  <a:pt x="296918" y="0"/>
                </a:lnTo>
                <a:lnTo>
                  <a:pt x="280683" y="19337"/>
                </a:lnTo>
                <a:lnTo>
                  <a:pt x="260083" y="13153"/>
                </a:lnTo>
                <a:lnTo>
                  <a:pt x="208281" y="40560"/>
                </a:lnTo>
                <a:lnTo>
                  <a:pt x="157677" y="24783"/>
                </a:lnTo>
                <a:lnTo>
                  <a:pt x="185957" y="56191"/>
                </a:lnTo>
                <a:lnTo>
                  <a:pt x="73921" y="56487"/>
                </a:lnTo>
                <a:lnTo>
                  <a:pt x="60994" y="92550"/>
                </a:lnTo>
                <a:lnTo>
                  <a:pt x="0" y="133887"/>
                </a:lnTo>
                <a:lnTo>
                  <a:pt x="6466" y="179831"/>
                </a:lnTo>
                <a:lnTo>
                  <a:pt x="76000" y="179100"/>
                </a:lnTo>
                <a:lnTo>
                  <a:pt x="99859" y="216185"/>
                </a:lnTo>
                <a:lnTo>
                  <a:pt x="170776" y="231721"/>
                </a:lnTo>
                <a:lnTo>
                  <a:pt x="161287" y="276449"/>
                </a:lnTo>
                <a:lnTo>
                  <a:pt x="219161" y="294058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Lakshadweep"/>
          <p:cNvSpPr/>
          <p:nvPr/>
        </p:nvSpPr>
        <p:spPr>
          <a:xfrm>
            <a:off x="7847362" y="5572738"/>
            <a:ext cx="3933" cy="11543"/>
          </a:xfrm>
          <a:custGeom>
            <a:avLst/>
            <a:gdLst/>
            <a:ahLst/>
            <a:cxnLst/>
            <a:rect l="l" t="t" r="r" b="b"/>
            <a:pathLst>
              <a:path w="3933" h="11543">
                <a:moveTo>
                  <a:pt x="0" y="11543"/>
                </a:moveTo>
                <a:lnTo>
                  <a:pt x="3933" y="0"/>
                </a:lnTo>
                <a:lnTo>
                  <a:pt x="0" y="11543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Madhya Pradesh"/>
          <p:cNvSpPr/>
          <p:nvPr/>
        </p:nvSpPr>
        <p:spPr>
          <a:xfrm>
            <a:off x="8022932" y="3242864"/>
            <a:ext cx="1215945" cy="865640"/>
          </a:xfrm>
          <a:custGeom>
            <a:avLst/>
            <a:gdLst/>
            <a:ahLst/>
            <a:cxnLst/>
            <a:rect l="l" t="t" r="r" b="b"/>
            <a:pathLst>
              <a:path w="1215945" h="865640">
                <a:moveTo>
                  <a:pt x="918173" y="826204"/>
                </a:moveTo>
                <a:lnTo>
                  <a:pt x="941095" y="733023"/>
                </a:lnTo>
                <a:lnTo>
                  <a:pt x="954441" y="708899"/>
                </a:lnTo>
                <a:lnTo>
                  <a:pt x="965978" y="717617"/>
                </a:lnTo>
                <a:lnTo>
                  <a:pt x="980643" y="661488"/>
                </a:lnTo>
                <a:lnTo>
                  <a:pt x="1051375" y="646494"/>
                </a:lnTo>
                <a:lnTo>
                  <a:pt x="1095731" y="565748"/>
                </a:lnTo>
                <a:lnTo>
                  <a:pt x="1126074" y="556172"/>
                </a:lnTo>
                <a:lnTo>
                  <a:pt x="1130588" y="529195"/>
                </a:lnTo>
                <a:lnTo>
                  <a:pt x="1093105" y="498026"/>
                </a:lnTo>
                <a:lnTo>
                  <a:pt x="1052083" y="505584"/>
                </a:lnTo>
                <a:lnTo>
                  <a:pt x="1045108" y="490162"/>
                </a:lnTo>
                <a:lnTo>
                  <a:pt x="1061618" y="469865"/>
                </a:lnTo>
                <a:lnTo>
                  <a:pt x="1049523" y="442820"/>
                </a:lnTo>
                <a:lnTo>
                  <a:pt x="1078190" y="457171"/>
                </a:lnTo>
                <a:lnTo>
                  <a:pt x="1191710" y="452491"/>
                </a:lnTo>
                <a:lnTo>
                  <a:pt x="1215945" y="433879"/>
                </a:lnTo>
                <a:lnTo>
                  <a:pt x="1195747" y="409116"/>
                </a:lnTo>
                <a:lnTo>
                  <a:pt x="1210887" y="332475"/>
                </a:lnTo>
                <a:lnTo>
                  <a:pt x="1163210" y="323387"/>
                </a:lnTo>
                <a:lnTo>
                  <a:pt x="1161353" y="340032"/>
                </a:lnTo>
                <a:lnTo>
                  <a:pt x="1145063" y="337968"/>
                </a:lnTo>
                <a:lnTo>
                  <a:pt x="1131927" y="305989"/>
                </a:lnTo>
                <a:lnTo>
                  <a:pt x="1098924" y="304820"/>
                </a:lnTo>
                <a:lnTo>
                  <a:pt x="1090863" y="278077"/>
                </a:lnTo>
                <a:lnTo>
                  <a:pt x="1049953" y="270595"/>
                </a:lnTo>
                <a:lnTo>
                  <a:pt x="1044566" y="250314"/>
                </a:lnTo>
                <a:lnTo>
                  <a:pt x="1033271" y="268216"/>
                </a:lnTo>
                <a:lnTo>
                  <a:pt x="1003686" y="254225"/>
                </a:lnTo>
                <a:lnTo>
                  <a:pt x="984587" y="295793"/>
                </a:lnTo>
                <a:lnTo>
                  <a:pt x="939239" y="290569"/>
                </a:lnTo>
                <a:lnTo>
                  <a:pt x="949281" y="250949"/>
                </a:lnTo>
                <a:lnTo>
                  <a:pt x="924318" y="259841"/>
                </a:lnTo>
                <a:lnTo>
                  <a:pt x="934261" y="270819"/>
                </a:lnTo>
                <a:lnTo>
                  <a:pt x="910115" y="256545"/>
                </a:lnTo>
                <a:lnTo>
                  <a:pt x="911687" y="269200"/>
                </a:lnTo>
                <a:lnTo>
                  <a:pt x="893190" y="264620"/>
                </a:lnTo>
                <a:lnTo>
                  <a:pt x="902838" y="278689"/>
                </a:lnTo>
                <a:lnTo>
                  <a:pt x="887323" y="279850"/>
                </a:lnTo>
                <a:lnTo>
                  <a:pt x="888875" y="267264"/>
                </a:lnTo>
                <a:lnTo>
                  <a:pt x="872548" y="280149"/>
                </a:lnTo>
                <a:lnTo>
                  <a:pt x="886551" y="252490"/>
                </a:lnTo>
                <a:lnTo>
                  <a:pt x="863311" y="215706"/>
                </a:lnTo>
                <a:lnTo>
                  <a:pt x="806187" y="243834"/>
                </a:lnTo>
                <a:lnTo>
                  <a:pt x="806169" y="264942"/>
                </a:lnTo>
                <a:lnTo>
                  <a:pt x="744421" y="263148"/>
                </a:lnTo>
                <a:lnTo>
                  <a:pt x="756770" y="239170"/>
                </a:lnTo>
                <a:lnTo>
                  <a:pt x="729810" y="228603"/>
                </a:lnTo>
                <a:lnTo>
                  <a:pt x="727476" y="261497"/>
                </a:lnTo>
                <a:lnTo>
                  <a:pt x="692583" y="258347"/>
                </a:lnTo>
                <a:lnTo>
                  <a:pt x="690120" y="238098"/>
                </a:lnTo>
                <a:lnTo>
                  <a:pt x="671936" y="255586"/>
                </a:lnTo>
                <a:lnTo>
                  <a:pt x="682835" y="227495"/>
                </a:lnTo>
                <a:lnTo>
                  <a:pt x="667469" y="244855"/>
                </a:lnTo>
                <a:lnTo>
                  <a:pt x="659530" y="233017"/>
                </a:lnTo>
                <a:lnTo>
                  <a:pt x="686812" y="223172"/>
                </a:lnTo>
                <a:lnTo>
                  <a:pt x="673527" y="196114"/>
                </a:lnTo>
                <a:lnTo>
                  <a:pt x="667041" y="215016"/>
                </a:lnTo>
                <a:lnTo>
                  <a:pt x="651635" y="205654"/>
                </a:lnTo>
                <a:lnTo>
                  <a:pt x="657080" y="226306"/>
                </a:lnTo>
                <a:lnTo>
                  <a:pt x="640954" y="213174"/>
                </a:lnTo>
                <a:lnTo>
                  <a:pt x="610052" y="236588"/>
                </a:lnTo>
                <a:lnTo>
                  <a:pt x="629851" y="241197"/>
                </a:lnTo>
                <a:lnTo>
                  <a:pt x="637291" y="285320"/>
                </a:lnTo>
                <a:lnTo>
                  <a:pt x="659186" y="307220"/>
                </a:lnTo>
                <a:lnTo>
                  <a:pt x="653950" y="338686"/>
                </a:lnTo>
                <a:lnTo>
                  <a:pt x="672118" y="332548"/>
                </a:lnTo>
                <a:lnTo>
                  <a:pt x="684336" y="376387"/>
                </a:lnTo>
                <a:lnTo>
                  <a:pt x="661475" y="401647"/>
                </a:lnTo>
                <a:lnTo>
                  <a:pt x="621628" y="370385"/>
                </a:lnTo>
                <a:lnTo>
                  <a:pt x="603754" y="389067"/>
                </a:lnTo>
                <a:lnTo>
                  <a:pt x="573208" y="299513"/>
                </a:lnTo>
                <a:lnTo>
                  <a:pt x="613269" y="254567"/>
                </a:lnTo>
                <a:lnTo>
                  <a:pt x="592088" y="222768"/>
                </a:lnTo>
                <a:lnTo>
                  <a:pt x="611239" y="194936"/>
                </a:lnTo>
                <a:lnTo>
                  <a:pt x="662222" y="186342"/>
                </a:lnTo>
                <a:lnTo>
                  <a:pt x="654074" y="166914"/>
                </a:lnTo>
                <a:lnTo>
                  <a:pt x="707515" y="79352"/>
                </a:lnTo>
                <a:lnTo>
                  <a:pt x="688952" y="29227"/>
                </a:lnTo>
                <a:lnTo>
                  <a:pt x="599659" y="0"/>
                </a:lnTo>
                <a:lnTo>
                  <a:pt x="397640" y="115830"/>
                </a:lnTo>
                <a:lnTo>
                  <a:pt x="338506" y="172851"/>
                </a:lnTo>
                <a:lnTo>
                  <a:pt x="349819" y="211452"/>
                </a:lnTo>
                <a:lnTo>
                  <a:pt x="373845" y="229964"/>
                </a:lnTo>
                <a:lnTo>
                  <a:pt x="440295" y="233305"/>
                </a:lnTo>
                <a:lnTo>
                  <a:pt x="462694" y="218048"/>
                </a:lnTo>
                <a:lnTo>
                  <a:pt x="467632" y="262333"/>
                </a:lnTo>
                <a:lnTo>
                  <a:pt x="391507" y="278638"/>
                </a:lnTo>
                <a:lnTo>
                  <a:pt x="404353" y="298505"/>
                </a:lnTo>
                <a:lnTo>
                  <a:pt x="383995" y="307473"/>
                </a:lnTo>
                <a:lnTo>
                  <a:pt x="415575" y="321964"/>
                </a:lnTo>
                <a:lnTo>
                  <a:pt x="421206" y="342827"/>
                </a:lnTo>
                <a:lnTo>
                  <a:pt x="408258" y="359426"/>
                </a:lnTo>
                <a:lnTo>
                  <a:pt x="385904" y="348621"/>
                </a:lnTo>
                <a:lnTo>
                  <a:pt x="397585" y="409284"/>
                </a:lnTo>
                <a:lnTo>
                  <a:pt x="369626" y="403139"/>
                </a:lnTo>
                <a:lnTo>
                  <a:pt x="369153" y="385838"/>
                </a:lnTo>
                <a:lnTo>
                  <a:pt x="345916" y="404835"/>
                </a:lnTo>
                <a:lnTo>
                  <a:pt x="302270" y="396955"/>
                </a:lnTo>
                <a:lnTo>
                  <a:pt x="298526" y="379116"/>
                </a:lnTo>
                <a:lnTo>
                  <a:pt x="270267" y="438882"/>
                </a:lnTo>
                <a:lnTo>
                  <a:pt x="215177" y="458913"/>
                </a:lnTo>
                <a:lnTo>
                  <a:pt x="199994" y="430965"/>
                </a:lnTo>
                <a:lnTo>
                  <a:pt x="250250" y="419767"/>
                </a:lnTo>
                <a:lnTo>
                  <a:pt x="235149" y="369988"/>
                </a:lnTo>
                <a:lnTo>
                  <a:pt x="260273" y="360351"/>
                </a:lnTo>
                <a:lnTo>
                  <a:pt x="250175" y="319637"/>
                </a:lnTo>
                <a:lnTo>
                  <a:pt x="164756" y="323412"/>
                </a:lnTo>
                <a:lnTo>
                  <a:pt x="165420" y="302297"/>
                </a:lnTo>
                <a:lnTo>
                  <a:pt x="193313" y="298593"/>
                </a:lnTo>
                <a:lnTo>
                  <a:pt x="170847" y="297692"/>
                </a:lnTo>
                <a:lnTo>
                  <a:pt x="180667" y="272876"/>
                </a:lnTo>
                <a:lnTo>
                  <a:pt x="157330" y="271905"/>
                </a:lnTo>
                <a:lnTo>
                  <a:pt x="139081" y="302201"/>
                </a:lnTo>
                <a:lnTo>
                  <a:pt x="111330" y="285033"/>
                </a:lnTo>
                <a:lnTo>
                  <a:pt x="113502" y="312452"/>
                </a:lnTo>
                <a:lnTo>
                  <a:pt x="136624" y="319019"/>
                </a:lnTo>
                <a:lnTo>
                  <a:pt x="118974" y="333692"/>
                </a:lnTo>
                <a:lnTo>
                  <a:pt x="106658" y="311972"/>
                </a:lnTo>
                <a:lnTo>
                  <a:pt x="94032" y="355665"/>
                </a:lnTo>
                <a:lnTo>
                  <a:pt x="114181" y="361923"/>
                </a:lnTo>
                <a:lnTo>
                  <a:pt x="99347" y="390447"/>
                </a:lnTo>
                <a:lnTo>
                  <a:pt x="120083" y="394371"/>
                </a:lnTo>
                <a:lnTo>
                  <a:pt x="131937" y="424436"/>
                </a:lnTo>
                <a:lnTo>
                  <a:pt x="125577" y="483717"/>
                </a:lnTo>
                <a:lnTo>
                  <a:pt x="67088" y="528544"/>
                </a:lnTo>
                <a:lnTo>
                  <a:pt x="98576" y="546438"/>
                </a:lnTo>
                <a:lnTo>
                  <a:pt x="40048" y="568770"/>
                </a:lnTo>
                <a:lnTo>
                  <a:pt x="61883" y="599116"/>
                </a:lnTo>
                <a:lnTo>
                  <a:pt x="48381" y="632086"/>
                </a:lnTo>
                <a:lnTo>
                  <a:pt x="0" y="651031"/>
                </a:lnTo>
                <a:lnTo>
                  <a:pt x="36193" y="668014"/>
                </a:lnTo>
                <a:lnTo>
                  <a:pt x="4878" y="673898"/>
                </a:lnTo>
                <a:lnTo>
                  <a:pt x="20625" y="714046"/>
                </a:lnTo>
                <a:lnTo>
                  <a:pt x="9316" y="726927"/>
                </a:lnTo>
                <a:lnTo>
                  <a:pt x="24310" y="737860"/>
                </a:lnTo>
                <a:lnTo>
                  <a:pt x="57283" y="723316"/>
                </a:lnTo>
                <a:lnTo>
                  <a:pt x="72632" y="774379"/>
                </a:lnTo>
                <a:lnTo>
                  <a:pt x="120766" y="782158"/>
                </a:lnTo>
                <a:lnTo>
                  <a:pt x="175862" y="818672"/>
                </a:lnTo>
                <a:lnTo>
                  <a:pt x="286090" y="820679"/>
                </a:lnTo>
                <a:lnTo>
                  <a:pt x="288395" y="852893"/>
                </a:lnTo>
                <a:lnTo>
                  <a:pt x="311486" y="865640"/>
                </a:lnTo>
                <a:lnTo>
                  <a:pt x="359147" y="848473"/>
                </a:lnTo>
                <a:lnTo>
                  <a:pt x="382966" y="787424"/>
                </a:lnTo>
                <a:lnTo>
                  <a:pt x="451459" y="762596"/>
                </a:lnTo>
                <a:lnTo>
                  <a:pt x="486635" y="771015"/>
                </a:lnTo>
                <a:lnTo>
                  <a:pt x="496047" y="795688"/>
                </a:lnTo>
                <a:lnTo>
                  <a:pt x="470268" y="795801"/>
                </a:lnTo>
                <a:lnTo>
                  <a:pt x="478996" y="820224"/>
                </a:lnTo>
                <a:lnTo>
                  <a:pt x="541652" y="818502"/>
                </a:lnTo>
                <a:lnTo>
                  <a:pt x="603463" y="784301"/>
                </a:lnTo>
                <a:lnTo>
                  <a:pt x="612316" y="801960"/>
                </a:lnTo>
                <a:lnTo>
                  <a:pt x="679525" y="803574"/>
                </a:lnTo>
                <a:lnTo>
                  <a:pt x="676399" y="788162"/>
                </a:lnTo>
                <a:lnTo>
                  <a:pt x="720306" y="768262"/>
                </a:lnTo>
                <a:lnTo>
                  <a:pt x="757000" y="775469"/>
                </a:lnTo>
                <a:lnTo>
                  <a:pt x="763155" y="795071"/>
                </a:lnTo>
                <a:lnTo>
                  <a:pt x="861845" y="782816"/>
                </a:lnTo>
                <a:lnTo>
                  <a:pt x="883866" y="819856"/>
                </a:lnTo>
                <a:lnTo>
                  <a:pt x="918173" y="826204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Mahārāshtra"/>
          <p:cNvSpPr/>
          <p:nvPr/>
        </p:nvSpPr>
        <p:spPr>
          <a:xfrm>
            <a:off x="7833772" y="3964625"/>
            <a:ext cx="1140335" cy="959438"/>
          </a:xfrm>
          <a:custGeom>
            <a:avLst/>
            <a:gdLst/>
            <a:ahLst/>
            <a:cxnLst/>
            <a:rect l="l" t="t" r="r" b="b"/>
            <a:pathLst>
              <a:path w="1140335" h="959438">
                <a:moveTo>
                  <a:pt x="1053720" y="494198"/>
                </a:moveTo>
                <a:lnTo>
                  <a:pt x="1070471" y="416303"/>
                </a:lnTo>
                <a:lnTo>
                  <a:pt x="1095308" y="392798"/>
                </a:lnTo>
                <a:lnTo>
                  <a:pt x="1120766" y="409623"/>
                </a:lnTo>
                <a:lnTo>
                  <a:pt x="1140335" y="380930"/>
                </a:lnTo>
                <a:lnTo>
                  <a:pt x="1091582" y="330705"/>
                </a:lnTo>
                <a:lnTo>
                  <a:pt x="1071562" y="334011"/>
                </a:lnTo>
                <a:lnTo>
                  <a:pt x="1093039" y="292872"/>
                </a:lnTo>
                <a:lnTo>
                  <a:pt x="1070667" y="267030"/>
                </a:lnTo>
                <a:lnTo>
                  <a:pt x="1102668" y="253949"/>
                </a:lnTo>
                <a:lnTo>
                  <a:pt x="1103430" y="214256"/>
                </a:lnTo>
                <a:lnTo>
                  <a:pt x="1082542" y="211277"/>
                </a:lnTo>
                <a:lnTo>
                  <a:pt x="1097308" y="201395"/>
                </a:lnTo>
                <a:lnTo>
                  <a:pt x="1076745" y="139915"/>
                </a:lnTo>
                <a:lnTo>
                  <a:pt x="1110332" y="107591"/>
                </a:lnTo>
                <a:lnTo>
                  <a:pt x="1073026" y="98095"/>
                </a:lnTo>
                <a:lnTo>
                  <a:pt x="1044532" y="59434"/>
                </a:lnTo>
                <a:lnTo>
                  <a:pt x="1000866" y="76989"/>
                </a:lnTo>
                <a:lnTo>
                  <a:pt x="979598" y="64178"/>
                </a:lnTo>
                <a:lnTo>
                  <a:pt x="952315" y="73310"/>
                </a:lnTo>
                <a:lnTo>
                  <a:pt x="946160" y="53708"/>
                </a:lnTo>
                <a:lnTo>
                  <a:pt x="909391" y="46509"/>
                </a:lnTo>
                <a:lnTo>
                  <a:pt x="865559" y="66401"/>
                </a:lnTo>
                <a:lnTo>
                  <a:pt x="868685" y="81813"/>
                </a:lnTo>
                <a:lnTo>
                  <a:pt x="801476" y="80199"/>
                </a:lnTo>
                <a:lnTo>
                  <a:pt x="790575" y="62749"/>
                </a:lnTo>
                <a:lnTo>
                  <a:pt x="698794" y="100977"/>
                </a:lnTo>
                <a:lnTo>
                  <a:pt x="668031" y="98442"/>
                </a:lnTo>
                <a:lnTo>
                  <a:pt x="659428" y="74040"/>
                </a:lnTo>
                <a:lnTo>
                  <a:pt x="685207" y="73927"/>
                </a:lnTo>
                <a:lnTo>
                  <a:pt x="675795" y="49254"/>
                </a:lnTo>
                <a:lnTo>
                  <a:pt x="640619" y="40835"/>
                </a:lnTo>
                <a:lnTo>
                  <a:pt x="572126" y="65663"/>
                </a:lnTo>
                <a:lnTo>
                  <a:pt x="548307" y="126712"/>
                </a:lnTo>
                <a:lnTo>
                  <a:pt x="500646" y="143879"/>
                </a:lnTo>
                <a:lnTo>
                  <a:pt x="477555" y="131132"/>
                </a:lnTo>
                <a:lnTo>
                  <a:pt x="475250" y="98918"/>
                </a:lnTo>
                <a:lnTo>
                  <a:pt x="365022" y="96911"/>
                </a:lnTo>
                <a:lnTo>
                  <a:pt x="309926" y="60397"/>
                </a:lnTo>
                <a:lnTo>
                  <a:pt x="265658" y="55073"/>
                </a:lnTo>
                <a:lnTo>
                  <a:pt x="238590" y="0"/>
                </a:lnTo>
                <a:lnTo>
                  <a:pt x="156749" y="31234"/>
                </a:lnTo>
                <a:lnTo>
                  <a:pt x="164550" y="80005"/>
                </a:lnTo>
                <a:lnTo>
                  <a:pt x="230982" y="73120"/>
                </a:lnTo>
                <a:lnTo>
                  <a:pt x="176565" y="93885"/>
                </a:lnTo>
                <a:lnTo>
                  <a:pt x="159524" y="128359"/>
                </a:lnTo>
                <a:lnTo>
                  <a:pt x="126496" y="128852"/>
                </a:lnTo>
                <a:lnTo>
                  <a:pt x="171357" y="156979"/>
                </a:lnTo>
                <a:lnTo>
                  <a:pt x="176958" y="192925"/>
                </a:lnTo>
                <a:lnTo>
                  <a:pt x="149687" y="219280"/>
                </a:lnTo>
                <a:lnTo>
                  <a:pt x="108826" y="196475"/>
                </a:lnTo>
                <a:lnTo>
                  <a:pt x="104285" y="273980"/>
                </a:lnTo>
                <a:lnTo>
                  <a:pt x="87788" y="272465"/>
                </a:lnTo>
                <a:lnTo>
                  <a:pt x="71338" y="296544"/>
                </a:lnTo>
                <a:lnTo>
                  <a:pt x="27004" y="270071"/>
                </a:lnTo>
                <a:lnTo>
                  <a:pt x="6160" y="292879"/>
                </a:lnTo>
                <a:lnTo>
                  <a:pt x="15430" y="318458"/>
                </a:lnTo>
                <a:lnTo>
                  <a:pt x="0" y="313401"/>
                </a:lnTo>
                <a:lnTo>
                  <a:pt x="34397" y="548079"/>
                </a:lnTo>
                <a:lnTo>
                  <a:pt x="50538" y="562672"/>
                </a:lnTo>
                <a:lnTo>
                  <a:pt x="62215" y="552931"/>
                </a:lnTo>
                <a:lnTo>
                  <a:pt x="61130" y="581166"/>
                </a:lnTo>
                <a:lnTo>
                  <a:pt x="37141" y="569320"/>
                </a:lnTo>
                <a:lnTo>
                  <a:pt x="80390" y="703378"/>
                </a:lnTo>
                <a:lnTo>
                  <a:pt x="90303" y="824101"/>
                </a:lnTo>
                <a:lnTo>
                  <a:pt x="97272" y="841442"/>
                </a:lnTo>
                <a:lnTo>
                  <a:pt x="115695" y="838235"/>
                </a:lnTo>
                <a:lnTo>
                  <a:pt x="97351" y="844127"/>
                </a:lnTo>
                <a:lnTo>
                  <a:pt x="109881" y="892621"/>
                </a:lnTo>
                <a:lnTo>
                  <a:pt x="137116" y="938963"/>
                </a:lnTo>
                <a:lnTo>
                  <a:pt x="166064" y="930717"/>
                </a:lnTo>
                <a:lnTo>
                  <a:pt x="187898" y="959438"/>
                </a:lnTo>
                <a:lnTo>
                  <a:pt x="213995" y="933298"/>
                </a:lnTo>
                <a:lnTo>
                  <a:pt x="234692" y="934258"/>
                </a:lnTo>
                <a:lnTo>
                  <a:pt x="249205" y="894800"/>
                </a:lnTo>
                <a:lnTo>
                  <a:pt x="235095" y="892614"/>
                </a:lnTo>
                <a:lnTo>
                  <a:pt x="253084" y="885081"/>
                </a:lnTo>
                <a:lnTo>
                  <a:pt x="251595" y="863315"/>
                </a:lnTo>
                <a:lnTo>
                  <a:pt x="230055" y="860086"/>
                </a:lnTo>
                <a:lnTo>
                  <a:pt x="222524" y="818858"/>
                </a:lnTo>
                <a:lnTo>
                  <a:pt x="249970" y="801567"/>
                </a:lnTo>
                <a:lnTo>
                  <a:pt x="263789" y="817976"/>
                </a:lnTo>
                <a:lnTo>
                  <a:pt x="280192" y="810077"/>
                </a:lnTo>
                <a:lnTo>
                  <a:pt x="280751" y="793844"/>
                </a:lnTo>
                <a:lnTo>
                  <a:pt x="312383" y="785343"/>
                </a:lnTo>
                <a:lnTo>
                  <a:pt x="314081" y="759630"/>
                </a:lnTo>
                <a:lnTo>
                  <a:pt x="353200" y="775013"/>
                </a:lnTo>
                <a:lnTo>
                  <a:pt x="362257" y="757869"/>
                </a:lnTo>
                <a:lnTo>
                  <a:pt x="416363" y="757048"/>
                </a:lnTo>
                <a:lnTo>
                  <a:pt x="411193" y="680152"/>
                </a:lnTo>
                <a:lnTo>
                  <a:pt x="452437" y="703235"/>
                </a:lnTo>
                <a:lnTo>
                  <a:pt x="515076" y="704436"/>
                </a:lnTo>
                <a:lnTo>
                  <a:pt x="507893" y="662209"/>
                </a:lnTo>
                <a:lnTo>
                  <a:pt x="534480" y="637972"/>
                </a:lnTo>
                <a:lnTo>
                  <a:pt x="557684" y="649733"/>
                </a:lnTo>
                <a:lnTo>
                  <a:pt x="564488" y="617089"/>
                </a:lnTo>
                <a:lnTo>
                  <a:pt x="589277" y="614663"/>
                </a:lnTo>
                <a:lnTo>
                  <a:pt x="593840" y="574041"/>
                </a:lnTo>
                <a:lnTo>
                  <a:pt x="615943" y="578857"/>
                </a:lnTo>
                <a:lnTo>
                  <a:pt x="644794" y="533750"/>
                </a:lnTo>
                <a:lnTo>
                  <a:pt x="651151" y="556274"/>
                </a:lnTo>
                <a:lnTo>
                  <a:pt x="679620" y="556020"/>
                </a:lnTo>
                <a:lnTo>
                  <a:pt x="683078" y="520179"/>
                </a:lnTo>
                <a:lnTo>
                  <a:pt x="702760" y="519007"/>
                </a:lnTo>
                <a:lnTo>
                  <a:pt x="704838" y="497482"/>
                </a:lnTo>
                <a:lnTo>
                  <a:pt x="731846" y="478250"/>
                </a:lnTo>
                <a:lnTo>
                  <a:pt x="706014" y="448096"/>
                </a:lnTo>
                <a:lnTo>
                  <a:pt x="720064" y="407444"/>
                </a:lnTo>
                <a:lnTo>
                  <a:pt x="763251" y="417387"/>
                </a:lnTo>
                <a:lnTo>
                  <a:pt x="763371" y="391312"/>
                </a:lnTo>
                <a:lnTo>
                  <a:pt x="781117" y="384763"/>
                </a:lnTo>
                <a:lnTo>
                  <a:pt x="781489" y="316375"/>
                </a:lnTo>
                <a:lnTo>
                  <a:pt x="855428" y="339123"/>
                </a:lnTo>
                <a:lnTo>
                  <a:pt x="869204" y="370472"/>
                </a:lnTo>
                <a:lnTo>
                  <a:pt x="903806" y="384336"/>
                </a:lnTo>
                <a:lnTo>
                  <a:pt x="911179" y="360796"/>
                </a:lnTo>
                <a:lnTo>
                  <a:pt x="942734" y="378185"/>
                </a:lnTo>
                <a:lnTo>
                  <a:pt x="985272" y="363336"/>
                </a:lnTo>
                <a:lnTo>
                  <a:pt x="1012875" y="393086"/>
                </a:lnTo>
                <a:lnTo>
                  <a:pt x="996326" y="437559"/>
                </a:lnTo>
                <a:lnTo>
                  <a:pt x="1004925" y="481045"/>
                </a:lnTo>
                <a:lnTo>
                  <a:pt x="1032288" y="500534"/>
                </a:lnTo>
                <a:lnTo>
                  <a:pt x="1053720" y="494198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Manipur"/>
          <p:cNvSpPr/>
          <p:nvPr/>
        </p:nvSpPr>
        <p:spPr>
          <a:xfrm>
            <a:off x="10646160" y="3419926"/>
            <a:ext cx="245308" cy="275718"/>
          </a:xfrm>
          <a:custGeom>
            <a:avLst/>
            <a:gdLst/>
            <a:ahLst/>
            <a:cxnLst/>
            <a:rect l="l" t="t" r="r" b="b"/>
            <a:pathLst>
              <a:path w="245308" h="275718">
                <a:moveTo>
                  <a:pt x="66643" y="53443"/>
                </a:moveTo>
                <a:lnTo>
                  <a:pt x="31048" y="130085"/>
                </a:lnTo>
                <a:lnTo>
                  <a:pt x="18927" y="130068"/>
                </a:lnTo>
                <a:lnTo>
                  <a:pt x="0" y="234363"/>
                </a:lnTo>
                <a:lnTo>
                  <a:pt x="38861" y="248039"/>
                </a:lnTo>
                <a:lnTo>
                  <a:pt x="52075" y="235539"/>
                </a:lnTo>
                <a:lnTo>
                  <a:pt x="73736" y="259794"/>
                </a:lnTo>
                <a:lnTo>
                  <a:pt x="108243" y="250383"/>
                </a:lnTo>
                <a:lnTo>
                  <a:pt x="162197" y="275718"/>
                </a:lnTo>
                <a:lnTo>
                  <a:pt x="245308" y="96418"/>
                </a:lnTo>
                <a:lnTo>
                  <a:pt x="221983" y="70020"/>
                </a:lnTo>
                <a:lnTo>
                  <a:pt x="235805" y="35427"/>
                </a:lnTo>
                <a:lnTo>
                  <a:pt x="218902" y="26697"/>
                </a:lnTo>
                <a:lnTo>
                  <a:pt x="224856" y="0"/>
                </a:lnTo>
                <a:lnTo>
                  <a:pt x="186801" y="26871"/>
                </a:lnTo>
                <a:lnTo>
                  <a:pt x="109715" y="21564"/>
                </a:lnTo>
                <a:lnTo>
                  <a:pt x="87593" y="72236"/>
                </a:lnTo>
                <a:lnTo>
                  <a:pt x="66643" y="53443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Meghālaya"/>
          <p:cNvSpPr/>
          <p:nvPr/>
        </p:nvSpPr>
        <p:spPr>
          <a:xfrm>
            <a:off x="10208991" y="3354763"/>
            <a:ext cx="413640" cy="162678"/>
          </a:xfrm>
          <a:custGeom>
            <a:avLst/>
            <a:gdLst/>
            <a:ahLst/>
            <a:cxnLst/>
            <a:rect l="l" t="t" r="r" b="b"/>
            <a:pathLst>
              <a:path w="413640" h="162678">
                <a:moveTo>
                  <a:pt x="361356" y="162678"/>
                </a:moveTo>
                <a:lnTo>
                  <a:pt x="413640" y="134705"/>
                </a:lnTo>
                <a:lnTo>
                  <a:pt x="380659" y="97609"/>
                </a:lnTo>
                <a:lnTo>
                  <a:pt x="392890" y="78884"/>
                </a:lnTo>
                <a:lnTo>
                  <a:pt x="355644" y="54465"/>
                </a:lnTo>
                <a:lnTo>
                  <a:pt x="324088" y="66756"/>
                </a:lnTo>
                <a:lnTo>
                  <a:pt x="333701" y="31381"/>
                </a:lnTo>
                <a:lnTo>
                  <a:pt x="323575" y="26135"/>
                </a:lnTo>
                <a:lnTo>
                  <a:pt x="339700" y="7647"/>
                </a:lnTo>
                <a:lnTo>
                  <a:pt x="291246" y="18147"/>
                </a:lnTo>
                <a:lnTo>
                  <a:pt x="278287" y="0"/>
                </a:lnTo>
                <a:lnTo>
                  <a:pt x="256850" y="32130"/>
                </a:lnTo>
                <a:lnTo>
                  <a:pt x="244282" y="12861"/>
                </a:lnTo>
                <a:lnTo>
                  <a:pt x="237440" y="37041"/>
                </a:lnTo>
                <a:lnTo>
                  <a:pt x="194791" y="59236"/>
                </a:lnTo>
                <a:lnTo>
                  <a:pt x="191104" y="38513"/>
                </a:lnTo>
                <a:lnTo>
                  <a:pt x="164819" y="44635"/>
                </a:lnTo>
                <a:lnTo>
                  <a:pt x="156707" y="25572"/>
                </a:lnTo>
                <a:lnTo>
                  <a:pt x="42043" y="24100"/>
                </a:lnTo>
                <a:lnTo>
                  <a:pt x="10930" y="55892"/>
                </a:lnTo>
                <a:lnTo>
                  <a:pt x="28311" y="76414"/>
                </a:lnTo>
                <a:lnTo>
                  <a:pt x="0" y="109093"/>
                </a:lnTo>
                <a:lnTo>
                  <a:pt x="3344" y="123211"/>
                </a:lnTo>
                <a:lnTo>
                  <a:pt x="87079" y="145639"/>
                </a:lnTo>
                <a:lnTo>
                  <a:pt x="311081" y="139064"/>
                </a:lnTo>
                <a:lnTo>
                  <a:pt x="361356" y="162678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Mizoram"/>
          <p:cNvSpPr/>
          <p:nvPr/>
        </p:nvSpPr>
        <p:spPr>
          <a:xfrm>
            <a:off x="10548218" y="3593333"/>
            <a:ext cx="156273" cy="385082"/>
          </a:xfrm>
          <a:custGeom>
            <a:avLst/>
            <a:gdLst/>
            <a:ahLst/>
            <a:cxnLst/>
            <a:rect l="l" t="t" r="r" b="b"/>
            <a:pathLst>
              <a:path w="156273" h="385082">
                <a:moveTo>
                  <a:pt x="0" y="118835"/>
                </a:moveTo>
                <a:lnTo>
                  <a:pt x="46776" y="379751"/>
                </a:lnTo>
                <a:lnTo>
                  <a:pt x="60122" y="353196"/>
                </a:lnTo>
                <a:lnTo>
                  <a:pt x="88741" y="385082"/>
                </a:lnTo>
                <a:lnTo>
                  <a:pt x="106958" y="347170"/>
                </a:lnTo>
                <a:lnTo>
                  <a:pt x="129708" y="336912"/>
                </a:lnTo>
                <a:lnTo>
                  <a:pt x="114776" y="255998"/>
                </a:lnTo>
                <a:lnTo>
                  <a:pt x="120354" y="218129"/>
                </a:lnTo>
                <a:lnTo>
                  <a:pt x="142390" y="226076"/>
                </a:lnTo>
                <a:lnTo>
                  <a:pt x="155086" y="206969"/>
                </a:lnTo>
                <a:lnTo>
                  <a:pt x="156273" y="88425"/>
                </a:lnTo>
                <a:lnTo>
                  <a:pt x="145775" y="69865"/>
                </a:lnTo>
                <a:lnTo>
                  <a:pt x="97969" y="60994"/>
                </a:lnTo>
                <a:lnTo>
                  <a:pt x="105139" y="19208"/>
                </a:lnTo>
                <a:lnTo>
                  <a:pt x="78087" y="22008"/>
                </a:lnTo>
                <a:lnTo>
                  <a:pt x="68895" y="0"/>
                </a:lnTo>
                <a:lnTo>
                  <a:pt x="29523" y="56588"/>
                </a:lnTo>
                <a:lnTo>
                  <a:pt x="3724" y="40413"/>
                </a:lnTo>
                <a:lnTo>
                  <a:pt x="0" y="118835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Nāgāland"/>
          <p:cNvSpPr/>
          <p:nvPr/>
        </p:nvSpPr>
        <p:spPr>
          <a:xfrm>
            <a:off x="10695220" y="3217956"/>
            <a:ext cx="264081" cy="274198"/>
          </a:xfrm>
          <a:custGeom>
            <a:avLst/>
            <a:gdLst/>
            <a:ahLst/>
            <a:cxnLst/>
            <a:rect l="l" t="t" r="r" b="b"/>
            <a:pathLst>
              <a:path w="264081" h="274198">
                <a:moveTo>
                  <a:pt x="264081" y="52776"/>
                </a:moveTo>
                <a:lnTo>
                  <a:pt x="258410" y="0"/>
                </a:lnTo>
                <a:lnTo>
                  <a:pt x="156935" y="55870"/>
                </a:lnTo>
                <a:lnTo>
                  <a:pt x="137036" y="86219"/>
                </a:lnTo>
                <a:lnTo>
                  <a:pt x="128693" y="73843"/>
                </a:lnTo>
                <a:lnTo>
                  <a:pt x="93344" y="128916"/>
                </a:lnTo>
                <a:lnTo>
                  <a:pt x="90244" y="167059"/>
                </a:lnTo>
                <a:lnTo>
                  <a:pt x="64872" y="183151"/>
                </a:lnTo>
                <a:lnTo>
                  <a:pt x="60714" y="159145"/>
                </a:lnTo>
                <a:lnTo>
                  <a:pt x="0" y="222325"/>
                </a:lnTo>
                <a:lnTo>
                  <a:pt x="20029" y="263347"/>
                </a:lnTo>
                <a:lnTo>
                  <a:pt x="38547" y="274198"/>
                </a:lnTo>
                <a:lnTo>
                  <a:pt x="70277" y="220232"/>
                </a:lnTo>
                <a:lnTo>
                  <a:pt x="137741" y="228841"/>
                </a:lnTo>
                <a:lnTo>
                  <a:pt x="172385" y="200649"/>
                </a:lnTo>
                <a:lnTo>
                  <a:pt x="178582" y="234913"/>
                </a:lnTo>
                <a:lnTo>
                  <a:pt x="217595" y="219491"/>
                </a:lnTo>
                <a:lnTo>
                  <a:pt x="257402" y="143703"/>
                </a:lnTo>
                <a:lnTo>
                  <a:pt x="240239" y="87491"/>
                </a:lnTo>
                <a:lnTo>
                  <a:pt x="264081" y="52776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disha"/>
          <p:cNvSpPr/>
          <p:nvPr/>
        </p:nvSpPr>
        <p:spPr>
          <a:xfrm>
            <a:off x="9043030" y="3884988"/>
            <a:ext cx="843081" cy="708630"/>
          </a:xfrm>
          <a:custGeom>
            <a:avLst/>
            <a:gdLst/>
            <a:ahLst/>
            <a:cxnLst/>
            <a:rect l="l" t="t" r="r" b="b"/>
            <a:pathLst>
              <a:path w="843081" h="708630">
                <a:moveTo>
                  <a:pt x="0" y="708630"/>
                </a:moveTo>
                <a:lnTo>
                  <a:pt x="30625" y="708154"/>
                </a:lnTo>
                <a:lnTo>
                  <a:pt x="87877" y="671299"/>
                </a:lnTo>
                <a:lnTo>
                  <a:pt x="120267" y="682407"/>
                </a:lnTo>
                <a:lnTo>
                  <a:pt x="150249" y="599741"/>
                </a:lnTo>
                <a:lnTo>
                  <a:pt x="171702" y="646310"/>
                </a:lnTo>
                <a:lnTo>
                  <a:pt x="194613" y="614586"/>
                </a:lnTo>
                <a:lnTo>
                  <a:pt x="229415" y="624926"/>
                </a:lnTo>
                <a:lnTo>
                  <a:pt x="223674" y="585178"/>
                </a:lnTo>
                <a:lnTo>
                  <a:pt x="278050" y="555881"/>
                </a:lnTo>
                <a:lnTo>
                  <a:pt x="264878" y="532520"/>
                </a:lnTo>
                <a:lnTo>
                  <a:pt x="285800" y="539100"/>
                </a:lnTo>
                <a:lnTo>
                  <a:pt x="286654" y="518451"/>
                </a:lnTo>
                <a:lnTo>
                  <a:pt x="296240" y="530746"/>
                </a:lnTo>
                <a:lnTo>
                  <a:pt x="308539" y="508067"/>
                </a:lnTo>
                <a:lnTo>
                  <a:pt x="345522" y="560039"/>
                </a:lnTo>
                <a:lnTo>
                  <a:pt x="404766" y="564137"/>
                </a:lnTo>
                <a:lnTo>
                  <a:pt x="418624" y="529067"/>
                </a:lnTo>
                <a:lnTo>
                  <a:pt x="443517" y="528649"/>
                </a:lnTo>
                <a:lnTo>
                  <a:pt x="453208" y="507567"/>
                </a:lnTo>
                <a:lnTo>
                  <a:pt x="466547" y="521005"/>
                </a:lnTo>
                <a:lnTo>
                  <a:pt x="547006" y="445195"/>
                </a:lnTo>
                <a:lnTo>
                  <a:pt x="691748" y="389657"/>
                </a:lnTo>
                <a:lnTo>
                  <a:pt x="746003" y="333960"/>
                </a:lnTo>
                <a:lnTo>
                  <a:pt x="741716" y="305903"/>
                </a:lnTo>
                <a:lnTo>
                  <a:pt x="783741" y="276486"/>
                </a:lnTo>
                <a:lnTo>
                  <a:pt x="749092" y="273812"/>
                </a:lnTo>
                <a:lnTo>
                  <a:pt x="772946" y="260329"/>
                </a:lnTo>
                <a:lnTo>
                  <a:pt x="757099" y="200724"/>
                </a:lnTo>
                <a:lnTo>
                  <a:pt x="785417" y="164861"/>
                </a:lnTo>
                <a:lnTo>
                  <a:pt x="843081" y="143988"/>
                </a:lnTo>
                <a:lnTo>
                  <a:pt x="841009" y="124655"/>
                </a:lnTo>
                <a:lnTo>
                  <a:pt x="799693" y="87755"/>
                </a:lnTo>
                <a:lnTo>
                  <a:pt x="781259" y="104367"/>
                </a:lnTo>
                <a:lnTo>
                  <a:pt x="771185" y="71865"/>
                </a:lnTo>
                <a:lnTo>
                  <a:pt x="644045" y="0"/>
                </a:lnTo>
                <a:lnTo>
                  <a:pt x="624711" y="89110"/>
                </a:lnTo>
                <a:lnTo>
                  <a:pt x="605150" y="85444"/>
                </a:lnTo>
                <a:lnTo>
                  <a:pt x="610880" y="67353"/>
                </a:lnTo>
                <a:lnTo>
                  <a:pt x="593965" y="76546"/>
                </a:lnTo>
                <a:lnTo>
                  <a:pt x="550455" y="60655"/>
                </a:lnTo>
                <a:lnTo>
                  <a:pt x="532046" y="83290"/>
                </a:lnTo>
                <a:lnTo>
                  <a:pt x="497256" y="72348"/>
                </a:lnTo>
                <a:lnTo>
                  <a:pt x="515270" y="40732"/>
                </a:lnTo>
                <a:lnTo>
                  <a:pt x="508374" y="12399"/>
                </a:lnTo>
                <a:lnTo>
                  <a:pt x="400955" y="33506"/>
                </a:lnTo>
                <a:lnTo>
                  <a:pt x="358068" y="6639"/>
                </a:lnTo>
                <a:lnTo>
                  <a:pt x="362039" y="29225"/>
                </a:lnTo>
                <a:lnTo>
                  <a:pt x="300038" y="69315"/>
                </a:lnTo>
                <a:lnTo>
                  <a:pt x="303944" y="106892"/>
                </a:lnTo>
                <a:lnTo>
                  <a:pt x="268920" y="159016"/>
                </a:lnTo>
                <a:lnTo>
                  <a:pt x="278377" y="181531"/>
                </a:lnTo>
                <a:lnTo>
                  <a:pt x="259343" y="177453"/>
                </a:lnTo>
                <a:lnTo>
                  <a:pt x="240303" y="218166"/>
                </a:lnTo>
                <a:lnTo>
                  <a:pt x="172325" y="210851"/>
                </a:lnTo>
                <a:lnTo>
                  <a:pt x="148081" y="259659"/>
                </a:lnTo>
                <a:lnTo>
                  <a:pt x="132214" y="250442"/>
                </a:lnTo>
                <a:lnTo>
                  <a:pt x="138915" y="374768"/>
                </a:lnTo>
                <a:lnTo>
                  <a:pt x="182700" y="384003"/>
                </a:lnTo>
                <a:lnTo>
                  <a:pt x="181581" y="407839"/>
                </a:lnTo>
                <a:lnTo>
                  <a:pt x="165585" y="416672"/>
                </a:lnTo>
                <a:lnTo>
                  <a:pt x="167193" y="403069"/>
                </a:lnTo>
                <a:lnTo>
                  <a:pt x="145391" y="396621"/>
                </a:lnTo>
                <a:lnTo>
                  <a:pt x="131451" y="407721"/>
                </a:lnTo>
                <a:lnTo>
                  <a:pt x="116517" y="382696"/>
                </a:lnTo>
                <a:lnTo>
                  <a:pt x="65756" y="376623"/>
                </a:lnTo>
                <a:lnTo>
                  <a:pt x="63296" y="395384"/>
                </a:lnTo>
                <a:lnTo>
                  <a:pt x="92708" y="414464"/>
                </a:lnTo>
                <a:lnTo>
                  <a:pt x="87655" y="456705"/>
                </a:lnTo>
                <a:lnTo>
                  <a:pt x="109865" y="468667"/>
                </a:lnTo>
                <a:lnTo>
                  <a:pt x="117704" y="544556"/>
                </a:lnTo>
                <a:lnTo>
                  <a:pt x="68919" y="583613"/>
                </a:lnTo>
                <a:lnTo>
                  <a:pt x="78595" y="593616"/>
                </a:lnTo>
                <a:lnTo>
                  <a:pt x="49051" y="628969"/>
                </a:lnTo>
                <a:lnTo>
                  <a:pt x="17918" y="643224"/>
                </a:lnTo>
                <a:lnTo>
                  <a:pt x="0" y="708630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Puducherry"/>
          <p:cNvSpPr/>
          <p:nvPr/>
        </p:nvSpPr>
        <p:spPr>
          <a:xfrm>
            <a:off x="8804553" y="5461179"/>
            <a:ext cx="18519" cy="25588"/>
          </a:xfrm>
          <a:custGeom>
            <a:avLst/>
            <a:gdLst/>
            <a:ahLst/>
            <a:cxnLst/>
            <a:rect l="l" t="t" r="r" b="b"/>
            <a:pathLst>
              <a:path w="18519" h="25588">
                <a:moveTo>
                  <a:pt x="18519" y="25588"/>
                </a:moveTo>
                <a:lnTo>
                  <a:pt x="10191" y="0"/>
                </a:lnTo>
                <a:lnTo>
                  <a:pt x="0" y="18982"/>
                </a:lnTo>
                <a:lnTo>
                  <a:pt x="18519" y="25588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Punjab"/>
          <p:cNvSpPr/>
          <p:nvPr/>
        </p:nvSpPr>
        <p:spPr>
          <a:xfrm>
            <a:off x="8003053" y="2400685"/>
            <a:ext cx="422556" cy="443198"/>
          </a:xfrm>
          <a:custGeom>
            <a:avLst/>
            <a:gdLst/>
            <a:ahLst/>
            <a:cxnLst/>
            <a:rect l="l" t="t" r="r" b="b"/>
            <a:pathLst>
              <a:path w="422556" h="443198">
                <a:moveTo>
                  <a:pt x="88768" y="383385"/>
                </a:moveTo>
                <a:lnTo>
                  <a:pt x="167922" y="387862"/>
                </a:lnTo>
                <a:lnTo>
                  <a:pt x="187701" y="411468"/>
                </a:lnTo>
                <a:lnTo>
                  <a:pt x="186837" y="443198"/>
                </a:lnTo>
                <a:lnTo>
                  <a:pt x="217880" y="403575"/>
                </a:lnTo>
                <a:lnTo>
                  <a:pt x="298743" y="413248"/>
                </a:lnTo>
                <a:lnTo>
                  <a:pt x="326488" y="396871"/>
                </a:lnTo>
                <a:lnTo>
                  <a:pt x="321480" y="351472"/>
                </a:lnTo>
                <a:lnTo>
                  <a:pt x="337281" y="360650"/>
                </a:lnTo>
                <a:lnTo>
                  <a:pt x="351265" y="346144"/>
                </a:lnTo>
                <a:lnTo>
                  <a:pt x="368368" y="363519"/>
                </a:lnTo>
                <a:lnTo>
                  <a:pt x="383582" y="347194"/>
                </a:lnTo>
                <a:lnTo>
                  <a:pt x="369813" y="335665"/>
                </a:lnTo>
                <a:lnTo>
                  <a:pt x="395345" y="311217"/>
                </a:lnTo>
                <a:lnTo>
                  <a:pt x="422556" y="317077"/>
                </a:lnTo>
                <a:lnTo>
                  <a:pt x="420958" y="283774"/>
                </a:lnTo>
                <a:lnTo>
                  <a:pt x="390377" y="263943"/>
                </a:lnTo>
                <a:lnTo>
                  <a:pt x="411400" y="256207"/>
                </a:lnTo>
                <a:lnTo>
                  <a:pt x="379238" y="225752"/>
                </a:lnTo>
                <a:lnTo>
                  <a:pt x="381600" y="192330"/>
                </a:lnTo>
                <a:lnTo>
                  <a:pt x="353613" y="183926"/>
                </a:lnTo>
                <a:lnTo>
                  <a:pt x="344513" y="160314"/>
                </a:lnTo>
                <a:lnTo>
                  <a:pt x="317624" y="179813"/>
                </a:lnTo>
                <a:lnTo>
                  <a:pt x="280315" y="83747"/>
                </a:lnTo>
                <a:lnTo>
                  <a:pt x="236618" y="65881"/>
                </a:lnTo>
                <a:lnTo>
                  <a:pt x="239809" y="40977"/>
                </a:lnTo>
                <a:lnTo>
                  <a:pt x="283690" y="17590"/>
                </a:lnTo>
                <a:lnTo>
                  <a:pt x="270796" y="0"/>
                </a:lnTo>
                <a:lnTo>
                  <a:pt x="228116" y="34865"/>
                </a:lnTo>
                <a:lnTo>
                  <a:pt x="201525" y="24649"/>
                </a:lnTo>
                <a:lnTo>
                  <a:pt x="190411" y="61140"/>
                </a:lnTo>
                <a:lnTo>
                  <a:pt x="137539" y="68273"/>
                </a:lnTo>
                <a:lnTo>
                  <a:pt x="83373" y="118049"/>
                </a:lnTo>
                <a:lnTo>
                  <a:pt x="106414" y="162001"/>
                </a:lnTo>
                <a:lnTo>
                  <a:pt x="86431" y="205872"/>
                </a:lnTo>
                <a:lnTo>
                  <a:pt x="113031" y="211891"/>
                </a:lnTo>
                <a:lnTo>
                  <a:pt x="6708" y="301682"/>
                </a:lnTo>
                <a:lnTo>
                  <a:pt x="12321" y="356929"/>
                </a:lnTo>
                <a:lnTo>
                  <a:pt x="0" y="375269"/>
                </a:lnTo>
                <a:lnTo>
                  <a:pt x="88768" y="383385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ājasthān"/>
          <p:cNvSpPr/>
          <p:nvPr/>
        </p:nvSpPr>
        <p:spPr>
          <a:xfrm>
            <a:off x="7393473" y="2745956"/>
            <a:ext cx="1216970" cy="1065302"/>
          </a:xfrm>
          <a:custGeom>
            <a:avLst/>
            <a:gdLst/>
            <a:ahLst/>
            <a:cxnLst/>
            <a:rect l="l" t="t" r="r" b="b"/>
            <a:pathLst>
              <a:path w="1216970" h="1065302">
                <a:moveTo>
                  <a:pt x="1080074" y="357801"/>
                </a:moveTo>
                <a:lnTo>
                  <a:pt x="1046990" y="354704"/>
                </a:lnTo>
                <a:lnTo>
                  <a:pt x="1052649" y="367202"/>
                </a:lnTo>
                <a:lnTo>
                  <a:pt x="1028400" y="379653"/>
                </a:lnTo>
                <a:lnTo>
                  <a:pt x="1036708" y="307443"/>
                </a:lnTo>
                <a:lnTo>
                  <a:pt x="1019804" y="295025"/>
                </a:lnTo>
                <a:lnTo>
                  <a:pt x="978212" y="333505"/>
                </a:lnTo>
                <a:lnTo>
                  <a:pt x="968185" y="305930"/>
                </a:lnTo>
                <a:lnTo>
                  <a:pt x="942780" y="301358"/>
                </a:lnTo>
                <a:lnTo>
                  <a:pt x="949710" y="323547"/>
                </a:lnTo>
                <a:lnTo>
                  <a:pt x="924157" y="329755"/>
                </a:lnTo>
                <a:lnTo>
                  <a:pt x="932403" y="355455"/>
                </a:lnTo>
                <a:lnTo>
                  <a:pt x="898343" y="350207"/>
                </a:lnTo>
                <a:lnTo>
                  <a:pt x="907956" y="317057"/>
                </a:lnTo>
                <a:lnTo>
                  <a:pt x="894775" y="312115"/>
                </a:lnTo>
                <a:lnTo>
                  <a:pt x="915524" y="305591"/>
                </a:lnTo>
                <a:lnTo>
                  <a:pt x="841583" y="236575"/>
                </a:lnTo>
                <a:lnTo>
                  <a:pt x="820673" y="140676"/>
                </a:lnTo>
                <a:lnTo>
                  <a:pt x="774284" y="144556"/>
                </a:lnTo>
                <a:lnTo>
                  <a:pt x="743127" y="118596"/>
                </a:lnTo>
                <a:lnTo>
                  <a:pt x="708331" y="129963"/>
                </a:lnTo>
                <a:lnTo>
                  <a:pt x="710663" y="66569"/>
                </a:lnTo>
                <a:lnTo>
                  <a:pt x="690956" y="64153"/>
                </a:lnTo>
                <a:lnTo>
                  <a:pt x="698348" y="38114"/>
                </a:lnTo>
                <a:lnTo>
                  <a:pt x="610762" y="33480"/>
                </a:lnTo>
                <a:lnTo>
                  <a:pt x="621550" y="0"/>
                </a:lnTo>
                <a:lnTo>
                  <a:pt x="541841" y="37652"/>
                </a:lnTo>
                <a:lnTo>
                  <a:pt x="479282" y="174702"/>
                </a:lnTo>
                <a:lnTo>
                  <a:pt x="402692" y="212884"/>
                </a:lnTo>
                <a:lnTo>
                  <a:pt x="334297" y="333851"/>
                </a:lnTo>
                <a:lnTo>
                  <a:pt x="192126" y="372060"/>
                </a:lnTo>
                <a:lnTo>
                  <a:pt x="173826" y="366638"/>
                </a:lnTo>
                <a:lnTo>
                  <a:pt x="153013" y="326550"/>
                </a:lnTo>
                <a:lnTo>
                  <a:pt x="122928" y="326349"/>
                </a:lnTo>
                <a:lnTo>
                  <a:pt x="14219" y="449982"/>
                </a:lnTo>
                <a:lnTo>
                  <a:pt x="0" y="506500"/>
                </a:lnTo>
                <a:lnTo>
                  <a:pt x="42577" y="537337"/>
                </a:lnTo>
                <a:lnTo>
                  <a:pt x="95524" y="544338"/>
                </a:lnTo>
                <a:lnTo>
                  <a:pt x="85206" y="635848"/>
                </a:lnTo>
                <a:lnTo>
                  <a:pt x="108589" y="669368"/>
                </a:lnTo>
                <a:lnTo>
                  <a:pt x="162798" y="671097"/>
                </a:lnTo>
                <a:lnTo>
                  <a:pt x="163446" y="716643"/>
                </a:lnTo>
                <a:lnTo>
                  <a:pt x="225417" y="824323"/>
                </a:lnTo>
                <a:lnTo>
                  <a:pt x="327915" y="834239"/>
                </a:lnTo>
                <a:lnTo>
                  <a:pt x="356877" y="818901"/>
                </a:lnTo>
                <a:lnTo>
                  <a:pt x="396491" y="831379"/>
                </a:lnTo>
                <a:lnTo>
                  <a:pt x="382508" y="837785"/>
                </a:lnTo>
                <a:lnTo>
                  <a:pt x="411706" y="863280"/>
                </a:lnTo>
                <a:lnTo>
                  <a:pt x="423020" y="847633"/>
                </a:lnTo>
                <a:lnTo>
                  <a:pt x="474505" y="874860"/>
                </a:lnTo>
                <a:lnTo>
                  <a:pt x="498947" y="850852"/>
                </a:lnTo>
                <a:lnTo>
                  <a:pt x="497461" y="865994"/>
                </a:lnTo>
                <a:lnTo>
                  <a:pt x="517231" y="870876"/>
                </a:lnTo>
                <a:lnTo>
                  <a:pt x="496207" y="896133"/>
                </a:lnTo>
                <a:lnTo>
                  <a:pt x="520489" y="924852"/>
                </a:lnTo>
                <a:lnTo>
                  <a:pt x="536997" y="909570"/>
                </a:lnTo>
                <a:lnTo>
                  <a:pt x="535592" y="956331"/>
                </a:lnTo>
                <a:lnTo>
                  <a:pt x="559305" y="983869"/>
                </a:lnTo>
                <a:lnTo>
                  <a:pt x="577664" y="981721"/>
                </a:lnTo>
                <a:lnTo>
                  <a:pt x="573725" y="1007502"/>
                </a:lnTo>
                <a:lnTo>
                  <a:pt x="620135" y="1017602"/>
                </a:lnTo>
                <a:lnTo>
                  <a:pt x="671025" y="1065302"/>
                </a:lnTo>
                <a:lnTo>
                  <a:pt x="728035" y="1043346"/>
                </a:lnTo>
                <a:lnTo>
                  <a:pt x="696547" y="1025452"/>
                </a:lnTo>
                <a:lnTo>
                  <a:pt x="755036" y="980625"/>
                </a:lnTo>
                <a:lnTo>
                  <a:pt x="761396" y="921344"/>
                </a:lnTo>
                <a:lnTo>
                  <a:pt x="749542" y="891279"/>
                </a:lnTo>
                <a:lnTo>
                  <a:pt x="728806" y="887355"/>
                </a:lnTo>
                <a:lnTo>
                  <a:pt x="743640" y="858831"/>
                </a:lnTo>
                <a:lnTo>
                  <a:pt x="723491" y="852573"/>
                </a:lnTo>
                <a:lnTo>
                  <a:pt x="736117" y="808880"/>
                </a:lnTo>
                <a:lnTo>
                  <a:pt x="748433" y="830600"/>
                </a:lnTo>
                <a:lnTo>
                  <a:pt x="766083" y="815927"/>
                </a:lnTo>
                <a:lnTo>
                  <a:pt x="742961" y="809360"/>
                </a:lnTo>
                <a:lnTo>
                  <a:pt x="742099" y="780547"/>
                </a:lnTo>
                <a:lnTo>
                  <a:pt x="768540" y="799109"/>
                </a:lnTo>
                <a:lnTo>
                  <a:pt x="786789" y="768813"/>
                </a:lnTo>
                <a:lnTo>
                  <a:pt x="810126" y="769784"/>
                </a:lnTo>
                <a:lnTo>
                  <a:pt x="800306" y="794600"/>
                </a:lnTo>
                <a:lnTo>
                  <a:pt x="822772" y="795501"/>
                </a:lnTo>
                <a:lnTo>
                  <a:pt x="794879" y="799205"/>
                </a:lnTo>
                <a:lnTo>
                  <a:pt x="794215" y="820320"/>
                </a:lnTo>
                <a:lnTo>
                  <a:pt x="879305" y="816000"/>
                </a:lnTo>
                <a:lnTo>
                  <a:pt x="889732" y="857259"/>
                </a:lnTo>
                <a:lnTo>
                  <a:pt x="864608" y="866896"/>
                </a:lnTo>
                <a:lnTo>
                  <a:pt x="879709" y="916675"/>
                </a:lnTo>
                <a:lnTo>
                  <a:pt x="827551" y="935284"/>
                </a:lnTo>
                <a:lnTo>
                  <a:pt x="858952" y="961701"/>
                </a:lnTo>
                <a:lnTo>
                  <a:pt x="861598" y="940216"/>
                </a:lnTo>
                <a:lnTo>
                  <a:pt x="893654" y="940609"/>
                </a:lnTo>
                <a:lnTo>
                  <a:pt x="919905" y="912041"/>
                </a:lnTo>
                <a:lnTo>
                  <a:pt x="927985" y="876024"/>
                </a:lnTo>
                <a:lnTo>
                  <a:pt x="931729" y="893863"/>
                </a:lnTo>
                <a:lnTo>
                  <a:pt x="975375" y="901743"/>
                </a:lnTo>
                <a:lnTo>
                  <a:pt x="998612" y="882746"/>
                </a:lnTo>
                <a:lnTo>
                  <a:pt x="1013365" y="907784"/>
                </a:lnTo>
                <a:lnTo>
                  <a:pt x="1033456" y="895551"/>
                </a:lnTo>
                <a:lnTo>
                  <a:pt x="1015361" y="845538"/>
                </a:lnTo>
                <a:lnTo>
                  <a:pt x="1037717" y="856334"/>
                </a:lnTo>
                <a:lnTo>
                  <a:pt x="1050240" y="831503"/>
                </a:lnTo>
                <a:lnTo>
                  <a:pt x="1013454" y="804381"/>
                </a:lnTo>
                <a:lnTo>
                  <a:pt x="1033812" y="795413"/>
                </a:lnTo>
                <a:lnTo>
                  <a:pt x="1020966" y="775546"/>
                </a:lnTo>
                <a:lnTo>
                  <a:pt x="1097091" y="759241"/>
                </a:lnTo>
                <a:lnTo>
                  <a:pt x="1092153" y="714956"/>
                </a:lnTo>
                <a:lnTo>
                  <a:pt x="1069754" y="730213"/>
                </a:lnTo>
                <a:lnTo>
                  <a:pt x="1003304" y="726872"/>
                </a:lnTo>
                <a:lnTo>
                  <a:pt x="979278" y="708360"/>
                </a:lnTo>
                <a:lnTo>
                  <a:pt x="967824" y="670053"/>
                </a:lnTo>
                <a:lnTo>
                  <a:pt x="1044946" y="601012"/>
                </a:lnTo>
                <a:lnTo>
                  <a:pt x="1192101" y="525702"/>
                </a:lnTo>
                <a:lnTo>
                  <a:pt x="1216970" y="489439"/>
                </a:lnTo>
                <a:lnTo>
                  <a:pt x="1182934" y="499837"/>
                </a:lnTo>
                <a:lnTo>
                  <a:pt x="1146115" y="487435"/>
                </a:lnTo>
                <a:lnTo>
                  <a:pt x="1103735" y="515908"/>
                </a:lnTo>
                <a:lnTo>
                  <a:pt x="1099957" y="497665"/>
                </a:lnTo>
                <a:lnTo>
                  <a:pt x="1146441" y="476355"/>
                </a:lnTo>
                <a:lnTo>
                  <a:pt x="1112706" y="467433"/>
                </a:lnTo>
                <a:lnTo>
                  <a:pt x="1135110" y="448359"/>
                </a:lnTo>
                <a:lnTo>
                  <a:pt x="1087869" y="398770"/>
                </a:lnTo>
                <a:lnTo>
                  <a:pt x="1080074" y="357801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Sikkim"/>
          <p:cNvSpPr/>
          <p:nvPr/>
        </p:nvSpPr>
        <p:spPr>
          <a:xfrm>
            <a:off x="9959598" y="3054822"/>
            <a:ext cx="123557" cy="156652"/>
          </a:xfrm>
          <a:custGeom>
            <a:avLst/>
            <a:gdLst/>
            <a:ahLst/>
            <a:cxnLst/>
            <a:rect l="l" t="t" r="r" b="b"/>
            <a:pathLst>
              <a:path w="123557" h="156652">
                <a:moveTo>
                  <a:pt x="0" y="136910"/>
                </a:moveTo>
                <a:lnTo>
                  <a:pt x="57584" y="156652"/>
                </a:lnTo>
                <a:lnTo>
                  <a:pt x="123557" y="127317"/>
                </a:lnTo>
                <a:lnTo>
                  <a:pt x="103713" y="84198"/>
                </a:lnTo>
                <a:lnTo>
                  <a:pt x="120913" y="40667"/>
                </a:lnTo>
                <a:lnTo>
                  <a:pt x="113741" y="17001"/>
                </a:lnTo>
                <a:lnTo>
                  <a:pt x="82427" y="0"/>
                </a:lnTo>
                <a:lnTo>
                  <a:pt x="15818" y="26786"/>
                </a:lnTo>
                <a:lnTo>
                  <a:pt x="25376" y="50479"/>
                </a:lnTo>
                <a:lnTo>
                  <a:pt x="0" y="136910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amil Nādu"/>
          <p:cNvSpPr/>
          <p:nvPr/>
        </p:nvSpPr>
        <p:spPr>
          <a:xfrm>
            <a:off x="8328204" y="5228698"/>
            <a:ext cx="569520" cy="819280"/>
          </a:xfrm>
          <a:custGeom>
            <a:avLst/>
            <a:gdLst/>
            <a:ahLst/>
            <a:cxnLst/>
            <a:rect l="l" t="t" r="r" b="b"/>
            <a:pathLst>
              <a:path w="569520" h="819280">
                <a:moveTo>
                  <a:pt x="494771" y="258491"/>
                </a:moveTo>
                <a:lnTo>
                  <a:pt x="479354" y="239043"/>
                </a:lnTo>
                <a:lnTo>
                  <a:pt x="499420" y="240244"/>
                </a:lnTo>
                <a:lnTo>
                  <a:pt x="556765" y="117101"/>
                </a:lnTo>
                <a:lnTo>
                  <a:pt x="569520" y="37605"/>
                </a:lnTo>
                <a:lnTo>
                  <a:pt x="558721" y="0"/>
                </a:lnTo>
                <a:lnTo>
                  <a:pt x="554979" y="14127"/>
                </a:lnTo>
                <a:lnTo>
                  <a:pt x="521455" y="3430"/>
                </a:lnTo>
                <a:lnTo>
                  <a:pt x="488236" y="53414"/>
                </a:lnTo>
                <a:lnTo>
                  <a:pt x="443312" y="31879"/>
                </a:lnTo>
                <a:lnTo>
                  <a:pt x="443727" y="56290"/>
                </a:lnTo>
                <a:lnTo>
                  <a:pt x="415547" y="58876"/>
                </a:lnTo>
                <a:lnTo>
                  <a:pt x="405602" y="81352"/>
                </a:lnTo>
                <a:lnTo>
                  <a:pt x="343480" y="74125"/>
                </a:lnTo>
                <a:lnTo>
                  <a:pt x="308915" y="140498"/>
                </a:lnTo>
                <a:lnTo>
                  <a:pt x="221826" y="103730"/>
                </a:lnTo>
                <a:lnTo>
                  <a:pt x="208519" y="133186"/>
                </a:lnTo>
                <a:lnTo>
                  <a:pt x="188986" y="134057"/>
                </a:lnTo>
                <a:lnTo>
                  <a:pt x="191469" y="178681"/>
                </a:lnTo>
                <a:lnTo>
                  <a:pt x="171419" y="196344"/>
                </a:lnTo>
                <a:lnTo>
                  <a:pt x="213453" y="215962"/>
                </a:lnTo>
                <a:lnTo>
                  <a:pt x="199621" y="240803"/>
                </a:lnTo>
                <a:lnTo>
                  <a:pt x="174571" y="242017"/>
                </a:lnTo>
                <a:lnTo>
                  <a:pt x="165221" y="269332"/>
                </a:lnTo>
                <a:lnTo>
                  <a:pt x="93310" y="264197"/>
                </a:lnTo>
                <a:lnTo>
                  <a:pt x="84853" y="294166"/>
                </a:lnTo>
                <a:lnTo>
                  <a:pt x="38348" y="277669"/>
                </a:lnTo>
                <a:lnTo>
                  <a:pt x="0" y="297662"/>
                </a:lnTo>
                <a:lnTo>
                  <a:pt x="1812" y="313062"/>
                </a:lnTo>
                <a:lnTo>
                  <a:pt x="43440" y="329335"/>
                </a:lnTo>
                <a:lnTo>
                  <a:pt x="28313" y="353206"/>
                </a:lnTo>
                <a:lnTo>
                  <a:pt x="69296" y="350366"/>
                </a:lnTo>
                <a:lnTo>
                  <a:pt x="78468" y="374861"/>
                </a:lnTo>
                <a:lnTo>
                  <a:pt x="58843" y="393279"/>
                </a:lnTo>
                <a:lnTo>
                  <a:pt x="93218" y="415248"/>
                </a:lnTo>
                <a:lnTo>
                  <a:pt x="82505" y="486935"/>
                </a:lnTo>
                <a:lnTo>
                  <a:pt x="103785" y="499398"/>
                </a:lnTo>
                <a:lnTo>
                  <a:pt x="138634" y="479513"/>
                </a:lnTo>
                <a:lnTo>
                  <a:pt x="146947" y="499564"/>
                </a:lnTo>
                <a:lnTo>
                  <a:pt x="129020" y="589961"/>
                </a:lnTo>
                <a:lnTo>
                  <a:pt x="163155" y="605464"/>
                </a:lnTo>
                <a:lnTo>
                  <a:pt x="126415" y="678264"/>
                </a:lnTo>
                <a:lnTo>
                  <a:pt x="145351" y="749094"/>
                </a:lnTo>
                <a:lnTo>
                  <a:pt x="119591" y="786898"/>
                </a:lnTo>
                <a:lnTo>
                  <a:pt x="149725" y="812480"/>
                </a:lnTo>
                <a:lnTo>
                  <a:pt x="183043" y="819280"/>
                </a:lnTo>
                <a:lnTo>
                  <a:pt x="253737" y="774926"/>
                </a:lnTo>
                <a:lnTo>
                  <a:pt x="270885" y="692137"/>
                </a:lnTo>
                <a:lnTo>
                  <a:pt x="301550" y="664655"/>
                </a:lnTo>
                <a:lnTo>
                  <a:pt x="378118" y="640547"/>
                </a:lnTo>
                <a:lnTo>
                  <a:pt x="442957" y="657430"/>
                </a:lnTo>
                <a:lnTo>
                  <a:pt x="428634" y="633655"/>
                </a:lnTo>
                <a:lnTo>
                  <a:pt x="392227" y="636971"/>
                </a:lnTo>
                <a:lnTo>
                  <a:pt x="368947" y="608374"/>
                </a:lnTo>
                <a:lnTo>
                  <a:pt x="419855" y="526318"/>
                </a:lnTo>
                <a:lnTo>
                  <a:pt x="424125" y="493018"/>
                </a:lnTo>
                <a:lnTo>
                  <a:pt x="504938" y="487016"/>
                </a:lnTo>
                <a:lnTo>
                  <a:pt x="501103" y="408751"/>
                </a:lnTo>
                <a:lnTo>
                  <a:pt x="482544" y="389487"/>
                </a:lnTo>
                <a:lnTo>
                  <a:pt x="501330" y="385408"/>
                </a:lnTo>
                <a:lnTo>
                  <a:pt x="493215" y="265668"/>
                </a:lnTo>
                <a:lnTo>
                  <a:pt x="481656" y="264764"/>
                </a:lnTo>
                <a:lnTo>
                  <a:pt x="494771" y="258491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langāna"/>
          <p:cNvSpPr/>
          <p:nvPr/>
        </p:nvSpPr>
        <p:spPr>
          <a:xfrm>
            <a:off x="8466930" y="4281000"/>
            <a:ext cx="565931" cy="608715"/>
          </a:xfrm>
          <a:custGeom>
            <a:avLst/>
            <a:gdLst/>
            <a:ahLst/>
            <a:cxnLst/>
            <a:rect l="l" t="t" r="r" b="b"/>
            <a:pathLst>
              <a:path w="565931" h="608715">
                <a:moveTo>
                  <a:pt x="43694" y="242169"/>
                </a:moveTo>
                <a:lnTo>
                  <a:pt x="44026" y="280396"/>
                </a:lnTo>
                <a:lnTo>
                  <a:pt x="58149" y="290477"/>
                </a:lnTo>
                <a:lnTo>
                  <a:pt x="28700" y="347843"/>
                </a:lnTo>
                <a:lnTo>
                  <a:pt x="62757" y="363857"/>
                </a:lnTo>
                <a:lnTo>
                  <a:pt x="38377" y="370694"/>
                </a:lnTo>
                <a:lnTo>
                  <a:pt x="19985" y="401792"/>
                </a:lnTo>
                <a:lnTo>
                  <a:pt x="36927" y="432903"/>
                </a:lnTo>
                <a:lnTo>
                  <a:pt x="32061" y="494888"/>
                </a:lnTo>
                <a:lnTo>
                  <a:pt x="0" y="513724"/>
                </a:lnTo>
                <a:lnTo>
                  <a:pt x="49708" y="533050"/>
                </a:lnTo>
                <a:lnTo>
                  <a:pt x="35744" y="578753"/>
                </a:lnTo>
                <a:lnTo>
                  <a:pt x="58377" y="601303"/>
                </a:lnTo>
                <a:lnTo>
                  <a:pt x="124372" y="608715"/>
                </a:lnTo>
                <a:lnTo>
                  <a:pt x="162301" y="573107"/>
                </a:lnTo>
                <a:lnTo>
                  <a:pt x="214589" y="581117"/>
                </a:lnTo>
                <a:lnTo>
                  <a:pt x="245612" y="548416"/>
                </a:lnTo>
                <a:lnTo>
                  <a:pt x="274282" y="550328"/>
                </a:lnTo>
                <a:lnTo>
                  <a:pt x="279861" y="499814"/>
                </a:lnTo>
                <a:lnTo>
                  <a:pt x="351476" y="475191"/>
                </a:lnTo>
                <a:lnTo>
                  <a:pt x="375816" y="489352"/>
                </a:lnTo>
                <a:lnTo>
                  <a:pt x="392550" y="464605"/>
                </a:lnTo>
                <a:lnTo>
                  <a:pt x="385181" y="447695"/>
                </a:lnTo>
                <a:lnTo>
                  <a:pt x="409978" y="428431"/>
                </a:lnTo>
                <a:lnTo>
                  <a:pt x="435455" y="462252"/>
                </a:lnTo>
                <a:lnTo>
                  <a:pt x="461740" y="469631"/>
                </a:lnTo>
                <a:lnTo>
                  <a:pt x="466130" y="447155"/>
                </a:lnTo>
                <a:lnTo>
                  <a:pt x="433097" y="438576"/>
                </a:lnTo>
                <a:lnTo>
                  <a:pt x="439416" y="421346"/>
                </a:lnTo>
                <a:lnTo>
                  <a:pt x="447147" y="430522"/>
                </a:lnTo>
                <a:lnTo>
                  <a:pt x="463094" y="412154"/>
                </a:lnTo>
                <a:lnTo>
                  <a:pt x="499831" y="429037"/>
                </a:lnTo>
                <a:lnTo>
                  <a:pt x="510019" y="402203"/>
                </a:lnTo>
                <a:lnTo>
                  <a:pt x="545344" y="400620"/>
                </a:lnTo>
                <a:lnTo>
                  <a:pt x="565931" y="379094"/>
                </a:lnTo>
                <a:lnTo>
                  <a:pt x="501228" y="345163"/>
                </a:lnTo>
                <a:lnTo>
                  <a:pt x="505403" y="325190"/>
                </a:lnTo>
                <a:lnTo>
                  <a:pt x="535690" y="319767"/>
                </a:lnTo>
                <a:lnTo>
                  <a:pt x="522394" y="315853"/>
                </a:lnTo>
                <a:lnTo>
                  <a:pt x="518348" y="259055"/>
                </a:lnTo>
                <a:lnTo>
                  <a:pt x="484808" y="259289"/>
                </a:lnTo>
                <a:lnTo>
                  <a:pt x="484532" y="224116"/>
                </a:lnTo>
                <a:lnTo>
                  <a:pt x="454052" y="193289"/>
                </a:lnTo>
                <a:lnTo>
                  <a:pt x="430771" y="196920"/>
                </a:lnTo>
                <a:lnTo>
                  <a:pt x="421331" y="178024"/>
                </a:lnTo>
                <a:lnTo>
                  <a:pt x="399130" y="184159"/>
                </a:lnTo>
                <a:lnTo>
                  <a:pt x="371892" y="164880"/>
                </a:lnTo>
                <a:lnTo>
                  <a:pt x="363168" y="121184"/>
                </a:lnTo>
                <a:lnTo>
                  <a:pt x="379717" y="76711"/>
                </a:lnTo>
                <a:lnTo>
                  <a:pt x="348630" y="45786"/>
                </a:lnTo>
                <a:lnTo>
                  <a:pt x="309576" y="61810"/>
                </a:lnTo>
                <a:lnTo>
                  <a:pt x="278021" y="44421"/>
                </a:lnTo>
                <a:lnTo>
                  <a:pt x="270648" y="67961"/>
                </a:lnTo>
                <a:lnTo>
                  <a:pt x="236046" y="54097"/>
                </a:lnTo>
                <a:lnTo>
                  <a:pt x="222270" y="22748"/>
                </a:lnTo>
                <a:lnTo>
                  <a:pt x="148331" y="0"/>
                </a:lnTo>
                <a:lnTo>
                  <a:pt x="147959" y="68388"/>
                </a:lnTo>
                <a:lnTo>
                  <a:pt x="130213" y="74937"/>
                </a:lnTo>
                <a:lnTo>
                  <a:pt x="130093" y="101012"/>
                </a:lnTo>
                <a:lnTo>
                  <a:pt x="86906" y="91069"/>
                </a:lnTo>
                <a:lnTo>
                  <a:pt x="72856" y="131721"/>
                </a:lnTo>
                <a:lnTo>
                  <a:pt x="98688" y="161875"/>
                </a:lnTo>
                <a:lnTo>
                  <a:pt x="71680" y="181107"/>
                </a:lnTo>
                <a:lnTo>
                  <a:pt x="69602" y="202632"/>
                </a:lnTo>
                <a:lnTo>
                  <a:pt x="49920" y="203804"/>
                </a:lnTo>
                <a:lnTo>
                  <a:pt x="43694" y="242169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ripura"/>
          <p:cNvSpPr/>
          <p:nvPr/>
        </p:nvSpPr>
        <p:spPr>
          <a:xfrm>
            <a:off x="10394703" y="3592398"/>
            <a:ext cx="162734" cy="237084"/>
          </a:xfrm>
          <a:custGeom>
            <a:avLst/>
            <a:gdLst/>
            <a:ahLst/>
            <a:cxnLst/>
            <a:rect l="l" t="t" r="r" b="b"/>
            <a:pathLst>
              <a:path w="162734" h="237084">
                <a:moveTo>
                  <a:pt x="91205" y="152732"/>
                </a:moveTo>
                <a:lnTo>
                  <a:pt x="109443" y="163740"/>
                </a:lnTo>
                <a:lnTo>
                  <a:pt x="111010" y="117762"/>
                </a:lnTo>
                <a:lnTo>
                  <a:pt x="148271" y="130569"/>
                </a:lnTo>
                <a:lnTo>
                  <a:pt x="160611" y="98971"/>
                </a:lnTo>
                <a:lnTo>
                  <a:pt x="162734" y="51920"/>
                </a:lnTo>
                <a:lnTo>
                  <a:pt x="143393" y="42426"/>
                </a:lnTo>
                <a:lnTo>
                  <a:pt x="152502" y="20611"/>
                </a:lnTo>
                <a:lnTo>
                  <a:pt x="140034" y="0"/>
                </a:lnTo>
                <a:lnTo>
                  <a:pt x="139410" y="16215"/>
                </a:lnTo>
                <a:lnTo>
                  <a:pt x="106023" y="28224"/>
                </a:lnTo>
                <a:lnTo>
                  <a:pt x="105446" y="61493"/>
                </a:lnTo>
                <a:lnTo>
                  <a:pt x="81671" y="42127"/>
                </a:lnTo>
                <a:lnTo>
                  <a:pt x="83009" y="57565"/>
                </a:lnTo>
                <a:lnTo>
                  <a:pt x="69995" y="44118"/>
                </a:lnTo>
                <a:lnTo>
                  <a:pt x="58736" y="67631"/>
                </a:lnTo>
                <a:lnTo>
                  <a:pt x="30372" y="62941"/>
                </a:lnTo>
                <a:lnTo>
                  <a:pt x="0" y="117236"/>
                </a:lnTo>
                <a:lnTo>
                  <a:pt x="26316" y="212726"/>
                </a:lnTo>
                <a:lnTo>
                  <a:pt x="36059" y="218304"/>
                </a:lnTo>
                <a:lnTo>
                  <a:pt x="34876" y="185419"/>
                </a:lnTo>
                <a:lnTo>
                  <a:pt x="63995" y="237084"/>
                </a:lnTo>
                <a:lnTo>
                  <a:pt x="93939" y="214077"/>
                </a:lnTo>
                <a:lnTo>
                  <a:pt x="91205" y="152732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Uttar Pradesh"/>
          <p:cNvSpPr/>
          <p:nvPr/>
        </p:nvSpPr>
        <p:spPr>
          <a:xfrm>
            <a:off x="8445886" y="2716205"/>
            <a:ext cx="1045629" cy="974121"/>
          </a:xfrm>
          <a:custGeom>
            <a:avLst/>
            <a:gdLst/>
            <a:ahLst/>
            <a:cxnLst/>
            <a:rect l="l" t="t" r="r" b="b"/>
            <a:pathLst>
              <a:path w="1045629" h="974121">
                <a:moveTo>
                  <a:pt x="68142" y="0"/>
                </a:moveTo>
                <a:lnTo>
                  <a:pt x="14405" y="72551"/>
                </a:lnTo>
                <a:lnTo>
                  <a:pt x="0" y="120663"/>
                </a:lnTo>
                <a:lnTo>
                  <a:pt x="15986" y="238736"/>
                </a:lnTo>
                <a:lnTo>
                  <a:pt x="64598" y="321680"/>
                </a:lnTo>
                <a:lnTo>
                  <a:pt x="62687" y="367685"/>
                </a:lnTo>
                <a:lnTo>
                  <a:pt x="27555" y="387745"/>
                </a:lnTo>
                <a:lnTo>
                  <a:pt x="32280" y="416560"/>
                </a:lnTo>
                <a:lnTo>
                  <a:pt x="82697" y="478110"/>
                </a:lnTo>
                <a:lnTo>
                  <a:pt x="60293" y="497184"/>
                </a:lnTo>
                <a:lnTo>
                  <a:pt x="94028" y="506106"/>
                </a:lnTo>
                <a:lnTo>
                  <a:pt x="43471" y="532450"/>
                </a:lnTo>
                <a:lnTo>
                  <a:pt x="52125" y="545668"/>
                </a:lnTo>
                <a:lnTo>
                  <a:pt x="93599" y="517210"/>
                </a:lnTo>
                <a:lnTo>
                  <a:pt x="130521" y="529588"/>
                </a:lnTo>
                <a:lnTo>
                  <a:pt x="158008" y="515143"/>
                </a:lnTo>
                <a:lnTo>
                  <a:pt x="162896" y="534920"/>
                </a:lnTo>
                <a:lnTo>
                  <a:pt x="177112" y="526708"/>
                </a:lnTo>
                <a:lnTo>
                  <a:pt x="265998" y="555886"/>
                </a:lnTo>
                <a:lnTo>
                  <a:pt x="284055" y="590697"/>
                </a:lnTo>
                <a:lnTo>
                  <a:pt x="231120" y="693573"/>
                </a:lnTo>
                <a:lnTo>
                  <a:pt x="239268" y="713001"/>
                </a:lnTo>
                <a:lnTo>
                  <a:pt x="188285" y="721595"/>
                </a:lnTo>
                <a:lnTo>
                  <a:pt x="169134" y="749427"/>
                </a:lnTo>
                <a:lnTo>
                  <a:pt x="190315" y="781226"/>
                </a:lnTo>
                <a:lnTo>
                  <a:pt x="150254" y="826172"/>
                </a:lnTo>
                <a:lnTo>
                  <a:pt x="175033" y="910228"/>
                </a:lnTo>
                <a:lnTo>
                  <a:pt x="198674" y="897044"/>
                </a:lnTo>
                <a:lnTo>
                  <a:pt x="236643" y="928537"/>
                </a:lnTo>
                <a:lnTo>
                  <a:pt x="261382" y="903046"/>
                </a:lnTo>
                <a:lnTo>
                  <a:pt x="249164" y="859207"/>
                </a:lnTo>
                <a:lnTo>
                  <a:pt x="230996" y="865345"/>
                </a:lnTo>
                <a:lnTo>
                  <a:pt x="236232" y="833879"/>
                </a:lnTo>
                <a:lnTo>
                  <a:pt x="214337" y="811979"/>
                </a:lnTo>
                <a:lnTo>
                  <a:pt x="206897" y="767856"/>
                </a:lnTo>
                <a:lnTo>
                  <a:pt x="187098" y="763247"/>
                </a:lnTo>
                <a:lnTo>
                  <a:pt x="218000" y="739833"/>
                </a:lnTo>
                <a:lnTo>
                  <a:pt x="234126" y="752965"/>
                </a:lnTo>
                <a:lnTo>
                  <a:pt x="229060" y="731801"/>
                </a:lnTo>
                <a:lnTo>
                  <a:pt x="243753" y="741814"/>
                </a:lnTo>
                <a:lnTo>
                  <a:pt x="256939" y="722488"/>
                </a:lnTo>
                <a:lnTo>
                  <a:pt x="263858" y="749831"/>
                </a:lnTo>
                <a:lnTo>
                  <a:pt x="235947" y="761480"/>
                </a:lnTo>
                <a:lnTo>
                  <a:pt x="244515" y="771514"/>
                </a:lnTo>
                <a:lnTo>
                  <a:pt x="259881" y="754154"/>
                </a:lnTo>
                <a:lnTo>
                  <a:pt x="248772" y="782137"/>
                </a:lnTo>
                <a:lnTo>
                  <a:pt x="267166" y="764757"/>
                </a:lnTo>
                <a:lnTo>
                  <a:pt x="283469" y="789330"/>
                </a:lnTo>
                <a:lnTo>
                  <a:pt x="308769" y="785349"/>
                </a:lnTo>
                <a:lnTo>
                  <a:pt x="306856" y="755262"/>
                </a:lnTo>
                <a:lnTo>
                  <a:pt x="333816" y="765829"/>
                </a:lnTo>
                <a:lnTo>
                  <a:pt x="321467" y="789807"/>
                </a:lnTo>
                <a:lnTo>
                  <a:pt x="384641" y="791301"/>
                </a:lnTo>
                <a:lnTo>
                  <a:pt x="383233" y="770493"/>
                </a:lnTo>
                <a:lnTo>
                  <a:pt x="440357" y="742365"/>
                </a:lnTo>
                <a:lnTo>
                  <a:pt x="463597" y="779149"/>
                </a:lnTo>
                <a:lnTo>
                  <a:pt x="441711" y="801785"/>
                </a:lnTo>
                <a:lnTo>
                  <a:pt x="466087" y="793946"/>
                </a:lnTo>
                <a:lnTo>
                  <a:pt x="470138" y="809545"/>
                </a:lnTo>
                <a:lnTo>
                  <a:pt x="470667" y="790704"/>
                </a:lnTo>
                <a:lnTo>
                  <a:pt x="511307" y="797478"/>
                </a:lnTo>
                <a:lnTo>
                  <a:pt x="501364" y="786500"/>
                </a:lnTo>
                <a:lnTo>
                  <a:pt x="526327" y="777608"/>
                </a:lnTo>
                <a:lnTo>
                  <a:pt x="516285" y="817228"/>
                </a:lnTo>
                <a:lnTo>
                  <a:pt x="561633" y="822452"/>
                </a:lnTo>
                <a:lnTo>
                  <a:pt x="580732" y="780884"/>
                </a:lnTo>
                <a:lnTo>
                  <a:pt x="610317" y="794875"/>
                </a:lnTo>
                <a:lnTo>
                  <a:pt x="622428" y="777177"/>
                </a:lnTo>
                <a:lnTo>
                  <a:pt x="626999" y="797254"/>
                </a:lnTo>
                <a:lnTo>
                  <a:pt x="667909" y="804736"/>
                </a:lnTo>
                <a:lnTo>
                  <a:pt x="675970" y="831479"/>
                </a:lnTo>
                <a:lnTo>
                  <a:pt x="708973" y="832648"/>
                </a:lnTo>
                <a:lnTo>
                  <a:pt x="722109" y="864627"/>
                </a:lnTo>
                <a:lnTo>
                  <a:pt x="738399" y="866691"/>
                </a:lnTo>
                <a:lnTo>
                  <a:pt x="740256" y="850046"/>
                </a:lnTo>
                <a:lnTo>
                  <a:pt x="787933" y="859134"/>
                </a:lnTo>
                <a:lnTo>
                  <a:pt x="772941" y="936380"/>
                </a:lnTo>
                <a:lnTo>
                  <a:pt x="812041" y="974121"/>
                </a:lnTo>
                <a:lnTo>
                  <a:pt x="848051" y="966662"/>
                </a:lnTo>
                <a:lnTo>
                  <a:pt x="882582" y="900513"/>
                </a:lnTo>
                <a:lnTo>
                  <a:pt x="874228" y="880757"/>
                </a:lnTo>
                <a:lnTo>
                  <a:pt x="895139" y="861953"/>
                </a:lnTo>
                <a:lnTo>
                  <a:pt x="868779" y="824982"/>
                </a:lnTo>
                <a:lnTo>
                  <a:pt x="868733" y="775855"/>
                </a:lnTo>
                <a:lnTo>
                  <a:pt x="936464" y="740825"/>
                </a:lnTo>
                <a:lnTo>
                  <a:pt x="972203" y="698039"/>
                </a:lnTo>
                <a:lnTo>
                  <a:pt x="1045629" y="697003"/>
                </a:lnTo>
                <a:lnTo>
                  <a:pt x="959046" y="630204"/>
                </a:lnTo>
                <a:lnTo>
                  <a:pt x="980765" y="620409"/>
                </a:lnTo>
                <a:lnTo>
                  <a:pt x="982241" y="601064"/>
                </a:lnTo>
                <a:lnTo>
                  <a:pt x="945014" y="578910"/>
                </a:lnTo>
                <a:lnTo>
                  <a:pt x="969721" y="560988"/>
                </a:lnTo>
                <a:lnTo>
                  <a:pt x="1015889" y="562820"/>
                </a:lnTo>
                <a:lnTo>
                  <a:pt x="991071" y="546123"/>
                </a:lnTo>
                <a:lnTo>
                  <a:pt x="992925" y="528535"/>
                </a:lnTo>
                <a:lnTo>
                  <a:pt x="966087" y="523821"/>
                </a:lnTo>
                <a:lnTo>
                  <a:pt x="947457" y="459132"/>
                </a:lnTo>
                <a:lnTo>
                  <a:pt x="904403" y="437083"/>
                </a:lnTo>
                <a:lnTo>
                  <a:pt x="873010" y="435568"/>
                </a:lnTo>
                <a:lnTo>
                  <a:pt x="863277" y="457791"/>
                </a:lnTo>
                <a:lnTo>
                  <a:pt x="845339" y="439373"/>
                </a:lnTo>
                <a:lnTo>
                  <a:pt x="782567" y="432096"/>
                </a:lnTo>
                <a:lnTo>
                  <a:pt x="778881" y="399206"/>
                </a:lnTo>
                <a:lnTo>
                  <a:pt x="742987" y="405675"/>
                </a:lnTo>
                <a:lnTo>
                  <a:pt x="690463" y="369305"/>
                </a:lnTo>
                <a:lnTo>
                  <a:pt x="664801" y="379220"/>
                </a:lnTo>
                <a:lnTo>
                  <a:pt x="485053" y="256115"/>
                </a:lnTo>
                <a:lnTo>
                  <a:pt x="475325" y="275425"/>
                </a:lnTo>
                <a:lnTo>
                  <a:pt x="420223" y="234266"/>
                </a:lnTo>
                <a:lnTo>
                  <a:pt x="397469" y="249955"/>
                </a:lnTo>
                <a:lnTo>
                  <a:pt x="378617" y="225330"/>
                </a:lnTo>
                <a:lnTo>
                  <a:pt x="324269" y="228523"/>
                </a:lnTo>
                <a:lnTo>
                  <a:pt x="282904" y="188778"/>
                </a:lnTo>
                <a:lnTo>
                  <a:pt x="252368" y="189926"/>
                </a:lnTo>
                <a:lnTo>
                  <a:pt x="226365" y="162813"/>
                </a:lnTo>
                <a:lnTo>
                  <a:pt x="257349" y="143119"/>
                </a:lnTo>
                <a:lnTo>
                  <a:pt x="212398" y="125288"/>
                </a:lnTo>
                <a:lnTo>
                  <a:pt x="196228" y="99185"/>
                </a:lnTo>
                <a:lnTo>
                  <a:pt x="173336" y="89676"/>
                </a:lnTo>
                <a:lnTo>
                  <a:pt x="129845" y="121882"/>
                </a:lnTo>
                <a:lnTo>
                  <a:pt x="119517" y="102234"/>
                </a:lnTo>
                <a:lnTo>
                  <a:pt x="99026" y="106159"/>
                </a:lnTo>
                <a:lnTo>
                  <a:pt x="89920" y="65895"/>
                </a:lnTo>
                <a:lnTo>
                  <a:pt x="121549" y="23138"/>
                </a:lnTo>
                <a:lnTo>
                  <a:pt x="68142" y="0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Uttarākhand"/>
          <p:cNvSpPr/>
          <p:nvPr/>
        </p:nvSpPr>
        <p:spPr>
          <a:xfrm>
            <a:off x="8513513" y="2558839"/>
            <a:ext cx="479117" cy="407321"/>
          </a:xfrm>
          <a:custGeom>
            <a:avLst/>
            <a:gdLst/>
            <a:ahLst/>
            <a:cxnLst/>
            <a:rect l="l" t="t" r="r" b="b"/>
            <a:pathLst>
              <a:path w="479117" h="407321">
                <a:moveTo>
                  <a:pt x="345202" y="390329"/>
                </a:moveTo>
                <a:lnTo>
                  <a:pt x="356218" y="350646"/>
                </a:lnTo>
                <a:lnTo>
                  <a:pt x="377441" y="335327"/>
                </a:lnTo>
                <a:lnTo>
                  <a:pt x="369719" y="299873"/>
                </a:lnTo>
                <a:lnTo>
                  <a:pt x="392861" y="276767"/>
                </a:lnTo>
                <a:lnTo>
                  <a:pt x="387146" y="254221"/>
                </a:lnTo>
                <a:lnTo>
                  <a:pt x="479117" y="179850"/>
                </a:lnTo>
                <a:lnTo>
                  <a:pt x="365630" y="129491"/>
                </a:lnTo>
                <a:lnTo>
                  <a:pt x="368864" y="103353"/>
                </a:lnTo>
                <a:lnTo>
                  <a:pt x="317469" y="71495"/>
                </a:lnTo>
                <a:lnTo>
                  <a:pt x="256761" y="63837"/>
                </a:lnTo>
                <a:lnTo>
                  <a:pt x="211016" y="0"/>
                </a:lnTo>
                <a:lnTo>
                  <a:pt x="181252" y="24989"/>
                </a:lnTo>
                <a:lnTo>
                  <a:pt x="198943" y="51002"/>
                </a:lnTo>
                <a:lnTo>
                  <a:pt x="110508" y="24670"/>
                </a:lnTo>
                <a:lnTo>
                  <a:pt x="45203" y="44988"/>
                </a:lnTo>
                <a:lnTo>
                  <a:pt x="18205" y="102467"/>
                </a:lnTo>
                <a:lnTo>
                  <a:pt x="34095" y="140843"/>
                </a:lnTo>
                <a:lnTo>
                  <a:pt x="0" y="155415"/>
                </a:lnTo>
                <a:lnTo>
                  <a:pt x="53922" y="180504"/>
                </a:lnTo>
                <a:lnTo>
                  <a:pt x="23216" y="220459"/>
                </a:lnTo>
                <a:lnTo>
                  <a:pt x="27533" y="259313"/>
                </a:lnTo>
                <a:lnTo>
                  <a:pt x="51890" y="259600"/>
                </a:lnTo>
                <a:lnTo>
                  <a:pt x="62218" y="279248"/>
                </a:lnTo>
                <a:lnTo>
                  <a:pt x="118567" y="251841"/>
                </a:lnTo>
                <a:lnTo>
                  <a:pt x="144771" y="282654"/>
                </a:lnTo>
                <a:lnTo>
                  <a:pt x="189722" y="300485"/>
                </a:lnTo>
                <a:lnTo>
                  <a:pt x="158738" y="320179"/>
                </a:lnTo>
                <a:lnTo>
                  <a:pt x="184778" y="347321"/>
                </a:lnTo>
                <a:lnTo>
                  <a:pt x="215277" y="346144"/>
                </a:lnTo>
                <a:lnTo>
                  <a:pt x="258704" y="386588"/>
                </a:lnTo>
                <a:lnTo>
                  <a:pt x="312550" y="383196"/>
                </a:lnTo>
                <a:lnTo>
                  <a:pt x="329842" y="407321"/>
                </a:lnTo>
                <a:lnTo>
                  <a:pt x="345202" y="390329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West Bengal"/>
          <p:cNvSpPr/>
          <p:nvPr/>
        </p:nvSpPr>
        <p:spPr>
          <a:xfrm>
            <a:off x="9655611" y="3191732"/>
            <a:ext cx="561474" cy="844136"/>
          </a:xfrm>
          <a:custGeom>
            <a:avLst/>
            <a:gdLst/>
            <a:ahLst/>
            <a:cxnLst/>
            <a:rect l="l" t="t" r="r" b="b"/>
            <a:pathLst>
              <a:path w="561474" h="844136">
                <a:moveTo>
                  <a:pt x="303987" y="0"/>
                </a:moveTo>
                <a:lnTo>
                  <a:pt x="327842" y="65723"/>
                </a:lnTo>
                <a:lnTo>
                  <a:pt x="316530" y="98610"/>
                </a:lnTo>
                <a:lnTo>
                  <a:pt x="334171" y="95631"/>
                </a:lnTo>
                <a:lnTo>
                  <a:pt x="343548" y="128562"/>
                </a:lnTo>
                <a:lnTo>
                  <a:pt x="275733" y="191622"/>
                </a:lnTo>
                <a:lnTo>
                  <a:pt x="308816" y="225313"/>
                </a:lnTo>
                <a:lnTo>
                  <a:pt x="312599" y="254485"/>
                </a:lnTo>
                <a:lnTo>
                  <a:pt x="285869" y="252432"/>
                </a:lnTo>
                <a:lnTo>
                  <a:pt x="269616" y="268178"/>
                </a:lnTo>
                <a:lnTo>
                  <a:pt x="280693" y="290646"/>
                </a:lnTo>
                <a:lnTo>
                  <a:pt x="261964" y="291673"/>
                </a:lnTo>
                <a:lnTo>
                  <a:pt x="296712" y="339415"/>
                </a:lnTo>
                <a:lnTo>
                  <a:pt x="276689" y="365820"/>
                </a:lnTo>
                <a:lnTo>
                  <a:pt x="289307" y="391967"/>
                </a:lnTo>
                <a:lnTo>
                  <a:pt x="270317" y="392270"/>
                </a:lnTo>
                <a:lnTo>
                  <a:pt x="274424" y="422211"/>
                </a:lnTo>
                <a:lnTo>
                  <a:pt x="251917" y="441375"/>
                </a:lnTo>
                <a:lnTo>
                  <a:pt x="259715" y="457139"/>
                </a:lnTo>
                <a:lnTo>
                  <a:pt x="232354" y="461809"/>
                </a:lnTo>
                <a:lnTo>
                  <a:pt x="227156" y="481763"/>
                </a:lnTo>
                <a:lnTo>
                  <a:pt x="197435" y="472677"/>
                </a:lnTo>
                <a:lnTo>
                  <a:pt x="196782" y="505402"/>
                </a:lnTo>
                <a:lnTo>
                  <a:pt x="136510" y="503655"/>
                </a:lnTo>
                <a:lnTo>
                  <a:pt x="135660" y="525830"/>
                </a:lnTo>
                <a:lnTo>
                  <a:pt x="88930" y="534665"/>
                </a:lnTo>
                <a:lnTo>
                  <a:pt x="67922" y="567197"/>
                </a:lnTo>
                <a:lnTo>
                  <a:pt x="30791" y="541172"/>
                </a:lnTo>
                <a:lnTo>
                  <a:pt x="32469" y="555988"/>
                </a:lnTo>
                <a:lnTo>
                  <a:pt x="7087" y="557689"/>
                </a:lnTo>
                <a:lnTo>
                  <a:pt x="0" y="588595"/>
                </a:lnTo>
                <a:lnTo>
                  <a:pt x="50668" y="627889"/>
                </a:lnTo>
                <a:lnTo>
                  <a:pt x="100722" y="630252"/>
                </a:lnTo>
                <a:lnTo>
                  <a:pt x="83049" y="659869"/>
                </a:lnTo>
                <a:lnTo>
                  <a:pt x="131023" y="692006"/>
                </a:lnTo>
                <a:lnTo>
                  <a:pt x="147961" y="733557"/>
                </a:lnTo>
                <a:lnTo>
                  <a:pt x="124929" y="756034"/>
                </a:lnTo>
                <a:lnTo>
                  <a:pt x="167354" y="772282"/>
                </a:lnTo>
                <a:lnTo>
                  <a:pt x="168678" y="797623"/>
                </a:lnTo>
                <a:lnTo>
                  <a:pt x="196115" y="784349"/>
                </a:lnTo>
                <a:lnTo>
                  <a:pt x="230785" y="836189"/>
                </a:lnTo>
                <a:lnTo>
                  <a:pt x="275123" y="821398"/>
                </a:lnTo>
                <a:lnTo>
                  <a:pt x="300083" y="797243"/>
                </a:lnTo>
                <a:lnTo>
                  <a:pt x="300951" y="766642"/>
                </a:lnTo>
                <a:lnTo>
                  <a:pt x="325121" y="766265"/>
                </a:lnTo>
                <a:lnTo>
                  <a:pt x="301291" y="741248"/>
                </a:lnTo>
                <a:lnTo>
                  <a:pt x="327298" y="749981"/>
                </a:lnTo>
                <a:lnTo>
                  <a:pt x="337938" y="844136"/>
                </a:lnTo>
                <a:lnTo>
                  <a:pt x="338146" y="783582"/>
                </a:lnTo>
                <a:lnTo>
                  <a:pt x="345114" y="798900"/>
                </a:lnTo>
                <a:lnTo>
                  <a:pt x="350548" y="782216"/>
                </a:lnTo>
                <a:lnTo>
                  <a:pt x="354799" y="808526"/>
                </a:lnTo>
                <a:lnTo>
                  <a:pt x="355687" y="777317"/>
                </a:lnTo>
                <a:lnTo>
                  <a:pt x="367118" y="792714"/>
                </a:lnTo>
                <a:lnTo>
                  <a:pt x="378661" y="770263"/>
                </a:lnTo>
                <a:lnTo>
                  <a:pt x="370663" y="795996"/>
                </a:lnTo>
                <a:lnTo>
                  <a:pt x="384132" y="793525"/>
                </a:lnTo>
                <a:lnTo>
                  <a:pt x="391784" y="740949"/>
                </a:lnTo>
                <a:lnTo>
                  <a:pt x="390342" y="785085"/>
                </a:lnTo>
                <a:lnTo>
                  <a:pt x="407329" y="755833"/>
                </a:lnTo>
                <a:lnTo>
                  <a:pt x="406730" y="783742"/>
                </a:lnTo>
                <a:lnTo>
                  <a:pt x="426734" y="788241"/>
                </a:lnTo>
                <a:lnTo>
                  <a:pt x="438661" y="761502"/>
                </a:lnTo>
                <a:lnTo>
                  <a:pt x="430785" y="785562"/>
                </a:lnTo>
                <a:lnTo>
                  <a:pt x="441474" y="792452"/>
                </a:lnTo>
                <a:lnTo>
                  <a:pt x="453656" y="754003"/>
                </a:lnTo>
                <a:lnTo>
                  <a:pt x="419107" y="627268"/>
                </a:lnTo>
                <a:lnTo>
                  <a:pt x="439640" y="596705"/>
                </a:lnTo>
                <a:lnTo>
                  <a:pt x="401440" y="590637"/>
                </a:lnTo>
                <a:lnTo>
                  <a:pt x="412691" y="554561"/>
                </a:lnTo>
                <a:lnTo>
                  <a:pt x="379214" y="531839"/>
                </a:lnTo>
                <a:lnTo>
                  <a:pt x="381605" y="500164"/>
                </a:lnTo>
                <a:lnTo>
                  <a:pt x="408414" y="481999"/>
                </a:lnTo>
                <a:lnTo>
                  <a:pt x="403776" y="438198"/>
                </a:lnTo>
                <a:lnTo>
                  <a:pt x="328206" y="408318"/>
                </a:lnTo>
                <a:lnTo>
                  <a:pt x="305315" y="376688"/>
                </a:lnTo>
                <a:lnTo>
                  <a:pt x="320974" y="339685"/>
                </a:lnTo>
                <a:lnTo>
                  <a:pt x="357030" y="338255"/>
                </a:lnTo>
                <a:lnTo>
                  <a:pt x="363125" y="300477"/>
                </a:lnTo>
                <a:lnTo>
                  <a:pt x="429422" y="305452"/>
                </a:lnTo>
                <a:lnTo>
                  <a:pt x="441624" y="285378"/>
                </a:lnTo>
                <a:lnTo>
                  <a:pt x="418266" y="275881"/>
                </a:lnTo>
                <a:lnTo>
                  <a:pt x="414277" y="252014"/>
                </a:lnTo>
                <a:lnTo>
                  <a:pt x="376681" y="254227"/>
                </a:lnTo>
                <a:lnTo>
                  <a:pt x="313966" y="193312"/>
                </a:lnTo>
                <a:lnTo>
                  <a:pt x="326687" y="158545"/>
                </a:lnTo>
                <a:lnTo>
                  <a:pt x="374232" y="127026"/>
                </a:lnTo>
                <a:lnTo>
                  <a:pt x="347842" y="108797"/>
                </a:lnTo>
                <a:lnTo>
                  <a:pt x="358678" y="86489"/>
                </a:lnTo>
                <a:lnTo>
                  <a:pt x="404921" y="129128"/>
                </a:lnTo>
                <a:lnTo>
                  <a:pt x="393877" y="142318"/>
                </a:lnTo>
                <a:lnTo>
                  <a:pt x="447479" y="144821"/>
                </a:lnTo>
                <a:lnTo>
                  <a:pt x="428071" y="125891"/>
                </a:lnTo>
                <a:lnTo>
                  <a:pt x="435561" y="112479"/>
                </a:lnTo>
                <a:lnTo>
                  <a:pt x="453756" y="122552"/>
                </a:lnTo>
                <a:lnTo>
                  <a:pt x="461906" y="160170"/>
                </a:lnTo>
                <a:lnTo>
                  <a:pt x="517318" y="186150"/>
                </a:lnTo>
                <a:lnTo>
                  <a:pt x="528236" y="146639"/>
                </a:lnTo>
                <a:lnTo>
                  <a:pt x="542432" y="155187"/>
                </a:lnTo>
                <a:lnTo>
                  <a:pt x="540099" y="135039"/>
                </a:lnTo>
                <a:lnTo>
                  <a:pt x="559004" y="123512"/>
                </a:lnTo>
                <a:lnTo>
                  <a:pt x="561474" y="93695"/>
                </a:lnTo>
                <a:lnTo>
                  <a:pt x="558272" y="76607"/>
                </a:lnTo>
                <a:lnTo>
                  <a:pt x="516259" y="59503"/>
                </a:lnTo>
                <a:lnTo>
                  <a:pt x="457962" y="60370"/>
                </a:lnTo>
                <a:lnTo>
                  <a:pt x="422479" y="39874"/>
                </a:lnTo>
                <a:lnTo>
                  <a:pt x="412638" y="10862"/>
                </a:lnTo>
                <a:lnTo>
                  <a:pt x="378795" y="4125"/>
                </a:lnTo>
                <a:lnTo>
                  <a:pt x="361571" y="19742"/>
                </a:lnTo>
                <a:lnTo>
                  <a:pt x="303987" y="0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07 · AGRICULTURE</a:t>
            </a:r>
            <a:endParaRPr lang="en-US" sz="120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831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Agriculture — 600m+ rural livelihoods but ~16% of GDP; monsoon still shapes outcomes</a:t>
            </a:r>
            <a:endParaRPr lang="en-US" sz="1700"/>
          </a:p>
        </p:txBody>
      </p:sp>
      <p:sp>
        <p:nvSpPr>
          <p:cNvPr id="4" name="Shape 2"/>
          <p:cNvSpPr/>
          <p:nvPr/>
        </p:nvSpPr>
        <p:spPr>
          <a:xfrm>
            <a:off x="512064" y="1005840"/>
            <a:ext cx="502920" cy="0"/>
          </a:xfrm>
          <a:prstGeom prst="line">
            <a:avLst/>
          </a:prstGeom>
          <a:noFill/>
          <a:ln w="31750">
            <a:solidFill>
              <a:srgbClr val="AD83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02920" y="1188720"/>
            <a:ext cx="1975104" cy="115214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1975104" cy="41148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12648" y="1261872"/>
            <a:ext cx="1755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+3.7%</a:t>
            </a:r>
            <a:endParaRPr lang="en-US" sz="1900"/>
          </a:p>
        </p:txBody>
      </p:sp>
      <p:sp>
        <p:nvSpPr>
          <p:cNvPr id="8" name="Text 6"/>
          <p:cNvSpPr/>
          <p:nvPr/>
        </p:nvSpPr>
        <p:spPr>
          <a:xfrm>
            <a:off x="612648" y="1609344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Ag growth 2025</a:t>
            </a:r>
            <a:endParaRPr lang="en-US" sz="1200"/>
          </a:p>
        </p:txBody>
      </p:sp>
      <p:sp>
        <p:nvSpPr>
          <p:cNvPr id="9" name="Text 7"/>
          <p:cNvSpPr/>
          <p:nvPr/>
        </p:nvSpPr>
        <p:spPr>
          <a:xfrm>
            <a:off x="612648" y="1828800"/>
            <a:ext cx="17556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MoA · global high</a:t>
            </a:r>
            <a:endParaRPr lang="en-US" sz="1200"/>
          </a:p>
        </p:txBody>
      </p:sp>
      <p:sp>
        <p:nvSpPr>
          <p:cNvPr id="10" name="Shape 8"/>
          <p:cNvSpPr/>
          <p:nvPr/>
        </p:nvSpPr>
        <p:spPr>
          <a:xfrm>
            <a:off x="2606040" y="1188720"/>
            <a:ext cx="1975104" cy="115214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2606040" y="1188720"/>
            <a:ext cx="1975104" cy="41148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2715768" y="1261872"/>
            <a:ext cx="1755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~16%</a:t>
            </a:r>
            <a:endParaRPr lang="en-US" sz="1900"/>
          </a:p>
        </p:txBody>
      </p:sp>
      <p:sp>
        <p:nvSpPr>
          <p:cNvPr id="13" name="Text 11"/>
          <p:cNvSpPr/>
          <p:nvPr/>
        </p:nvSpPr>
        <p:spPr>
          <a:xfrm>
            <a:off x="2715768" y="1609344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Share of GDP</a:t>
            </a:r>
            <a:endParaRPr lang="en-US" sz="1200"/>
          </a:p>
        </p:txBody>
      </p:sp>
      <p:sp>
        <p:nvSpPr>
          <p:cNvPr id="14" name="Text 12"/>
          <p:cNvSpPr/>
          <p:nvPr/>
        </p:nvSpPr>
        <p:spPr>
          <a:xfrm>
            <a:off x="2715768" y="1828800"/>
            <a:ext cx="17556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46% of workforce</a:t>
            </a:r>
            <a:endParaRPr lang="en-US" sz="1200"/>
          </a:p>
        </p:txBody>
      </p:sp>
      <p:sp>
        <p:nvSpPr>
          <p:cNvPr id="15" name="Shape 13"/>
          <p:cNvSpPr/>
          <p:nvPr/>
        </p:nvSpPr>
        <p:spPr>
          <a:xfrm>
            <a:off x="4709160" y="1188720"/>
            <a:ext cx="1975104" cy="115214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4709160" y="1188720"/>
            <a:ext cx="1975104" cy="41148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818888" y="1261872"/>
            <a:ext cx="1755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55%</a:t>
            </a:r>
            <a:endParaRPr lang="en-US" sz="1900"/>
          </a:p>
        </p:txBody>
      </p:sp>
      <p:sp>
        <p:nvSpPr>
          <p:cNvPr id="18" name="Text 16"/>
          <p:cNvSpPr/>
          <p:nvPr/>
        </p:nvSpPr>
        <p:spPr>
          <a:xfrm>
            <a:off x="4818888" y="1609344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Irrigated area</a:t>
            </a:r>
            <a:endParaRPr lang="en-US" sz="1200"/>
          </a:p>
        </p:txBody>
      </p:sp>
      <p:sp>
        <p:nvSpPr>
          <p:cNvPr id="19" name="Text 17"/>
          <p:cNvSpPr/>
          <p:nvPr/>
        </p:nvSpPr>
        <p:spPr>
          <a:xfrm>
            <a:off x="4818888" y="1828800"/>
            <a:ext cx="17556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Of gross cropped area · 2021</a:t>
            </a:r>
            <a:endParaRPr lang="en-US" sz="1200"/>
          </a:p>
        </p:txBody>
      </p:sp>
      <p:sp>
        <p:nvSpPr>
          <p:cNvPr id="20" name="Text 18"/>
          <p:cNvSpPr/>
          <p:nvPr/>
        </p:nvSpPr>
        <p:spPr>
          <a:xfrm>
            <a:off x="502920" y="2432304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KEY INSIGHTS</a:t>
            </a:r>
            <a:endParaRPr lang="en-US" sz="1200"/>
          </a:p>
        </p:txBody>
      </p:sp>
      <p:sp>
        <p:nvSpPr>
          <p:cNvPr id="21" name="Text 19"/>
          <p:cNvSpPr/>
          <p:nvPr/>
        </p:nvSpPr>
        <p:spPr>
          <a:xfrm>
            <a:off x="658368" y="2688336"/>
            <a:ext cx="598932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Agriculture contributes ~16% of GDP at current prices and employs 46% of the workforce; 55% monsoon-dependent.</a:t>
            </a:r>
            <a:endParaRPr lang="en-US" sz="1200"/>
          </a:p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Record foodgrain output of 358mn tonnes in FY25; horticulture 378mn tonnes. Micro-irrigation covers only 8% of irrigated land.</a:t>
            </a:r>
            <a:endParaRPr lang="en-US" sz="1200"/>
          </a:p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India is 2nd largest agricultural producer globally ($567bn output); agri-exports rose 9.5% to $53bn in FY25.</a:t>
            </a:r>
            <a:endParaRPr lang="en-US" sz="1200"/>
          </a:p>
        </p:txBody>
      </p:sp>
      <p:sp>
        <p:nvSpPr>
          <p:cNvPr id="22" name="Shape 20"/>
          <p:cNvSpPr/>
          <p:nvPr/>
        </p:nvSpPr>
        <p:spPr>
          <a:xfrm>
            <a:off x="502920" y="4663440"/>
            <a:ext cx="6172200" cy="1591056"/>
          </a:xfrm>
          <a:prstGeom prst="rect">
            <a:avLst/>
          </a:prstGeom>
          <a:solidFill>
            <a:srgbClr val="F4F1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502920" y="4663440"/>
            <a:ext cx="45720" cy="1591056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694944" y="475488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POTENTIAL INTERVENTIONS</a:t>
            </a:r>
            <a:endParaRPr lang="en-US" sz="1200"/>
          </a:p>
        </p:txBody>
      </p:sp>
      <p:sp>
        <p:nvSpPr>
          <p:cNvPr id="25" name="Text 23"/>
          <p:cNvSpPr/>
          <p:nvPr/>
        </p:nvSpPr>
        <p:spPr>
          <a:xfrm>
            <a:off x="713232" y="5029200"/>
            <a:ext cx="219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▸</a:t>
            </a:r>
            <a:endParaRPr lang="en-US" sz="1200"/>
          </a:p>
        </p:txBody>
      </p:sp>
      <p:sp>
        <p:nvSpPr>
          <p:cNvPr id="26" name="Text 24"/>
          <p:cNvSpPr/>
          <p:nvPr/>
        </p:nvSpPr>
        <p:spPr>
          <a:xfrm>
            <a:off x="932688" y="5029200"/>
            <a:ext cx="5632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Expand micro-irrigation under PM Krishi Sinchayee Yojana.</a:t>
            </a:r>
            <a:endParaRPr lang="en-US" sz="1200"/>
          </a:p>
        </p:txBody>
      </p:sp>
      <p:sp>
        <p:nvSpPr>
          <p:cNvPr id="27" name="Text 25"/>
          <p:cNvSpPr/>
          <p:nvPr/>
        </p:nvSpPr>
        <p:spPr>
          <a:xfrm>
            <a:off x="713232" y="5394960"/>
            <a:ext cx="219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▸</a:t>
            </a:r>
            <a:endParaRPr lang="en-US" sz="1200"/>
          </a:p>
        </p:txBody>
      </p:sp>
      <p:sp>
        <p:nvSpPr>
          <p:cNvPr id="28" name="Text 26"/>
          <p:cNvSpPr/>
          <p:nvPr/>
        </p:nvSpPr>
        <p:spPr>
          <a:xfrm>
            <a:off x="932688" y="5394960"/>
            <a:ext cx="5632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Climate-resilient seeds and digital extension services.</a:t>
            </a:r>
            <a:endParaRPr lang="en-US" sz="1200"/>
          </a:p>
        </p:txBody>
      </p:sp>
      <p:sp>
        <p:nvSpPr>
          <p:cNvPr id="29" name="Text 27"/>
          <p:cNvSpPr/>
          <p:nvPr/>
        </p:nvSpPr>
        <p:spPr>
          <a:xfrm>
            <a:off x="713232" y="5760720"/>
            <a:ext cx="219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▸</a:t>
            </a:r>
            <a:endParaRPr lang="en-US" sz="1200"/>
          </a:p>
        </p:txBody>
      </p:sp>
      <p:sp>
        <p:nvSpPr>
          <p:cNvPr id="30" name="Text 28"/>
          <p:cNvSpPr/>
          <p:nvPr/>
        </p:nvSpPr>
        <p:spPr>
          <a:xfrm>
            <a:off x="932688" y="5760720"/>
            <a:ext cx="5632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Value chains with cold-chain and food processing hubs.</a:t>
            </a:r>
            <a:endParaRPr lang="en-US" sz="1200"/>
          </a:p>
        </p:txBody>
      </p:sp>
      <p:sp>
        <p:nvSpPr>
          <p:cNvPr id="31" name="Text 29"/>
          <p:cNvSpPr/>
          <p:nvPr/>
        </p:nvSpPr>
        <p:spPr>
          <a:xfrm>
            <a:off x="6903720" y="120700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Cultivated cropland (% of area)</a:t>
            </a:r>
            <a:endParaRPr lang="en-US" sz="1200"/>
          </a:p>
        </p:txBody>
      </p:sp>
      <p:sp>
        <p:nvSpPr>
          <p:cNvPr id="32" name="Text 30"/>
          <p:cNvSpPr/>
          <p:nvPr/>
        </p:nvSpPr>
        <p:spPr>
          <a:xfrm>
            <a:off x="6903720" y="1463040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FAO / Ministry of Agriculture pattern (est.)</a:t>
            </a:r>
            <a:endParaRPr lang="en-US" sz="1200"/>
          </a:p>
        </p:txBody>
      </p:sp>
      <p:sp>
        <p:nvSpPr>
          <p:cNvPr id="34" name="Shape 31"/>
          <p:cNvSpPr/>
          <p:nvPr/>
        </p:nvSpPr>
        <p:spPr>
          <a:xfrm>
            <a:off x="502920" y="6400800"/>
            <a:ext cx="11185855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2"/>
          <p:cNvSpPr/>
          <p:nvPr/>
        </p:nvSpPr>
        <p:spPr>
          <a:xfrm>
            <a:off x="502920" y="6446520"/>
            <a:ext cx="8961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MoSPI 2025 · Economic Survey 2024-25 · IBEF · APEDA</a:t>
            </a:r>
            <a:endParaRPr lang="en-US" sz="1200"/>
          </a:p>
        </p:txBody>
      </p:sp>
      <p:sp>
        <p:nvSpPr>
          <p:cNvPr id="36" name="Text 33"/>
          <p:cNvSpPr/>
          <p:nvPr/>
        </p:nvSpPr>
        <p:spPr>
          <a:xfrm>
            <a:off x="9905695" y="644652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ODA</a:t>
            </a: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12 / 23</a:t>
            </a:r>
            <a:endParaRPr lang="en-US" sz="1200"/>
          </a:p>
        </p:txBody>
      </p:sp>
      <p:sp>
        <p:nvSpPr>
          <p:cNvPr id="33" name="Andaman and Nicobar Islands"/>
          <p:cNvSpPr/>
          <p:nvPr/>
        </p:nvSpPr>
        <p:spPr>
          <a:xfrm>
            <a:off x="10606154" y="5323986"/>
            <a:ext cx="40156" cy="92050"/>
          </a:xfrm>
          <a:custGeom>
            <a:avLst/>
            <a:gdLst/>
            <a:ahLst/>
            <a:cxnLst/>
            <a:rect l="l" t="t" r="r" b="b"/>
            <a:pathLst>
              <a:path w="40156" h="92050">
                <a:moveTo>
                  <a:pt x="21573" y="78136"/>
                </a:moveTo>
                <a:lnTo>
                  <a:pt x="12167" y="68018"/>
                </a:lnTo>
                <a:lnTo>
                  <a:pt x="31912" y="77658"/>
                </a:lnTo>
                <a:lnTo>
                  <a:pt x="40156" y="57578"/>
                </a:lnTo>
                <a:lnTo>
                  <a:pt x="29475" y="0"/>
                </a:lnTo>
                <a:lnTo>
                  <a:pt x="13714" y="24410"/>
                </a:lnTo>
                <a:lnTo>
                  <a:pt x="5295" y="15059"/>
                </a:lnTo>
                <a:lnTo>
                  <a:pt x="13147" y="51756"/>
                </a:lnTo>
                <a:lnTo>
                  <a:pt x="12362" y="38257"/>
                </a:lnTo>
                <a:lnTo>
                  <a:pt x="0" y="47430"/>
                </a:lnTo>
                <a:lnTo>
                  <a:pt x="3613" y="92050"/>
                </a:lnTo>
                <a:lnTo>
                  <a:pt x="29767" y="88519"/>
                </a:lnTo>
                <a:lnTo>
                  <a:pt x="21573" y="78136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Andhra Pradesh"/>
          <p:cNvSpPr/>
          <p:nvPr/>
        </p:nvSpPr>
        <p:spPr>
          <a:xfrm>
            <a:off x="8401720" y="4393055"/>
            <a:ext cx="1105248" cy="976139"/>
          </a:xfrm>
          <a:custGeom>
            <a:avLst/>
            <a:gdLst/>
            <a:ahLst/>
            <a:cxnLst/>
            <a:rect l="l" t="t" r="r" b="b"/>
            <a:pathLst>
              <a:path w="1105248" h="976139">
                <a:moveTo>
                  <a:pt x="485131" y="835764"/>
                </a:moveTo>
                <a:lnTo>
                  <a:pt x="465596" y="748341"/>
                </a:lnTo>
                <a:lnTo>
                  <a:pt x="475123" y="683205"/>
                </a:lnTo>
                <a:lnTo>
                  <a:pt x="454491" y="609460"/>
                </a:lnTo>
                <a:lnTo>
                  <a:pt x="487333" y="518771"/>
                </a:lnTo>
                <a:lnTo>
                  <a:pt x="542230" y="489271"/>
                </a:lnTo>
                <a:lnTo>
                  <a:pt x="578062" y="514499"/>
                </a:lnTo>
                <a:lnTo>
                  <a:pt x="628740" y="426859"/>
                </a:lnTo>
                <a:lnTo>
                  <a:pt x="686276" y="426407"/>
                </a:lnTo>
                <a:lnTo>
                  <a:pt x="768378" y="388811"/>
                </a:lnTo>
                <a:lnTo>
                  <a:pt x="769186" y="314389"/>
                </a:lnTo>
                <a:lnTo>
                  <a:pt x="1019698" y="126907"/>
                </a:lnTo>
                <a:lnTo>
                  <a:pt x="1105248" y="17225"/>
                </a:lnTo>
                <a:lnTo>
                  <a:pt x="1100069" y="528"/>
                </a:lnTo>
                <a:lnTo>
                  <a:pt x="1084078" y="4515"/>
                </a:lnTo>
                <a:lnTo>
                  <a:pt x="1094512" y="12895"/>
                </a:lnTo>
                <a:lnTo>
                  <a:pt x="1084827" y="20582"/>
                </a:lnTo>
                <a:lnTo>
                  <a:pt x="1059934" y="21000"/>
                </a:lnTo>
                <a:lnTo>
                  <a:pt x="1049327" y="53819"/>
                </a:lnTo>
                <a:lnTo>
                  <a:pt x="1014262" y="60470"/>
                </a:lnTo>
                <a:lnTo>
                  <a:pt x="986832" y="51972"/>
                </a:lnTo>
                <a:lnTo>
                  <a:pt x="973199" y="21601"/>
                </a:lnTo>
                <a:lnTo>
                  <a:pt x="967751" y="35420"/>
                </a:lnTo>
                <a:lnTo>
                  <a:pt x="949849" y="0"/>
                </a:lnTo>
                <a:lnTo>
                  <a:pt x="937550" y="22679"/>
                </a:lnTo>
                <a:lnTo>
                  <a:pt x="927964" y="10384"/>
                </a:lnTo>
                <a:lnTo>
                  <a:pt x="927110" y="31033"/>
                </a:lnTo>
                <a:lnTo>
                  <a:pt x="906188" y="24453"/>
                </a:lnTo>
                <a:lnTo>
                  <a:pt x="919360" y="47814"/>
                </a:lnTo>
                <a:lnTo>
                  <a:pt x="864984" y="77111"/>
                </a:lnTo>
                <a:lnTo>
                  <a:pt x="870725" y="116859"/>
                </a:lnTo>
                <a:lnTo>
                  <a:pt x="835923" y="106519"/>
                </a:lnTo>
                <a:lnTo>
                  <a:pt x="813012" y="138243"/>
                </a:lnTo>
                <a:lnTo>
                  <a:pt x="791559" y="91674"/>
                </a:lnTo>
                <a:lnTo>
                  <a:pt x="761577" y="174340"/>
                </a:lnTo>
                <a:lnTo>
                  <a:pt x="729187" y="163232"/>
                </a:lnTo>
                <a:lnTo>
                  <a:pt x="671935" y="200087"/>
                </a:lnTo>
                <a:lnTo>
                  <a:pt x="609468" y="194935"/>
                </a:lnTo>
                <a:lnTo>
                  <a:pt x="594517" y="213522"/>
                </a:lnTo>
                <a:lnTo>
                  <a:pt x="576471" y="209240"/>
                </a:lnTo>
                <a:lnTo>
                  <a:pt x="566438" y="233108"/>
                </a:lnTo>
                <a:lnTo>
                  <a:pt x="631141" y="267039"/>
                </a:lnTo>
                <a:lnTo>
                  <a:pt x="610554" y="288565"/>
                </a:lnTo>
                <a:lnTo>
                  <a:pt x="575229" y="290148"/>
                </a:lnTo>
                <a:lnTo>
                  <a:pt x="565041" y="316982"/>
                </a:lnTo>
                <a:lnTo>
                  <a:pt x="528304" y="300099"/>
                </a:lnTo>
                <a:lnTo>
                  <a:pt x="512357" y="318467"/>
                </a:lnTo>
                <a:lnTo>
                  <a:pt x="504626" y="309291"/>
                </a:lnTo>
                <a:lnTo>
                  <a:pt x="498307" y="326521"/>
                </a:lnTo>
                <a:lnTo>
                  <a:pt x="531340" y="335100"/>
                </a:lnTo>
                <a:lnTo>
                  <a:pt x="526950" y="357576"/>
                </a:lnTo>
                <a:lnTo>
                  <a:pt x="500665" y="350197"/>
                </a:lnTo>
                <a:lnTo>
                  <a:pt x="475188" y="316376"/>
                </a:lnTo>
                <a:lnTo>
                  <a:pt x="450391" y="335640"/>
                </a:lnTo>
                <a:lnTo>
                  <a:pt x="457760" y="352550"/>
                </a:lnTo>
                <a:lnTo>
                  <a:pt x="442870" y="376158"/>
                </a:lnTo>
                <a:lnTo>
                  <a:pt x="416686" y="363136"/>
                </a:lnTo>
                <a:lnTo>
                  <a:pt x="345071" y="387759"/>
                </a:lnTo>
                <a:lnTo>
                  <a:pt x="339492" y="438273"/>
                </a:lnTo>
                <a:lnTo>
                  <a:pt x="310822" y="436361"/>
                </a:lnTo>
                <a:lnTo>
                  <a:pt x="279799" y="469062"/>
                </a:lnTo>
                <a:lnTo>
                  <a:pt x="227511" y="461052"/>
                </a:lnTo>
                <a:lnTo>
                  <a:pt x="189582" y="496660"/>
                </a:lnTo>
                <a:lnTo>
                  <a:pt x="67008" y="477510"/>
                </a:lnTo>
                <a:lnTo>
                  <a:pt x="37211" y="493283"/>
                </a:lnTo>
                <a:lnTo>
                  <a:pt x="50392" y="522095"/>
                </a:lnTo>
                <a:lnTo>
                  <a:pt x="28947" y="547116"/>
                </a:lnTo>
                <a:lnTo>
                  <a:pt x="55966" y="595909"/>
                </a:lnTo>
                <a:lnTo>
                  <a:pt x="43962" y="620578"/>
                </a:lnTo>
                <a:lnTo>
                  <a:pt x="1621" y="609783"/>
                </a:lnTo>
                <a:lnTo>
                  <a:pt x="14489" y="630784"/>
                </a:lnTo>
                <a:lnTo>
                  <a:pt x="0" y="680875"/>
                </a:lnTo>
                <a:lnTo>
                  <a:pt x="29055" y="698309"/>
                </a:lnTo>
                <a:lnTo>
                  <a:pt x="16592" y="711686"/>
                </a:lnTo>
                <a:lnTo>
                  <a:pt x="24241" y="734240"/>
                </a:lnTo>
                <a:lnTo>
                  <a:pt x="72226" y="719987"/>
                </a:lnTo>
                <a:lnTo>
                  <a:pt x="86908" y="741072"/>
                </a:lnTo>
                <a:lnTo>
                  <a:pt x="88826" y="720338"/>
                </a:lnTo>
                <a:lnTo>
                  <a:pt x="104146" y="743227"/>
                </a:lnTo>
                <a:lnTo>
                  <a:pt x="81247" y="751183"/>
                </a:lnTo>
                <a:lnTo>
                  <a:pt x="87759" y="787451"/>
                </a:lnTo>
                <a:lnTo>
                  <a:pt x="77164" y="766275"/>
                </a:lnTo>
                <a:lnTo>
                  <a:pt x="53206" y="770578"/>
                </a:lnTo>
                <a:lnTo>
                  <a:pt x="35773" y="744378"/>
                </a:lnTo>
                <a:lnTo>
                  <a:pt x="17937" y="745703"/>
                </a:lnTo>
                <a:lnTo>
                  <a:pt x="38310" y="780688"/>
                </a:lnTo>
                <a:lnTo>
                  <a:pt x="32108" y="808404"/>
                </a:lnTo>
                <a:lnTo>
                  <a:pt x="56505" y="806276"/>
                </a:lnTo>
                <a:lnTo>
                  <a:pt x="58120" y="781919"/>
                </a:lnTo>
                <a:lnTo>
                  <a:pt x="92436" y="794154"/>
                </a:lnTo>
                <a:lnTo>
                  <a:pt x="95595" y="818180"/>
                </a:lnTo>
                <a:lnTo>
                  <a:pt x="131881" y="809401"/>
                </a:lnTo>
                <a:lnTo>
                  <a:pt x="147007" y="779003"/>
                </a:lnTo>
                <a:lnTo>
                  <a:pt x="169293" y="777395"/>
                </a:lnTo>
                <a:lnTo>
                  <a:pt x="164509" y="796523"/>
                </a:lnTo>
                <a:lnTo>
                  <a:pt x="186914" y="791218"/>
                </a:lnTo>
                <a:lnTo>
                  <a:pt x="183082" y="824030"/>
                </a:lnTo>
                <a:lnTo>
                  <a:pt x="226615" y="832266"/>
                </a:lnTo>
                <a:lnTo>
                  <a:pt x="223246" y="870466"/>
                </a:lnTo>
                <a:lnTo>
                  <a:pt x="252356" y="878128"/>
                </a:lnTo>
                <a:lnTo>
                  <a:pt x="227956" y="928188"/>
                </a:lnTo>
                <a:lnTo>
                  <a:pt x="235379" y="939906"/>
                </a:lnTo>
                <a:lnTo>
                  <a:pt x="220053" y="929021"/>
                </a:lnTo>
                <a:lnTo>
                  <a:pt x="198854" y="966032"/>
                </a:lnTo>
                <a:lnTo>
                  <a:pt x="235406" y="976139"/>
                </a:lnTo>
                <a:lnTo>
                  <a:pt x="269964" y="909768"/>
                </a:lnTo>
                <a:lnTo>
                  <a:pt x="332086" y="916995"/>
                </a:lnTo>
                <a:lnTo>
                  <a:pt x="342031" y="894519"/>
                </a:lnTo>
                <a:lnTo>
                  <a:pt x="370211" y="891933"/>
                </a:lnTo>
                <a:lnTo>
                  <a:pt x="369796" y="867522"/>
                </a:lnTo>
                <a:lnTo>
                  <a:pt x="414720" y="889057"/>
                </a:lnTo>
                <a:lnTo>
                  <a:pt x="447939" y="839073"/>
                </a:lnTo>
                <a:lnTo>
                  <a:pt x="481463" y="849770"/>
                </a:lnTo>
                <a:lnTo>
                  <a:pt x="485131" y="835764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Arunāchal Pradesh"/>
          <p:cNvSpPr/>
          <p:nvPr/>
        </p:nvSpPr>
        <p:spPr>
          <a:xfrm>
            <a:off x="10448660" y="2856140"/>
            <a:ext cx="812193" cy="414592"/>
          </a:xfrm>
          <a:custGeom>
            <a:avLst/>
            <a:gdLst/>
            <a:ahLst/>
            <a:cxnLst/>
            <a:rect l="l" t="t" r="r" b="b"/>
            <a:pathLst>
              <a:path w="812193" h="414592">
                <a:moveTo>
                  <a:pt x="510641" y="414592"/>
                </a:moveTo>
                <a:lnTo>
                  <a:pt x="537876" y="411970"/>
                </a:lnTo>
                <a:lnTo>
                  <a:pt x="648384" y="325577"/>
                </a:lnTo>
                <a:lnTo>
                  <a:pt x="714249" y="311627"/>
                </a:lnTo>
                <a:lnTo>
                  <a:pt x="737792" y="340231"/>
                </a:lnTo>
                <a:lnTo>
                  <a:pt x="778155" y="347025"/>
                </a:lnTo>
                <a:lnTo>
                  <a:pt x="739950" y="276756"/>
                </a:lnTo>
                <a:lnTo>
                  <a:pt x="790204" y="232707"/>
                </a:lnTo>
                <a:lnTo>
                  <a:pt x="808537" y="234733"/>
                </a:lnTo>
                <a:lnTo>
                  <a:pt x="812193" y="215627"/>
                </a:lnTo>
                <a:lnTo>
                  <a:pt x="797352" y="207644"/>
                </a:lnTo>
                <a:lnTo>
                  <a:pt x="810231" y="189207"/>
                </a:lnTo>
                <a:lnTo>
                  <a:pt x="708511" y="149223"/>
                </a:lnTo>
                <a:lnTo>
                  <a:pt x="671791" y="167285"/>
                </a:lnTo>
                <a:lnTo>
                  <a:pt x="653051" y="156934"/>
                </a:lnTo>
                <a:lnTo>
                  <a:pt x="701902" y="102384"/>
                </a:lnTo>
                <a:lnTo>
                  <a:pt x="689451" y="57344"/>
                </a:lnTo>
                <a:lnTo>
                  <a:pt x="639773" y="83192"/>
                </a:lnTo>
                <a:lnTo>
                  <a:pt x="632638" y="57487"/>
                </a:lnTo>
                <a:lnTo>
                  <a:pt x="671204" y="30777"/>
                </a:lnTo>
                <a:lnTo>
                  <a:pt x="650550" y="33940"/>
                </a:lnTo>
                <a:lnTo>
                  <a:pt x="629007" y="0"/>
                </a:lnTo>
                <a:lnTo>
                  <a:pt x="561356" y="29789"/>
                </a:lnTo>
                <a:lnTo>
                  <a:pt x="540346" y="63552"/>
                </a:lnTo>
                <a:lnTo>
                  <a:pt x="450551" y="44190"/>
                </a:lnTo>
                <a:lnTo>
                  <a:pt x="427126" y="16642"/>
                </a:lnTo>
                <a:lnTo>
                  <a:pt x="369830" y="56144"/>
                </a:lnTo>
                <a:lnTo>
                  <a:pt x="329774" y="117752"/>
                </a:lnTo>
                <a:lnTo>
                  <a:pt x="248256" y="122405"/>
                </a:lnTo>
                <a:lnTo>
                  <a:pt x="231851" y="168192"/>
                </a:lnTo>
                <a:lnTo>
                  <a:pt x="158201" y="199201"/>
                </a:lnTo>
                <a:lnTo>
                  <a:pt x="165421" y="219585"/>
                </a:lnTo>
                <a:lnTo>
                  <a:pt x="140645" y="244720"/>
                </a:lnTo>
                <a:lnTo>
                  <a:pt x="92200" y="239015"/>
                </a:lnTo>
                <a:lnTo>
                  <a:pt x="51822" y="260481"/>
                </a:lnTo>
                <a:lnTo>
                  <a:pt x="0" y="239476"/>
                </a:lnTo>
                <a:lnTo>
                  <a:pt x="14228" y="294864"/>
                </a:lnTo>
                <a:lnTo>
                  <a:pt x="65595" y="295642"/>
                </a:lnTo>
                <a:lnTo>
                  <a:pt x="79638" y="324355"/>
                </a:lnTo>
                <a:lnTo>
                  <a:pt x="66748" y="355557"/>
                </a:lnTo>
                <a:lnTo>
                  <a:pt x="89774" y="383604"/>
                </a:lnTo>
                <a:lnTo>
                  <a:pt x="155922" y="362454"/>
                </a:lnTo>
                <a:lnTo>
                  <a:pt x="204304" y="380103"/>
                </a:lnTo>
                <a:lnTo>
                  <a:pt x="292690" y="372111"/>
                </a:lnTo>
                <a:lnTo>
                  <a:pt x="376905" y="289434"/>
                </a:lnTo>
                <a:lnTo>
                  <a:pt x="372656" y="272740"/>
                </a:lnTo>
                <a:lnTo>
                  <a:pt x="403698" y="284299"/>
                </a:lnTo>
                <a:lnTo>
                  <a:pt x="562056" y="224686"/>
                </a:lnTo>
                <a:lnTo>
                  <a:pt x="612741" y="223476"/>
                </a:lnTo>
                <a:lnTo>
                  <a:pt x="582410" y="259569"/>
                </a:lnTo>
                <a:lnTo>
                  <a:pt x="595183" y="304250"/>
                </a:lnTo>
                <a:lnTo>
                  <a:pt x="619174" y="312708"/>
                </a:lnTo>
                <a:lnTo>
                  <a:pt x="601819" y="329073"/>
                </a:lnTo>
                <a:lnTo>
                  <a:pt x="548746" y="328065"/>
                </a:lnTo>
                <a:lnTo>
                  <a:pt x="541005" y="347858"/>
                </a:lnTo>
                <a:lnTo>
                  <a:pt x="505469" y="361658"/>
                </a:lnTo>
                <a:lnTo>
                  <a:pt x="510641" y="414592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Assam"/>
          <p:cNvSpPr/>
          <p:nvPr/>
        </p:nvSpPr>
        <p:spPr>
          <a:xfrm>
            <a:off x="10192768" y="3079657"/>
            <a:ext cx="875066" cy="571124"/>
          </a:xfrm>
          <a:custGeom>
            <a:avLst/>
            <a:gdLst/>
            <a:ahLst/>
            <a:cxnLst/>
            <a:rect l="l" t="t" r="r" b="b"/>
            <a:pathLst>
              <a:path w="875066" h="571124">
                <a:moveTo>
                  <a:pt x="761095" y="139001"/>
                </a:moveTo>
                <a:lnTo>
                  <a:pt x="796897" y="124341"/>
                </a:lnTo>
                <a:lnTo>
                  <a:pt x="804638" y="104548"/>
                </a:lnTo>
                <a:lnTo>
                  <a:pt x="857711" y="105556"/>
                </a:lnTo>
                <a:lnTo>
                  <a:pt x="875066" y="89191"/>
                </a:lnTo>
                <a:lnTo>
                  <a:pt x="851075" y="80733"/>
                </a:lnTo>
                <a:lnTo>
                  <a:pt x="838302" y="36052"/>
                </a:lnTo>
                <a:lnTo>
                  <a:pt x="868696" y="0"/>
                </a:lnTo>
                <a:lnTo>
                  <a:pt x="817948" y="1169"/>
                </a:lnTo>
                <a:lnTo>
                  <a:pt x="659590" y="60782"/>
                </a:lnTo>
                <a:lnTo>
                  <a:pt x="628548" y="49223"/>
                </a:lnTo>
                <a:lnTo>
                  <a:pt x="632797" y="65917"/>
                </a:lnTo>
                <a:lnTo>
                  <a:pt x="538411" y="151055"/>
                </a:lnTo>
                <a:lnTo>
                  <a:pt x="460196" y="156586"/>
                </a:lnTo>
                <a:lnTo>
                  <a:pt x="411814" y="138937"/>
                </a:lnTo>
                <a:lnTo>
                  <a:pt x="326480" y="166563"/>
                </a:lnTo>
                <a:lnTo>
                  <a:pt x="303799" y="155792"/>
                </a:lnTo>
                <a:lnTo>
                  <a:pt x="275786" y="172514"/>
                </a:lnTo>
                <a:lnTo>
                  <a:pt x="141034" y="178239"/>
                </a:lnTo>
                <a:lnTo>
                  <a:pt x="90991" y="158483"/>
                </a:lnTo>
                <a:lnTo>
                  <a:pt x="22185" y="183250"/>
                </a:lnTo>
                <a:lnTo>
                  <a:pt x="21847" y="235587"/>
                </a:lnTo>
                <a:lnTo>
                  <a:pt x="0" y="264469"/>
                </a:lnTo>
                <a:lnTo>
                  <a:pt x="26124" y="301132"/>
                </a:lnTo>
                <a:lnTo>
                  <a:pt x="21128" y="372553"/>
                </a:lnTo>
                <a:lnTo>
                  <a:pt x="44534" y="351520"/>
                </a:lnTo>
                <a:lnTo>
                  <a:pt x="27153" y="330998"/>
                </a:lnTo>
                <a:lnTo>
                  <a:pt x="62653" y="297902"/>
                </a:lnTo>
                <a:lnTo>
                  <a:pt x="172930" y="300678"/>
                </a:lnTo>
                <a:lnTo>
                  <a:pt x="181042" y="319741"/>
                </a:lnTo>
                <a:lnTo>
                  <a:pt x="207327" y="313619"/>
                </a:lnTo>
                <a:lnTo>
                  <a:pt x="211014" y="334342"/>
                </a:lnTo>
                <a:lnTo>
                  <a:pt x="253663" y="312147"/>
                </a:lnTo>
                <a:lnTo>
                  <a:pt x="260505" y="287967"/>
                </a:lnTo>
                <a:lnTo>
                  <a:pt x="273073" y="307236"/>
                </a:lnTo>
                <a:lnTo>
                  <a:pt x="294510" y="275106"/>
                </a:lnTo>
                <a:lnTo>
                  <a:pt x="307469" y="293253"/>
                </a:lnTo>
                <a:lnTo>
                  <a:pt x="356755" y="283130"/>
                </a:lnTo>
                <a:lnTo>
                  <a:pt x="339798" y="301241"/>
                </a:lnTo>
                <a:lnTo>
                  <a:pt x="349924" y="306487"/>
                </a:lnTo>
                <a:lnTo>
                  <a:pt x="340311" y="341862"/>
                </a:lnTo>
                <a:lnTo>
                  <a:pt x="371867" y="329571"/>
                </a:lnTo>
                <a:lnTo>
                  <a:pt x="409113" y="353990"/>
                </a:lnTo>
                <a:lnTo>
                  <a:pt x="396882" y="372715"/>
                </a:lnTo>
                <a:lnTo>
                  <a:pt x="429874" y="409929"/>
                </a:lnTo>
                <a:lnTo>
                  <a:pt x="385244" y="426030"/>
                </a:lnTo>
                <a:lnTo>
                  <a:pt x="386253" y="461408"/>
                </a:lnTo>
                <a:lnTo>
                  <a:pt x="351053" y="457045"/>
                </a:lnTo>
                <a:lnTo>
                  <a:pt x="359671" y="481535"/>
                </a:lnTo>
                <a:lnTo>
                  <a:pt x="345328" y="555167"/>
                </a:lnTo>
                <a:lnTo>
                  <a:pt x="377198" y="553422"/>
                </a:lnTo>
                <a:lnTo>
                  <a:pt x="383144" y="571124"/>
                </a:lnTo>
                <a:lnTo>
                  <a:pt x="424345" y="513676"/>
                </a:lnTo>
                <a:lnTo>
                  <a:pt x="433567" y="535698"/>
                </a:lnTo>
                <a:lnTo>
                  <a:pt x="462931" y="529815"/>
                </a:lnTo>
                <a:lnTo>
                  <a:pt x="472319" y="470337"/>
                </a:lnTo>
                <a:lnTo>
                  <a:pt x="522321" y="396661"/>
                </a:lnTo>
                <a:lnTo>
                  <a:pt x="502406" y="360708"/>
                </a:lnTo>
                <a:lnTo>
                  <a:pt x="563166" y="297444"/>
                </a:lnTo>
                <a:lnTo>
                  <a:pt x="567324" y="321450"/>
                </a:lnTo>
                <a:lnTo>
                  <a:pt x="592696" y="305358"/>
                </a:lnTo>
                <a:lnTo>
                  <a:pt x="595796" y="267215"/>
                </a:lnTo>
                <a:lnTo>
                  <a:pt x="631145" y="212142"/>
                </a:lnTo>
                <a:lnTo>
                  <a:pt x="639488" y="224518"/>
                </a:lnTo>
                <a:lnTo>
                  <a:pt x="659387" y="194169"/>
                </a:lnTo>
                <a:lnTo>
                  <a:pt x="761095" y="139001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Bihār"/>
          <p:cNvSpPr/>
          <p:nvPr/>
        </p:nvSpPr>
        <p:spPr>
          <a:xfrm>
            <a:off x="9309490" y="3145953"/>
            <a:ext cx="689564" cy="482444"/>
          </a:xfrm>
          <a:custGeom>
            <a:avLst/>
            <a:gdLst/>
            <a:ahLst/>
            <a:cxnLst/>
            <a:rect l="l" t="t" r="r" b="b"/>
            <a:pathLst>
              <a:path w="689564" h="482444">
                <a:moveTo>
                  <a:pt x="25350" y="446752"/>
                </a:moveTo>
                <a:lnTo>
                  <a:pt x="76504" y="445743"/>
                </a:lnTo>
                <a:lnTo>
                  <a:pt x="95290" y="429234"/>
                </a:lnTo>
                <a:lnTo>
                  <a:pt x="109137" y="453908"/>
                </a:lnTo>
                <a:lnTo>
                  <a:pt x="135293" y="441522"/>
                </a:lnTo>
                <a:lnTo>
                  <a:pt x="162850" y="482444"/>
                </a:lnTo>
                <a:lnTo>
                  <a:pt x="205221" y="445977"/>
                </a:lnTo>
                <a:lnTo>
                  <a:pt x="219308" y="469623"/>
                </a:lnTo>
                <a:lnTo>
                  <a:pt x="244939" y="469597"/>
                </a:lnTo>
                <a:lnTo>
                  <a:pt x="283965" y="442301"/>
                </a:lnTo>
                <a:lnTo>
                  <a:pt x="325119" y="438760"/>
                </a:lnTo>
                <a:lnTo>
                  <a:pt x="334631" y="402667"/>
                </a:lnTo>
                <a:lnTo>
                  <a:pt x="378751" y="408793"/>
                </a:lnTo>
                <a:lnTo>
                  <a:pt x="432685" y="470283"/>
                </a:lnTo>
                <a:lnTo>
                  <a:pt x="454656" y="434404"/>
                </a:lnTo>
                <a:lnTo>
                  <a:pt x="498004" y="443810"/>
                </a:lnTo>
                <a:lnTo>
                  <a:pt x="501239" y="427778"/>
                </a:lnTo>
                <a:lnTo>
                  <a:pt x="516647" y="434345"/>
                </a:lnTo>
                <a:lnTo>
                  <a:pt x="529761" y="373029"/>
                </a:lnTo>
                <a:lnTo>
                  <a:pt x="554931" y="342533"/>
                </a:lnTo>
                <a:lnTo>
                  <a:pt x="575783" y="346897"/>
                </a:lnTo>
                <a:lnTo>
                  <a:pt x="590451" y="323753"/>
                </a:lnTo>
                <a:lnTo>
                  <a:pt x="622920" y="339799"/>
                </a:lnTo>
                <a:lnTo>
                  <a:pt x="618565" y="308852"/>
                </a:lnTo>
                <a:lnTo>
                  <a:pt x="637959" y="295454"/>
                </a:lnTo>
                <a:lnTo>
                  <a:pt x="658193" y="303717"/>
                </a:lnTo>
                <a:lnTo>
                  <a:pt x="654937" y="271092"/>
                </a:lnTo>
                <a:lnTo>
                  <a:pt x="621854" y="237401"/>
                </a:lnTo>
                <a:lnTo>
                  <a:pt x="689564" y="174586"/>
                </a:lnTo>
                <a:lnTo>
                  <a:pt x="680292" y="141410"/>
                </a:lnTo>
                <a:lnTo>
                  <a:pt x="661640" y="144921"/>
                </a:lnTo>
                <a:lnTo>
                  <a:pt x="650720" y="172344"/>
                </a:lnTo>
                <a:lnTo>
                  <a:pt x="632601" y="153979"/>
                </a:lnTo>
                <a:lnTo>
                  <a:pt x="556693" y="174742"/>
                </a:lnTo>
                <a:lnTo>
                  <a:pt x="522195" y="159362"/>
                </a:lnTo>
                <a:lnTo>
                  <a:pt x="519372" y="139099"/>
                </a:lnTo>
                <a:lnTo>
                  <a:pt x="472210" y="163589"/>
                </a:lnTo>
                <a:lnTo>
                  <a:pt x="417185" y="134180"/>
                </a:lnTo>
                <a:lnTo>
                  <a:pt x="374872" y="127195"/>
                </a:lnTo>
                <a:lnTo>
                  <a:pt x="350312" y="141796"/>
                </a:lnTo>
                <a:lnTo>
                  <a:pt x="320576" y="96429"/>
                </a:lnTo>
                <a:lnTo>
                  <a:pt x="261960" y="113520"/>
                </a:lnTo>
                <a:lnTo>
                  <a:pt x="258998" y="96754"/>
                </a:lnTo>
                <a:lnTo>
                  <a:pt x="183215" y="70444"/>
                </a:lnTo>
                <a:lnTo>
                  <a:pt x="180013" y="26735"/>
                </a:lnTo>
                <a:lnTo>
                  <a:pt x="134865" y="20297"/>
                </a:lnTo>
                <a:lnTo>
                  <a:pt x="114469" y="0"/>
                </a:lnTo>
                <a:lnTo>
                  <a:pt x="73098" y="10385"/>
                </a:lnTo>
                <a:lnTo>
                  <a:pt x="102483" y="94073"/>
                </a:lnTo>
                <a:lnTo>
                  <a:pt x="129321" y="98787"/>
                </a:lnTo>
                <a:lnTo>
                  <a:pt x="127467" y="116375"/>
                </a:lnTo>
                <a:lnTo>
                  <a:pt x="152285" y="133072"/>
                </a:lnTo>
                <a:lnTo>
                  <a:pt x="106117" y="131240"/>
                </a:lnTo>
                <a:lnTo>
                  <a:pt x="81410" y="149162"/>
                </a:lnTo>
                <a:lnTo>
                  <a:pt x="118637" y="171316"/>
                </a:lnTo>
                <a:lnTo>
                  <a:pt x="117161" y="190661"/>
                </a:lnTo>
                <a:lnTo>
                  <a:pt x="95442" y="200456"/>
                </a:lnTo>
                <a:lnTo>
                  <a:pt x="182025" y="267255"/>
                </a:lnTo>
                <a:lnTo>
                  <a:pt x="108599" y="268291"/>
                </a:lnTo>
                <a:lnTo>
                  <a:pt x="72860" y="311077"/>
                </a:lnTo>
                <a:lnTo>
                  <a:pt x="5129" y="346107"/>
                </a:lnTo>
                <a:lnTo>
                  <a:pt x="0" y="373336"/>
                </a:lnTo>
                <a:lnTo>
                  <a:pt x="31538" y="432145"/>
                </a:lnTo>
                <a:lnTo>
                  <a:pt x="25350" y="446752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Chandīgarh"/>
          <p:cNvSpPr/>
          <p:nvPr/>
        </p:nvSpPr>
        <p:spPr>
          <a:xfrm>
            <a:off x="8393430" y="2662903"/>
            <a:ext cx="18377" cy="13153"/>
          </a:xfrm>
          <a:custGeom>
            <a:avLst/>
            <a:gdLst/>
            <a:ahLst/>
            <a:cxnLst/>
            <a:rect l="l" t="t" r="r" b="b"/>
            <a:pathLst>
              <a:path w="18377" h="13153">
                <a:moveTo>
                  <a:pt x="18377" y="0"/>
                </a:moveTo>
                <a:lnTo>
                  <a:pt x="0" y="1725"/>
                </a:lnTo>
                <a:lnTo>
                  <a:pt x="13663" y="13153"/>
                </a:lnTo>
                <a:lnTo>
                  <a:pt x="18377" y="0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Chhattīsgarh"/>
          <p:cNvSpPr/>
          <p:nvPr/>
        </p:nvSpPr>
        <p:spPr>
          <a:xfrm>
            <a:off x="8887492" y="3655309"/>
            <a:ext cx="570991" cy="942082"/>
          </a:xfrm>
          <a:custGeom>
            <a:avLst/>
            <a:gdLst/>
            <a:ahLst/>
            <a:cxnLst/>
            <a:rect l="l" t="t" r="r" b="b"/>
            <a:pathLst>
              <a:path w="570991" h="942082">
                <a:moveTo>
                  <a:pt x="0" y="803514"/>
                </a:moveTo>
                <a:lnTo>
                  <a:pt x="63970" y="849807"/>
                </a:lnTo>
                <a:lnTo>
                  <a:pt x="65369" y="886008"/>
                </a:lnTo>
                <a:lnTo>
                  <a:pt x="97786" y="884746"/>
                </a:lnTo>
                <a:lnTo>
                  <a:pt x="101843" y="941566"/>
                </a:lnTo>
                <a:lnTo>
                  <a:pt x="155161" y="942082"/>
                </a:lnTo>
                <a:lnTo>
                  <a:pt x="173456" y="872903"/>
                </a:lnTo>
                <a:lnTo>
                  <a:pt x="204589" y="858648"/>
                </a:lnTo>
                <a:lnTo>
                  <a:pt x="234133" y="823295"/>
                </a:lnTo>
                <a:lnTo>
                  <a:pt x="224457" y="813292"/>
                </a:lnTo>
                <a:lnTo>
                  <a:pt x="273242" y="774235"/>
                </a:lnTo>
                <a:lnTo>
                  <a:pt x="265403" y="698346"/>
                </a:lnTo>
                <a:lnTo>
                  <a:pt x="243193" y="686384"/>
                </a:lnTo>
                <a:lnTo>
                  <a:pt x="248246" y="644143"/>
                </a:lnTo>
                <a:lnTo>
                  <a:pt x="218834" y="625063"/>
                </a:lnTo>
                <a:lnTo>
                  <a:pt x="221294" y="606302"/>
                </a:lnTo>
                <a:lnTo>
                  <a:pt x="272055" y="612375"/>
                </a:lnTo>
                <a:lnTo>
                  <a:pt x="286989" y="637400"/>
                </a:lnTo>
                <a:lnTo>
                  <a:pt x="300929" y="626300"/>
                </a:lnTo>
                <a:lnTo>
                  <a:pt x="322731" y="632748"/>
                </a:lnTo>
                <a:lnTo>
                  <a:pt x="321123" y="646351"/>
                </a:lnTo>
                <a:lnTo>
                  <a:pt x="337119" y="637518"/>
                </a:lnTo>
                <a:lnTo>
                  <a:pt x="338238" y="613682"/>
                </a:lnTo>
                <a:lnTo>
                  <a:pt x="294453" y="604447"/>
                </a:lnTo>
                <a:lnTo>
                  <a:pt x="287752" y="480121"/>
                </a:lnTo>
                <a:lnTo>
                  <a:pt x="303619" y="489338"/>
                </a:lnTo>
                <a:lnTo>
                  <a:pt x="327863" y="440530"/>
                </a:lnTo>
                <a:lnTo>
                  <a:pt x="395841" y="447845"/>
                </a:lnTo>
                <a:lnTo>
                  <a:pt x="414881" y="407132"/>
                </a:lnTo>
                <a:lnTo>
                  <a:pt x="433915" y="411210"/>
                </a:lnTo>
                <a:lnTo>
                  <a:pt x="424458" y="388695"/>
                </a:lnTo>
                <a:lnTo>
                  <a:pt x="459482" y="336571"/>
                </a:lnTo>
                <a:lnTo>
                  <a:pt x="455820" y="298550"/>
                </a:lnTo>
                <a:lnTo>
                  <a:pt x="517577" y="258904"/>
                </a:lnTo>
                <a:lnTo>
                  <a:pt x="517443" y="228816"/>
                </a:lnTo>
                <a:lnTo>
                  <a:pt x="546635" y="214762"/>
                </a:lnTo>
                <a:lnTo>
                  <a:pt x="570991" y="176152"/>
                </a:lnTo>
                <a:lnTo>
                  <a:pt x="536829" y="170254"/>
                </a:lnTo>
                <a:lnTo>
                  <a:pt x="520561" y="141790"/>
                </a:lnTo>
                <a:lnTo>
                  <a:pt x="526474" y="115327"/>
                </a:lnTo>
                <a:lnTo>
                  <a:pt x="511059" y="108755"/>
                </a:lnTo>
                <a:lnTo>
                  <a:pt x="518425" y="70395"/>
                </a:lnTo>
                <a:lnTo>
                  <a:pt x="484621" y="73900"/>
                </a:lnTo>
                <a:lnTo>
                  <a:pt x="437621" y="3095"/>
                </a:lnTo>
                <a:lnTo>
                  <a:pt x="422168" y="0"/>
                </a:lnTo>
                <a:lnTo>
                  <a:pt x="397245" y="33002"/>
                </a:lnTo>
                <a:lnTo>
                  <a:pt x="350189" y="21545"/>
                </a:lnTo>
                <a:lnTo>
                  <a:pt x="311796" y="48102"/>
                </a:lnTo>
                <a:lnTo>
                  <a:pt x="184943" y="30412"/>
                </a:lnTo>
                <a:lnTo>
                  <a:pt x="197058" y="57420"/>
                </a:lnTo>
                <a:lnTo>
                  <a:pt x="180548" y="77717"/>
                </a:lnTo>
                <a:lnTo>
                  <a:pt x="187523" y="93139"/>
                </a:lnTo>
                <a:lnTo>
                  <a:pt x="228545" y="85581"/>
                </a:lnTo>
                <a:lnTo>
                  <a:pt x="266028" y="116750"/>
                </a:lnTo>
                <a:lnTo>
                  <a:pt x="261514" y="143727"/>
                </a:lnTo>
                <a:lnTo>
                  <a:pt x="231171" y="153303"/>
                </a:lnTo>
                <a:lnTo>
                  <a:pt x="186815" y="234049"/>
                </a:lnTo>
                <a:lnTo>
                  <a:pt x="116083" y="249043"/>
                </a:lnTo>
                <a:lnTo>
                  <a:pt x="101548" y="304924"/>
                </a:lnTo>
                <a:lnTo>
                  <a:pt x="87940" y="298003"/>
                </a:lnTo>
                <a:lnTo>
                  <a:pt x="62766" y="357099"/>
                </a:lnTo>
                <a:lnTo>
                  <a:pt x="56320" y="419036"/>
                </a:lnTo>
                <a:lnTo>
                  <a:pt x="26474" y="437576"/>
                </a:lnTo>
                <a:lnTo>
                  <a:pt x="20964" y="462376"/>
                </a:lnTo>
                <a:lnTo>
                  <a:pt x="37831" y="473345"/>
                </a:lnTo>
                <a:lnTo>
                  <a:pt x="43588" y="510711"/>
                </a:lnTo>
                <a:lnTo>
                  <a:pt x="28822" y="520593"/>
                </a:lnTo>
                <a:lnTo>
                  <a:pt x="49710" y="523572"/>
                </a:lnTo>
                <a:lnTo>
                  <a:pt x="48948" y="563265"/>
                </a:lnTo>
                <a:lnTo>
                  <a:pt x="16947" y="576346"/>
                </a:lnTo>
                <a:lnTo>
                  <a:pt x="39319" y="602188"/>
                </a:lnTo>
                <a:lnTo>
                  <a:pt x="17842" y="643327"/>
                </a:lnTo>
                <a:lnTo>
                  <a:pt x="37862" y="640021"/>
                </a:lnTo>
                <a:lnTo>
                  <a:pt x="86615" y="690246"/>
                </a:lnTo>
                <a:lnTo>
                  <a:pt x="67046" y="718939"/>
                </a:lnTo>
                <a:lnTo>
                  <a:pt x="41588" y="702114"/>
                </a:lnTo>
                <a:lnTo>
                  <a:pt x="16751" y="725619"/>
                </a:lnTo>
                <a:lnTo>
                  <a:pt x="0" y="803514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Delhi"/>
          <p:cNvSpPr/>
          <p:nvPr/>
        </p:nvSpPr>
        <p:spPr>
          <a:xfrm>
            <a:off x="8418186" y="2946014"/>
            <a:ext cx="61334" cy="67644"/>
          </a:xfrm>
          <a:custGeom>
            <a:avLst/>
            <a:gdLst/>
            <a:ahLst/>
            <a:cxnLst/>
            <a:rect l="l" t="t" r="r" b="b"/>
            <a:pathLst>
              <a:path w="61334" h="67644">
                <a:moveTo>
                  <a:pt x="45134" y="0"/>
                </a:moveTo>
                <a:lnTo>
                  <a:pt x="9262" y="5906"/>
                </a:lnTo>
                <a:lnTo>
                  <a:pt x="0" y="53306"/>
                </a:lnTo>
                <a:lnTo>
                  <a:pt x="29096" y="51318"/>
                </a:lnTo>
                <a:lnTo>
                  <a:pt x="40225" y="67644"/>
                </a:lnTo>
                <a:lnTo>
                  <a:pt x="61334" y="54892"/>
                </a:lnTo>
                <a:lnTo>
                  <a:pt x="45134" y="0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Dādra and Nagar Haveli and Damān and Diu"/>
          <p:cNvSpPr/>
          <p:nvPr/>
        </p:nvSpPr>
        <p:spPr>
          <a:xfrm>
            <a:off x="7868181" y="4214419"/>
            <a:ext cx="41330" cy="43773"/>
          </a:xfrm>
          <a:custGeom>
            <a:avLst/>
            <a:gdLst/>
            <a:ahLst/>
            <a:cxnLst/>
            <a:rect l="l" t="t" r="r" b="b"/>
            <a:pathLst>
              <a:path w="41330" h="43773">
                <a:moveTo>
                  <a:pt x="41330" y="35808"/>
                </a:moveTo>
                <a:lnTo>
                  <a:pt x="35498" y="22717"/>
                </a:lnTo>
                <a:lnTo>
                  <a:pt x="20535" y="29634"/>
                </a:lnTo>
                <a:lnTo>
                  <a:pt x="35304" y="10728"/>
                </a:lnTo>
                <a:lnTo>
                  <a:pt x="25559" y="0"/>
                </a:lnTo>
                <a:lnTo>
                  <a:pt x="0" y="12670"/>
                </a:lnTo>
                <a:lnTo>
                  <a:pt x="17644" y="43773"/>
                </a:lnTo>
                <a:lnTo>
                  <a:pt x="41330" y="35808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Goa"/>
          <p:cNvSpPr/>
          <p:nvPr/>
        </p:nvSpPr>
        <p:spPr>
          <a:xfrm>
            <a:off x="7973866" y="4895017"/>
            <a:ext cx="91552" cy="133368"/>
          </a:xfrm>
          <a:custGeom>
            <a:avLst/>
            <a:gdLst/>
            <a:ahLst/>
            <a:cxnLst/>
            <a:rect l="l" t="t" r="r" b="b"/>
            <a:pathLst>
              <a:path w="91552" h="133368">
                <a:moveTo>
                  <a:pt x="0" y="11007"/>
                </a:moveTo>
                <a:lnTo>
                  <a:pt x="15583" y="50492"/>
                </a:lnTo>
                <a:lnTo>
                  <a:pt x="36157" y="54629"/>
                </a:lnTo>
                <a:lnTo>
                  <a:pt x="14903" y="58103"/>
                </a:lnTo>
                <a:lnTo>
                  <a:pt x="30398" y="70003"/>
                </a:lnTo>
                <a:lnTo>
                  <a:pt x="32805" y="106806"/>
                </a:lnTo>
                <a:lnTo>
                  <a:pt x="54186" y="133368"/>
                </a:lnTo>
                <a:lnTo>
                  <a:pt x="79911" y="125683"/>
                </a:lnTo>
                <a:lnTo>
                  <a:pt x="79767" y="80929"/>
                </a:lnTo>
                <a:lnTo>
                  <a:pt x="91552" y="75497"/>
                </a:lnTo>
                <a:lnTo>
                  <a:pt x="79644" y="21416"/>
                </a:lnTo>
                <a:lnTo>
                  <a:pt x="43676" y="28253"/>
                </a:lnTo>
                <a:lnTo>
                  <a:pt x="25078" y="0"/>
                </a:lnTo>
                <a:lnTo>
                  <a:pt x="0" y="11007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Gujarāt"/>
          <p:cNvSpPr/>
          <p:nvPr/>
        </p:nvSpPr>
        <p:spPr>
          <a:xfrm>
            <a:off x="7204459" y="3564857"/>
            <a:ext cx="880356" cy="683221"/>
          </a:xfrm>
          <a:custGeom>
            <a:avLst/>
            <a:gdLst/>
            <a:ahLst/>
            <a:cxnLst/>
            <a:rect l="l" t="t" r="r" b="b"/>
            <a:pathLst>
              <a:path w="880356" h="683221">
                <a:moveTo>
                  <a:pt x="670564" y="672190"/>
                </a:moveTo>
                <a:lnTo>
                  <a:pt x="664382" y="661367"/>
                </a:lnTo>
                <a:lnTo>
                  <a:pt x="689236" y="649555"/>
                </a:lnTo>
                <a:lnTo>
                  <a:pt x="699026" y="660290"/>
                </a:lnTo>
                <a:lnTo>
                  <a:pt x="684822" y="679680"/>
                </a:lnTo>
                <a:lnTo>
                  <a:pt x="733598" y="673748"/>
                </a:lnTo>
                <a:lnTo>
                  <a:pt x="738139" y="596243"/>
                </a:lnTo>
                <a:lnTo>
                  <a:pt x="779000" y="619048"/>
                </a:lnTo>
                <a:lnTo>
                  <a:pt x="806363" y="592545"/>
                </a:lnTo>
                <a:lnTo>
                  <a:pt x="800670" y="556747"/>
                </a:lnTo>
                <a:lnTo>
                  <a:pt x="755809" y="528620"/>
                </a:lnTo>
                <a:lnTo>
                  <a:pt x="788837" y="528127"/>
                </a:lnTo>
                <a:lnTo>
                  <a:pt x="805878" y="493653"/>
                </a:lnTo>
                <a:lnTo>
                  <a:pt x="858763" y="479682"/>
                </a:lnTo>
                <a:lnTo>
                  <a:pt x="793863" y="479773"/>
                </a:lnTo>
                <a:lnTo>
                  <a:pt x="786062" y="431002"/>
                </a:lnTo>
                <a:lnTo>
                  <a:pt x="834724" y="412514"/>
                </a:lnTo>
                <a:lnTo>
                  <a:pt x="823351" y="351905"/>
                </a:lnTo>
                <a:lnTo>
                  <a:pt x="854666" y="346021"/>
                </a:lnTo>
                <a:lnTo>
                  <a:pt x="819678" y="324998"/>
                </a:lnTo>
                <a:lnTo>
                  <a:pt x="866854" y="310093"/>
                </a:lnTo>
                <a:lnTo>
                  <a:pt x="880356" y="277123"/>
                </a:lnTo>
                <a:lnTo>
                  <a:pt x="829158" y="211711"/>
                </a:lnTo>
                <a:lnTo>
                  <a:pt x="762739" y="188601"/>
                </a:lnTo>
                <a:lnTo>
                  <a:pt x="766678" y="162820"/>
                </a:lnTo>
                <a:lnTo>
                  <a:pt x="748319" y="164968"/>
                </a:lnTo>
                <a:lnTo>
                  <a:pt x="724606" y="137430"/>
                </a:lnTo>
                <a:lnTo>
                  <a:pt x="726011" y="90669"/>
                </a:lnTo>
                <a:lnTo>
                  <a:pt x="709503" y="105951"/>
                </a:lnTo>
                <a:lnTo>
                  <a:pt x="685221" y="77232"/>
                </a:lnTo>
                <a:lnTo>
                  <a:pt x="706245" y="51975"/>
                </a:lnTo>
                <a:lnTo>
                  <a:pt x="686475" y="47093"/>
                </a:lnTo>
                <a:lnTo>
                  <a:pt x="688326" y="32199"/>
                </a:lnTo>
                <a:lnTo>
                  <a:pt x="663519" y="55959"/>
                </a:lnTo>
                <a:lnTo>
                  <a:pt x="612034" y="28732"/>
                </a:lnTo>
                <a:lnTo>
                  <a:pt x="600720" y="44379"/>
                </a:lnTo>
                <a:lnTo>
                  <a:pt x="571522" y="18884"/>
                </a:lnTo>
                <a:lnTo>
                  <a:pt x="585505" y="12478"/>
                </a:lnTo>
                <a:lnTo>
                  <a:pt x="545891" y="0"/>
                </a:lnTo>
                <a:lnTo>
                  <a:pt x="516929" y="15338"/>
                </a:lnTo>
                <a:lnTo>
                  <a:pt x="412289" y="3371"/>
                </a:lnTo>
                <a:lnTo>
                  <a:pt x="397174" y="25187"/>
                </a:lnTo>
                <a:lnTo>
                  <a:pt x="415773" y="45721"/>
                </a:lnTo>
                <a:lnTo>
                  <a:pt x="374923" y="72483"/>
                </a:lnTo>
                <a:lnTo>
                  <a:pt x="339523" y="68752"/>
                </a:lnTo>
                <a:lnTo>
                  <a:pt x="339802" y="43281"/>
                </a:lnTo>
                <a:lnTo>
                  <a:pt x="275669" y="62277"/>
                </a:lnTo>
                <a:lnTo>
                  <a:pt x="263923" y="80755"/>
                </a:lnTo>
                <a:lnTo>
                  <a:pt x="223260" y="80769"/>
                </a:lnTo>
                <a:lnTo>
                  <a:pt x="204237" y="62570"/>
                </a:lnTo>
                <a:lnTo>
                  <a:pt x="122423" y="72986"/>
                </a:lnTo>
                <a:lnTo>
                  <a:pt x="114417" y="61114"/>
                </a:lnTo>
                <a:lnTo>
                  <a:pt x="103226" y="74523"/>
                </a:lnTo>
                <a:lnTo>
                  <a:pt x="97896" y="58896"/>
                </a:lnTo>
                <a:lnTo>
                  <a:pt x="87746" y="110583"/>
                </a:lnTo>
                <a:lnTo>
                  <a:pt x="34773" y="108565"/>
                </a:lnTo>
                <a:lnTo>
                  <a:pt x="12343" y="124936"/>
                </a:lnTo>
                <a:lnTo>
                  <a:pt x="0" y="163613"/>
                </a:lnTo>
                <a:lnTo>
                  <a:pt x="49999" y="178241"/>
                </a:lnTo>
                <a:lnTo>
                  <a:pt x="38838" y="192839"/>
                </a:lnTo>
                <a:lnTo>
                  <a:pt x="69283" y="206303"/>
                </a:lnTo>
                <a:lnTo>
                  <a:pt x="58422" y="218656"/>
                </a:lnTo>
                <a:lnTo>
                  <a:pt x="71338" y="210692"/>
                </a:lnTo>
                <a:lnTo>
                  <a:pt x="71037" y="230125"/>
                </a:lnTo>
                <a:lnTo>
                  <a:pt x="149205" y="279802"/>
                </a:lnTo>
                <a:lnTo>
                  <a:pt x="220676" y="284544"/>
                </a:lnTo>
                <a:lnTo>
                  <a:pt x="271770" y="267372"/>
                </a:lnTo>
                <a:lnTo>
                  <a:pt x="301686" y="224199"/>
                </a:lnTo>
                <a:lnTo>
                  <a:pt x="358995" y="223558"/>
                </a:lnTo>
                <a:lnTo>
                  <a:pt x="277789" y="322301"/>
                </a:lnTo>
                <a:lnTo>
                  <a:pt x="242529" y="340968"/>
                </a:lnTo>
                <a:lnTo>
                  <a:pt x="223153" y="332513"/>
                </a:lnTo>
                <a:lnTo>
                  <a:pt x="212721" y="351170"/>
                </a:lnTo>
                <a:lnTo>
                  <a:pt x="143632" y="375699"/>
                </a:lnTo>
                <a:lnTo>
                  <a:pt x="148934" y="341865"/>
                </a:lnTo>
                <a:lnTo>
                  <a:pt x="126903" y="346600"/>
                </a:lnTo>
                <a:lnTo>
                  <a:pt x="131399" y="332988"/>
                </a:lnTo>
                <a:lnTo>
                  <a:pt x="113152" y="358338"/>
                </a:lnTo>
                <a:lnTo>
                  <a:pt x="282432" y="545841"/>
                </a:lnTo>
                <a:lnTo>
                  <a:pt x="374212" y="600021"/>
                </a:lnTo>
                <a:lnTo>
                  <a:pt x="552925" y="524450"/>
                </a:lnTo>
                <a:lnTo>
                  <a:pt x="580139" y="460780"/>
                </a:lnTo>
                <a:lnTo>
                  <a:pt x="559872" y="433572"/>
                </a:lnTo>
                <a:lnTo>
                  <a:pt x="589094" y="357676"/>
                </a:lnTo>
                <a:lnTo>
                  <a:pt x="596566" y="373541"/>
                </a:lnTo>
                <a:lnTo>
                  <a:pt x="608824" y="356889"/>
                </a:lnTo>
                <a:lnTo>
                  <a:pt x="642066" y="370227"/>
                </a:lnTo>
                <a:lnTo>
                  <a:pt x="667511" y="358646"/>
                </a:lnTo>
                <a:lnTo>
                  <a:pt x="642391" y="378809"/>
                </a:lnTo>
                <a:lnTo>
                  <a:pt x="617776" y="375346"/>
                </a:lnTo>
                <a:lnTo>
                  <a:pt x="607737" y="414634"/>
                </a:lnTo>
                <a:lnTo>
                  <a:pt x="629761" y="411455"/>
                </a:lnTo>
                <a:lnTo>
                  <a:pt x="610488" y="452854"/>
                </a:lnTo>
                <a:lnTo>
                  <a:pt x="649188" y="455893"/>
                </a:lnTo>
                <a:lnTo>
                  <a:pt x="622184" y="466729"/>
                </a:lnTo>
                <a:lnTo>
                  <a:pt x="639400" y="473660"/>
                </a:lnTo>
                <a:lnTo>
                  <a:pt x="620212" y="506725"/>
                </a:lnTo>
                <a:lnTo>
                  <a:pt x="662543" y="617390"/>
                </a:lnTo>
                <a:lnTo>
                  <a:pt x="639414" y="683221"/>
                </a:lnTo>
                <a:lnTo>
                  <a:pt x="670564" y="672190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Haryāna"/>
          <p:cNvSpPr/>
          <p:nvPr/>
        </p:nvSpPr>
        <p:spPr>
          <a:xfrm>
            <a:off x="8084909" y="2640290"/>
            <a:ext cx="433041" cy="485323"/>
          </a:xfrm>
          <a:custGeom>
            <a:avLst/>
            <a:gdLst/>
            <a:ahLst/>
            <a:cxnLst/>
            <a:rect l="l" t="t" r="r" b="b"/>
            <a:pathLst>
              <a:path w="433041" h="485323">
                <a:moveTo>
                  <a:pt x="397187" y="357161"/>
                </a:moveTo>
                <a:lnTo>
                  <a:pt x="373502" y="373368"/>
                </a:lnTo>
                <a:lnTo>
                  <a:pt x="327134" y="346831"/>
                </a:lnTo>
                <a:lnTo>
                  <a:pt x="341559" y="340000"/>
                </a:lnTo>
                <a:lnTo>
                  <a:pt x="342539" y="311630"/>
                </a:lnTo>
                <a:lnTo>
                  <a:pt x="380937" y="302237"/>
                </a:lnTo>
                <a:lnTo>
                  <a:pt x="365942" y="171048"/>
                </a:lnTo>
                <a:lnTo>
                  <a:pt x="433041" y="80227"/>
                </a:lnTo>
                <a:lnTo>
                  <a:pt x="378533" y="65864"/>
                </a:lnTo>
                <a:lnTo>
                  <a:pt x="372502" y="33147"/>
                </a:lnTo>
                <a:lnTo>
                  <a:pt x="337837" y="776"/>
                </a:lnTo>
                <a:lnTo>
                  <a:pt x="318340" y="0"/>
                </a:lnTo>
                <a:lnTo>
                  <a:pt x="340589" y="77652"/>
                </a:lnTo>
                <a:lnTo>
                  <a:pt x="313489" y="71612"/>
                </a:lnTo>
                <a:lnTo>
                  <a:pt x="287957" y="96060"/>
                </a:lnTo>
                <a:lnTo>
                  <a:pt x="301726" y="107589"/>
                </a:lnTo>
                <a:lnTo>
                  <a:pt x="286512" y="123914"/>
                </a:lnTo>
                <a:lnTo>
                  <a:pt x="269409" y="106539"/>
                </a:lnTo>
                <a:lnTo>
                  <a:pt x="255425" y="121045"/>
                </a:lnTo>
                <a:lnTo>
                  <a:pt x="239624" y="111867"/>
                </a:lnTo>
                <a:lnTo>
                  <a:pt x="244632" y="157266"/>
                </a:lnTo>
                <a:lnTo>
                  <a:pt x="216887" y="173643"/>
                </a:lnTo>
                <a:lnTo>
                  <a:pt x="136024" y="163970"/>
                </a:lnTo>
                <a:lnTo>
                  <a:pt x="104981" y="203593"/>
                </a:lnTo>
                <a:lnTo>
                  <a:pt x="105845" y="171863"/>
                </a:lnTo>
                <a:lnTo>
                  <a:pt x="86066" y="148257"/>
                </a:lnTo>
                <a:lnTo>
                  <a:pt x="5758" y="145697"/>
                </a:lnTo>
                <a:lnTo>
                  <a:pt x="0" y="173257"/>
                </a:lnTo>
                <a:lnTo>
                  <a:pt x="19227" y="172235"/>
                </a:lnTo>
                <a:lnTo>
                  <a:pt x="16895" y="235629"/>
                </a:lnTo>
                <a:lnTo>
                  <a:pt x="51691" y="224262"/>
                </a:lnTo>
                <a:lnTo>
                  <a:pt x="82848" y="250222"/>
                </a:lnTo>
                <a:lnTo>
                  <a:pt x="129237" y="246342"/>
                </a:lnTo>
                <a:lnTo>
                  <a:pt x="150147" y="342241"/>
                </a:lnTo>
                <a:lnTo>
                  <a:pt x="224088" y="411257"/>
                </a:lnTo>
                <a:lnTo>
                  <a:pt x="202371" y="420650"/>
                </a:lnTo>
                <a:lnTo>
                  <a:pt x="216520" y="422723"/>
                </a:lnTo>
                <a:lnTo>
                  <a:pt x="201509" y="444205"/>
                </a:lnTo>
                <a:lnTo>
                  <a:pt x="209075" y="457410"/>
                </a:lnTo>
                <a:lnTo>
                  <a:pt x="241020" y="461060"/>
                </a:lnTo>
                <a:lnTo>
                  <a:pt x="232721" y="435421"/>
                </a:lnTo>
                <a:lnTo>
                  <a:pt x="258274" y="429213"/>
                </a:lnTo>
                <a:lnTo>
                  <a:pt x="251344" y="407024"/>
                </a:lnTo>
                <a:lnTo>
                  <a:pt x="276749" y="411596"/>
                </a:lnTo>
                <a:lnTo>
                  <a:pt x="286776" y="439171"/>
                </a:lnTo>
                <a:lnTo>
                  <a:pt x="328368" y="400691"/>
                </a:lnTo>
                <a:lnTo>
                  <a:pt x="345272" y="413109"/>
                </a:lnTo>
                <a:lnTo>
                  <a:pt x="336967" y="485323"/>
                </a:lnTo>
                <a:lnTo>
                  <a:pt x="361213" y="472868"/>
                </a:lnTo>
                <a:lnTo>
                  <a:pt x="355554" y="460370"/>
                </a:lnTo>
                <a:lnTo>
                  <a:pt x="407769" y="455509"/>
                </a:lnTo>
                <a:lnTo>
                  <a:pt x="424824" y="440703"/>
                </a:lnTo>
                <a:lnTo>
                  <a:pt x="415026" y="420720"/>
                </a:lnTo>
                <a:lnTo>
                  <a:pt x="425575" y="397595"/>
                </a:lnTo>
                <a:lnTo>
                  <a:pt x="397187" y="357161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Himāchal Pradesh"/>
          <p:cNvSpPr/>
          <p:nvPr/>
        </p:nvSpPr>
        <p:spPr>
          <a:xfrm>
            <a:off x="8239671" y="2289373"/>
            <a:ext cx="472785" cy="426832"/>
          </a:xfrm>
          <a:custGeom>
            <a:avLst/>
            <a:gdLst/>
            <a:ahLst/>
            <a:cxnLst/>
            <a:rect l="l" t="t" r="r" b="b"/>
            <a:pathLst>
              <a:path w="472785" h="426832">
                <a:moveTo>
                  <a:pt x="274357" y="426832"/>
                </a:moveTo>
                <a:lnTo>
                  <a:pt x="307937" y="410309"/>
                </a:lnTo>
                <a:lnTo>
                  <a:pt x="292047" y="371933"/>
                </a:lnTo>
                <a:lnTo>
                  <a:pt x="319402" y="314216"/>
                </a:lnTo>
                <a:lnTo>
                  <a:pt x="384350" y="294136"/>
                </a:lnTo>
                <a:lnTo>
                  <a:pt x="472785" y="320468"/>
                </a:lnTo>
                <a:lnTo>
                  <a:pt x="436882" y="282232"/>
                </a:lnTo>
                <a:lnTo>
                  <a:pt x="433112" y="260319"/>
                </a:lnTo>
                <a:lnTo>
                  <a:pt x="450354" y="246129"/>
                </a:lnTo>
                <a:lnTo>
                  <a:pt x="430738" y="221054"/>
                </a:lnTo>
                <a:lnTo>
                  <a:pt x="441238" y="188593"/>
                </a:lnTo>
                <a:lnTo>
                  <a:pt x="396058" y="151463"/>
                </a:lnTo>
                <a:lnTo>
                  <a:pt x="407124" y="125766"/>
                </a:lnTo>
                <a:lnTo>
                  <a:pt x="396015" y="112782"/>
                </a:lnTo>
                <a:lnTo>
                  <a:pt x="373867" y="112378"/>
                </a:lnTo>
                <a:lnTo>
                  <a:pt x="386786" y="74662"/>
                </a:lnTo>
                <a:lnTo>
                  <a:pt x="335263" y="95112"/>
                </a:lnTo>
                <a:lnTo>
                  <a:pt x="289101" y="40039"/>
                </a:lnTo>
                <a:lnTo>
                  <a:pt x="241512" y="65698"/>
                </a:lnTo>
                <a:lnTo>
                  <a:pt x="185306" y="34102"/>
                </a:lnTo>
                <a:lnTo>
                  <a:pt x="165850" y="0"/>
                </a:lnTo>
                <a:lnTo>
                  <a:pt x="112899" y="10517"/>
                </a:lnTo>
                <a:lnTo>
                  <a:pt x="49730" y="57252"/>
                </a:lnTo>
                <a:lnTo>
                  <a:pt x="34277" y="48905"/>
                </a:lnTo>
                <a:lnTo>
                  <a:pt x="47348" y="90913"/>
                </a:lnTo>
                <a:lnTo>
                  <a:pt x="33024" y="110997"/>
                </a:lnTo>
                <a:lnTo>
                  <a:pt x="47312" y="128300"/>
                </a:lnTo>
                <a:lnTo>
                  <a:pt x="3191" y="152289"/>
                </a:lnTo>
                <a:lnTo>
                  <a:pt x="0" y="177193"/>
                </a:lnTo>
                <a:lnTo>
                  <a:pt x="43697" y="195059"/>
                </a:lnTo>
                <a:lnTo>
                  <a:pt x="81006" y="291125"/>
                </a:lnTo>
                <a:lnTo>
                  <a:pt x="108059" y="271658"/>
                </a:lnTo>
                <a:lnTo>
                  <a:pt x="116995" y="295238"/>
                </a:lnTo>
                <a:lnTo>
                  <a:pt x="144982" y="303642"/>
                </a:lnTo>
                <a:lnTo>
                  <a:pt x="142620" y="337064"/>
                </a:lnTo>
                <a:lnTo>
                  <a:pt x="216912" y="383015"/>
                </a:lnTo>
                <a:lnTo>
                  <a:pt x="223771" y="416781"/>
                </a:lnTo>
                <a:lnTo>
                  <a:pt x="274357" y="426832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Jammu and Kashmīr"/>
          <p:cNvSpPr/>
          <p:nvPr/>
        </p:nvSpPr>
        <p:spPr>
          <a:xfrm>
            <a:off x="7934357" y="2013147"/>
            <a:ext cx="464855" cy="422618"/>
          </a:xfrm>
          <a:custGeom>
            <a:avLst/>
            <a:gdLst/>
            <a:ahLst/>
            <a:cxnLst/>
            <a:rect l="l" t="t" r="r" b="b"/>
            <a:pathLst>
              <a:path w="464855" h="422618">
                <a:moveTo>
                  <a:pt x="102947" y="0"/>
                </a:moveTo>
                <a:lnTo>
                  <a:pt x="88547" y="34384"/>
                </a:lnTo>
                <a:lnTo>
                  <a:pt x="49741" y="47890"/>
                </a:lnTo>
                <a:lnTo>
                  <a:pt x="36003" y="80560"/>
                </a:lnTo>
                <a:lnTo>
                  <a:pt x="7879" y="79670"/>
                </a:lnTo>
                <a:lnTo>
                  <a:pt x="0" y="109456"/>
                </a:lnTo>
                <a:lnTo>
                  <a:pt x="27563" y="182639"/>
                </a:lnTo>
                <a:lnTo>
                  <a:pt x="32824" y="301214"/>
                </a:lnTo>
                <a:lnTo>
                  <a:pt x="54778" y="319746"/>
                </a:lnTo>
                <a:lnTo>
                  <a:pt x="78577" y="316580"/>
                </a:lnTo>
                <a:lnTo>
                  <a:pt x="135688" y="350601"/>
                </a:lnTo>
                <a:lnTo>
                  <a:pt x="182036" y="338190"/>
                </a:lnTo>
                <a:lnTo>
                  <a:pt x="179741" y="391296"/>
                </a:lnTo>
                <a:lnTo>
                  <a:pt x="226663" y="389738"/>
                </a:lnTo>
                <a:lnTo>
                  <a:pt x="295730" y="422618"/>
                </a:lnTo>
                <a:lnTo>
                  <a:pt x="351793" y="369528"/>
                </a:lnTo>
                <a:lnTo>
                  <a:pt x="339591" y="325131"/>
                </a:lnTo>
                <a:lnTo>
                  <a:pt x="355044" y="333478"/>
                </a:lnTo>
                <a:lnTo>
                  <a:pt x="418213" y="286743"/>
                </a:lnTo>
                <a:lnTo>
                  <a:pt x="464855" y="287830"/>
                </a:lnTo>
                <a:lnTo>
                  <a:pt x="448155" y="249380"/>
                </a:lnTo>
                <a:lnTo>
                  <a:pt x="410886" y="224340"/>
                </a:lnTo>
                <a:lnTo>
                  <a:pt x="389874" y="229825"/>
                </a:lnTo>
                <a:lnTo>
                  <a:pt x="398179" y="203155"/>
                </a:lnTo>
                <a:lnTo>
                  <a:pt x="364823" y="168207"/>
                </a:lnTo>
                <a:lnTo>
                  <a:pt x="338235" y="171746"/>
                </a:lnTo>
                <a:lnTo>
                  <a:pt x="318105" y="135845"/>
                </a:lnTo>
                <a:lnTo>
                  <a:pt x="277685" y="121579"/>
                </a:lnTo>
                <a:lnTo>
                  <a:pt x="253416" y="44209"/>
                </a:lnTo>
                <a:lnTo>
                  <a:pt x="232999" y="30358"/>
                </a:lnTo>
                <a:lnTo>
                  <a:pt x="210487" y="49375"/>
                </a:lnTo>
                <a:lnTo>
                  <a:pt x="164249" y="31071"/>
                </a:lnTo>
                <a:lnTo>
                  <a:pt x="153466" y="125"/>
                </a:lnTo>
                <a:lnTo>
                  <a:pt x="102947" y="0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Jhārkhand"/>
          <p:cNvSpPr/>
          <p:nvPr/>
        </p:nvSpPr>
        <p:spPr>
          <a:xfrm>
            <a:off x="9310825" y="3469706"/>
            <a:ext cx="640984" cy="504392"/>
          </a:xfrm>
          <a:custGeom>
            <a:avLst/>
            <a:gdLst/>
            <a:ahLst/>
            <a:cxnLst/>
            <a:rect l="l" t="t" r="r" b="b"/>
            <a:pathLst>
              <a:path w="640984" h="504392">
                <a:moveTo>
                  <a:pt x="0" y="186250"/>
                </a:moveTo>
                <a:lnTo>
                  <a:pt x="51991" y="228178"/>
                </a:lnTo>
                <a:lnTo>
                  <a:pt x="61681" y="259793"/>
                </a:lnTo>
                <a:lnTo>
                  <a:pt x="95092" y="255998"/>
                </a:lnTo>
                <a:lnTo>
                  <a:pt x="97983" y="329810"/>
                </a:lnTo>
                <a:lnTo>
                  <a:pt x="113496" y="355857"/>
                </a:lnTo>
                <a:lnTo>
                  <a:pt x="147614" y="359771"/>
                </a:lnTo>
                <a:lnTo>
                  <a:pt x="94031" y="421571"/>
                </a:lnTo>
                <a:lnTo>
                  <a:pt x="133160" y="448788"/>
                </a:lnTo>
                <a:lnTo>
                  <a:pt x="240579" y="427681"/>
                </a:lnTo>
                <a:lnTo>
                  <a:pt x="247475" y="456014"/>
                </a:lnTo>
                <a:lnTo>
                  <a:pt x="229461" y="487630"/>
                </a:lnTo>
                <a:lnTo>
                  <a:pt x="264251" y="498572"/>
                </a:lnTo>
                <a:lnTo>
                  <a:pt x="282660" y="475937"/>
                </a:lnTo>
                <a:lnTo>
                  <a:pt x="326170" y="491828"/>
                </a:lnTo>
                <a:lnTo>
                  <a:pt x="343085" y="482635"/>
                </a:lnTo>
                <a:lnTo>
                  <a:pt x="337355" y="500726"/>
                </a:lnTo>
                <a:lnTo>
                  <a:pt x="356916" y="504392"/>
                </a:lnTo>
                <a:lnTo>
                  <a:pt x="376049" y="415254"/>
                </a:lnTo>
                <a:lnTo>
                  <a:pt x="430652" y="454703"/>
                </a:lnTo>
                <a:lnTo>
                  <a:pt x="473770" y="468459"/>
                </a:lnTo>
                <a:lnTo>
                  <a:pt x="493029" y="457417"/>
                </a:lnTo>
                <a:lnTo>
                  <a:pt x="475809" y="414032"/>
                </a:lnTo>
                <a:lnTo>
                  <a:pt x="427835" y="381895"/>
                </a:lnTo>
                <a:lnTo>
                  <a:pt x="445508" y="352278"/>
                </a:lnTo>
                <a:lnTo>
                  <a:pt x="400643" y="351467"/>
                </a:lnTo>
                <a:lnTo>
                  <a:pt x="355103" y="327521"/>
                </a:lnTo>
                <a:lnTo>
                  <a:pt x="351873" y="279715"/>
                </a:lnTo>
                <a:lnTo>
                  <a:pt x="377255" y="278014"/>
                </a:lnTo>
                <a:lnTo>
                  <a:pt x="376937" y="263183"/>
                </a:lnTo>
                <a:lnTo>
                  <a:pt x="412708" y="289223"/>
                </a:lnTo>
                <a:lnTo>
                  <a:pt x="433716" y="256691"/>
                </a:lnTo>
                <a:lnTo>
                  <a:pt x="480446" y="247856"/>
                </a:lnTo>
                <a:lnTo>
                  <a:pt x="481296" y="225681"/>
                </a:lnTo>
                <a:lnTo>
                  <a:pt x="541568" y="227428"/>
                </a:lnTo>
                <a:lnTo>
                  <a:pt x="542221" y="194703"/>
                </a:lnTo>
                <a:lnTo>
                  <a:pt x="571942" y="203789"/>
                </a:lnTo>
                <a:lnTo>
                  <a:pt x="577140" y="183835"/>
                </a:lnTo>
                <a:lnTo>
                  <a:pt x="604501" y="179165"/>
                </a:lnTo>
                <a:lnTo>
                  <a:pt x="596703" y="163401"/>
                </a:lnTo>
                <a:lnTo>
                  <a:pt x="619210" y="144237"/>
                </a:lnTo>
                <a:lnTo>
                  <a:pt x="615103" y="114296"/>
                </a:lnTo>
                <a:lnTo>
                  <a:pt x="634093" y="113993"/>
                </a:lnTo>
                <a:lnTo>
                  <a:pt x="621475" y="87846"/>
                </a:lnTo>
                <a:lnTo>
                  <a:pt x="640984" y="57128"/>
                </a:lnTo>
                <a:lnTo>
                  <a:pt x="589116" y="0"/>
                </a:lnTo>
                <a:lnTo>
                  <a:pt x="529058" y="48268"/>
                </a:lnTo>
                <a:lnTo>
                  <a:pt x="515312" y="110592"/>
                </a:lnTo>
                <a:lnTo>
                  <a:pt x="453321" y="110651"/>
                </a:lnTo>
                <a:lnTo>
                  <a:pt x="431422" y="146522"/>
                </a:lnTo>
                <a:lnTo>
                  <a:pt x="377416" y="85040"/>
                </a:lnTo>
                <a:lnTo>
                  <a:pt x="333296" y="78914"/>
                </a:lnTo>
                <a:lnTo>
                  <a:pt x="323784" y="115007"/>
                </a:lnTo>
                <a:lnTo>
                  <a:pt x="282630" y="118548"/>
                </a:lnTo>
                <a:lnTo>
                  <a:pt x="243604" y="145844"/>
                </a:lnTo>
                <a:lnTo>
                  <a:pt x="217973" y="145870"/>
                </a:lnTo>
                <a:lnTo>
                  <a:pt x="203886" y="122224"/>
                </a:lnTo>
                <a:lnTo>
                  <a:pt x="161515" y="158691"/>
                </a:lnTo>
                <a:lnTo>
                  <a:pt x="133958" y="117769"/>
                </a:lnTo>
                <a:lnTo>
                  <a:pt x="107802" y="130155"/>
                </a:lnTo>
                <a:lnTo>
                  <a:pt x="93955" y="105481"/>
                </a:lnTo>
                <a:lnTo>
                  <a:pt x="75169" y="121990"/>
                </a:lnTo>
                <a:lnTo>
                  <a:pt x="9921" y="126281"/>
                </a:lnTo>
                <a:lnTo>
                  <a:pt x="17643" y="147012"/>
                </a:lnTo>
                <a:lnTo>
                  <a:pt x="0" y="186250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Karnātaka"/>
          <p:cNvSpPr/>
          <p:nvPr/>
        </p:nvSpPr>
        <p:spPr>
          <a:xfrm>
            <a:off x="8031698" y="4499339"/>
            <a:ext cx="622378" cy="1023151"/>
          </a:xfrm>
          <a:custGeom>
            <a:avLst/>
            <a:gdLst/>
            <a:ahLst/>
            <a:cxnLst/>
            <a:rect l="l" t="t" r="r" b="b"/>
            <a:pathLst>
              <a:path w="622378" h="1023151">
                <a:moveTo>
                  <a:pt x="3511" y="417878"/>
                </a:moveTo>
                <a:lnTo>
                  <a:pt x="21812" y="417094"/>
                </a:lnTo>
                <a:lnTo>
                  <a:pt x="33720" y="471175"/>
                </a:lnTo>
                <a:lnTo>
                  <a:pt x="21935" y="476607"/>
                </a:lnTo>
                <a:lnTo>
                  <a:pt x="28188" y="509050"/>
                </a:lnTo>
                <a:lnTo>
                  <a:pt x="0" y="544434"/>
                </a:lnTo>
                <a:lnTo>
                  <a:pt x="23556" y="557114"/>
                </a:lnTo>
                <a:lnTo>
                  <a:pt x="71603" y="684340"/>
                </a:lnTo>
                <a:lnTo>
                  <a:pt x="104390" y="844292"/>
                </a:lnTo>
                <a:lnTo>
                  <a:pt x="170773" y="874394"/>
                </a:lnTo>
                <a:lnTo>
                  <a:pt x="182944" y="919776"/>
                </a:lnTo>
                <a:lnTo>
                  <a:pt x="244490" y="969140"/>
                </a:lnTo>
                <a:lnTo>
                  <a:pt x="279659" y="966174"/>
                </a:lnTo>
                <a:lnTo>
                  <a:pt x="280699" y="985341"/>
                </a:lnTo>
                <a:lnTo>
                  <a:pt x="349078" y="1021568"/>
                </a:lnTo>
                <a:lnTo>
                  <a:pt x="382279" y="1023151"/>
                </a:lnTo>
                <a:lnTo>
                  <a:pt x="400201" y="991077"/>
                </a:lnTo>
                <a:lnTo>
                  <a:pt x="418856" y="1004628"/>
                </a:lnTo>
                <a:lnTo>
                  <a:pt x="437159" y="990904"/>
                </a:lnTo>
                <a:lnTo>
                  <a:pt x="461727" y="998691"/>
                </a:lnTo>
                <a:lnTo>
                  <a:pt x="470991" y="971458"/>
                </a:lnTo>
                <a:lnTo>
                  <a:pt x="496127" y="970162"/>
                </a:lnTo>
                <a:lnTo>
                  <a:pt x="510117" y="946036"/>
                </a:lnTo>
                <a:lnTo>
                  <a:pt x="467928" y="931968"/>
                </a:lnTo>
                <a:lnTo>
                  <a:pt x="487975" y="908040"/>
                </a:lnTo>
                <a:lnTo>
                  <a:pt x="485492" y="863416"/>
                </a:lnTo>
                <a:lnTo>
                  <a:pt x="505025" y="862545"/>
                </a:lnTo>
                <a:lnTo>
                  <a:pt x="518332" y="833089"/>
                </a:lnTo>
                <a:lnTo>
                  <a:pt x="573022" y="849460"/>
                </a:lnTo>
                <a:lnTo>
                  <a:pt x="590321" y="822580"/>
                </a:lnTo>
                <a:lnTo>
                  <a:pt x="605401" y="833622"/>
                </a:lnTo>
                <a:lnTo>
                  <a:pt x="597978" y="821904"/>
                </a:lnTo>
                <a:lnTo>
                  <a:pt x="622378" y="771844"/>
                </a:lnTo>
                <a:lnTo>
                  <a:pt x="593268" y="764182"/>
                </a:lnTo>
                <a:lnTo>
                  <a:pt x="596746" y="726077"/>
                </a:lnTo>
                <a:lnTo>
                  <a:pt x="553104" y="717746"/>
                </a:lnTo>
                <a:lnTo>
                  <a:pt x="558163" y="687552"/>
                </a:lnTo>
                <a:lnTo>
                  <a:pt x="534531" y="690239"/>
                </a:lnTo>
                <a:lnTo>
                  <a:pt x="537170" y="670421"/>
                </a:lnTo>
                <a:lnTo>
                  <a:pt x="475297" y="710591"/>
                </a:lnTo>
                <a:lnTo>
                  <a:pt x="462458" y="687870"/>
                </a:lnTo>
                <a:lnTo>
                  <a:pt x="428142" y="675635"/>
                </a:lnTo>
                <a:lnTo>
                  <a:pt x="426527" y="699992"/>
                </a:lnTo>
                <a:lnTo>
                  <a:pt x="402356" y="702445"/>
                </a:lnTo>
                <a:lnTo>
                  <a:pt x="408332" y="674404"/>
                </a:lnTo>
                <a:lnTo>
                  <a:pt x="387959" y="639419"/>
                </a:lnTo>
                <a:lnTo>
                  <a:pt x="405795" y="638094"/>
                </a:lnTo>
                <a:lnTo>
                  <a:pt x="423228" y="664294"/>
                </a:lnTo>
                <a:lnTo>
                  <a:pt x="447186" y="659991"/>
                </a:lnTo>
                <a:lnTo>
                  <a:pt x="457958" y="681143"/>
                </a:lnTo>
                <a:lnTo>
                  <a:pt x="451221" y="645066"/>
                </a:lnTo>
                <a:lnTo>
                  <a:pt x="472289" y="641016"/>
                </a:lnTo>
                <a:lnTo>
                  <a:pt x="472339" y="625099"/>
                </a:lnTo>
                <a:lnTo>
                  <a:pt x="456959" y="614340"/>
                </a:lnTo>
                <a:lnTo>
                  <a:pt x="456846" y="634779"/>
                </a:lnTo>
                <a:lnTo>
                  <a:pt x="424353" y="613404"/>
                </a:lnTo>
                <a:lnTo>
                  <a:pt x="417486" y="631643"/>
                </a:lnTo>
                <a:lnTo>
                  <a:pt x="394263" y="627956"/>
                </a:lnTo>
                <a:lnTo>
                  <a:pt x="386614" y="605402"/>
                </a:lnTo>
                <a:lnTo>
                  <a:pt x="399077" y="592025"/>
                </a:lnTo>
                <a:lnTo>
                  <a:pt x="370022" y="574591"/>
                </a:lnTo>
                <a:lnTo>
                  <a:pt x="384511" y="524500"/>
                </a:lnTo>
                <a:lnTo>
                  <a:pt x="371643" y="503499"/>
                </a:lnTo>
                <a:lnTo>
                  <a:pt x="413984" y="514294"/>
                </a:lnTo>
                <a:lnTo>
                  <a:pt x="425988" y="489625"/>
                </a:lnTo>
                <a:lnTo>
                  <a:pt x="398969" y="440832"/>
                </a:lnTo>
                <a:lnTo>
                  <a:pt x="420414" y="415811"/>
                </a:lnTo>
                <a:lnTo>
                  <a:pt x="407084" y="387293"/>
                </a:lnTo>
                <a:lnTo>
                  <a:pt x="428226" y="372393"/>
                </a:lnTo>
                <a:lnTo>
                  <a:pt x="473668" y="376863"/>
                </a:lnTo>
                <a:lnTo>
                  <a:pt x="470431" y="327845"/>
                </a:lnTo>
                <a:lnTo>
                  <a:pt x="485351" y="322183"/>
                </a:lnTo>
                <a:lnTo>
                  <a:pt x="435232" y="295385"/>
                </a:lnTo>
                <a:lnTo>
                  <a:pt x="467293" y="276549"/>
                </a:lnTo>
                <a:lnTo>
                  <a:pt x="472159" y="214564"/>
                </a:lnTo>
                <a:lnTo>
                  <a:pt x="455217" y="183453"/>
                </a:lnTo>
                <a:lnTo>
                  <a:pt x="498458" y="142420"/>
                </a:lnTo>
                <a:lnTo>
                  <a:pt x="463932" y="129504"/>
                </a:lnTo>
                <a:lnTo>
                  <a:pt x="493392" y="72055"/>
                </a:lnTo>
                <a:lnTo>
                  <a:pt x="478406" y="59025"/>
                </a:lnTo>
                <a:lnTo>
                  <a:pt x="486408" y="25408"/>
                </a:lnTo>
                <a:lnTo>
                  <a:pt x="453225" y="21560"/>
                </a:lnTo>
                <a:lnTo>
                  <a:pt x="453204" y="0"/>
                </a:lnTo>
                <a:lnTo>
                  <a:pt x="418017" y="44143"/>
                </a:lnTo>
                <a:lnTo>
                  <a:pt x="395914" y="39327"/>
                </a:lnTo>
                <a:lnTo>
                  <a:pt x="391351" y="79949"/>
                </a:lnTo>
                <a:lnTo>
                  <a:pt x="366562" y="82375"/>
                </a:lnTo>
                <a:lnTo>
                  <a:pt x="359758" y="115019"/>
                </a:lnTo>
                <a:lnTo>
                  <a:pt x="336554" y="103258"/>
                </a:lnTo>
                <a:lnTo>
                  <a:pt x="309967" y="127495"/>
                </a:lnTo>
                <a:lnTo>
                  <a:pt x="317150" y="169722"/>
                </a:lnTo>
                <a:lnTo>
                  <a:pt x="254511" y="168521"/>
                </a:lnTo>
                <a:lnTo>
                  <a:pt x="213267" y="145438"/>
                </a:lnTo>
                <a:lnTo>
                  <a:pt x="218437" y="222334"/>
                </a:lnTo>
                <a:lnTo>
                  <a:pt x="164331" y="223155"/>
                </a:lnTo>
                <a:lnTo>
                  <a:pt x="155274" y="240299"/>
                </a:lnTo>
                <a:lnTo>
                  <a:pt x="116155" y="224916"/>
                </a:lnTo>
                <a:lnTo>
                  <a:pt x="114457" y="250629"/>
                </a:lnTo>
                <a:lnTo>
                  <a:pt x="82825" y="259130"/>
                </a:lnTo>
                <a:lnTo>
                  <a:pt x="82266" y="275363"/>
                </a:lnTo>
                <a:lnTo>
                  <a:pt x="65863" y="283262"/>
                </a:lnTo>
                <a:lnTo>
                  <a:pt x="52044" y="266853"/>
                </a:lnTo>
                <a:lnTo>
                  <a:pt x="24598" y="284144"/>
                </a:lnTo>
                <a:lnTo>
                  <a:pt x="32129" y="325372"/>
                </a:lnTo>
                <a:lnTo>
                  <a:pt x="57351" y="337337"/>
                </a:lnTo>
                <a:lnTo>
                  <a:pt x="37169" y="357900"/>
                </a:lnTo>
                <a:lnTo>
                  <a:pt x="51280" y="359542"/>
                </a:lnTo>
                <a:lnTo>
                  <a:pt x="38021" y="397905"/>
                </a:lnTo>
                <a:lnTo>
                  <a:pt x="3511" y="417878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Kerala"/>
          <p:cNvSpPr/>
          <p:nvPr/>
        </p:nvSpPr>
        <p:spPr>
          <a:xfrm>
            <a:off x="8139098" y="5344167"/>
            <a:ext cx="352261" cy="667486"/>
          </a:xfrm>
          <a:custGeom>
            <a:avLst/>
            <a:gdLst/>
            <a:ahLst/>
            <a:cxnLst/>
            <a:rect l="l" t="t" r="r" b="b"/>
            <a:pathLst>
              <a:path w="352261" h="667486">
                <a:moveTo>
                  <a:pt x="92509" y="163866"/>
                </a:moveTo>
                <a:lnTo>
                  <a:pt x="170595" y="359732"/>
                </a:lnTo>
                <a:lnTo>
                  <a:pt x="232181" y="579780"/>
                </a:lnTo>
                <a:lnTo>
                  <a:pt x="292345" y="658222"/>
                </a:lnTo>
                <a:lnTo>
                  <a:pt x="319475" y="667486"/>
                </a:lnTo>
                <a:lnTo>
                  <a:pt x="334457" y="633625"/>
                </a:lnTo>
                <a:lnTo>
                  <a:pt x="315521" y="562795"/>
                </a:lnTo>
                <a:lnTo>
                  <a:pt x="352261" y="489995"/>
                </a:lnTo>
                <a:lnTo>
                  <a:pt x="318126" y="474492"/>
                </a:lnTo>
                <a:lnTo>
                  <a:pt x="332939" y="422046"/>
                </a:lnTo>
                <a:lnTo>
                  <a:pt x="327740" y="364044"/>
                </a:lnTo>
                <a:lnTo>
                  <a:pt x="292891" y="383929"/>
                </a:lnTo>
                <a:lnTo>
                  <a:pt x="271611" y="371466"/>
                </a:lnTo>
                <a:lnTo>
                  <a:pt x="282324" y="299779"/>
                </a:lnTo>
                <a:lnTo>
                  <a:pt x="247949" y="277810"/>
                </a:lnTo>
                <a:lnTo>
                  <a:pt x="267574" y="259392"/>
                </a:lnTo>
                <a:lnTo>
                  <a:pt x="258402" y="234897"/>
                </a:lnTo>
                <a:lnTo>
                  <a:pt x="220164" y="239422"/>
                </a:lnTo>
                <a:lnTo>
                  <a:pt x="232546" y="213866"/>
                </a:lnTo>
                <a:lnTo>
                  <a:pt x="190918" y="197593"/>
                </a:lnTo>
                <a:lnTo>
                  <a:pt x="189133" y="182163"/>
                </a:lnTo>
                <a:lnTo>
                  <a:pt x="218086" y="171365"/>
                </a:lnTo>
                <a:lnTo>
                  <a:pt x="214043" y="154166"/>
                </a:lnTo>
                <a:lnTo>
                  <a:pt x="173299" y="140513"/>
                </a:lnTo>
                <a:lnTo>
                  <a:pt x="172259" y="121346"/>
                </a:lnTo>
                <a:lnTo>
                  <a:pt x="137090" y="124312"/>
                </a:lnTo>
                <a:lnTo>
                  <a:pt x="75544" y="74948"/>
                </a:lnTo>
                <a:lnTo>
                  <a:pt x="63373" y="29566"/>
                </a:lnTo>
                <a:lnTo>
                  <a:pt x="24659" y="18657"/>
                </a:lnTo>
                <a:lnTo>
                  <a:pt x="18643" y="0"/>
                </a:lnTo>
                <a:lnTo>
                  <a:pt x="0" y="4705"/>
                </a:lnTo>
                <a:lnTo>
                  <a:pt x="46070" y="117233"/>
                </a:lnTo>
                <a:lnTo>
                  <a:pt x="92509" y="163866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Ladākh"/>
          <p:cNvSpPr/>
          <p:nvPr/>
        </p:nvSpPr>
        <p:spPr>
          <a:xfrm>
            <a:off x="7818143" y="1719089"/>
            <a:ext cx="1076839" cy="707480"/>
          </a:xfrm>
          <a:custGeom>
            <a:avLst/>
            <a:gdLst/>
            <a:ahLst/>
            <a:cxnLst/>
            <a:rect l="l" t="t" r="r" b="b"/>
            <a:pathLst>
              <a:path w="1076839" h="707480">
                <a:moveTo>
                  <a:pt x="219161" y="294058"/>
                </a:moveTo>
                <a:lnTo>
                  <a:pt x="269680" y="294183"/>
                </a:lnTo>
                <a:lnTo>
                  <a:pt x="280463" y="325129"/>
                </a:lnTo>
                <a:lnTo>
                  <a:pt x="326701" y="343433"/>
                </a:lnTo>
                <a:lnTo>
                  <a:pt x="349213" y="324416"/>
                </a:lnTo>
                <a:lnTo>
                  <a:pt x="369630" y="338267"/>
                </a:lnTo>
                <a:lnTo>
                  <a:pt x="393899" y="415637"/>
                </a:lnTo>
                <a:lnTo>
                  <a:pt x="434319" y="429903"/>
                </a:lnTo>
                <a:lnTo>
                  <a:pt x="454449" y="465804"/>
                </a:lnTo>
                <a:lnTo>
                  <a:pt x="481037" y="462265"/>
                </a:lnTo>
                <a:lnTo>
                  <a:pt x="514393" y="497213"/>
                </a:lnTo>
                <a:lnTo>
                  <a:pt x="506088" y="523883"/>
                </a:lnTo>
                <a:lnTo>
                  <a:pt x="527100" y="518398"/>
                </a:lnTo>
                <a:lnTo>
                  <a:pt x="564369" y="543438"/>
                </a:lnTo>
                <a:lnTo>
                  <a:pt x="612187" y="608570"/>
                </a:lnTo>
                <a:lnTo>
                  <a:pt x="664580" y="636177"/>
                </a:lnTo>
                <a:lnTo>
                  <a:pt x="714861" y="611240"/>
                </a:lnTo>
                <a:lnTo>
                  <a:pt x="756908" y="665434"/>
                </a:lnTo>
                <a:lnTo>
                  <a:pt x="808289" y="644920"/>
                </a:lnTo>
                <a:lnTo>
                  <a:pt x="799803" y="687448"/>
                </a:lnTo>
                <a:lnTo>
                  <a:pt x="860907" y="653894"/>
                </a:lnTo>
                <a:lnTo>
                  <a:pt x="868952" y="692453"/>
                </a:lnTo>
                <a:lnTo>
                  <a:pt x="890855" y="707480"/>
                </a:lnTo>
                <a:lnTo>
                  <a:pt x="937286" y="669463"/>
                </a:lnTo>
                <a:lnTo>
                  <a:pt x="954924" y="678450"/>
                </a:lnTo>
                <a:lnTo>
                  <a:pt x="979719" y="647578"/>
                </a:lnTo>
                <a:lnTo>
                  <a:pt x="938840" y="606874"/>
                </a:lnTo>
                <a:lnTo>
                  <a:pt x="955657" y="569810"/>
                </a:lnTo>
                <a:lnTo>
                  <a:pt x="886459" y="551792"/>
                </a:lnTo>
                <a:lnTo>
                  <a:pt x="881341" y="514297"/>
                </a:lnTo>
                <a:lnTo>
                  <a:pt x="907699" y="516602"/>
                </a:lnTo>
                <a:lnTo>
                  <a:pt x="879893" y="462770"/>
                </a:lnTo>
                <a:lnTo>
                  <a:pt x="916583" y="448544"/>
                </a:lnTo>
                <a:lnTo>
                  <a:pt x="952930" y="455989"/>
                </a:lnTo>
                <a:lnTo>
                  <a:pt x="974865" y="417380"/>
                </a:lnTo>
                <a:lnTo>
                  <a:pt x="963282" y="388630"/>
                </a:lnTo>
                <a:lnTo>
                  <a:pt x="1002816" y="387021"/>
                </a:lnTo>
                <a:lnTo>
                  <a:pt x="1000307" y="365746"/>
                </a:lnTo>
                <a:lnTo>
                  <a:pt x="1040894" y="352733"/>
                </a:lnTo>
                <a:lnTo>
                  <a:pt x="1076839" y="239626"/>
                </a:lnTo>
                <a:lnTo>
                  <a:pt x="1031219" y="185122"/>
                </a:lnTo>
                <a:lnTo>
                  <a:pt x="994992" y="190458"/>
                </a:lnTo>
                <a:lnTo>
                  <a:pt x="945219" y="161611"/>
                </a:lnTo>
                <a:lnTo>
                  <a:pt x="922704" y="164075"/>
                </a:lnTo>
                <a:lnTo>
                  <a:pt x="911222" y="185353"/>
                </a:lnTo>
                <a:lnTo>
                  <a:pt x="813008" y="192952"/>
                </a:lnTo>
                <a:lnTo>
                  <a:pt x="773422" y="229737"/>
                </a:lnTo>
                <a:lnTo>
                  <a:pt x="747829" y="219572"/>
                </a:lnTo>
                <a:lnTo>
                  <a:pt x="751991" y="242127"/>
                </a:lnTo>
                <a:lnTo>
                  <a:pt x="668828" y="239044"/>
                </a:lnTo>
                <a:lnTo>
                  <a:pt x="660562" y="230048"/>
                </a:lnTo>
                <a:lnTo>
                  <a:pt x="683321" y="230763"/>
                </a:lnTo>
                <a:lnTo>
                  <a:pt x="665576" y="203045"/>
                </a:lnTo>
                <a:lnTo>
                  <a:pt x="589886" y="184078"/>
                </a:lnTo>
                <a:lnTo>
                  <a:pt x="577559" y="167865"/>
                </a:lnTo>
                <a:lnTo>
                  <a:pt x="588509" y="153771"/>
                </a:lnTo>
                <a:lnTo>
                  <a:pt x="566714" y="133447"/>
                </a:lnTo>
                <a:lnTo>
                  <a:pt x="445547" y="75344"/>
                </a:lnTo>
                <a:lnTo>
                  <a:pt x="386623" y="3831"/>
                </a:lnTo>
                <a:lnTo>
                  <a:pt x="328242" y="25681"/>
                </a:lnTo>
                <a:lnTo>
                  <a:pt x="296918" y="0"/>
                </a:lnTo>
                <a:lnTo>
                  <a:pt x="280683" y="19337"/>
                </a:lnTo>
                <a:lnTo>
                  <a:pt x="260083" y="13153"/>
                </a:lnTo>
                <a:lnTo>
                  <a:pt x="208281" y="40560"/>
                </a:lnTo>
                <a:lnTo>
                  <a:pt x="157677" y="24783"/>
                </a:lnTo>
                <a:lnTo>
                  <a:pt x="185957" y="56191"/>
                </a:lnTo>
                <a:lnTo>
                  <a:pt x="73921" y="56487"/>
                </a:lnTo>
                <a:lnTo>
                  <a:pt x="60994" y="92550"/>
                </a:lnTo>
                <a:lnTo>
                  <a:pt x="0" y="133887"/>
                </a:lnTo>
                <a:lnTo>
                  <a:pt x="6466" y="179831"/>
                </a:lnTo>
                <a:lnTo>
                  <a:pt x="76000" y="179100"/>
                </a:lnTo>
                <a:lnTo>
                  <a:pt x="99859" y="216185"/>
                </a:lnTo>
                <a:lnTo>
                  <a:pt x="170776" y="231721"/>
                </a:lnTo>
                <a:lnTo>
                  <a:pt x="161287" y="276449"/>
                </a:lnTo>
                <a:lnTo>
                  <a:pt x="219161" y="294058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Lakshadweep"/>
          <p:cNvSpPr/>
          <p:nvPr/>
        </p:nvSpPr>
        <p:spPr>
          <a:xfrm>
            <a:off x="7847362" y="5572738"/>
            <a:ext cx="3933" cy="11543"/>
          </a:xfrm>
          <a:custGeom>
            <a:avLst/>
            <a:gdLst/>
            <a:ahLst/>
            <a:cxnLst/>
            <a:rect l="l" t="t" r="r" b="b"/>
            <a:pathLst>
              <a:path w="3933" h="11543">
                <a:moveTo>
                  <a:pt x="0" y="11543"/>
                </a:moveTo>
                <a:lnTo>
                  <a:pt x="3933" y="0"/>
                </a:lnTo>
                <a:lnTo>
                  <a:pt x="0" y="11543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Madhya Pradesh"/>
          <p:cNvSpPr/>
          <p:nvPr/>
        </p:nvSpPr>
        <p:spPr>
          <a:xfrm>
            <a:off x="8022932" y="3242864"/>
            <a:ext cx="1215945" cy="865640"/>
          </a:xfrm>
          <a:custGeom>
            <a:avLst/>
            <a:gdLst/>
            <a:ahLst/>
            <a:cxnLst/>
            <a:rect l="l" t="t" r="r" b="b"/>
            <a:pathLst>
              <a:path w="1215945" h="865640">
                <a:moveTo>
                  <a:pt x="918173" y="826204"/>
                </a:moveTo>
                <a:lnTo>
                  <a:pt x="941095" y="733023"/>
                </a:lnTo>
                <a:lnTo>
                  <a:pt x="954441" y="708899"/>
                </a:lnTo>
                <a:lnTo>
                  <a:pt x="965978" y="717617"/>
                </a:lnTo>
                <a:lnTo>
                  <a:pt x="980643" y="661488"/>
                </a:lnTo>
                <a:lnTo>
                  <a:pt x="1051375" y="646494"/>
                </a:lnTo>
                <a:lnTo>
                  <a:pt x="1095731" y="565748"/>
                </a:lnTo>
                <a:lnTo>
                  <a:pt x="1126074" y="556172"/>
                </a:lnTo>
                <a:lnTo>
                  <a:pt x="1130588" y="529195"/>
                </a:lnTo>
                <a:lnTo>
                  <a:pt x="1093105" y="498026"/>
                </a:lnTo>
                <a:lnTo>
                  <a:pt x="1052083" y="505584"/>
                </a:lnTo>
                <a:lnTo>
                  <a:pt x="1045108" y="490162"/>
                </a:lnTo>
                <a:lnTo>
                  <a:pt x="1061618" y="469865"/>
                </a:lnTo>
                <a:lnTo>
                  <a:pt x="1049523" y="442820"/>
                </a:lnTo>
                <a:lnTo>
                  <a:pt x="1078190" y="457171"/>
                </a:lnTo>
                <a:lnTo>
                  <a:pt x="1191710" y="452491"/>
                </a:lnTo>
                <a:lnTo>
                  <a:pt x="1215945" y="433879"/>
                </a:lnTo>
                <a:lnTo>
                  <a:pt x="1195747" y="409116"/>
                </a:lnTo>
                <a:lnTo>
                  <a:pt x="1210887" y="332475"/>
                </a:lnTo>
                <a:lnTo>
                  <a:pt x="1163210" y="323387"/>
                </a:lnTo>
                <a:lnTo>
                  <a:pt x="1161353" y="340032"/>
                </a:lnTo>
                <a:lnTo>
                  <a:pt x="1145063" y="337968"/>
                </a:lnTo>
                <a:lnTo>
                  <a:pt x="1131927" y="305989"/>
                </a:lnTo>
                <a:lnTo>
                  <a:pt x="1098924" y="304820"/>
                </a:lnTo>
                <a:lnTo>
                  <a:pt x="1090863" y="278077"/>
                </a:lnTo>
                <a:lnTo>
                  <a:pt x="1049953" y="270595"/>
                </a:lnTo>
                <a:lnTo>
                  <a:pt x="1044566" y="250314"/>
                </a:lnTo>
                <a:lnTo>
                  <a:pt x="1033271" y="268216"/>
                </a:lnTo>
                <a:lnTo>
                  <a:pt x="1003686" y="254225"/>
                </a:lnTo>
                <a:lnTo>
                  <a:pt x="984587" y="295793"/>
                </a:lnTo>
                <a:lnTo>
                  <a:pt x="939239" y="290569"/>
                </a:lnTo>
                <a:lnTo>
                  <a:pt x="949281" y="250949"/>
                </a:lnTo>
                <a:lnTo>
                  <a:pt x="924318" y="259841"/>
                </a:lnTo>
                <a:lnTo>
                  <a:pt x="934261" y="270819"/>
                </a:lnTo>
                <a:lnTo>
                  <a:pt x="910115" y="256545"/>
                </a:lnTo>
                <a:lnTo>
                  <a:pt x="911687" y="269200"/>
                </a:lnTo>
                <a:lnTo>
                  <a:pt x="893190" y="264620"/>
                </a:lnTo>
                <a:lnTo>
                  <a:pt x="902838" y="278689"/>
                </a:lnTo>
                <a:lnTo>
                  <a:pt x="887323" y="279850"/>
                </a:lnTo>
                <a:lnTo>
                  <a:pt x="888875" y="267264"/>
                </a:lnTo>
                <a:lnTo>
                  <a:pt x="872548" y="280149"/>
                </a:lnTo>
                <a:lnTo>
                  <a:pt x="886551" y="252490"/>
                </a:lnTo>
                <a:lnTo>
                  <a:pt x="863311" y="215706"/>
                </a:lnTo>
                <a:lnTo>
                  <a:pt x="806187" y="243834"/>
                </a:lnTo>
                <a:lnTo>
                  <a:pt x="806169" y="264942"/>
                </a:lnTo>
                <a:lnTo>
                  <a:pt x="744421" y="263148"/>
                </a:lnTo>
                <a:lnTo>
                  <a:pt x="756770" y="239170"/>
                </a:lnTo>
                <a:lnTo>
                  <a:pt x="729810" y="228603"/>
                </a:lnTo>
                <a:lnTo>
                  <a:pt x="727476" y="261497"/>
                </a:lnTo>
                <a:lnTo>
                  <a:pt x="692583" y="258347"/>
                </a:lnTo>
                <a:lnTo>
                  <a:pt x="690120" y="238098"/>
                </a:lnTo>
                <a:lnTo>
                  <a:pt x="671936" y="255586"/>
                </a:lnTo>
                <a:lnTo>
                  <a:pt x="682835" y="227495"/>
                </a:lnTo>
                <a:lnTo>
                  <a:pt x="667469" y="244855"/>
                </a:lnTo>
                <a:lnTo>
                  <a:pt x="659530" y="233017"/>
                </a:lnTo>
                <a:lnTo>
                  <a:pt x="686812" y="223172"/>
                </a:lnTo>
                <a:lnTo>
                  <a:pt x="673527" y="196114"/>
                </a:lnTo>
                <a:lnTo>
                  <a:pt x="667041" y="215016"/>
                </a:lnTo>
                <a:lnTo>
                  <a:pt x="651635" y="205654"/>
                </a:lnTo>
                <a:lnTo>
                  <a:pt x="657080" y="226306"/>
                </a:lnTo>
                <a:lnTo>
                  <a:pt x="640954" y="213174"/>
                </a:lnTo>
                <a:lnTo>
                  <a:pt x="610052" y="236588"/>
                </a:lnTo>
                <a:lnTo>
                  <a:pt x="629851" y="241197"/>
                </a:lnTo>
                <a:lnTo>
                  <a:pt x="637291" y="285320"/>
                </a:lnTo>
                <a:lnTo>
                  <a:pt x="659186" y="307220"/>
                </a:lnTo>
                <a:lnTo>
                  <a:pt x="653950" y="338686"/>
                </a:lnTo>
                <a:lnTo>
                  <a:pt x="672118" y="332548"/>
                </a:lnTo>
                <a:lnTo>
                  <a:pt x="684336" y="376387"/>
                </a:lnTo>
                <a:lnTo>
                  <a:pt x="661475" y="401647"/>
                </a:lnTo>
                <a:lnTo>
                  <a:pt x="621628" y="370385"/>
                </a:lnTo>
                <a:lnTo>
                  <a:pt x="603754" y="389067"/>
                </a:lnTo>
                <a:lnTo>
                  <a:pt x="573208" y="299513"/>
                </a:lnTo>
                <a:lnTo>
                  <a:pt x="613269" y="254567"/>
                </a:lnTo>
                <a:lnTo>
                  <a:pt x="592088" y="222768"/>
                </a:lnTo>
                <a:lnTo>
                  <a:pt x="611239" y="194936"/>
                </a:lnTo>
                <a:lnTo>
                  <a:pt x="662222" y="186342"/>
                </a:lnTo>
                <a:lnTo>
                  <a:pt x="654074" y="166914"/>
                </a:lnTo>
                <a:lnTo>
                  <a:pt x="707515" y="79352"/>
                </a:lnTo>
                <a:lnTo>
                  <a:pt x="688952" y="29227"/>
                </a:lnTo>
                <a:lnTo>
                  <a:pt x="599659" y="0"/>
                </a:lnTo>
                <a:lnTo>
                  <a:pt x="397640" y="115830"/>
                </a:lnTo>
                <a:lnTo>
                  <a:pt x="338506" y="172851"/>
                </a:lnTo>
                <a:lnTo>
                  <a:pt x="349819" y="211452"/>
                </a:lnTo>
                <a:lnTo>
                  <a:pt x="373845" y="229964"/>
                </a:lnTo>
                <a:lnTo>
                  <a:pt x="440295" y="233305"/>
                </a:lnTo>
                <a:lnTo>
                  <a:pt x="462694" y="218048"/>
                </a:lnTo>
                <a:lnTo>
                  <a:pt x="467632" y="262333"/>
                </a:lnTo>
                <a:lnTo>
                  <a:pt x="391507" y="278638"/>
                </a:lnTo>
                <a:lnTo>
                  <a:pt x="404353" y="298505"/>
                </a:lnTo>
                <a:lnTo>
                  <a:pt x="383995" y="307473"/>
                </a:lnTo>
                <a:lnTo>
                  <a:pt x="415575" y="321964"/>
                </a:lnTo>
                <a:lnTo>
                  <a:pt x="421206" y="342827"/>
                </a:lnTo>
                <a:lnTo>
                  <a:pt x="408258" y="359426"/>
                </a:lnTo>
                <a:lnTo>
                  <a:pt x="385904" y="348621"/>
                </a:lnTo>
                <a:lnTo>
                  <a:pt x="397585" y="409284"/>
                </a:lnTo>
                <a:lnTo>
                  <a:pt x="369626" y="403139"/>
                </a:lnTo>
                <a:lnTo>
                  <a:pt x="369153" y="385838"/>
                </a:lnTo>
                <a:lnTo>
                  <a:pt x="345916" y="404835"/>
                </a:lnTo>
                <a:lnTo>
                  <a:pt x="302270" y="396955"/>
                </a:lnTo>
                <a:lnTo>
                  <a:pt x="298526" y="379116"/>
                </a:lnTo>
                <a:lnTo>
                  <a:pt x="270267" y="438882"/>
                </a:lnTo>
                <a:lnTo>
                  <a:pt x="215177" y="458913"/>
                </a:lnTo>
                <a:lnTo>
                  <a:pt x="199994" y="430965"/>
                </a:lnTo>
                <a:lnTo>
                  <a:pt x="250250" y="419767"/>
                </a:lnTo>
                <a:lnTo>
                  <a:pt x="235149" y="369988"/>
                </a:lnTo>
                <a:lnTo>
                  <a:pt x="260273" y="360351"/>
                </a:lnTo>
                <a:lnTo>
                  <a:pt x="250175" y="319637"/>
                </a:lnTo>
                <a:lnTo>
                  <a:pt x="164756" y="323412"/>
                </a:lnTo>
                <a:lnTo>
                  <a:pt x="165420" y="302297"/>
                </a:lnTo>
                <a:lnTo>
                  <a:pt x="193313" y="298593"/>
                </a:lnTo>
                <a:lnTo>
                  <a:pt x="170847" y="297692"/>
                </a:lnTo>
                <a:lnTo>
                  <a:pt x="180667" y="272876"/>
                </a:lnTo>
                <a:lnTo>
                  <a:pt x="157330" y="271905"/>
                </a:lnTo>
                <a:lnTo>
                  <a:pt x="139081" y="302201"/>
                </a:lnTo>
                <a:lnTo>
                  <a:pt x="111330" y="285033"/>
                </a:lnTo>
                <a:lnTo>
                  <a:pt x="113502" y="312452"/>
                </a:lnTo>
                <a:lnTo>
                  <a:pt x="136624" y="319019"/>
                </a:lnTo>
                <a:lnTo>
                  <a:pt x="118974" y="333692"/>
                </a:lnTo>
                <a:lnTo>
                  <a:pt x="106658" y="311972"/>
                </a:lnTo>
                <a:lnTo>
                  <a:pt x="94032" y="355665"/>
                </a:lnTo>
                <a:lnTo>
                  <a:pt x="114181" y="361923"/>
                </a:lnTo>
                <a:lnTo>
                  <a:pt x="99347" y="390447"/>
                </a:lnTo>
                <a:lnTo>
                  <a:pt x="120083" y="394371"/>
                </a:lnTo>
                <a:lnTo>
                  <a:pt x="131937" y="424436"/>
                </a:lnTo>
                <a:lnTo>
                  <a:pt x="125577" y="483717"/>
                </a:lnTo>
                <a:lnTo>
                  <a:pt x="67088" y="528544"/>
                </a:lnTo>
                <a:lnTo>
                  <a:pt x="98576" y="546438"/>
                </a:lnTo>
                <a:lnTo>
                  <a:pt x="40048" y="568770"/>
                </a:lnTo>
                <a:lnTo>
                  <a:pt x="61883" y="599116"/>
                </a:lnTo>
                <a:lnTo>
                  <a:pt x="48381" y="632086"/>
                </a:lnTo>
                <a:lnTo>
                  <a:pt x="0" y="651031"/>
                </a:lnTo>
                <a:lnTo>
                  <a:pt x="36193" y="668014"/>
                </a:lnTo>
                <a:lnTo>
                  <a:pt x="4878" y="673898"/>
                </a:lnTo>
                <a:lnTo>
                  <a:pt x="20625" y="714046"/>
                </a:lnTo>
                <a:lnTo>
                  <a:pt x="9316" y="726927"/>
                </a:lnTo>
                <a:lnTo>
                  <a:pt x="24310" y="737860"/>
                </a:lnTo>
                <a:lnTo>
                  <a:pt x="57283" y="723316"/>
                </a:lnTo>
                <a:lnTo>
                  <a:pt x="72632" y="774379"/>
                </a:lnTo>
                <a:lnTo>
                  <a:pt x="120766" y="782158"/>
                </a:lnTo>
                <a:lnTo>
                  <a:pt x="175862" y="818672"/>
                </a:lnTo>
                <a:lnTo>
                  <a:pt x="286090" y="820679"/>
                </a:lnTo>
                <a:lnTo>
                  <a:pt x="288395" y="852893"/>
                </a:lnTo>
                <a:lnTo>
                  <a:pt x="311486" y="865640"/>
                </a:lnTo>
                <a:lnTo>
                  <a:pt x="359147" y="848473"/>
                </a:lnTo>
                <a:lnTo>
                  <a:pt x="382966" y="787424"/>
                </a:lnTo>
                <a:lnTo>
                  <a:pt x="451459" y="762596"/>
                </a:lnTo>
                <a:lnTo>
                  <a:pt x="486635" y="771015"/>
                </a:lnTo>
                <a:lnTo>
                  <a:pt x="496047" y="795688"/>
                </a:lnTo>
                <a:lnTo>
                  <a:pt x="470268" y="795801"/>
                </a:lnTo>
                <a:lnTo>
                  <a:pt x="478996" y="820224"/>
                </a:lnTo>
                <a:lnTo>
                  <a:pt x="541652" y="818502"/>
                </a:lnTo>
                <a:lnTo>
                  <a:pt x="603463" y="784301"/>
                </a:lnTo>
                <a:lnTo>
                  <a:pt x="612316" y="801960"/>
                </a:lnTo>
                <a:lnTo>
                  <a:pt x="679525" y="803574"/>
                </a:lnTo>
                <a:lnTo>
                  <a:pt x="676399" y="788162"/>
                </a:lnTo>
                <a:lnTo>
                  <a:pt x="720306" y="768262"/>
                </a:lnTo>
                <a:lnTo>
                  <a:pt x="757000" y="775469"/>
                </a:lnTo>
                <a:lnTo>
                  <a:pt x="763155" y="795071"/>
                </a:lnTo>
                <a:lnTo>
                  <a:pt x="861845" y="782816"/>
                </a:lnTo>
                <a:lnTo>
                  <a:pt x="883866" y="819856"/>
                </a:lnTo>
                <a:lnTo>
                  <a:pt x="918173" y="826204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Mahārāshtra"/>
          <p:cNvSpPr/>
          <p:nvPr/>
        </p:nvSpPr>
        <p:spPr>
          <a:xfrm>
            <a:off x="7833772" y="3964625"/>
            <a:ext cx="1140335" cy="959438"/>
          </a:xfrm>
          <a:custGeom>
            <a:avLst/>
            <a:gdLst/>
            <a:ahLst/>
            <a:cxnLst/>
            <a:rect l="l" t="t" r="r" b="b"/>
            <a:pathLst>
              <a:path w="1140335" h="959438">
                <a:moveTo>
                  <a:pt x="1053720" y="494198"/>
                </a:moveTo>
                <a:lnTo>
                  <a:pt x="1070471" y="416303"/>
                </a:lnTo>
                <a:lnTo>
                  <a:pt x="1095308" y="392798"/>
                </a:lnTo>
                <a:lnTo>
                  <a:pt x="1120766" y="409623"/>
                </a:lnTo>
                <a:lnTo>
                  <a:pt x="1140335" y="380930"/>
                </a:lnTo>
                <a:lnTo>
                  <a:pt x="1091582" y="330705"/>
                </a:lnTo>
                <a:lnTo>
                  <a:pt x="1071562" y="334011"/>
                </a:lnTo>
                <a:lnTo>
                  <a:pt x="1093039" y="292872"/>
                </a:lnTo>
                <a:lnTo>
                  <a:pt x="1070667" y="267030"/>
                </a:lnTo>
                <a:lnTo>
                  <a:pt x="1102668" y="253949"/>
                </a:lnTo>
                <a:lnTo>
                  <a:pt x="1103430" y="214256"/>
                </a:lnTo>
                <a:lnTo>
                  <a:pt x="1082542" y="211277"/>
                </a:lnTo>
                <a:lnTo>
                  <a:pt x="1097308" y="201395"/>
                </a:lnTo>
                <a:lnTo>
                  <a:pt x="1076745" y="139915"/>
                </a:lnTo>
                <a:lnTo>
                  <a:pt x="1110332" y="107591"/>
                </a:lnTo>
                <a:lnTo>
                  <a:pt x="1073026" y="98095"/>
                </a:lnTo>
                <a:lnTo>
                  <a:pt x="1044532" y="59434"/>
                </a:lnTo>
                <a:lnTo>
                  <a:pt x="1000866" y="76989"/>
                </a:lnTo>
                <a:lnTo>
                  <a:pt x="979598" y="64178"/>
                </a:lnTo>
                <a:lnTo>
                  <a:pt x="952315" y="73310"/>
                </a:lnTo>
                <a:lnTo>
                  <a:pt x="946160" y="53708"/>
                </a:lnTo>
                <a:lnTo>
                  <a:pt x="909391" y="46509"/>
                </a:lnTo>
                <a:lnTo>
                  <a:pt x="865559" y="66401"/>
                </a:lnTo>
                <a:lnTo>
                  <a:pt x="868685" y="81813"/>
                </a:lnTo>
                <a:lnTo>
                  <a:pt x="801476" y="80199"/>
                </a:lnTo>
                <a:lnTo>
                  <a:pt x="790575" y="62749"/>
                </a:lnTo>
                <a:lnTo>
                  <a:pt x="698794" y="100977"/>
                </a:lnTo>
                <a:lnTo>
                  <a:pt x="668031" y="98442"/>
                </a:lnTo>
                <a:lnTo>
                  <a:pt x="659428" y="74040"/>
                </a:lnTo>
                <a:lnTo>
                  <a:pt x="685207" y="73927"/>
                </a:lnTo>
                <a:lnTo>
                  <a:pt x="675795" y="49254"/>
                </a:lnTo>
                <a:lnTo>
                  <a:pt x="640619" y="40835"/>
                </a:lnTo>
                <a:lnTo>
                  <a:pt x="572126" y="65663"/>
                </a:lnTo>
                <a:lnTo>
                  <a:pt x="548307" y="126712"/>
                </a:lnTo>
                <a:lnTo>
                  <a:pt x="500646" y="143879"/>
                </a:lnTo>
                <a:lnTo>
                  <a:pt x="477555" y="131132"/>
                </a:lnTo>
                <a:lnTo>
                  <a:pt x="475250" y="98918"/>
                </a:lnTo>
                <a:lnTo>
                  <a:pt x="365022" y="96911"/>
                </a:lnTo>
                <a:lnTo>
                  <a:pt x="309926" y="60397"/>
                </a:lnTo>
                <a:lnTo>
                  <a:pt x="265658" y="55073"/>
                </a:lnTo>
                <a:lnTo>
                  <a:pt x="238590" y="0"/>
                </a:lnTo>
                <a:lnTo>
                  <a:pt x="156749" y="31234"/>
                </a:lnTo>
                <a:lnTo>
                  <a:pt x="164550" y="80005"/>
                </a:lnTo>
                <a:lnTo>
                  <a:pt x="230982" y="73120"/>
                </a:lnTo>
                <a:lnTo>
                  <a:pt x="176565" y="93885"/>
                </a:lnTo>
                <a:lnTo>
                  <a:pt x="159524" y="128359"/>
                </a:lnTo>
                <a:lnTo>
                  <a:pt x="126496" y="128852"/>
                </a:lnTo>
                <a:lnTo>
                  <a:pt x="171357" y="156979"/>
                </a:lnTo>
                <a:lnTo>
                  <a:pt x="176958" y="192925"/>
                </a:lnTo>
                <a:lnTo>
                  <a:pt x="149687" y="219280"/>
                </a:lnTo>
                <a:lnTo>
                  <a:pt x="108826" y="196475"/>
                </a:lnTo>
                <a:lnTo>
                  <a:pt x="104285" y="273980"/>
                </a:lnTo>
                <a:lnTo>
                  <a:pt x="87788" y="272465"/>
                </a:lnTo>
                <a:lnTo>
                  <a:pt x="71338" y="296544"/>
                </a:lnTo>
                <a:lnTo>
                  <a:pt x="27004" y="270071"/>
                </a:lnTo>
                <a:lnTo>
                  <a:pt x="6160" y="292879"/>
                </a:lnTo>
                <a:lnTo>
                  <a:pt x="15430" y="318458"/>
                </a:lnTo>
                <a:lnTo>
                  <a:pt x="0" y="313401"/>
                </a:lnTo>
                <a:lnTo>
                  <a:pt x="34397" y="548079"/>
                </a:lnTo>
                <a:lnTo>
                  <a:pt x="50538" y="562672"/>
                </a:lnTo>
                <a:lnTo>
                  <a:pt x="62215" y="552931"/>
                </a:lnTo>
                <a:lnTo>
                  <a:pt x="61130" y="581166"/>
                </a:lnTo>
                <a:lnTo>
                  <a:pt x="37141" y="569320"/>
                </a:lnTo>
                <a:lnTo>
                  <a:pt x="80390" y="703378"/>
                </a:lnTo>
                <a:lnTo>
                  <a:pt x="90303" y="824101"/>
                </a:lnTo>
                <a:lnTo>
                  <a:pt x="97272" y="841442"/>
                </a:lnTo>
                <a:lnTo>
                  <a:pt x="115695" y="838235"/>
                </a:lnTo>
                <a:lnTo>
                  <a:pt x="97351" y="844127"/>
                </a:lnTo>
                <a:lnTo>
                  <a:pt x="109881" y="892621"/>
                </a:lnTo>
                <a:lnTo>
                  <a:pt x="137116" y="938963"/>
                </a:lnTo>
                <a:lnTo>
                  <a:pt x="166064" y="930717"/>
                </a:lnTo>
                <a:lnTo>
                  <a:pt x="187898" y="959438"/>
                </a:lnTo>
                <a:lnTo>
                  <a:pt x="213995" y="933298"/>
                </a:lnTo>
                <a:lnTo>
                  <a:pt x="234692" y="934258"/>
                </a:lnTo>
                <a:lnTo>
                  <a:pt x="249205" y="894800"/>
                </a:lnTo>
                <a:lnTo>
                  <a:pt x="235095" y="892614"/>
                </a:lnTo>
                <a:lnTo>
                  <a:pt x="253084" y="885081"/>
                </a:lnTo>
                <a:lnTo>
                  <a:pt x="251595" y="863315"/>
                </a:lnTo>
                <a:lnTo>
                  <a:pt x="230055" y="860086"/>
                </a:lnTo>
                <a:lnTo>
                  <a:pt x="222524" y="818858"/>
                </a:lnTo>
                <a:lnTo>
                  <a:pt x="249970" y="801567"/>
                </a:lnTo>
                <a:lnTo>
                  <a:pt x="263789" y="817976"/>
                </a:lnTo>
                <a:lnTo>
                  <a:pt x="280192" y="810077"/>
                </a:lnTo>
                <a:lnTo>
                  <a:pt x="280751" y="793844"/>
                </a:lnTo>
                <a:lnTo>
                  <a:pt x="312383" y="785343"/>
                </a:lnTo>
                <a:lnTo>
                  <a:pt x="314081" y="759630"/>
                </a:lnTo>
                <a:lnTo>
                  <a:pt x="353200" y="775013"/>
                </a:lnTo>
                <a:lnTo>
                  <a:pt x="362257" y="757869"/>
                </a:lnTo>
                <a:lnTo>
                  <a:pt x="416363" y="757048"/>
                </a:lnTo>
                <a:lnTo>
                  <a:pt x="411193" y="680152"/>
                </a:lnTo>
                <a:lnTo>
                  <a:pt x="452437" y="703235"/>
                </a:lnTo>
                <a:lnTo>
                  <a:pt x="515076" y="704436"/>
                </a:lnTo>
                <a:lnTo>
                  <a:pt x="507893" y="662209"/>
                </a:lnTo>
                <a:lnTo>
                  <a:pt x="534480" y="637972"/>
                </a:lnTo>
                <a:lnTo>
                  <a:pt x="557684" y="649733"/>
                </a:lnTo>
                <a:lnTo>
                  <a:pt x="564488" y="617089"/>
                </a:lnTo>
                <a:lnTo>
                  <a:pt x="589277" y="614663"/>
                </a:lnTo>
                <a:lnTo>
                  <a:pt x="593840" y="574041"/>
                </a:lnTo>
                <a:lnTo>
                  <a:pt x="615943" y="578857"/>
                </a:lnTo>
                <a:lnTo>
                  <a:pt x="644794" y="533750"/>
                </a:lnTo>
                <a:lnTo>
                  <a:pt x="651151" y="556274"/>
                </a:lnTo>
                <a:lnTo>
                  <a:pt x="679620" y="556020"/>
                </a:lnTo>
                <a:lnTo>
                  <a:pt x="683078" y="520179"/>
                </a:lnTo>
                <a:lnTo>
                  <a:pt x="702760" y="519007"/>
                </a:lnTo>
                <a:lnTo>
                  <a:pt x="704838" y="497482"/>
                </a:lnTo>
                <a:lnTo>
                  <a:pt x="731846" y="478250"/>
                </a:lnTo>
                <a:lnTo>
                  <a:pt x="706014" y="448096"/>
                </a:lnTo>
                <a:lnTo>
                  <a:pt x="720064" y="407444"/>
                </a:lnTo>
                <a:lnTo>
                  <a:pt x="763251" y="417387"/>
                </a:lnTo>
                <a:lnTo>
                  <a:pt x="763371" y="391312"/>
                </a:lnTo>
                <a:lnTo>
                  <a:pt x="781117" y="384763"/>
                </a:lnTo>
                <a:lnTo>
                  <a:pt x="781489" y="316375"/>
                </a:lnTo>
                <a:lnTo>
                  <a:pt x="855428" y="339123"/>
                </a:lnTo>
                <a:lnTo>
                  <a:pt x="869204" y="370472"/>
                </a:lnTo>
                <a:lnTo>
                  <a:pt x="903806" y="384336"/>
                </a:lnTo>
                <a:lnTo>
                  <a:pt x="911179" y="360796"/>
                </a:lnTo>
                <a:lnTo>
                  <a:pt x="942734" y="378185"/>
                </a:lnTo>
                <a:lnTo>
                  <a:pt x="985272" y="363336"/>
                </a:lnTo>
                <a:lnTo>
                  <a:pt x="1012875" y="393086"/>
                </a:lnTo>
                <a:lnTo>
                  <a:pt x="996326" y="437559"/>
                </a:lnTo>
                <a:lnTo>
                  <a:pt x="1004925" y="481045"/>
                </a:lnTo>
                <a:lnTo>
                  <a:pt x="1032288" y="500534"/>
                </a:lnTo>
                <a:lnTo>
                  <a:pt x="1053720" y="494198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Manipur"/>
          <p:cNvSpPr/>
          <p:nvPr/>
        </p:nvSpPr>
        <p:spPr>
          <a:xfrm>
            <a:off x="10646160" y="3419926"/>
            <a:ext cx="245308" cy="275718"/>
          </a:xfrm>
          <a:custGeom>
            <a:avLst/>
            <a:gdLst/>
            <a:ahLst/>
            <a:cxnLst/>
            <a:rect l="l" t="t" r="r" b="b"/>
            <a:pathLst>
              <a:path w="245308" h="275718">
                <a:moveTo>
                  <a:pt x="66643" y="53443"/>
                </a:moveTo>
                <a:lnTo>
                  <a:pt x="31048" y="130085"/>
                </a:lnTo>
                <a:lnTo>
                  <a:pt x="18927" y="130068"/>
                </a:lnTo>
                <a:lnTo>
                  <a:pt x="0" y="234363"/>
                </a:lnTo>
                <a:lnTo>
                  <a:pt x="38861" y="248039"/>
                </a:lnTo>
                <a:lnTo>
                  <a:pt x="52075" y="235539"/>
                </a:lnTo>
                <a:lnTo>
                  <a:pt x="73736" y="259794"/>
                </a:lnTo>
                <a:lnTo>
                  <a:pt x="108243" y="250383"/>
                </a:lnTo>
                <a:lnTo>
                  <a:pt x="162197" y="275718"/>
                </a:lnTo>
                <a:lnTo>
                  <a:pt x="245308" y="96418"/>
                </a:lnTo>
                <a:lnTo>
                  <a:pt x="221983" y="70020"/>
                </a:lnTo>
                <a:lnTo>
                  <a:pt x="235805" y="35427"/>
                </a:lnTo>
                <a:lnTo>
                  <a:pt x="218902" y="26697"/>
                </a:lnTo>
                <a:lnTo>
                  <a:pt x="224856" y="0"/>
                </a:lnTo>
                <a:lnTo>
                  <a:pt x="186801" y="26871"/>
                </a:lnTo>
                <a:lnTo>
                  <a:pt x="109715" y="21564"/>
                </a:lnTo>
                <a:lnTo>
                  <a:pt x="87593" y="72236"/>
                </a:lnTo>
                <a:lnTo>
                  <a:pt x="66643" y="53443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Meghālaya"/>
          <p:cNvSpPr/>
          <p:nvPr/>
        </p:nvSpPr>
        <p:spPr>
          <a:xfrm>
            <a:off x="10208991" y="3354763"/>
            <a:ext cx="413640" cy="162678"/>
          </a:xfrm>
          <a:custGeom>
            <a:avLst/>
            <a:gdLst/>
            <a:ahLst/>
            <a:cxnLst/>
            <a:rect l="l" t="t" r="r" b="b"/>
            <a:pathLst>
              <a:path w="413640" h="162678">
                <a:moveTo>
                  <a:pt x="361356" y="162678"/>
                </a:moveTo>
                <a:lnTo>
                  <a:pt x="413640" y="134705"/>
                </a:lnTo>
                <a:lnTo>
                  <a:pt x="380659" y="97609"/>
                </a:lnTo>
                <a:lnTo>
                  <a:pt x="392890" y="78884"/>
                </a:lnTo>
                <a:lnTo>
                  <a:pt x="355644" y="54465"/>
                </a:lnTo>
                <a:lnTo>
                  <a:pt x="324088" y="66756"/>
                </a:lnTo>
                <a:lnTo>
                  <a:pt x="333701" y="31381"/>
                </a:lnTo>
                <a:lnTo>
                  <a:pt x="323575" y="26135"/>
                </a:lnTo>
                <a:lnTo>
                  <a:pt x="339700" y="7647"/>
                </a:lnTo>
                <a:lnTo>
                  <a:pt x="291246" y="18147"/>
                </a:lnTo>
                <a:lnTo>
                  <a:pt x="278287" y="0"/>
                </a:lnTo>
                <a:lnTo>
                  <a:pt x="256850" y="32130"/>
                </a:lnTo>
                <a:lnTo>
                  <a:pt x="244282" y="12861"/>
                </a:lnTo>
                <a:lnTo>
                  <a:pt x="237440" y="37041"/>
                </a:lnTo>
                <a:lnTo>
                  <a:pt x="194791" y="59236"/>
                </a:lnTo>
                <a:lnTo>
                  <a:pt x="191104" y="38513"/>
                </a:lnTo>
                <a:lnTo>
                  <a:pt x="164819" y="44635"/>
                </a:lnTo>
                <a:lnTo>
                  <a:pt x="156707" y="25572"/>
                </a:lnTo>
                <a:lnTo>
                  <a:pt x="42043" y="24100"/>
                </a:lnTo>
                <a:lnTo>
                  <a:pt x="10930" y="55892"/>
                </a:lnTo>
                <a:lnTo>
                  <a:pt x="28311" y="76414"/>
                </a:lnTo>
                <a:lnTo>
                  <a:pt x="0" y="109093"/>
                </a:lnTo>
                <a:lnTo>
                  <a:pt x="3344" y="123211"/>
                </a:lnTo>
                <a:lnTo>
                  <a:pt x="87079" y="145639"/>
                </a:lnTo>
                <a:lnTo>
                  <a:pt x="311081" y="139064"/>
                </a:lnTo>
                <a:lnTo>
                  <a:pt x="361356" y="162678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Mizoram"/>
          <p:cNvSpPr/>
          <p:nvPr/>
        </p:nvSpPr>
        <p:spPr>
          <a:xfrm>
            <a:off x="10548218" y="3593333"/>
            <a:ext cx="156273" cy="385082"/>
          </a:xfrm>
          <a:custGeom>
            <a:avLst/>
            <a:gdLst/>
            <a:ahLst/>
            <a:cxnLst/>
            <a:rect l="l" t="t" r="r" b="b"/>
            <a:pathLst>
              <a:path w="156273" h="385082">
                <a:moveTo>
                  <a:pt x="0" y="118835"/>
                </a:moveTo>
                <a:lnTo>
                  <a:pt x="46776" y="379751"/>
                </a:lnTo>
                <a:lnTo>
                  <a:pt x="60122" y="353196"/>
                </a:lnTo>
                <a:lnTo>
                  <a:pt x="88741" y="385082"/>
                </a:lnTo>
                <a:lnTo>
                  <a:pt x="106958" y="347170"/>
                </a:lnTo>
                <a:lnTo>
                  <a:pt x="129708" y="336912"/>
                </a:lnTo>
                <a:lnTo>
                  <a:pt x="114776" y="255998"/>
                </a:lnTo>
                <a:lnTo>
                  <a:pt x="120354" y="218129"/>
                </a:lnTo>
                <a:lnTo>
                  <a:pt x="142390" y="226076"/>
                </a:lnTo>
                <a:lnTo>
                  <a:pt x="155086" y="206969"/>
                </a:lnTo>
                <a:lnTo>
                  <a:pt x="156273" y="88425"/>
                </a:lnTo>
                <a:lnTo>
                  <a:pt x="145775" y="69865"/>
                </a:lnTo>
                <a:lnTo>
                  <a:pt x="97969" y="60994"/>
                </a:lnTo>
                <a:lnTo>
                  <a:pt x="105139" y="19208"/>
                </a:lnTo>
                <a:lnTo>
                  <a:pt x="78087" y="22008"/>
                </a:lnTo>
                <a:lnTo>
                  <a:pt x="68895" y="0"/>
                </a:lnTo>
                <a:lnTo>
                  <a:pt x="29523" y="56588"/>
                </a:lnTo>
                <a:lnTo>
                  <a:pt x="3724" y="40413"/>
                </a:lnTo>
                <a:lnTo>
                  <a:pt x="0" y="118835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Nāgāland"/>
          <p:cNvSpPr/>
          <p:nvPr/>
        </p:nvSpPr>
        <p:spPr>
          <a:xfrm>
            <a:off x="10695220" y="3217956"/>
            <a:ext cx="264081" cy="274198"/>
          </a:xfrm>
          <a:custGeom>
            <a:avLst/>
            <a:gdLst/>
            <a:ahLst/>
            <a:cxnLst/>
            <a:rect l="l" t="t" r="r" b="b"/>
            <a:pathLst>
              <a:path w="264081" h="274198">
                <a:moveTo>
                  <a:pt x="264081" y="52776"/>
                </a:moveTo>
                <a:lnTo>
                  <a:pt x="258410" y="0"/>
                </a:lnTo>
                <a:lnTo>
                  <a:pt x="156935" y="55870"/>
                </a:lnTo>
                <a:lnTo>
                  <a:pt x="137036" y="86219"/>
                </a:lnTo>
                <a:lnTo>
                  <a:pt x="128693" y="73843"/>
                </a:lnTo>
                <a:lnTo>
                  <a:pt x="93344" y="128916"/>
                </a:lnTo>
                <a:lnTo>
                  <a:pt x="90244" y="167059"/>
                </a:lnTo>
                <a:lnTo>
                  <a:pt x="64872" y="183151"/>
                </a:lnTo>
                <a:lnTo>
                  <a:pt x="60714" y="159145"/>
                </a:lnTo>
                <a:lnTo>
                  <a:pt x="0" y="222325"/>
                </a:lnTo>
                <a:lnTo>
                  <a:pt x="20029" y="263347"/>
                </a:lnTo>
                <a:lnTo>
                  <a:pt x="38547" y="274198"/>
                </a:lnTo>
                <a:lnTo>
                  <a:pt x="70277" y="220232"/>
                </a:lnTo>
                <a:lnTo>
                  <a:pt x="137741" y="228841"/>
                </a:lnTo>
                <a:lnTo>
                  <a:pt x="172385" y="200649"/>
                </a:lnTo>
                <a:lnTo>
                  <a:pt x="178582" y="234913"/>
                </a:lnTo>
                <a:lnTo>
                  <a:pt x="217595" y="219491"/>
                </a:lnTo>
                <a:lnTo>
                  <a:pt x="257402" y="143703"/>
                </a:lnTo>
                <a:lnTo>
                  <a:pt x="240239" y="87491"/>
                </a:lnTo>
                <a:lnTo>
                  <a:pt x="264081" y="52776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disha"/>
          <p:cNvSpPr/>
          <p:nvPr/>
        </p:nvSpPr>
        <p:spPr>
          <a:xfrm>
            <a:off x="9043030" y="3884988"/>
            <a:ext cx="843081" cy="708630"/>
          </a:xfrm>
          <a:custGeom>
            <a:avLst/>
            <a:gdLst/>
            <a:ahLst/>
            <a:cxnLst/>
            <a:rect l="l" t="t" r="r" b="b"/>
            <a:pathLst>
              <a:path w="843081" h="708630">
                <a:moveTo>
                  <a:pt x="0" y="708630"/>
                </a:moveTo>
                <a:lnTo>
                  <a:pt x="30625" y="708154"/>
                </a:lnTo>
                <a:lnTo>
                  <a:pt x="87877" y="671299"/>
                </a:lnTo>
                <a:lnTo>
                  <a:pt x="120267" y="682407"/>
                </a:lnTo>
                <a:lnTo>
                  <a:pt x="150249" y="599741"/>
                </a:lnTo>
                <a:lnTo>
                  <a:pt x="171702" y="646310"/>
                </a:lnTo>
                <a:lnTo>
                  <a:pt x="194613" y="614586"/>
                </a:lnTo>
                <a:lnTo>
                  <a:pt x="229415" y="624926"/>
                </a:lnTo>
                <a:lnTo>
                  <a:pt x="223674" y="585178"/>
                </a:lnTo>
                <a:lnTo>
                  <a:pt x="278050" y="555881"/>
                </a:lnTo>
                <a:lnTo>
                  <a:pt x="264878" y="532520"/>
                </a:lnTo>
                <a:lnTo>
                  <a:pt x="285800" y="539100"/>
                </a:lnTo>
                <a:lnTo>
                  <a:pt x="286654" y="518451"/>
                </a:lnTo>
                <a:lnTo>
                  <a:pt x="296240" y="530746"/>
                </a:lnTo>
                <a:lnTo>
                  <a:pt x="308539" y="508067"/>
                </a:lnTo>
                <a:lnTo>
                  <a:pt x="345522" y="560039"/>
                </a:lnTo>
                <a:lnTo>
                  <a:pt x="404766" y="564137"/>
                </a:lnTo>
                <a:lnTo>
                  <a:pt x="418624" y="529067"/>
                </a:lnTo>
                <a:lnTo>
                  <a:pt x="443517" y="528649"/>
                </a:lnTo>
                <a:lnTo>
                  <a:pt x="453208" y="507567"/>
                </a:lnTo>
                <a:lnTo>
                  <a:pt x="466547" y="521005"/>
                </a:lnTo>
                <a:lnTo>
                  <a:pt x="547006" y="445195"/>
                </a:lnTo>
                <a:lnTo>
                  <a:pt x="691748" y="389657"/>
                </a:lnTo>
                <a:lnTo>
                  <a:pt x="746003" y="333960"/>
                </a:lnTo>
                <a:lnTo>
                  <a:pt x="741716" y="305903"/>
                </a:lnTo>
                <a:lnTo>
                  <a:pt x="783741" y="276486"/>
                </a:lnTo>
                <a:lnTo>
                  <a:pt x="749092" y="273812"/>
                </a:lnTo>
                <a:lnTo>
                  <a:pt x="772946" y="260329"/>
                </a:lnTo>
                <a:lnTo>
                  <a:pt x="757099" y="200724"/>
                </a:lnTo>
                <a:lnTo>
                  <a:pt x="785417" y="164861"/>
                </a:lnTo>
                <a:lnTo>
                  <a:pt x="843081" y="143988"/>
                </a:lnTo>
                <a:lnTo>
                  <a:pt x="841009" y="124655"/>
                </a:lnTo>
                <a:lnTo>
                  <a:pt x="799693" y="87755"/>
                </a:lnTo>
                <a:lnTo>
                  <a:pt x="781259" y="104367"/>
                </a:lnTo>
                <a:lnTo>
                  <a:pt x="771185" y="71865"/>
                </a:lnTo>
                <a:lnTo>
                  <a:pt x="644045" y="0"/>
                </a:lnTo>
                <a:lnTo>
                  <a:pt x="624711" y="89110"/>
                </a:lnTo>
                <a:lnTo>
                  <a:pt x="605150" y="85444"/>
                </a:lnTo>
                <a:lnTo>
                  <a:pt x="610880" y="67353"/>
                </a:lnTo>
                <a:lnTo>
                  <a:pt x="593965" y="76546"/>
                </a:lnTo>
                <a:lnTo>
                  <a:pt x="550455" y="60655"/>
                </a:lnTo>
                <a:lnTo>
                  <a:pt x="532046" y="83290"/>
                </a:lnTo>
                <a:lnTo>
                  <a:pt x="497256" y="72348"/>
                </a:lnTo>
                <a:lnTo>
                  <a:pt x="515270" y="40732"/>
                </a:lnTo>
                <a:lnTo>
                  <a:pt x="508374" y="12399"/>
                </a:lnTo>
                <a:lnTo>
                  <a:pt x="400955" y="33506"/>
                </a:lnTo>
                <a:lnTo>
                  <a:pt x="358068" y="6639"/>
                </a:lnTo>
                <a:lnTo>
                  <a:pt x="362039" y="29225"/>
                </a:lnTo>
                <a:lnTo>
                  <a:pt x="300038" y="69315"/>
                </a:lnTo>
                <a:lnTo>
                  <a:pt x="303944" y="106892"/>
                </a:lnTo>
                <a:lnTo>
                  <a:pt x="268920" y="159016"/>
                </a:lnTo>
                <a:lnTo>
                  <a:pt x="278377" y="181531"/>
                </a:lnTo>
                <a:lnTo>
                  <a:pt x="259343" y="177453"/>
                </a:lnTo>
                <a:lnTo>
                  <a:pt x="240303" y="218166"/>
                </a:lnTo>
                <a:lnTo>
                  <a:pt x="172325" y="210851"/>
                </a:lnTo>
                <a:lnTo>
                  <a:pt x="148081" y="259659"/>
                </a:lnTo>
                <a:lnTo>
                  <a:pt x="132214" y="250442"/>
                </a:lnTo>
                <a:lnTo>
                  <a:pt x="138915" y="374768"/>
                </a:lnTo>
                <a:lnTo>
                  <a:pt x="182700" y="384003"/>
                </a:lnTo>
                <a:lnTo>
                  <a:pt x="181581" y="407839"/>
                </a:lnTo>
                <a:lnTo>
                  <a:pt x="165585" y="416672"/>
                </a:lnTo>
                <a:lnTo>
                  <a:pt x="167193" y="403069"/>
                </a:lnTo>
                <a:lnTo>
                  <a:pt x="145391" y="396621"/>
                </a:lnTo>
                <a:lnTo>
                  <a:pt x="131451" y="407721"/>
                </a:lnTo>
                <a:lnTo>
                  <a:pt x="116517" y="382696"/>
                </a:lnTo>
                <a:lnTo>
                  <a:pt x="65756" y="376623"/>
                </a:lnTo>
                <a:lnTo>
                  <a:pt x="63296" y="395384"/>
                </a:lnTo>
                <a:lnTo>
                  <a:pt x="92708" y="414464"/>
                </a:lnTo>
                <a:lnTo>
                  <a:pt x="87655" y="456705"/>
                </a:lnTo>
                <a:lnTo>
                  <a:pt x="109865" y="468667"/>
                </a:lnTo>
                <a:lnTo>
                  <a:pt x="117704" y="544556"/>
                </a:lnTo>
                <a:lnTo>
                  <a:pt x="68919" y="583613"/>
                </a:lnTo>
                <a:lnTo>
                  <a:pt x="78595" y="593616"/>
                </a:lnTo>
                <a:lnTo>
                  <a:pt x="49051" y="628969"/>
                </a:lnTo>
                <a:lnTo>
                  <a:pt x="17918" y="643224"/>
                </a:lnTo>
                <a:lnTo>
                  <a:pt x="0" y="708630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Puducherry"/>
          <p:cNvSpPr/>
          <p:nvPr/>
        </p:nvSpPr>
        <p:spPr>
          <a:xfrm>
            <a:off x="8804553" y="5461179"/>
            <a:ext cx="18519" cy="25588"/>
          </a:xfrm>
          <a:custGeom>
            <a:avLst/>
            <a:gdLst/>
            <a:ahLst/>
            <a:cxnLst/>
            <a:rect l="l" t="t" r="r" b="b"/>
            <a:pathLst>
              <a:path w="18519" h="25588">
                <a:moveTo>
                  <a:pt x="18519" y="25588"/>
                </a:moveTo>
                <a:lnTo>
                  <a:pt x="10191" y="0"/>
                </a:lnTo>
                <a:lnTo>
                  <a:pt x="0" y="18982"/>
                </a:lnTo>
                <a:lnTo>
                  <a:pt x="18519" y="25588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Punjab"/>
          <p:cNvSpPr/>
          <p:nvPr/>
        </p:nvSpPr>
        <p:spPr>
          <a:xfrm>
            <a:off x="8003053" y="2400685"/>
            <a:ext cx="422556" cy="443198"/>
          </a:xfrm>
          <a:custGeom>
            <a:avLst/>
            <a:gdLst/>
            <a:ahLst/>
            <a:cxnLst/>
            <a:rect l="l" t="t" r="r" b="b"/>
            <a:pathLst>
              <a:path w="422556" h="443198">
                <a:moveTo>
                  <a:pt x="88768" y="383385"/>
                </a:moveTo>
                <a:lnTo>
                  <a:pt x="167922" y="387862"/>
                </a:lnTo>
                <a:lnTo>
                  <a:pt x="187701" y="411468"/>
                </a:lnTo>
                <a:lnTo>
                  <a:pt x="186837" y="443198"/>
                </a:lnTo>
                <a:lnTo>
                  <a:pt x="217880" y="403575"/>
                </a:lnTo>
                <a:lnTo>
                  <a:pt x="298743" y="413248"/>
                </a:lnTo>
                <a:lnTo>
                  <a:pt x="326488" y="396871"/>
                </a:lnTo>
                <a:lnTo>
                  <a:pt x="321480" y="351472"/>
                </a:lnTo>
                <a:lnTo>
                  <a:pt x="337281" y="360650"/>
                </a:lnTo>
                <a:lnTo>
                  <a:pt x="351265" y="346144"/>
                </a:lnTo>
                <a:lnTo>
                  <a:pt x="368368" y="363519"/>
                </a:lnTo>
                <a:lnTo>
                  <a:pt x="383582" y="347194"/>
                </a:lnTo>
                <a:lnTo>
                  <a:pt x="369813" y="335665"/>
                </a:lnTo>
                <a:lnTo>
                  <a:pt x="395345" y="311217"/>
                </a:lnTo>
                <a:lnTo>
                  <a:pt x="422556" y="317077"/>
                </a:lnTo>
                <a:lnTo>
                  <a:pt x="420958" y="283774"/>
                </a:lnTo>
                <a:lnTo>
                  <a:pt x="390377" y="263943"/>
                </a:lnTo>
                <a:lnTo>
                  <a:pt x="411400" y="256207"/>
                </a:lnTo>
                <a:lnTo>
                  <a:pt x="379238" y="225752"/>
                </a:lnTo>
                <a:lnTo>
                  <a:pt x="381600" y="192330"/>
                </a:lnTo>
                <a:lnTo>
                  <a:pt x="353613" y="183926"/>
                </a:lnTo>
                <a:lnTo>
                  <a:pt x="344513" y="160314"/>
                </a:lnTo>
                <a:lnTo>
                  <a:pt x="317624" y="179813"/>
                </a:lnTo>
                <a:lnTo>
                  <a:pt x="280315" y="83747"/>
                </a:lnTo>
                <a:lnTo>
                  <a:pt x="236618" y="65881"/>
                </a:lnTo>
                <a:lnTo>
                  <a:pt x="239809" y="40977"/>
                </a:lnTo>
                <a:lnTo>
                  <a:pt x="283690" y="17590"/>
                </a:lnTo>
                <a:lnTo>
                  <a:pt x="270796" y="0"/>
                </a:lnTo>
                <a:lnTo>
                  <a:pt x="228116" y="34865"/>
                </a:lnTo>
                <a:lnTo>
                  <a:pt x="201525" y="24649"/>
                </a:lnTo>
                <a:lnTo>
                  <a:pt x="190411" y="61140"/>
                </a:lnTo>
                <a:lnTo>
                  <a:pt x="137539" y="68273"/>
                </a:lnTo>
                <a:lnTo>
                  <a:pt x="83373" y="118049"/>
                </a:lnTo>
                <a:lnTo>
                  <a:pt x="106414" y="162001"/>
                </a:lnTo>
                <a:lnTo>
                  <a:pt x="86431" y="205872"/>
                </a:lnTo>
                <a:lnTo>
                  <a:pt x="113031" y="211891"/>
                </a:lnTo>
                <a:lnTo>
                  <a:pt x="6708" y="301682"/>
                </a:lnTo>
                <a:lnTo>
                  <a:pt x="12321" y="356929"/>
                </a:lnTo>
                <a:lnTo>
                  <a:pt x="0" y="375269"/>
                </a:lnTo>
                <a:lnTo>
                  <a:pt x="88768" y="383385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ājasthān"/>
          <p:cNvSpPr/>
          <p:nvPr/>
        </p:nvSpPr>
        <p:spPr>
          <a:xfrm>
            <a:off x="7393473" y="2745956"/>
            <a:ext cx="1216970" cy="1065302"/>
          </a:xfrm>
          <a:custGeom>
            <a:avLst/>
            <a:gdLst/>
            <a:ahLst/>
            <a:cxnLst/>
            <a:rect l="l" t="t" r="r" b="b"/>
            <a:pathLst>
              <a:path w="1216970" h="1065302">
                <a:moveTo>
                  <a:pt x="1080074" y="357801"/>
                </a:moveTo>
                <a:lnTo>
                  <a:pt x="1046990" y="354704"/>
                </a:lnTo>
                <a:lnTo>
                  <a:pt x="1052649" y="367202"/>
                </a:lnTo>
                <a:lnTo>
                  <a:pt x="1028400" y="379653"/>
                </a:lnTo>
                <a:lnTo>
                  <a:pt x="1036708" y="307443"/>
                </a:lnTo>
                <a:lnTo>
                  <a:pt x="1019804" y="295025"/>
                </a:lnTo>
                <a:lnTo>
                  <a:pt x="978212" y="333505"/>
                </a:lnTo>
                <a:lnTo>
                  <a:pt x="968185" y="305930"/>
                </a:lnTo>
                <a:lnTo>
                  <a:pt x="942780" y="301358"/>
                </a:lnTo>
                <a:lnTo>
                  <a:pt x="949710" y="323547"/>
                </a:lnTo>
                <a:lnTo>
                  <a:pt x="924157" y="329755"/>
                </a:lnTo>
                <a:lnTo>
                  <a:pt x="932403" y="355455"/>
                </a:lnTo>
                <a:lnTo>
                  <a:pt x="898343" y="350207"/>
                </a:lnTo>
                <a:lnTo>
                  <a:pt x="907956" y="317057"/>
                </a:lnTo>
                <a:lnTo>
                  <a:pt x="894775" y="312115"/>
                </a:lnTo>
                <a:lnTo>
                  <a:pt x="915524" y="305591"/>
                </a:lnTo>
                <a:lnTo>
                  <a:pt x="841583" y="236575"/>
                </a:lnTo>
                <a:lnTo>
                  <a:pt x="820673" y="140676"/>
                </a:lnTo>
                <a:lnTo>
                  <a:pt x="774284" y="144556"/>
                </a:lnTo>
                <a:lnTo>
                  <a:pt x="743127" y="118596"/>
                </a:lnTo>
                <a:lnTo>
                  <a:pt x="708331" y="129963"/>
                </a:lnTo>
                <a:lnTo>
                  <a:pt x="710663" y="66569"/>
                </a:lnTo>
                <a:lnTo>
                  <a:pt x="690956" y="64153"/>
                </a:lnTo>
                <a:lnTo>
                  <a:pt x="698348" y="38114"/>
                </a:lnTo>
                <a:lnTo>
                  <a:pt x="610762" y="33480"/>
                </a:lnTo>
                <a:lnTo>
                  <a:pt x="621550" y="0"/>
                </a:lnTo>
                <a:lnTo>
                  <a:pt x="541841" y="37652"/>
                </a:lnTo>
                <a:lnTo>
                  <a:pt x="479282" y="174702"/>
                </a:lnTo>
                <a:lnTo>
                  <a:pt x="402692" y="212884"/>
                </a:lnTo>
                <a:lnTo>
                  <a:pt x="334297" y="333851"/>
                </a:lnTo>
                <a:lnTo>
                  <a:pt x="192126" y="372060"/>
                </a:lnTo>
                <a:lnTo>
                  <a:pt x="173826" y="366638"/>
                </a:lnTo>
                <a:lnTo>
                  <a:pt x="153013" y="326550"/>
                </a:lnTo>
                <a:lnTo>
                  <a:pt x="122928" y="326349"/>
                </a:lnTo>
                <a:lnTo>
                  <a:pt x="14219" y="449982"/>
                </a:lnTo>
                <a:lnTo>
                  <a:pt x="0" y="506500"/>
                </a:lnTo>
                <a:lnTo>
                  <a:pt x="42577" y="537337"/>
                </a:lnTo>
                <a:lnTo>
                  <a:pt x="95524" y="544338"/>
                </a:lnTo>
                <a:lnTo>
                  <a:pt x="85206" y="635848"/>
                </a:lnTo>
                <a:lnTo>
                  <a:pt x="108589" y="669368"/>
                </a:lnTo>
                <a:lnTo>
                  <a:pt x="162798" y="671097"/>
                </a:lnTo>
                <a:lnTo>
                  <a:pt x="163446" y="716643"/>
                </a:lnTo>
                <a:lnTo>
                  <a:pt x="225417" y="824323"/>
                </a:lnTo>
                <a:lnTo>
                  <a:pt x="327915" y="834239"/>
                </a:lnTo>
                <a:lnTo>
                  <a:pt x="356877" y="818901"/>
                </a:lnTo>
                <a:lnTo>
                  <a:pt x="396491" y="831379"/>
                </a:lnTo>
                <a:lnTo>
                  <a:pt x="382508" y="837785"/>
                </a:lnTo>
                <a:lnTo>
                  <a:pt x="411706" y="863280"/>
                </a:lnTo>
                <a:lnTo>
                  <a:pt x="423020" y="847633"/>
                </a:lnTo>
                <a:lnTo>
                  <a:pt x="474505" y="874860"/>
                </a:lnTo>
                <a:lnTo>
                  <a:pt x="498947" y="850852"/>
                </a:lnTo>
                <a:lnTo>
                  <a:pt x="497461" y="865994"/>
                </a:lnTo>
                <a:lnTo>
                  <a:pt x="517231" y="870876"/>
                </a:lnTo>
                <a:lnTo>
                  <a:pt x="496207" y="896133"/>
                </a:lnTo>
                <a:lnTo>
                  <a:pt x="520489" y="924852"/>
                </a:lnTo>
                <a:lnTo>
                  <a:pt x="536997" y="909570"/>
                </a:lnTo>
                <a:lnTo>
                  <a:pt x="535592" y="956331"/>
                </a:lnTo>
                <a:lnTo>
                  <a:pt x="559305" y="983869"/>
                </a:lnTo>
                <a:lnTo>
                  <a:pt x="577664" y="981721"/>
                </a:lnTo>
                <a:lnTo>
                  <a:pt x="573725" y="1007502"/>
                </a:lnTo>
                <a:lnTo>
                  <a:pt x="620135" y="1017602"/>
                </a:lnTo>
                <a:lnTo>
                  <a:pt x="671025" y="1065302"/>
                </a:lnTo>
                <a:lnTo>
                  <a:pt x="728035" y="1043346"/>
                </a:lnTo>
                <a:lnTo>
                  <a:pt x="696547" y="1025452"/>
                </a:lnTo>
                <a:lnTo>
                  <a:pt x="755036" y="980625"/>
                </a:lnTo>
                <a:lnTo>
                  <a:pt x="761396" y="921344"/>
                </a:lnTo>
                <a:lnTo>
                  <a:pt x="749542" y="891279"/>
                </a:lnTo>
                <a:lnTo>
                  <a:pt x="728806" y="887355"/>
                </a:lnTo>
                <a:lnTo>
                  <a:pt x="743640" y="858831"/>
                </a:lnTo>
                <a:lnTo>
                  <a:pt x="723491" y="852573"/>
                </a:lnTo>
                <a:lnTo>
                  <a:pt x="736117" y="808880"/>
                </a:lnTo>
                <a:lnTo>
                  <a:pt x="748433" y="830600"/>
                </a:lnTo>
                <a:lnTo>
                  <a:pt x="766083" y="815927"/>
                </a:lnTo>
                <a:lnTo>
                  <a:pt x="742961" y="809360"/>
                </a:lnTo>
                <a:lnTo>
                  <a:pt x="742099" y="780547"/>
                </a:lnTo>
                <a:lnTo>
                  <a:pt x="768540" y="799109"/>
                </a:lnTo>
                <a:lnTo>
                  <a:pt x="786789" y="768813"/>
                </a:lnTo>
                <a:lnTo>
                  <a:pt x="810126" y="769784"/>
                </a:lnTo>
                <a:lnTo>
                  <a:pt x="800306" y="794600"/>
                </a:lnTo>
                <a:lnTo>
                  <a:pt x="822772" y="795501"/>
                </a:lnTo>
                <a:lnTo>
                  <a:pt x="794879" y="799205"/>
                </a:lnTo>
                <a:lnTo>
                  <a:pt x="794215" y="820320"/>
                </a:lnTo>
                <a:lnTo>
                  <a:pt x="879305" y="816000"/>
                </a:lnTo>
                <a:lnTo>
                  <a:pt x="889732" y="857259"/>
                </a:lnTo>
                <a:lnTo>
                  <a:pt x="864608" y="866896"/>
                </a:lnTo>
                <a:lnTo>
                  <a:pt x="879709" y="916675"/>
                </a:lnTo>
                <a:lnTo>
                  <a:pt x="827551" y="935284"/>
                </a:lnTo>
                <a:lnTo>
                  <a:pt x="858952" y="961701"/>
                </a:lnTo>
                <a:lnTo>
                  <a:pt x="861598" y="940216"/>
                </a:lnTo>
                <a:lnTo>
                  <a:pt x="893654" y="940609"/>
                </a:lnTo>
                <a:lnTo>
                  <a:pt x="919905" y="912041"/>
                </a:lnTo>
                <a:lnTo>
                  <a:pt x="927985" y="876024"/>
                </a:lnTo>
                <a:lnTo>
                  <a:pt x="931729" y="893863"/>
                </a:lnTo>
                <a:lnTo>
                  <a:pt x="975375" y="901743"/>
                </a:lnTo>
                <a:lnTo>
                  <a:pt x="998612" y="882746"/>
                </a:lnTo>
                <a:lnTo>
                  <a:pt x="1013365" y="907784"/>
                </a:lnTo>
                <a:lnTo>
                  <a:pt x="1033456" y="895551"/>
                </a:lnTo>
                <a:lnTo>
                  <a:pt x="1015361" y="845538"/>
                </a:lnTo>
                <a:lnTo>
                  <a:pt x="1037717" y="856334"/>
                </a:lnTo>
                <a:lnTo>
                  <a:pt x="1050240" y="831503"/>
                </a:lnTo>
                <a:lnTo>
                  <a:pt x="1013454" y="804381"/>
                </a:lnTo>
                <a:lnTo>
                  <a:pt x="1033812" y="795413"/>
                </a:lnTo>
                <a:lnTo>
                  <a:pt x="1020966" y="775546"/>
                </a:lnTo>
                <a:lnTo>
                  <a:pt x="1097091" y="759241"/>
                </a:lnTo>
                <a:lnTo>
                  <a:pt x="1092153" y="714956"/>
                </a:lnTo>
                <a:lnTo>
                  <a:pt x="1069754" y="730213"/>
                </a:lnTo>
                <a:lnTo>
                  <a:pt x="1003304" y="726872"/>
                </a:lnTo>
                <a:lnTo>
                  <a:pt x="979278" y="708360"/>
                </a:lnTo>
                <a:lnTo>
                  <a:pt x="967824" y="670053"/>
                </a:lnTo>
                <a:lnTo>
                  <a:pt x="1044946" y="601012"/>
                </a:lnTo>
                <a:lnTo>
                  <a:pt x="1192101" y="525702"/>
                </a:lnTo>
                <a:lnTo>
                  <a:pt x="1216970" y="489439"/>
                </a:lnTo>
                <a:lnTo>
                  <a:pt x="1182934" y="499837"/>
                </a:lnTo>
                <a:lnTo>
                  <a:pt x="1146115" y="487435"/>
                </a:lnTo>
                <a:lnTo>
                  <a:pt x="1103735" y="515908"/>
                </a:lnTo>
                <a:lnTo>
                  <a:pt x="1099957" y="497665"/>
                </a:lnTo>
                <a:lnTo>
                  <a:pt x="1146441" y="476355"/>
                </a:lnTo>
                <a:lnTo>
                  <a:pt x="1112706" y="467433"/>
                </a:lnTo>
                <a:lnTo>
                  <a:pt x="1135110" y="448359"/>
                </a:lnTo>
                <a:lnTo>
                  <a:pt x="1087869" y="398770"/>
                </a:lnTo>
                <a:lnTo>
                  <a:pt x="1080074" y="357801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Sikkim"/>
          <p:cNvSpPr/>
          <p:nvPr/>
        </p:nvSpPr>
        <p:spPr>
          <a:xfrm>
            <a:off x="9959598" y="3054822"/>
            <a:ext cx="123557" cy="156652"/>
          </a:xfrm>
          <a:custGeom>
            <a:avLst/>
            <a:gdLst/>
            <a:ahLst/>
            <a:cxnLst/>
            <a:rect l="l" t="t" r="r" b="b"/>
            <a:pathLst>
              <a:path w="123557" h="156652">
                <a:moveTo>
                  <a:pt x="0" y="136910"/>
                </a:moveTo>
                <a:lnTo>
                  <a:pt x="57584" y="156652"/>
                </a:lnTo>
                <a:lnTo>
                  <a:pt x="123557" y="127317"/>
                </a:lnTo>
                <a:lnTo>
                  <a:pt x="103713" y="84198"/>
                </a:lnTo>
                <a:lnTo>
                  <a:pt x="120913" y="40667"/>
                </a:lnTo>
                <a:lnTo>
                  <a:pt x="113741" y="17001"/>
                </a:lnTo>
                <a:lnTo>
                  <a:pt x="82427" y="0"/>
                </a:lnTo>
                <a:lnTo>
                  <a:pt x="15818" y="26786"/>
                </a:lnTo>
                <a:lnTo>
                  <a:pt x="25376" y="50479"/>
                </a:lnTo>
                <a:lnTo>
                  <a:pt x="0" y="136910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amil Nādu"/>
          <p:cNvSpPr/>
          <p:nvPr/>
        </p:nvSpPr>
        <p:spPr>
          <a:xfrm>
            <a:off x="8328204" y="5228698"/>
            <a:ext cx="569520" cy="819280"/>
          </a:xfrm>
          <a:custGeom>
            <a:avLst/>
            <a:gdLst/>
            <a:ahLst/>
            <a:cxnLst/>
            <a:rect l="l" t="t" r="r" b="b"/>
            <a:pathLst>
              <a:path w="569520" h="819280">
                <a:moveTo>
                  <a:pt x="494771" y="258491"/>
                </a:moveTo>
                <a:lnTo>
                  <a:pt x="479354" y="239043"/>
                </a:lnTo>
                <a:lnTo>
                  <a:pt x="499420" y="240244"/>
                </a:lnTo>
                <a:lnTo>
                  <a:pt x="556765" y="117101"/>
                </a:lnTo>
                <a:lnTo>
                  <a:pt x="569520" y="37605"/>
                </a:lnTo>
                <a:lnTo>
                  <a:pt x="558721" y="0"/>
                </a:lnTo>
                <a:lnTo>
                  <a:pt x="554979" y="14127"/>
                </a:lnTo>
                <a:lnTo>
                  <a:pt x="521455" y="3430"/>
                </a:lnTo>
                <a:lnTo>
                  <a:pt x="488236" y="53414"/>
                </a:lnTo>
                <a:lnTo>
                  <a:pt x="443312" y="31879"/>
                </a:lnTo>
                <a:lnTo>
                  <a:pt x="443727" y="56290"/>
                </a:lnTo>
                <a:lnTo>
                  <a:pt x="415547" y="58876"/>
                </a:lnTo>
                <a:lnTo>
                  <a:pt x="405602" y="81352"/>
                </a:lnTo>
                <a:lnTo>
                  <a:pt x="343480" y="74125"/>
                </a:lnTo>
                <a:lnTo>
                  <a:pt x="308915" y="140498"/>
                </a:lnTo>
                <a:lnTo>
                  <a:pt x="221826" y="103730"/>
                </a:lnTo>
                <a:lnTo>
                  <a:pt x="208519" y="133186"/>
                </a:lnTo>
                <a:lnTo>
                  <a:pt x="188986" y="134057"/>
                </a:lnTo>
                <a:lnTo>
                  <a:pt x="191469" y="178681"/>
                </a:lnTo>
                <a:lnTo>
                  <a:pt x="171419" y="196344"/>
                </a:lnTo>
                <a:lnTo>
                  <a:pt x="213453" y="215962"/>
                </a:lnTo>
                <a:lnTo>
                  <a:pt x="199621" y="240803"/>
                </a:lnTo>
                <a:lnTo>
                  <a:pt x="174571" y="242017"/>
                </a:lnTo>
                <a:lnTo>
                  <a:pt x="165221" y="269332"/>
                </a:lnTo>
                <a:lnTo>
                  <a:pt x="93310" y="264197"/>
                </a:lnTo>
                <a:lnTo>
                  <a:pt x="84853" y="294166"/>
                </a:lnTo>
                <a:lnTo>
                  <a:pt x="38348" y="277669"/>
                </a:lnTo>
                <a:lnTo>
                  <a:pt x="0" y="297662"/>
                </a:lnTo>
                <a:lnTo>
                  <a:pt x="1812" y="313062"/>
                </a:lnTo>
                <a:lnTo>
                  <a:pt x="43440" y="329335"/>
                </a:lnTo>
                <a:lnTo>
                  <a:pt x="28313" y="353206"/>
                </a:lnTo>
                <a:lnTo>
                  <a:pt x="69296" y="350366"/>
                </a:lnTo>
                <a:lnTo>
                  <a:pt x="78468" y="374861"/>
                </a:lnTo>
                <a:lnTo>
                  <a:pt x="58843" y="393279"/>
                </a:lnTo>
                <a:lnTo>
                  <a:pt x="93218" y="415248"/>
                </a:lnTo>
                <a:lnTo>
                  <a:pt x="82505" y="486935"/>
                </a:lnTo>
                <a:lnTo>
                  <a:pt x="103785" y="499398"/>
                </a:lnTo>
                <a:lnTo>
                  <a:pt x="138634" y="479513"/>
                </a:lnTo>
                <a:lnTo>
                  <a:pt x="146947" y="499564"/>
                </a:lnTo>
                <a:lnTo>
                  <a:pt x="129020" y="589961"/>
                </a:lnTo>
                <a:lnTo>
                  <a:pt x="163155" y="605464"/>
                </a:lnTo>
                <a:lnTo>
                  <a:pt x="126415" y="678264"/>
                </a:lnTo>
                <a:lnTo>
                  <a:pt x="145351" y="749094"/>
                </a:lnTo>
                <a:lnTo>
                  <a:pt x="119591" y="786898"/>
                </a:lnTo>
                <a:lnTo>
                  <a:pt x="149725" y="812480"/>
                </a:lnTo>
                <a:lnTo>
                  <a:pt x="183043" y="819280"/>
                </a:lnTo>
                <a:lnTo>
                  <a:pt x="253737" y="774926"/>
                </a:lnTo>
                <a:lnTo>
                  <a:pt x="270885" y="692137"/>
                </a:lnTo>
                <a:lnTo>
                  <a:pt x="301550" y="664655"/>
                </a:lnTo>
                <a:lnTo>
                  <a:pt x="378118" y="640547"/>
                </a:lnTo>
                <a:lnTo>
                  <a:pt x="442957" y="657430"/>
                </a:lnTo>
                <a:lnTo>
                  <a:pt x="428634" y="633655"/>
                </a:lnTo>
                <a:lnTo>
                  <a:pt x="392227" y="636971"/>
                </a:lnTo>
                <a:lnTo>
                  <a:pt x="368947" y="608374"/>
                </a:lnTo>
                <a:lnTo>
                  <a:pt x="419855" y="526318"/>
                </a:lnTo>
                <a:lnTo>
                  <a:pt x="424125" y="493018"/>
                </a:lnTo>
                <a:lnTo>
                  <a:pt x="504938" y="487016"/>
                </a:lnTo>
                <a:lnTo>
                  <a:pt x="501103" y="408751"/>
                </a:lnTo>
                <a:lnTo>
                  <a:pt x="482544" y="389487"/>
                </a:lnTo>
                <a:lnTo>
                  <a:pt x="501330" y="385408"/>
                </a:lnTo>
                <a:lnTo>
                  <a:pt x="493215" y="265668"/>
                </a:lnTo>
                <a:lnTo>
                  <a:pt x="481656" y="264764"/>
                </a:lnTo>
                <a:lnTo>
                  <a:pt x="494771" y="258491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langāna"/>
          <p:cNvSpPr/>
          <p:nvPr/>
        </p:nvSpPr>
        <p:spPr>
          <a:xfrm>
            <a:off x="8466930" y="4281000"/>
            <a:ext cx="565931" cy="608715"/>
          </a:xfrm>
          <a:custGeom>
            <a:avLst/>
            <a:gdLst/>
            <a:ahLst/>
            <a:cxnLst/>
            <a:rect l="l" t="t" r="r" b="b"/>
            <a:pathLst>
              <a:path w="565931" h="608715">
                <a:moveTo>
                  <a:pt x="43694" y="242169"/>
                </a:moveTo>
                <a:lnTo>
                  <a:pt x="44026" y="280396"/>
                </a:lnTo>
                <a:lnTo>
                  <a:pt x="58149" y="290477"/>
                </a:lnTo>
                <a:lnTo>
                  <a:pt x="28700" y="347843"/>
                </a:lnTo>
                <a:lnTo>
                  <a:pt x="62757" y="363857"/>
                </a:lnTo>
                <a:lnTo>
                  <a:pt x="38377" y="370694"/>
                </a:lnTo>
                <a:lnTo>
                  <a:pt x="19985" y="401792"/>
                </a:lnTo>
                <a:lnTo>
                  <a:pt x="36927" y="432903"/>
                </a:lnTo>
                <a:lnTo>
                  <a:pt x="32061" y="494888"/>
                </a:lnTo>
                <a:lnTo>
                  <a:pt x="0" y="513724"/>
                </a:lnTo>
                <a:lnTo>
                  <a:pt x="49708" y="533050"/>
                </a:lnTo>
                <a:lnTo>
                  <a:pt x="35744" y="578753"/>
                </a:lnTo>
                <a:lnTo>
                  <a:pt x="58377" y="601303"/>
                </a:lnTo>
                <a:lnTo>
                  <a:pt x="124372" y="608715"/>
                </a:lnTo>
                <a:lnTo>
                  <a:pt x="162301" y="573107"/>
                </a:lnTo>
                <a:lnTo>
                  <a:pt x="214589" y="581117"/>
                </a:lnTo>
                <a:lnTo>
                  <a:pt x="245612" y="548416"/>
                </a:lnTo>
                <a:lnTo>
                  <a:pt x="274282" y="550328"/>
                </a:lnTo>
                <a:lnTo>
                  <a:pt x="279861" y="499814"/>
                </a:lnTo>
                <a:lnTo>
                  <a:pt x="351476" y="475191"/>
                </a:lnTo>
                <a:lnTo>
                  <a:pt x="375816" y="489352"/>
                </a:lnTo>
                <a:lnTo>
                  <a:pt x="392550" y="464605"/>
                </a:lnTo>
                <a:lnTo>
                  <a:pt x="385181" y="447695"/>
                </a:lnTo>
                <a:lnTo>
                  <a:pt x="409978" y="428431"/>
                </a:lnTo>
                <a:lnTo>
                  <a:pt x="435455" y="462252"/>
                </a:lnTo>
                <a:lnTo>
                  <a:pt x="461740" y="469631"/>
                </a:lnTo>
                <a:lnTo>
                  <a:pt x="466130" y="447155"/>
                </a:lnTo>
                <a:lnTo>
                  <a:pt x="433097" y="438576"/>
                </a:lnTo>
                <a:lnTo>
                  <a:pt x="439416" y="421346"/>
                </a:lnTo>
                <a:lnTo>
                  <a:pt x="447147" y="430522"/>
                </a:lnTo>
                <a:lnTo>
                  <a:pt x="463094" y="412154"/>
                </a:lnTo>
                <a:lnTo>
                  <a:pt x="499831" y="429037"/>
                </a:lnTo>
                <a:lnTo>
                  <a:pt x="510019" y="402203"/>
                </a:lnTo>
                <a:lnTo>
                  <a:pt x="545344" y="400620"/>
                </a:lnTo>
                <a:lnTo>
                  <a:pt x="565931" y="379094"/>
                </a:lnTo>
                <a:lnTo>
                  <a:pt x="501228" y="345163"/>
                </a:lnTo>
                <a:lnTo>
                  <a:pt x="505403" y="325190"/>
                </a:lnTo>
                <a:lnTo>
                  <a:pt x="535690" y="319767"/>
                </a:lnTo>
                <a:lnTo>
                  <a:pt x="522394" y="315853"/>
                </a:lnTo>
                <a:lnTo>
                  <a:pt x="518348" y="259055"/>
                </a:lnTo>
                <a:lnTo>
                  <a:pt x="484808" y="259289"/>
                </a:lnTo>
                <a:lnTo>
                  <a:pt x="484532" y="224116"/>
                </a:lnTo>
                <a:lnTo>
                  <a:pt x="454052" y="193289"/>
                </a:lnTo>
                <a:lnTo>
                  <a:pt x="430771" y="196920"/>
                </a:lnTo>
                <a:lnTo>
                  <a:pt x="421331" y="178024"/>
                </a:lnTo>
                <a:lnTo>
                  <a:pt x="399130" y="184159"/>
                </a:lnTo>
                <a:lnTo>
                  <a:pt x="371892" y="164880"/>
                </a:lnTo>
                <a:lnTo>
                  <a:pt x="363168" y="121184"/>
                </a:lnTo>
                <a:lnTo>
                  <a:pt x="379717" y="76711"/>
                </a:lnTo>
                <a:lnTo>
                  <a:pt x="348630" y="45786"/>
                </a:lnTo>
                <a:lnTo>
                  <a:pt x="309576" y="61810"/>
                </a:lnTo>
                <a:lnTo>
                  <a:pt x="278021" y="44421"/>
                </a:lnTo>
                <a:lnTo>
                  <a:pt x="270648" y="67961"/>
                </a:lnTo>
                <a:lnTo>
                  <a:pt x="236046" y="54097"/>
                </a:lnTo>
                <a:lnTo>
                  <a:pt x="222270" y="22748"/>
                </a:lnTo>
                <a:lnTo>
                  <a:pt x="148331" y="0"/>
                </a:lnTo>
                <a:lnTo>
                  <a:pt x="147959" y="68388"/>
                </a:lnTo>
                <a:lnTo>
                  <a:pt x="130213" y="74937"/>
                </a:lnTo>
                <a:lnTo>
                  <a:pt x="130093" y="101012"/>
                </a:lnTo>
                <a:lnTo>
                  <a:pt x="86906" y="91069"/>
                </a:lnTo>
                <a:lnTo>
                  <a:pt x="72856" y="131721"/>
                </a:lnTo>
                <a:lnTo>
                  <a:pt x="98688" y="161875"/>
                </a:lnTo>
                <a:lnTo>
                  <a:pt x="71680" y="181107"/>
                </a:lnTo>
                <a:lnTo>
                  <a:pt x="69602" y="202632"/>
                </a:lnTo>
                <a:lnTo>
                  <a:pt x="49920" y="203804"/>
                </a:lnTo>
                <a:lnTo>
                  <a:pt x="43694" y="242169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ripura"/>
          <p:cNvSpPr/>
          <p:nvPr/>
        </p:nvSpPr>
        <p:spPr>
          <a:xfrm>
            <a:off x="10394703" y="3592398"/>
            <a:ext cx="162734" cy="237084"/>
          </a:xfrm>
          <a:custGeom>
            <a:avLst/>
            <a:gdLst/>
            <a:ahLst/>
            <a:cxnLst/>
            <a:rect l="l" t="t" r="r" b="b"/>
            <a:pathLst>
              <a:path w="162734" h="237084">
                <a:moveTo>
                  <a:pt x="91205" y="152732"/>
                </a:moveTo>
                <a:lnTo>
                  <a:pt x="109443" y="163740"/>
                </a:lnTo>
                <a:lnTo>
                  <a:pt x="111010" y="117762"/>
                </a:lnTo>
                <a:lnTo>
                  <a:pt x="148271" y="130569"/>
                </a:lnTo>
                <a:lnTo>
                  <a:pt x="160611" y="98971"/>
                </a:lnTo>
                <a:lnTo>
                  <a:pt x="162734" y="51920"/>
                </a:lnTo>
                <a:lnTo>
                  <a:pt x="143393" y="42426"/>
                </a:lnTo>
                <a:lnTo>
                  <a:pt x="152502" y="20611"/>
                </a:lnTo>
                <a:lnTo>
                  <a:pt x="140034" y="0"/>
                </a:lnTo>
                <a:lnTo>
                  <a:pt x="139410" y="16215"/>
                </a:lnTo>
                <a:lnTo>
                  <a:pt x="106023" y="28224"/>
                </a:lnTo>
                <a:lnTo>
                  <a:pt x="105446" y="61493"/>
                </a:lnTo>
                <a:lnTo>
                  <a:pt x="81671" y="42127"/>
                </a:lnTo>
                <a:lnTo>
                  <a:pt x="83009" y="57565"/>
                </a:lnTo>
                <a:lnTo>
                  <a:pt x="69995" y="44118"/>
                </a:lnTo>
                <a:lnTo>
                  <a:pt x="58736" y="67631"/>
                </a:lnTo>
                <a:lnTo>
                  <a:pt x="30372" y="62941"/>
                </a:lnTo>
                <a:lnTo>
                  <a:pt x="0" y="117236"/>
                </a:lnTo>
                <a:lnTo>
                  <a:pt x="26316" y="212726"/>
                </a:lnTo>
                <a:lnTo>
                  <a:pt x="36059" y="218304"/>
                </a:lnTo>
                <a:lnTo>
                  <a:pt x="34876" y="185419"/>
                </a:lnTo>
                <a:lnTo>
                  <a:pt x="63995" y="237084"/>
                </a:lnTo>
                <a:lnTo>
                  <a:pt x="93939" y="214077"/>
                </a:lnTo>
                <a:lnTo>
                  <a:pt x="91205" y="152732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Uttar Pradesh"/>
          <p:cNvSpPr/>
          <p:nvPr/>
        </p:nvSpPr>
        <p:spPr>
          <a:xfrm>
            <a:off x="8445886" y="2716205"/>
            <a:ext cx="1045629" cy="974121"/>
          </a:xfrm>
          <a:custGeom>
            <a:avLst/>
            <a:gdLst/>
            <a:ahLst/>
            <a:cxnLst/>
            <a:rect l="l" t="t" r="r" b="b"/>
            <a:pathLst>
              <a:path w="1045629" h="974121">
                <a:moveTo>
                  <a:pt x="68142" y="0"/>
                </a:moveTo>
                <a:lnTo>
                  <a:pt x="14405" y="72551"/>
                </a:lnTo>
                <a:lnTo>
                  <a:pt x="0" y="120663"/>
                </a:lnTo>
                <a:lnTo>
                  <a:pt x="15986" y="238736"/>
                </a:lnTo>
                <a:lnTo>
                  <a:pt x="64598" y="321680"/>
                </a:lnTo>
                <a:lnTo>
                  <a:pt x="62687" y="367685"/>
                </a:lnTo>
                <a:lnTo>
                  <a:pt x="27555" y="387745"/>
                </a:lnTo>
                <a:lnTo>
                  <a:pt x="32280" y="416560"/>
                </a:lnTo>
                <a:lnTo>
                  <a:pt x="82697" y="478110"/>
                </a:lnTo>
                <a:lnTo>
                  <a:pt x="60293" y="497184"/>
                </a:lnTo>
                <a:lnTo>
                  <a:pt x="94028" y="506106"/>
                </a:lnTo>
                <a:lnTo>
                  <a:pt x="43471" y="532450"/>
                </a:lnTo>
                <a:lnTo>
                  <a:pt x="52125" y="545668"/>
                </a:lnTo>
                <a:lnTo>
                  <a:pt x="93599" y="517210"/>
                </a:lnTo>
                <a:lnTo>
                  <a:pt x="130521" y="529588"/>
                </a:lnTo>
                <a:lnTo>
                  <a:pt x="158008" y="515143"/>
                </a:lnTo>
                <a:lnTo>
                  <a:pt x="162896" y="534920"/>
                </a:lnTo>
                <a:lnTo>
                  <a:pt x="177112" y="526708"/>
                </a:lnTo>
                <a:lnTo>
                  <a:pt x="265998" y="555886"/>
                </a:lnTo>
                <a:lnTo>
                  <a:pt x="284055" y="590697"/>
                </a:lnTo>
                <a:lnTo>
                  <a:pt x="231120" y="693573"/>
                </a:lnTo>
                <a:lnTo>
                  <a:pt x="239268" y="713001"/>
                </a:lnTo>
                <a:lnTo>
                  <a:pt x="188285" y="721595"/>
                </a:lnTo>
                <a:lnTo>
                  <a:pt x="169134" y="749427"/>
                </a:lnTo>
                <a:lnTo>
                  <a:pt x="190315" y="781226"/>
                </a:lnTo>
                <a:lnTo>
                  <a:pt x="150254" y="826172"/>
                </a:lnTo>
                <a:lnTo>
                  <a:pt x="175033" y="910228"/>
                </a:lnTo>
                <a:lnTo>
                  <a:pt x="198674" y="897044"/>
                </a:lnTo>
                <a:lnTo>
                  <a:pt x="236643" y="928537"/>
                </a:lnTo>
                <a:lnTo>
                  <a:pt x="261382" y="903046"/>
                </a:lnTo>
                <a:lnTo>
                  <a:pt x="249164" y="859207"/>
                </a:lnTo>
                <a:lnTo>
                  <a:pt x="230996" y="865345"/>
                </a:lnTo>
                <a:lnTo>
                  <a:pt x="236232" y="833879"/>
                </a:lnTo>
                <a:lnTo>
                  <a:pt x="214337" y="811979"/>
                </a:lnTo>
                <a:lnTo>
                  <a:pt x="206897" y="767856"/>
                </a:lnTo>
                <a:lnTo>
                  <a:pt x="187098" y="763247"/>
                </a:lnTo>
                <a:lnTo>
                  <a:pt x="218000" y="739833"/>
                </a:lnTo>
                <a:lnTo>
                  <a:pt x="234126" y="752965"/>
                </a:lnTo>
                <a:lnTo>
                  <a:pt x="229060" y="731801"/>
                </a:lnTo>
                <a:lnTo>
                  <a:pt x="243753" y="741814"/>
                </a:lnTo>
                <a:lnTo>
                  <a:pt x="256939" y="722488"/>
                </a:lnTo>
                <a:lnTo>
                  <a:pt x="263858" y="749831"/>
                </a:lnTo>
                <a:lnTo>
                  <a:pt x="235947" y="761480"/>
                </a:lnTo>
                <a:lnTo>
                  <a:pt x="244515" y="771514"/>
                </a:lnTo>
                <a:lnTo>
                  <a:pt x="259881" y="754154"/>
                </a:lnTo>
                <a:lnTo>
                  <a:pt x="248772" y="782137"/>
                </a:lnTo>
                <a:lnTo>
                  <a:pt x="267166" y="764757"/>
                </a:lnTo>
                <a:lnTo>
                  <a:pt x="283469" y="789330"/>
                </a:lnTo>
                <a:lnTo>
                  <a:pt x="308769" y="785349"/>
                </a:lnTo>
                <a:lnTo>
                  <a:pt x="306856" y="755262"/>
                </a:lnTo>
                <a:lnTo>
                  <a:pt x="333816" y="765829"/>
                </a:lnTo>
                <a:lnTo>
                  <a:pt x="321467" y="789807"/>
                </a:lnTo>
                <a:lnTo>
                  <a:pt x="384641" y="791301"/>
                </a:lnTo>
                <a:lnTo>
                  <a:pt x="383233" y="770493"/>
                </a:lnTo>
                <a:lnTo>
                  <a:pt x="440357" y="742365"/>
                </a:lnTo>
                <a:lnTo>
                  <a:pt x="463597" y="779149"/>
                </a:lnTo>
                <a:lnTo>
                  <a:pt x="441711" y="801785"/>
                </a:lnTo>
                <a:lnTo>
                  <a:pt x="466087" y="793946"/>
                </a:lnTo>
                <a:lnTo>
                  <a:pt x="470138" y="809545"/>
                </a:lnTo>
                <a:lnTo>
                  <a:pt x="470667" y="790704"/>
                </a:lnTo>
                <a:lnTo>
                  <a:pt x="511307" y="797478"/>
                </a:lnTo>
                <a:lnTo>
                  <a:pt x="501364" y="786500"/>
                </a:lnTo>
                <a:lnTo>
                  <a:pt x="526327" y="777608"/>
                </a:lnTo>
                <a:lnTo>
                  <a:pt x="516285" y="817228"/>
                </a:lnTo>
                <a:lnTo>
                  <a:pt x="561633" y="822452"/>
                </a:lnTo>
                <a:lnTo>
                  <a:pt x="580732" y="780884"/>
                </a:lnTo>
                <a:lnTo>
                  <a:pt x="610317" y="794875"/>
                </a:lnTo>
                <a:lnTo>
                  <a:pt x="622428" y="777177"/>
                </a:lnTo>
                <a:lnTo>
                  <a:pt x="626999" y="797254"/>
                </a:lnTo>
                <a:lnTo>
                  <a:pt x="667909" y="804736"/>
                </a:lnTo>
                <a:lnTo>
                  <a:pt x="675970" y="831479"/>
                </a:lnTo>
                <a:lnTo>
                  <a:pt x="708973" y="832648"/>
                </a:lnTo>
                <a:lnTo>
                  <a:pt x="722109" y="864627"/>
                </a:lnTo>
                <a:lnTo>
                  <a:pt x="738399" y="866691"/>
                </a:lnTo>
                <a:lnTo>
                  <a:pt x="740256" y="850046"/>
                </a:lnTo>
                <a:lnTo>
                  <a:pt x="787933" y="859134"/>
                </a:lnTo>
                <a:lnTo>
                  <a:pt x="772941" y="936380"/>
                </a:lnTo>
                <a:lnTo>
                  <a:pt x="812041" y="974121"/>
                </a:lnTo>
                <a:lnTo>
                  <a:pt x="848051" y="966662"/>
                </a:lnTo>
                <a:lnTo>
                  <a:pt x="882582" y="900513"/>
                </a:lnTo>
                <a:lnTo>
                  <a:pt x="874228" y="880757"/>
                </a:lnTo>
                <a:lnTo>
                  <a:pt x="895139" y="861953"/>
                </a:lnTo>
                <a:lnTo>
                  <a:pt x="868779" y="824982"/>
                </a:lnTo>
                <a:lnTo>
                  <a:pt x="868733" y="775855"/>
                </a:lnTo>
                <a:lnTo>
                  <a:pt x="936464" y="740825"/>
                </a:lnTo>
                <a:lnTo>
                  <a:pt x="972203" y="698039"/>
                </a:lnTo>
                <a:lnTo>
                  <a:pt x="1045629" y="697003"/>
                </a:lnTo>
                <a:lnTo>
                  <a:pt x="959046" y="630204"/>
                </a:lnTo>
                <a:lnTo>
                  <a:pt x="980765" y="620409"/>
                </a:lnTo>
                <a:lnTo>
                  <a:pt x="982241" y="601064"/>
                </a:lnTo>
                <a:lnTo>
                  <a:pt x="945014" y="578910"/>
                </a:lnTo>
                <a:lnTo>
                  <a:pt x="969721" y="560988"/>
                </a:lnTo>
                <a:lnTo>
                  <a:pt x="1015889" y="562820"/>
                </a:lnTo>
                <a:lnTo>
                  <a:pt x="991071" y="546123"/>
                </a:lnTo>
                <a:lnTo>
                  <a:pt x="992925" y="528535"/>
                </a:lnTo>
                <a:lnTo>
                  <a:pt x="966087" y="523821"/>
                </a:lnTo>
                <a:lnTo>
                  <a:pt x="947457" y="459132"/>
                </a:lnTo>
                <a:lnTo>
                  <a:pt x="904403" y="437083"/>
                </a:lnTo>
                <a:lnTo>
                  <a:pt x="873010" y="435568"/>
                </a:lnTo>
                <a:lnTo>
                  <a:pt x="863277" y="457791"/>
                </a:lnTo>
                <a:lnTo>
                  <a:pt x="845339" y="439373"/>
                </a:lnTo>
                <a:lnTo>
                  <a:pt x="782567" y="432096"/>
                </a:lnTo>
                <a:lnTo>
                  <a:pt x="778881" y="399206"/>
                </a:lnTo>
                <a:lnTo>
                  <a:pt x="742987" y="405675"/>
                </a:lnTo>
                <a:lnTo>
                  <a:pt x="690463" y="369305"/>
                </a:lnTo>
                <a:lnTo>
                  <a:pt x="664801" y="379220"/>
                </a:lnTo>
                <a:lnTo>
                  <a:pt x="485053" y="256115"/>
                </a:lnTo>
                <a:lnTo>
                  <a:pt x="475325" y="275425"/>
                </a:lnTo>
                <a:lnTo>
                  <a:pt x="420223" y="234266"/>
                </a:lnTo>
                <a:lnTo>
                  <a:pt x="397469" y="249955"/>
                </a:lnTo>
                <a:lnTo>
                  <a:pt x="378617" y="225330"/>
                </a:lnTo>
                <a:lnTo>
                  <a:pt x="324269" y="228523"/>
                </a:lnTo>
                <a:lnTo>
                  <a:pt x="282904" y="188778"/>
                </a:lnTo>
                <a:lnTo>
                  <a:pt x="252368" y="189926"/>
                </a:lnTo>
                <a:lnTo>
                  <a:pt x="226365" y="162813"/>
                </a:lnTo>
                <a:lnTo>
                  <a:pt x="257349" y="143119"/>
                </a:lnTo>
                <a:lnTo>
                  <a:pt x="212398" y="125288"/>
                </a:lnTo>
                <a:lnTo>
                  <a:pt x="196228" y="99185"/>
                </a:lnTo>
                <a:lnTo>
                  <a:pt x="173336" y="89676"/>
                </a:lnTo>
                <a:lnTo>
                  <a:pt x="129845" y="121882"/>
                </a:lnTo>
                <a:lnTo>
                  <a:pt x="119517" y="102234"/>
                </a:lnTo>
                <a:lnTo>
                  <a:pt x="99026" y="106159"/>
                </a:lnTo>
                <a:lnTo>
                  <a:pt x="89920" y="65895"/>
                </a:lnTo>
                <a:lnTo>
                  <a:pt x="121549" y="23138"/>
                </a:lnTo>
                <a:lnTo>
                  <a:pt x="68142" y="0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Uttarākhand"/>
          <p:cNvSpPr/>
          <p:nvPr/>
        </p:nvSpPr>
        <p:spPr>
          <a:xfrm>
            <a:off x="8513513" y="2558839"/>
            <a:ext cx="479117" cy="407321"/>
          </a:xfrm>
          <a:custGeom>
            <a:avLst/>
            <a:gdLst/>
            <a:ahLst/>
            <a:cxnLst/>
            <a:rect l="l" t="t" r="r" b="b"/>
            <a:pathLst>
              <a:path w="479117" h="407321">
                <a:moveTo>
                  <a:pt x="345202" y="390329"/>
                </a:moveTo>
                <a:lnTo>
                  <a:pt x="356218" y="350646"/>
                </a:lnTo>
                <a:lnTo>
                  <a:pt x="377441" y="335327"/>
                </a:lnTo>
                <a:lnTo>
                  <a:pt x="369719" y="299873"/>
                </a:lnTo>
                <a:lnTo>
                  <a:pt x="392861" y="276767"/>
                </a:lnTo>
                <a:lnTo>
                  <a:pt x="387146" y="254221"/>
                </a:lnTo>
                <a:lnTo>
                  <a:pt x="479117" y="179850"/>
                </a:lnTo>
                <a:lnTo>
                  <a:pt x="365630" y="129491"/>
                </a:lnTo>
                <a:lnTo>
                  <a:pt x="368864" y="103353"/>
                </a:lnTo>
                <a:lnTo>
                  <a:pt x="317469" y="71495"/>
                </a:lnTo>
                <a:lnTo>
                  <a:pt x="256761" y="63837"/>
                </a:lnTo>
                <a:lnTo>
                  <a:pt x="211016" y="0"/>
                </a:lnTo>
                <a:lnTo>
                  <a:pt x="181252" y="24989"/>
                </a:lnTo>
                <a:lnTo>
                  <a:pt x="198943" y="51002"/>
                </a:lnTo>
                <a:lnTo>
                  <a:pt x="110508" y="24670"/>
                </a:lnTo>
                <a:lnTo>
                  <a:pt x="45203" y="44988"/>
                </a:lnTo>
                <a:lnTo>
                  <a:pt x="18205" y="102467"/>
                </a:lnTo>
                <a:lnTo>
                  <a:pt x="34095" y="140843"/>
                </a:lnTo>
                <a:lnTo>
                  <a:pt x="0" y="155415"/>
                </a:lnTo>
                <a:lnTo>
                  <a:pt x="53922" y="180504"/>
                </a:lnTo>
                <a:lnTo>
                  <a:pt x="23216" y="220459"/>
                </a:lnTo>
                <a:lnTo>
                  <a:pt x="27533" y="259313"/>
                </a:lnTo>
                <a:lnTo>
                  <a:pt x="51890" y="259600"/>
                </a:lnTo>
                <a:lnTo>
                  <a:pt x="62218" y="279248"/>
                </a:lnTo>
                <a:lnTo>
                  <a:pt x="118567" y="251841"/>
                </a:lnTo>
                <a:lnTo>
                  <a:pt x="144771" y="282654"/>
                </a:lnTo>
                <a:lnTo>
                  <a:pt x="189722" y="300485"/>
                </a:lnTo>
                <a:lnTo>
                  <a:pt x="158738" y="320179"/>
                </a:lnTo>
                <a:lnTo>
                  <a:pt x="184778" y="347321"/>
                </a:lnTo>
                <a:lnTo>
                  <a:pt x="215277" y="346144"/>
                </a:lnTo>
                <a:lnTo>
                  <a:pt x="258704" y="386588"/>
                </a:lnTo>
                <a:lnTo>
                  <a:pt x="312550" y="383196"/>
                </a:lnTo>
                <a:lnTo>
                  <a:pt x="329842" y="407321"/>
                </a:lnTo>
                <a:lnTo>
                  <a:pt x="345202" y="390329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West Bengal"/>
          <p:cNvSpPr/>
          <p:nvPr/>
        </p:nvSpPr>
        <p:spPr>
          <a:xfrm>
            <a:off x="9655611" y="3191732"/>
            <a:ext cx="561474" cy="844136"/>
          </a:xfrm>
          <a:custGeom>
            <a:avLst/>
            <a:gdLst/>
            <a:ahLst/>
            <a:cxnLst/>
            <a:rect l="l" t="t" r="r" b="b"/>
            <a:pathLst>
              <a:path w="561474" h="844136">
                <a:moveTo>
                  <a:pt x="303987" y="0"/>
                </a:moveTo>
                <a:lnTo>
                  <a:pt x="327842" y="65723"/>
                </a:lnTo>
                <a:lnTo>
                  <a:pt x="316530" y="98610"/>
                </a:lnTo>
                <a:lnTo>
                  <a:pt x="334171" y="95631"/>
                </a:lnTo>
                <a:lnTo>
                  <a:pt x="343548" y="128562"/>
                </a:lnTo>
                <a:lnTo>
                  <a:pt x="275733" y="191622"/>
                </a:lnTo>
                <a:lnTo>
                  <a:pt x="308816" y="225313"/>
                </a:lnTo>
                <a:lnTo>
                  <a:pt x="312599" y="254485"/>
                </a:lnTo>
                <a:lnTo>
                  <a:pt x="285869" y="252432"/>
                </a:lnTo>
                <a:lnTo>
                  <a:pt x="269616" y="268178"/>
                </a:lnTo>
                <a:lnTo>
                  <a:pt x="280693" y="290646"/>
                </a:lnTo>
                <a:lnTo>
                  <a:pt x="261964" y="291673"/>
                </a:lnTo>
                <a:lnTo>
                  <a:pt x="296712" y="339415"/>
                </a:lnTo>
                <a:lnTo>
                  <a:pt x="276689" y="365820"/>
                </a:lnTo>
                <a:lnTo>
                  <a:pt x="289307" y="391967"/>
                </a:lnTo>
                <a:lnTo>
                  <a:pt x="270317" y="392270"/>
                </a:lnTo>
                <a:lnTo>
                  <a:pt x="274424" y="422211"/>
                </a:lnTo>
                <a:lnTo>
                  <a:pt x="251917" y="441375"/>
                </a:lnTo>
                <a:lnTo>
                  <a:pt x="259715" y="457139"/>
                </a:lnTo>
                <a:lnTo>
                  <a:pt x="232354" y="461809"/>
                </a:lnTo>
                <a:lnTo>
                  <a:pt x="227156" y="481763"/>
                </a:lnTo>
                <a:lnTo>
                  <a:pt x="197435" y="472677"/>
                </a:lnTo>
                <a:lnTo>
                  <a:pt x="196782" y="505402"/>
                </a:lnTo>
                <a:lnTo>
                  <a:pt x="136510" y="503655"/>
                </a:lnTo>
                <a:lnTo>
                  <a:pt x="135660" y="525830"/>
                </a:lnTo>
                <a:lnTo>
                  <a:pt x="88930" y="534665"/>
                </a:lnTo>
                <a:lnTo>
                  <a:pt x="67922" y="567197"/>
                </a:lnTo>
                <a:lnTo>
                  <a:pt x="30791" y="541172"/>
                </a:lnTo>
                <a:lnTo>
                  <a:pt x="32469" y="555988"/>
                </a:lnTo>
                <a:lnTo>
                  <a:pt x="7087" y="557689"/>
                </a:lnTo>
                <a:lnTo>
                  <a:pt x="0" y="588595"/>
                </a:lnTo>
                <a:lnTo>
                  <a:pt x="50668" y="627889"/>
                </a:lnTo>
                <a:lnTo>
                  <a:pt x="100722" y="630252"/>
                </a:lnTo>
                <a:lnTo>
                  <a:pt x="83049" y="659869"/>
                </a:lnTo>
                <a:lnTo>
                  <a:pt x="131023" y="692006"/>
                </a:lnTo>
                <a:lnTo>
                  <a:pt x="147961" y="733557"/>
                </a:lnTo>
                <a:lnTo>
                  <a:pt x="124929" y="756034"/>
                </a:lnTo>
                <a:lnTo>
                  <a:pt x="167354" y="772282"/>
                </a:lnTo>
                <a:lnTo>
                  <a:pt x="168678" y="797623"/>
                </a:lnTo>
                <a:lnTo>
                  <a:pt x="196115" y="784349"/>
                </a:lnTo>
                <a:lnTo>
                  <a:pt x="230785" y="836189"/>
                </a:lnTo>
                <a:lnTo>
                  <a:pt x="275123" y="821398"/>
                </a:lnTo>
                <a:lnTo>
                  <a:pt x="300083" y="797243"/>
                </a:lnTo>
                <a:lnTo>
                  <a:pt x="300951" y="766642"/>
                </a:lnTo>
                <a:lnTo>
                  <a:pt x="325121" y="766265"/>
                </a:lnTo>
                <a:lnTo>
                  <a:pt x="301291" y="741248"/>
                </a:lnTo>
                <a:lnTo>
                  <a:pt x="327298" y="749981"/>
                </a:lnTo>
                <a:lnTo>
                  <a:pt x="337938" y="844136"/>
                </a:lnTo>
                <a:lnTo>
                  <a:pt x="338146" y="783582"/>
                </a:lnTo>
                <a:lnTo>
                  <a:pt x="345114" y="798900"/>
                </a:lnTo>
                <a:lnTo>
                  <a:pt x="350548" y="782216"/>
                </a:lnTo>
                <a:lnTo>
                  <a:pt x="354799" y="808526"/>
                </a:lnTo>
                <a:lnTo>
                  <a:pt x="355687" y="777317"/>
                </a:lnTo>
                <a:lnTo>
                  <a:pt x="367118" y="792714"/>
                </a:lnTo>
                <a:lnTo>
                  <a:pt x="378661" y="770263"/>
                </a:lnTo>
                <a:lnTo>
                  <a:pt x="370663" y="795996"/>
                </a:lnTo>
                <a:lnTo>
                  <a:pt x="384132" y="793525"/>
                </a:lnTo>
                <a:lnTo>
                  <a:pt x="391784" y="740949"/>
                </a:lnTo>
                <a:lnTo>
                  <a:pt x="390342" y="785085"/>
                </a:lnTo>
                <a:lnTo>
                  <a:pt x="407329" y="755833"/>
                </a:lnTo>
                <a:lnTo>
                  <a:pt x="406730" y="783742"/>
                </a:lnTo>
                <a:lnTo>
                  <a:pt x="426734" y="788241"/>
                </a:lnTo>
                <a:lnTo>
                  <a:pt x="438661" y="761502"/>
                </a:lnTo>
                <a:lnTo>
                  <a:pt x="430785" y="785562"/>
                </a:lnTo>
                <a:lnTo>
                  <a:pt x="441474" y="792452"/>
                </a:lnTo>
                <a:lnTo>
                  <a:pt x="453656" y="754003"/>
                </a:lnTo>
                <a:lnTo>
                  <a:pt x="419107" y="627268"/>
                </a:lnTo>
                <a:lnTo>
                  <a:pt x="439640" y="596705"/>
                </a:lnTo>
                <a:lnTo>
                  <a:pt x="401440" y="590637"/>
                </a:lnTo>
                <a:lnTo>
                  <a:pt x="412691" y="554561"/>
                </a:lnTo>
                <a:lnTo>
                  <a:pt x="379214" y="531839"/>
                </a:lnTo>
                <a:lnTo>
                  <a:pt x="381605" y="500164"/>
                </a:lnTo>
                <a:lnTo>
                  <a:pt x="408414" y="481999"/>
                </a:lnTo>
                <a:lnTo>
                  <a:pt x="403776" y="438198"/>
                </a:lnTo>
                <a:lnTo>
                  <a:pt x="328206" y="408318"/>
                </a:lnTo>
                <a:lnTo>
                  <a:pt x="305315" y="376688"/>
                </a:lnTo>
                <a:lnTo>
                  <a:pt x="320974" y="339685"/>
                </a:lnTo>
                <a:lnTo>
                  <a:pt x="357030" y="338255"/>
                </a:lnTo>
                <a:lnTo>
                  <a:pt x="363125" y="300477"/>
                </a:lnTo>
                <a:lnTo>
                  <a:pt x="429422" y="305452"/>
                </a:lnTo>
                <a:lnTo>
                  <a:pt x="441624" y="285378"/>
                </a:lnTo>
                <a:lnTo>
                  <a:pt x="418266" y="275881"/>
                </a:lnTo>
                <a:lnTo>
                  <a:pt x="414277" y="252014"/>
                </a:lnTo>
                <a:lnTo>
                  <a:pt x="376681" y="254227"/>
                </a:lnTo>
                <a:lnTo>
                  <a:pt x="313966" y="193312"/>
                </a:lnTo>
                <a:lnTo>
                  <a:pt x="326687" y="158545"/>
                </a:lnTo>
                <a:lnTo>
                  <a:pt x="374232" y="127026"/>
                </a:lnTo>
                <a:lnTo>
                  <a:pt x="347842" y="108797"/>
                </a:lnTo>
                <a:lnTo>
                  <a:pt x="358678" y="86489"/>
                </a:lnTo>
                <a:lnTo>
                  <a:pt x="404921" y="129128"/>
                </a:lnTo>
                <a:lnTo>
                  <a:pt x="393877" y="142318"/>
                </a:lnTo>
                <a:lnTo>
                  <a:pt x="447479" y="144821"/>
                </a:lnTo>
                <a:lnTo>
                  <a:pt x="428071" y="125891"/>
                </a:lnTo>
                <a:lnTo>
                  <a:pt x="435561" y="112479"/>
                </a:lnTo>
                <a:lnTo>
                  <a:pt x="453756" y="122552"/>
                </a:lnTo>
                <a:lnTo>
                  <a:pt x="461906" y="160170"/>
                </a:lnTo>
                <a:lnTo>
                  <a:pt x="517318" y="186150"/>
                </a:lnTo>
                <a:lnTo>
                  <a:pt x="528236" y="146639"/>
                </a:lnTo>
                <a:lnTo>
                  <a:pt x="542432" y="155187"/>
                </a:lnTo>
                <a:lnTo>
                  <a:pt x="540099" y="135039"/>
                </a:lnTo>
                <a:lnTo>
                  <a:pt x="559004" y="123512"/>
                </a:lnTo>
                <a:lnTo>
                  <a:pt x="561474" y="93695"/>
                </a:lnTo>
                <a:lnTo>
                  <a:pt x="558272" y="76607"/>
                </a:lnTo>
                <a:lnTo>
                  <a:pt x="516259" y="59503"/>
                </a:lnTo>
                <a:lnTo>
                  <a:pt x="457962" y="60370"/>
                </a:lnTo>
                <a:lnTo>
                  <a:pt x="422479" y="39874"/>
                </a:lnTo>
                <a:lnTo>
                  <a:pt x="412638" y="10862"/>
                </a:lnTo>
                <a:lnTo>
                  <a:pt x="378795" y="4125"/>
                </a:lnTo>
                <a:lnTo>
                  <a:pt x="361571" y="19742"/>
                </a:lnTo>
                <a:lnTo>
                  <a:pt x="303987" y="0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08 · WILDLIFE ECONOMY &amp; CONSERVATION</a:t>
            </a:r>
            <a:endParaRPr lang="en-US" sz="120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831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Wildlife Economy — Project Tiger doubled populations; eco-tourism and conflict management at scale</a:t>
            </a:r>
            <a:endParaRPr lang="en-US" sz="1700"/>
          </a:p>
        </p:txBody>
      </p:sp>
      <p:sp>
        <p:nvSpPr>
          <p:cNvPr id="4" name="Shape 2"/>
          <p:cNvSpPr/>
          <p:nvPr/>
        </p:nvSpPr>
        <p:spPr>
          <a:xfrm>
            <a:off x="512064" y="1005840"/>
            <a:ext cx="502920" cy="0"/>
          </a:xfrm>
          <a:prstGeom prst="line">
            <a:avLst/>
          </a:prstGeom>
          <a:noFill/>
          <a:ln w="31750">
            <a:solidFill>
              <a:srgbClr val="AD83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02920" y="1188720"/>
            <a:ext cx="1975104" cy="115214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1975104" cy="41148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12648" y="1261872"/>
            <a:ext cx="1755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~3,700</a:t>
            </a:r>
            <a:endParaRPr lang="en-US" sz="1900"/>
          </a:p>
        </p:txBody>
      </p:sp>
      <p:sp>
        <p:nvSpPr>
          <p:cNvPr id="8" name="Text 6"/>
          <p:cNvSpPr/>
          <p:nvPr/>
        </p:nvSpPr>
        <p:spPr>
          <a:xfrm>
            <a:off x="612648" y="1609344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Tiger population</a:t>
            </a:r>
            <a:endParaRPr lang="en-US" sz="1200"/>
          </a:p>
        </p:txBody>
      </p:sp>
      <p:sp>
        <p:nvSpPr>
          <p:cNvPr id="9" name="Text 7"/>
          <p:cNvSpPr/>
          <p:nvPr/>
        </p:nvSpPr>
        <p:spPr>
          <a:xfrm>
            <a:off x="612648" y="1828800"/>
            <a:ext cx="17556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NTCA 2022 · 75% of global</a:t>
            </a:r>
            <a:endParaRPr lang="en-US" sz="1200"/>
          </a:p>
        </p:txBody>
      </p:sp>
      <p:sp>
        <p:nvSpPr>
          <p:cNvPr id="10" name="Shape 8"/>
          <p:cNvSpPr/>
          <p:nvPr/>
        </p:nvSpPr>
        <p:spPr>
          <a:xfrm>
            <a:off x="2606040" y="1188720"/>
            <a:ext cx="1975104" cy="115214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2606040" y="1188720"/>
            <a:ext cx="1975104" cy="41148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2715768" y="1261872"/>
            <a:ext cx="1755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57</a:t>
            </a:r>
            <a:endParaRPr lang="en-US" sz="1900"/>
          </a:p>
        </p:txBody>
      </p:sp>
      <p:sp>
        <p:nvSpPr>
          <p:cNvPr id="13" name="Text 11"/>
          <p:cNvSpPr/>
          <p:nvPr/>
        </p:nvSpPr>
        <p:spPr>
          <a:xfrm>
            <a:off x="2715768" y="1609344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Tiger reserves</a:t>
            </a:r>
            <a:endParaRPr lang="en-US" sz="1200"/>
          </a:p>
        </p:txBody>
      </p:sp>
      <p:sp>
        <p:nvSpPr>
          <p:cNvPr id="14" name="Text 12"/>
          <p:cNvSpPr/>
          <p:nvPr/>
        </p:nvSpPr>
        <p:spPr>
          <a:xfrm>
            <a:off x="2715768" y="1828800"/>
            <a:ext cx="17556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~83,000 sq km protected</a:t>
            </a:r>
            <a:endParaRPr lang="en-US" sz="1200"/>
          </a:p>
        </p:txBody>
      </p:sp>
      <p:sp>
        <p:nvSpPr>
          <p:cNvPr id="15" name="Shape 13"/>
          <p:cNvSpPr/>
          <p:nvPr/>
        </p:nvSpPr>
        <p:spPr>
          <a:xfrm>
            <a:off x="4709160" y="1188720"/>
            <a:ext cx="1975104" cy="115214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4709160" y="1188720"/>
            <a:ext cx="1975104" cy="41148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818888" y="1261872"/>
            <a:ext cx="1755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$2.8bn</a:t>
            </a:r>
            <a:endParaRPr lang="en-US" sz="1900"/>
          </a:p>
        </p:txBody>
      </p:sp>
      <p:sp>
        <p:nvSpPr>
          <p:cNvPr id="18" name="Text 16"/>
          <p:cNvSpPr/>
          <p:nvPr/>
        </p:nvSpPr>
        <p:spPr>
          <a:xfrm>
            <a:off x="4818888" y="1609344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Wildlife tourism</a:t>
            </a:r>
            <a:endParaRPr lang="en-US" sz="1200"/>
          </a:p>
        </p:txBody>
      </p:sp>
      <p:sp>
        <p:nvSpPr>
          <p:cNvPr id="19" name="Text 17"/>
          <p:cNvSpPr/>
          <p:nvPr/>
        </p:nvSpPr>
        <p:spPr>
          <a:xfrm>
            <a:off x="4818888" y="1828800"/>
            <a:ext cx="17556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Growing 15% annually</a:t>
            </a:r>
            <a:endParaRPr lang="en-US" sz="1200"/>
          </a:p>
        </p:txBody>
      </p:sp>
      <p:sp>
        <p:nvSpPr>
          <p:cNvPr id="20" name="Text 18"/>
          <p:cNvSpPr/>
          <p:nvPr/>
        </p:nvSpPr>
        <p:spPr>
          <a:xfrm>
            <a:off x="502920" y="2432304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KEY INSIGHTS</a:t>
            </a:r>
            <a:endParaRPr lang="en-US" sz="1200"/>
          </a:p>
        </p:txBody>
      </p:sp>
      <p:sp>
        <p:nvSpPr>
          <p:cNvPr id="21" name="Text 19"/>
          <p:cNvSpPr/>
          <p:nvPr/>
        </p:nvSpPr>
        <p:spPr>
          <a:xfrm>
            <a:off x="658368" y="2688336"/>
            <a:ext cx="598932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</a:rPr>
              <a:t>Project Tiger since 1973 </a:t>
            </a:r>
            <a:r>
              <a:rPr lang="en-AE" sz="1200">
                <a:solidFill>
                  <a:srgbClr val="4A4F54"/>
                </a:solidFill>
                <a:latin typeface="Montserrat" pitchFamily="34" charset="0"/>
              </a:rPr>
              <a:t>doubled wild tigers from 1,706 (2010) to 3,682 (2022)—</a:t>
            </a:r>
            <a:r>
              <a:rPr lang="en-US" sz="1200">
                <a:solidFill>
                  <a:srgbClr val="4A4F54"/>
                </a:solidFill>
                <a:latin typeface="Montserrat" pitchFamily="34" charset="0"/>
              </a:rPr>
              <a:t>the world's largest population. India hosts 75% of global tigers across 57 reserves.</a:t>
            </a:r>
          </a:p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Eco-tourism revenues and community livelihoods are rising, but human-wildlife conflict kills ~500 people annually.</a:t>
            </a:r>
            <a:endParaRPr lang="en-US" sz="1200"/>
          </a:p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Strains: habitat corridors fragmented by infrastructure; poaching persists (114 kills in 2018-22). Governance improving.</a:t>
            </a:r>
            <a:endParaRPr lang="en-US" sz="1200"/>
          </a:p>
        </p:txBody>
      </p:sp>
      <p:sp>
        <p:nvSpPr>
          <p:cNvPr id="22" name="Shape 20"/>
          <p:cNvSpPr/>
          <p:nvPr/>
        </p:nvSpPr>
        <p:spPr>
          <a:xfrm>
            <a:off x="502920" y="4663440"/>
            <a:ext cx="6172200" cy="1591056"/>
          </a:xfrm>
          <a:prstGeom prst="rect">
            <a:avLst/>
          </a:prstGeom>
          <a:solidFill>
            <a:srgbClr val="F4F1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502920" y="4663440"/>
            <a:ext cx="45720" cy="1591056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694944" y="475488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POTENTIAL INTERVENTIONS</a:t>
            </a:r>
            <a:endParaRPr lang="en-US" sz="1200"/>
          </a:p>
        </p:txBody>
      </p:sp>
      <p:sp>
        <p:nvSpPr>
          <p:cNvPr id="25" name="Text 23"/>
          <p:cNvSpPr/>
          <p:nvPr/>
        </p:nvSpPr>
        <p:spPr>
          <a:xfrm>
            <a:off x="713232" y="5029200"/>
            <a:ext cx="219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▸</a:t>
            </a:r>
            <a:endParaRPr lang="en-US" sz="1200"/>
          </a:p>
        </p:txBody>
      </p:sp>
      <p:sp>
        <p:nvSpPr>
          <p:cNvPr id="26" name="Text 24"/>
          <p:cNvSpPr/>
          <p:nvPr/>
        </p:nvSpPr>
        <p:spPr>
          <a:xfrm>
            <a:off x="932688" y="5029200"/>
            <a:ext cx="5632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Corridor connectivity: wildlife overpasses, speed limits on rail/road.</a:t>
            </a:r>
            <a:endParaRPr lang="en-US" sz="1200"/>
          </a:p>
        </p:txBody>
      </p:sp>
      <p:sp>
        <p:nvSpPr>
          <p:cNvPr id="27" name="Text 25"/>
          <p:cNvSpPr/>
          <p:nvPr/>
        </p:nvSpPr>
        <p:spPr>
          <a:xfrm>
            <a:off x="713232" y="5394960"/>
            <a:ext cx="219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▸</a:t>
            </a:r>
            <a:endParaRPr lang="en-US" sz="1200"/>
          </a:p>
        </p:txBody>
      </p:sp>
      <p:sp>
        <p:nvSpPr>
          <p:cNvPr id="28" name="Text 26"/>
          <p:cNvSpPr/>
          <p:nvPr/>
        </p:nvSpPr>
        <p:spPr>
          <a:xfrm>
            <a:off x="932688" y="5394960"/>
            <a:ext cx="5632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Conflict mitigation: GPS collars, early-warning systems, compensation.</a:t>
            </a:r>
            <a:endParaRPr lang="en-US" sz="1200"/>
          </a:p>
        </p:txBody>
      </p:sp>
      <p:sp>
        <p:nvSpPr>
          <p:cNvPr id="29" name="Text 27"/>
          <p:cNvSpPr/>
          <p:nvPr/>
        </p:nvSpPr>
        <p:spPr>
          <a:xfrm>
            <a:off x="713232" y="5760720"/>
            <a:ext cx="219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▸</a:t>
            </a:r>
            <a:endParaRPr lang="en-US" sz="1200"/>
          </a:p>
        </p:txBody>
      </p:sp>
      <p:sp>
        <p:nvSpPr>
          <p:cNvPr id="30" name="Text 28"/>
          <p:cNvSpPr/>
          <p:nvPr/>
        </p:nvSpPr>
        <p:spPr>
          <a:xfrm>
            <a:off x="932688" y="5760720"/>
            <a:ext cx="5632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Diversify: community-based eco-tourism, conservation finance.</a:t>
            </a:r>
            <a:endParaRPr lang="en-US" sz="1200"/>
          </a:p>
        </p:txBody>
      </p:sp>
      <p:sp>
        <p:nvSpPr>
          <p:cNvPr id="31" name="Text 29"/>
          <p:cNvSpPr/>
          <p:nvPr/>
        </p:nvSpPr>
        <p:spPr>
          <a:xfrm>
            <a:off x="6903720" y="120700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Land under wildlife protection (%)</a:t>
            </a:r>
            <a:endParaRPr lang="en-US" sz="1200"/>
          </a:p>
        </p:txBody>
      </p:sp>
      <p:sp>
        <p:nvSpPr>
          <p:cNvPr id="32" name="Text 30"/>
          <p:cNvSpPr/>
          <p:nvPr/>
        </p:nvSpPr>
        <p:spPr>
          <a:xfrm>
            <a:off x="6903720" y="1463040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NTCA / protected areas pattern (est.)</a:t>
            </a:r>
            <a:endParaRPr lang="en-US" sz="1200"/>
          </a:p>
        </p:txBody>
      </p:sp>
      <p:sp>
        <p:nvSpPr>
          <p:cNvPr id="34" name="Shape 31"/>
          <p:cNvSpPr/>
          <p:nvPr/>
        </p:nvSpPr>
        <p:spPr>
          <a:xfrm>
            <a:off x="502920" y="6400800"/>
            <a:ext cx="11185855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2"/>
          <p:cNvSpPr/>
          <p:nvPr/>
        </p:nvSpPr>
        <p:spPr>
          <a:xfrm>
            <a:off x="502920" y="6446520"/>
            <a:ext cx="8961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NTCA 2022 · WWF · Science (2025) · MoEFCC</a:t>
            </a:r>
            <a:endParaRPr lang="en-US" sz="1200"/>
          </a:p>
        </p:txBody>
      </p:sp>
      <p:sp>
        <p:nvSpPr>
          <p:cNvPr id="36" name="Text 33"/>
          <p:cNvSpPr/>
          <p:nvPr/>
        </p:nvSpPr>
        <p:spPr>
          <a:xfrm>
            <a:off x="9905695" y="644652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ODA</a:t>
            </a: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13 / 23</a:t>
            </a:r>
            <a:endParaRPr lang="en-US" sz="1200"/>
          </a:p>
        </p:txBody>
      </p:sp>
      <p:sp>
        <p:nvSpPr>
          <p:cNvPr id="33" name="Andaman and Nicobar Islands"/>
          <p:cNvSpPr/>
          <p:nvPr/>
        </p:nvSpPr>
        <p:spPr>
          <a:xfrm>
            <a:off x="10606154" y="5323986"/>
            <a:ext cx="40156" cy="92050"/>
          </a:xfrm>
          <a:custGeom>
            <a:avLst/>
            <a:gdLst/>
            <a:ahLst/>
            <a:cxnLst/>
            <a:rect l="l" t="t" r="r" b="b"/>
            <a:pathLst>
              <a:path w="40156" h="92050">
                <a:moveTo>
                  <a:pt x="21573" y="78136"/>
                </a:moveTo>
                <a:lnTo>
                  <a:pt x="12167" y="68018"/>
                </a:lnTo>
                <a:lnTo>
                  <a:pt x="31912" y="77658"/>
                </a:lnTo>
                <a:lnTo>
                  <a:pt x="40156" y="57578"/>
                </a:lnTo>
                <a:lnTo>
                  <a:pt x="29475" y="0"/>
                </a:lnTo>
                <a:lnTo>
                  <a:pt x="13714" y="24410"/>
                </a:lnTo>
                <a:lnTo>
                  <a:pt x="5295" y="15059"/>
                </a:lnTo>
                <a:lnTo>
                  <a:pt x="13147" y="51756"/>
                </a:lnTo>
                <a:lnTo>
                  <a:pt x="12362" y="38257"/>
                </a:lnTo>
                <a:lnTo>
                  <a:pt x="0" y="47430"/>
                </a:lnTo>
                <a:lnTo>
                  <a:pt x="3613" y="92050"/>
                </a:lnTo>
                <a:lnTo>
                  <a:pt x="29767" y="88519"/>
                </a:lnTo>
                <a:lnTo>
                  <a:pt x="21573" y="78136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Andhra Pradesh"/>
          <p:cNvSpPr/>
          <p:nvPr/>
        </p:nvSpPr>
        <p:spPr>
          <a:xfrm>
            <a:off x="8401720" y="4393055"/>
            <a:ext cx="1105248" cy="976139"/>
          </a:xfrm>
          <a:custGeom>
            <a:avLst/>
            <a:gdLst/>
            <a:ahLst/>
            <a:cxnLst/>
            <a:rect l="l" t="t" r="r" b="b"/>
            <a:pathLst>
              <a:path w="1105248" h="976139">
                <a:moveTo>
                  <a:pt x="485131" y="835764"/>
                </a:moveTo>
                <a:lnTo>
                  <a:pt x="465596" y="748341"/>
                </a:lnTo>
                <a:lnTo>
                  <a:pt x="475123" y="683205"/>
                </a:lnTo>
                <a:lnTo>
                  <a:pt x="454491" y="609460"/>
                </a:lnTo>
                <a:lnTo>
                  <a:pt x="487333" y="518771"/>
                </a:lnTo>
                <a:lnTo>
                  <a:pt x="542230" y="489271"/>
                </a:lnTo>
                <a:lnTo>
                  <a:pt x="578062" y="514499"/>
                </a:lnTo>
                <a:lnTo>
                  <a:pt x="628740" y="426859"/>
                </a:lnTo>
                <a:lnTo>
                  <a:pt x="686276" y="426407"/>
                </a:lnTo>
                <a:lnTo>
                  <a:pt x="768378" y="388811"/>
                </a:lnTo>
                <a:lnTo>
                  <a:pt x="769186" y="314389"/>
                </a:lnTo>
                <a:lnTo>
                  <a:pt x="1019698" y="126907"/>
                </a:lnTo>
                <a:lnTo>
                  <a:pt x="1105248" y="17225"/>
                </a:lnTo>
                <a:lnTo>
                  <a:pt x="1100069" y="528"/>
                </a:lnTo>
                <a:lnTo>
                  <a:pt x="1084078" y="4515"/>
                </a:lnTo>
                <a:lnTo>
                  <a:pt x="1094512" y="12895"/>
                </a:lnTo>
                <a:lnTo>
                  <a:pt x="1084827" y="20582"/>
                </a:lnTo>
                <a:lnTo>
                  <a:pt x="1059934" y="21000"/>
                </a:lnTo>
                <a:lnTo>
                  <a:pt x="1049327" y="53819"/>
                </a:lnTo>
                <a:lnTo>
                  <a:pt x="1014262" y="60470"/>
                </a:lnTo>
                <a:lnTo>
                  <a:pt x="986832" y="51972"/>
                </a:lnTo>
                <a:lnTo>
                  <a:pt x="973199" y="21601"/>
                </a:lnTo>
                <a:lnTo>
                  <a:pt x="967751" y="35420"/>
                </a:lnTo>
                <a:lnTo>
                  <a:pt x="949849" y="0"/>
                </a:lnTo>
                <a:lnTo>
                  <a:pt x="937550" y="22679"/>
                </a:lnTo>
                <a:lnTo>
                  <a:pt x="927964" y="10384"/>
                </a:lnTo>
                <a:lnTo>
                  <a:pt x="927110" y="31033"/>
                </a:lnTo>
                <a:lnTo>
                  <a:pt x="906188" y="24453"/>
                </a:lnTo>
                <a:lnTo>
                  <a:pt x="919360" y="47814"/>
                </a:lnTo>
                <a:lnTo>
                  <a:pt x="864984" y="77111"/>
                </a:lnTo>
                <a:lnTo>
                  <a:pt x="870725" y="116859"/>
                </a:lnTo>
                <a:lnTo>
                  <a:pt x="835923" y="106519"/>
                </a:lnTo>
                <a:lnTo>
                  <a:pt x="813012" y="138243"/>
                </a:lnTo>
                <a:lnTo>
                  <a:pt x="791559" y="91674"/>
                </a:lnTo>
                <a:lnTo>
                  <a:pt x="761577" y="174340"/>
                </a:lnTo>
                <a:lnTo>
                  <a:pt x="729187" y="163232"/>
                </a:lnTo>
                <a:lnTo>
                  <a:pt x="671935" y="200087"/>
                </a:lnTo>
                <a:lnTo>
                  <a:pt x="609468" y="194935"/>
                </a:lnTo>
                <a:lnTo>
                  <a:pt x="594517" y="213522"/>
                </a:lnTo>
                <a:lnTo>
                  <a:pt x="576471" y="209240"/>
                </a:lnTo>
                <a:lnTo>
                  <a:pt x="566438" y="233108"/>
                </a:lnTo>
                <a:lnTo>
                  <a:pt x="631141" y="267039"/>
                </a:lnTo>
                <a:lnTo>
                  <a:pt x="610554" y="288565"/>
                </a:lnTo>
                <a:lnTo>
                  <a:pt x="575229" y="290148"/>
                </a:lnTo>
                <a:lnTo>
                  <a:pt x="565041" y="316982"/>
                </a:lnTo>
                <a:lnTo>
                  <a:pt x="528304" y="300099"/>
                </a:lnTo>
                <a:lnTo>
                  <a:pt x="512357" y="318467"/>
                </a:lnTo>
                <a:lnTo>
                  <a:pt x="504626" y="309291"/>
                </a:lnTo>
                <a:lnTo>
                  <a:pt x="498307" y="326521"/>
                </a:lnTo>
                <a:lnTo>
                  <a:pt x="531340" y="335100"/>
                </a:lnTo>
                <a:lnTo>
                  <a:pt x="526950" y="357576"/>
                </a:lnTo>
                <a:lnTo>
                  <a:pt x="500665" y="350197"/>
                </a:lnTo>
                <a:lnTo>
                  <a:pt x="475188" y="316376"/>
                </a:lnTo>
                <a:lnTo>
                  <a:pt x="450391" y="335640"/>
                </a:lnTo>
                <a:lnTo>
                  <a:pt x="457760" y="352550"/>
                </a:lnTo>
                <a:lnTo>
                  <a:pt x="442870" y="376158"/>
                </a:lnTo>
                <a:lnTo>
                  <a:pt x="416686" y="363136"/>
                </a:lnTo>
                <a:lnTo>
                  <a:pt x="345071" y="387759"/>
                </a:lnTo>
                <a:lnTo>
                  <a:pt x="339492" y="438273"/>
                </a:lnTo>
                <a:lnTo>
                  <a:pt x="310822" y="436361"/>
                </a:lnTo>
                <a:lnTo>
                  <a:pt x="279799" y="469062"/>
                </a:lnTo>
                <a:lnTo>
                  <a:pt x="227511" y="461052"/>
                </a:lnTo>
                <a:lnTo>
                  <a:pt x="189582" y="496660"/>
                </a:lnTo>
                <a:lnTo>
                  <a:pt x="67008" y="477510"/>
                </a:lnTo>
                <a:lnTo>
                  <a:pt x="37211" y="493283"/>
                </a:lnTo>
                <a:lnTo>
                  <a:pt x="50392" y="522095"/>
                </a:lnTo>
                <a:lnTo>
                  <a:pt x="28947" y="547116"/>
                </a:lnTo>
                <a:lnTo>
                  <a:pt x="55966" y="595909"/>
                </a:lnTo>
                <a:lnTo>
                  <a:pt x="43962" y="620578"/>
                </a:lnTo>
                <a:lnTo>
                  <a:pt x="1621" y="609783"/>
                </a:lnTo>
                <a:lnTo>
                  <a:pt x="14489" y="630784"/>
                </a:lnTo>
                <a:lnTo>
                  <a:pt x="0" y="680875"/>
                </a:lnTo>
                <a:lnTo>
                  <a:pt x="29055" y="698309"/>
                </a:lnTo>
                <a:lnTo>
                  <a:pt x="16592" y="711686"/>
                </a:lnTo>
                <a:lnTo>
                  <a:pt x="24241" y="734240"/>
                </a:lnTo>
                <a:lnTo>
                  <a:pt x="72226" y="719987"/>
                </a:lnTo>
                <a:lnTo>
                  <a:pt x="86908" y="741072"/>
                </a:lnTo>
                <a:lnTo>
                  <a:pt x="88826" y="720338"/>
                </a:lnTo>
                <a:lnTo>
                  <a:pt x="104146" y="743227"/>
                </a:lnTo>
                <a:lnTo>
                  <a:pt x="81247" y="751183"/>
                </a:lnTo>
                <a:lnTo>
                  <a:pt x="87759" y="787451"/>
                </a:lnTo>
                <a:lnTo>
                  <a:pt x="77164" y="766275"/>
                </a:lnTo>
                <a:lnTo>
                  <a:pt x="53206" y="770578"/>
                </a:lnTo>
                <a:lnTo>
                  <a:pt x="35773" y="744378"/>
                </a:lnTo>
                <a:lnTo>
                  <a:pt x="17937" y="745703"/>
                </a:lnTo>
                <a:lnTo>
                  <a:pt x="38310" y="780688"/>
                </a:lnTo>
                <a:lnTo>
                  <a:pt x="32108" y="808404"/>
                </a:lnTo>
                <a:lnTo>
                  <a:pt x="56505" y="806276"/>
                </a:lnTo>
                <a:lnTo>
                  <a:pt x="58120" y="781919"/>
                </a:lnTo>
                <a:lnTo>
                  <a:pt x="92436" y="794154"/>
                </a:lnTo>
                <a:lnTo>
                  <a:pt x="95595" y="818180"/>
                </a:lnTo>
                <a:lnTo>
                  <a:pt x="131881" y="809401"/>
                </a:lnTo>
                <a:lnTo>
                  <a:pt x="147007" y="779003"/>
                </a:lnTo>
                <a:lnTo>
                  <a:pt x="169293" y="777395"/>
                </a:lnTo>
                <a:lnTo>
                  <a:pt x="164509" y="796523"/>
                </a:lnTo>
                <a:lnTo>
                  <a:pt x="186914" y="791218"/>
                </a:lnTo>
                <a:lnTo>
                  <a:pt x="183082" y="824030"/>
                </a:lnTo>
                <a:lnTo>
                  <a:pt x="226615" y="832266"/>
                </a:lnTo>
                <a:lnTo>
                  <a:pt x="223246" y="870466"/>
                </a:lnTo>
                <a:lnTo>
                  <a:pt x="252356" y="878128"/>
                </a:lnTo>
                <a:lnTo>
                  <a:pt x="227956" y="928188"/>
                </a:lnTo>
                <a:lnTo>
                  <a:pt x="235379" y="939906"/>
                </a:lnTo>
                <a:lnTo>
                  <a:pt x="220053" y="929021"/>
                </a:lnTo>
                <a:lnTo>
                  <a:pt x="198854" y="966032"/>
                </a:lnTo>
                <a:lnTo>
                  <a:pt x="235406" y="976139"/>
                </a:lnTo>
                <a:lnTo>
                  <a:pt x="269964" y="909768"/>
                </a:lnTo>
                <a:lnTo>
                  <a:pt x="332086" y="916995"/>
                </a:lnTo>
                <a:lnTo>
                  <a:pt x="342031" y="894519"/>
                </a:lnTo>
                <a:lnTo>
                  <a:pt x="370211" y="891933"/>
                </a:lnTo>
                <a:lnTo>
                  <a:pt x="369796" y="867522"/>
                </a:lnTo>
                <a:lnTo>
                  <a:pt x="414720" y="889057"/>
                </a:lnTo>
                <a:lnTo>
                  <a:pt x="447939" y="839073"/>
                </a:lnTo>
                <a:lnTo>
                  <a:pt x="481463" y="849770"/>
                </a:lnTo>
                <a:lnTo>
                  <a:pt x="485131" y="835764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Arunāchal Pradesh"/>
          <p:cNvSpPr/>
          <p:nvPr/>
        </p:nvSpPr>
        <p:spPr>
          <a:xfrm>
            <a:off x="10448660" y="2856140"/>
            <a:ext cx="812193" cy="414592"/>
          </a:xfrm>
          <a:custGeom>
            <a:avLst/>
            <a:gdLst/>
            <a:ahLst/>
            <a:cxnLst/>
            <a:rect l="l" t="t" r="r" b="b"/>
            <a:pathLst>
              <a:path w="812193" h="414592">
                <a:moveTo>
                  <a:pt x="510641" y="414592"/>
                </a:moveTo>
                <a:lnTo>
                  <a:pt x="537876" y="411970"/>
                </a:lnTo>
                <a:lnTo>
                  <a:pt x="648384" y="325577"/>
                </a:lnTo>
                <a:lnTo>
                  <a:pt x="714249" y="311627"/>
                </a:lnTo>
                <a:lnTo>
                  <a:pt x="737792" y="340231"/>
                </a:lnTo>
                <a:lnTo>
                  <a:pt x="778155" y="347025"/>
                </a:lnTo>
                <a:lnTo>
                  <a:pt x="739950" y="276756"/>
                </a:lnTo>
                <a:lnTo>
                  <a:pt x="790204" y="232707"/>
                </a:lnTo>
                <a:lnTo>
                  <a:pt x="808537" y="234733"/>
                </a:lnTo>
                <a:lnTo>
                  <a:pt x="812193" y="215627"/>
                </a:lnTo>
                <a:lnTo>
                  <a:pt x="797352" y="207644"/>
                </a:lnTo>
                <a:lnTo>
                  <a:pt x="810231" y="189207"/>
                </a:lnTo>
                <a:lnTo>
                  <a:pt x="708511" y="149223"/>
                </a:lnTo>
                <a:lnTo>
                  <a:pt x="671791" y="167285"/>
                </a:lnTo>
                <a:lnTo>
                  <a:pt x="653051" y="156934"/>
                </a:lnTo>
                <a:lnTo>
                  <a:pt x="701902" y="102384"/>
                </a:lnTo>
                <a:lnTo>
                  <a:pt x="689451" y="57344"/>
                </a:lnTo>
                <a:lnTo>
                  <a:pt x="639773" y="83192"/>
                </a:lnTo>
                <a:lnTo>
                  <a:pt x="632638" y="57487"/>
                </a:lnTo>
                <a:lnTo>
                  <a:pt x="671204" y="30777"/>
                </a:lnTo>
                <a:lnTo>
                  <a:pt x="650550" y="33940"/>
                </a:lnTo>
                <a:lnTo>
                  <a:pt x="629007" y="0"/>
                </a:lnTo>
                <a:lnTo>
                  <a:pt x="561356" y="29789"/>
                </a:lnTo>
                <a:lnTo>
                  <a:pt x="540346" y="63552"/>
                </a:lnTo>
                <a:lnTo>
                  <a:pt x="450551" y="44190"/>
                </a:lnTo>
                <a:lnTo>
                  <a:pt x="427126" y="16642"/>
                </a:lnTo>
                <a:lnTo>
                  <a:pt x="369830" y="56144"/>
                </a:lnTo>
                <a:lnTo>
                  <a:pt x="329774" y="117752"/>
                </a:lnTo>
                <a:lnTo>
                  <a:pt x="248256" y="122405"/>
                </a:lnTo>
                <a:lnTo>
                  <a:pt x="231851" y="168192"/>
                </a:lnTo>
                <a:lnTo>
                  <a:pt x="158201" y="199201"/>
                </a:lnTo>
                <a:lnTo>
                  <a:pt x="165421" y="219585"/>
                </a:lnTo>
                <a:lnTo>
                  <a:pt x="140645" y="244720"/>
                </a:lnTo>
                <a:lnTo>
                  <a:pt x="92200" y="239015"/>
                </a:lnTo>
                <a:lnTo>
                  <a:pt x="51822" y="260481"/>
                </a:lnTo>
                <a:lnTo>
                  <a:pt x="0" y="239476"/>
                </a:lnTo>
                <a:lnTo>
                  <a:pt x="14228" y="294864"/>
                </a:lnTo>
                <a:lnTo>
                  <a:pt x="65595" y="295642"/>
                </a:lnTo>
                <a:lnTo>
                  <a:pt x="79638" y="324355"/>
                </a:lnTo>
                <a:lnTo>
                  <a:pt x="66748" y="355557"/>
                </a:lnTo>
                <a:lnTo>
                  <a:pt x="89774" y="383604"/>
                </a:lnTo>
                <a:lnTo>
                  <a:pt x="155922" y="362454"/>
                </a:lnTo>
                <a:lnTo>
                  <a:pt x="204304" y="380103"/>
                </a:lnTo>
                <a:lnTo>
                  <a:pt x="292690" y="372111"/>
                </a:lnTo>
                <a:lnTo>
                  <a:pt x="376905" y="289434"/>
                </a:lnTo>
                <a:lnTo>
                  <a:pt x="372656" y="272740"/>
                </a:lnTo>
                <a:lnTo>
                  <a:pt x="403698" y="284299"/>
                </a:lnTo>
                <a:lnTo>
                  <a:pt x="562056" y="224686"/>
                </a:lnTo>
                <a:lnTo>
                  <a:pt x="612741" y="223476"/>
                </a:lnTo>
                <a:lnTo>
                  <a:pt x="582410" y="259569"/>
                </a:lnTo>
                <a:lnTo>
                  <a:pt x="595183" y="304250"/>
                </a:lnTo>
                <a:lnTo>
                  <a:pt x="619174" y="312708"/>
                </a:lnTo>
                <a:lnTo>
                  <a:pt x="601819" y="329073"/>
                </a:lnTo>
                <a:lnTo>
                  <a:pt x="548746" y="328065"/>
                </a:lnTo>
                <a:lnTo>
                  <a:pt x="541005" y="347858"/>
                </a:lnTo>
                <a:lnTo>
                  <a:pt x="505469" y="361658"/>
                </a:lnTo>
                <a:lnTo>
                  <a:pt x="510641" y="414592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Assam"/>
          <p:cNvSpPr/>
          <p:nvPr/>
        </p:nvSpPr>
        <p:spPr>
          <a:xfrm>
            <a:off x="10192768" y="3079657"/>
            <a:ext cx="875066" cy="571124"/>
          </a:xfrm>
          <a:custGeom>
            <a:avLst/>
            <a:gdLst/>
            <a:ahLst/>
            <a:cxnLst/>
            <a:rect l="l" t="t" r="r" b="b"/>
            <a:pathLst>
              <a:path w="875066" h="571124">
                <a:moveTo>
                  <a:pt x="761095" y="139001"/>
                </a:moveTo>
                <a:lnTo>
                  <a:pt x="796897" y="124341"/>
                </a:lnTo>
                <a:lnTo>
                  <a:pt x="804638" y="104548"/>
                </a:lnTo>
                <a:lnTo>
                  <a:pt x="857711" y="105556"/>
                </a:lnTo>
                <a:lnTo>
                  <a:pt x="875066" y="89191"/>
                </a:lnTo>
                <a:lnTo>
                  <a:pt x="851075" y="80733"/>
                </a:lnTo>
                <a:lnTo>
                  <a:pt x="838302" y="36052"/>
                </a:lnTo>
                <a:lnTo>
                  <a:pt x="868696" y="0"/>
                </a:lnTo>
                <a:lnTo>
                  <a:pt x="817948" y="1169"/>
                </a:lnTo>
                <a:lnTo>
                  <a:pt x="659590" y="60782"/>
                </a:lnTo>
                <a:lnTo>
                  <a:pt x="628548" y="49223"/>
                </a:lnTo>
                <a:lnTo>
                  <a:pt x="632797" y="65917"/>
                </a:lnTo>
                <a:lnTo>
                  <a:pt x="538411" y="151055"/>
                </a:lnTo>
                <a:lnTo>
                  <a:pt x="460196" y="156586"/>
                </a:lnTo>
                <a:lnTo>
                  <a:pt x="411814" y="138937"/>
                </a:lnTo>
                <a:lnTo>
                  <a:pt x="326480" y="166563"/>
                </a:lnTo>
                <a:lnTo>
                  <a:pt x="303799" y="155792"/>
                </a:lnTo>
                <a:lnTo>
                  <a:pt x="275786" y="172514"/>
                </a:lnTo>
                <a:lnTo>
                  <a:pt x="141034" y="178239"/>
                </a:lnTo>
                <a:lnTo>
                  <a:pt x="90991" y="158483"/>
                </a:lnTo>
                <a:lnTo>
                  <a:pt x="22185" y="183250"/>
                </a:lnTo>
                <a:lnTo>
                  <a:pt x="21847" y="235587"/>
                </a:lnTo>
                <a:lnTo>
                  <a:pt x="0" y="264469"/>
                </a:lnTo>
                <a:lnTo>
                  <a:pt x="26124" y="301132"/>
                </a:lnTo>
                <a:lnTo>
                  <a:pt x="21128" y="372553"/>
                </a:lnTo>
                <a:lnTo>
                  <a:pt x="44534" y="351520"/>
                </a:lnTo>
                <a:lnTo>
                  <a:pt x="27153" y="330998"/>
                </a:lnTo>
                <a:lnTo>
                  <a:pt x="62653" y="297902"/>
                </a:lnTo>
                <a:lnTo>
                  <a:pt x="172930" y="300678"/>
                </a:lnTo>
                <a:lnTo>
                  <a:pt x="181042" y="319741"/>
                </a:lnTo>
                <a:lnTo>
                  <a:pt x="207327" y="313619"/>
                </a:lnTo>
                <a:lnTo>
                  <a:pt x="211014" y="334342"/>
                </a:lnTo>
                <a:lnTo>
                  <a:pt x="253663" y="312147"/>
                </a:lnTo>
                <a:lnTo>
                  <a:pt x="260505" y="287967"/>
                </a:lnTo>
                <a:lnTo>
                  <a:pt x="273073" y="307236"/>
                </a:lnTo>
                <a:lnTo>
                  <a:pt x="294510" y="275106"/>
                </a:lnTo>
                <a:lnTo>
                  <a:pt x="307469" y="293253"/>
                </a:lnTo>
                <a:lnTo>
                  <a:pt x="356755" y="283130"/>
                </a:lnTo>
                <a:lnTo>
                  <a:pt x="339798" y="301241"/>
                </a:lnTo>
                <a:lnTo>
                  <a:pt x="349924" y="306487"/>
                </a:lnTo>
                <a:lnTo>
                  <a:pt x="340311" y="341862"/>
                </a:lnTo>
                <a:lnTo>
                  <a:pt x="371867" y="329571"/>
                </a:lnTo>
                <a:lnTo>
                  <a:pt x="409113" y="353990"/>
                </a:lnTo>
                <a:lnTo>
                  <a:pt x="396882" y="372715"/>
                </a:lnTo>
                <a:lnTo>
                  <a:pt x="429874" y="409929"/>
                </a:lnTo>
                <a:lnTo>
                  <a:pt x="385244" y="426030"/>
                </a:lnTo>
                <a:lnTo>
                  <a:pt x="386253" y="461408"/>
                </a:lnTo>
                <a:lnTo>
                  <a:pt x="351053" y="457045"/>
                </a:lnTo>
                <a:lnTo>
                  <a:pt x="359671" y="481535"/>
                </a:lnTo>
                <a:lnTo>
                  <a:pt x="345328" y="555167"/>
                </a:lnTo>
                <a:lnTo>
                  <a:pt x="377198" y="553422"/>
                </a:lnTo>
                <a:lnTo>
                  <a:pt x="383144" y="571124"/>
                </a:lnTo>
                <a:lnTo>
                  <a:pt x="424345" y="513676"/>
                </a:lnTo>
                <a:lnTo>
                  <a:pt x="433567" y="535698"/>
                </a:lnTo>
                <a:lnTo>
                  <a:pt x="462931" y="529815"/>
                </a:lnTo>
                <a:lnTo>
                  <a:pt x="472319" y="470337"/>
                </a:lnTo>
                <a:lnTo>
                  <a:pt x="522321" y="396661"/>
                </a:lnTo>
                <a:lnTo>
                  <a:pt x="502406" y="360708"/>
                </a:lnTo>
                <a:lnTo>
                  <a:pt x="563166" y="297444"/>
                </a:lnTo>
                <a:lnTo>
                  <a:pt x="567324" y="321450"/>
                </a:lnTo>
                <a:lnTo>
                  <a:pt x="592696" y="305358"/>
                </a:lnTo>
                <a:lnTo>
                  <a:pt x="595796" y="267215"/>
                </a:lnTo>
                <a:lnTo>
                  <a:pt x="631145" y="212142"/>
                </a:lnTo>
                <a:lnTo>
                  <a:pt x="639488" y="224518"/>
                </a:lnTo>
                <a:lnTo>
                  <a:pt x="659387" y="194169"/>
                </a:lnTo>
                <a:lnTo>
                  <a:pt x="761095" y="139001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Bihār"/>
          <p:cNvSpPr/>
          <p:nvPr/>
        </p:nvSpPr>
        <p:spPr>
          <a:xfrm>
            <a:off x="9309490" y="3145953"/>
            <a:ext cx="689564" cy="482444"/>
          </a:xfrm>
          <a:custGeom>
            <a:avLst/>
            <a:gdLst/>
            <a:ahLst/>
            <a:cxnLst/>
            <a:rect l="l" t="t" r="r" b="b"/>
            <a:pathLst>
              <a:path w="689564" h="482444">
                <a:moveTo>
                  <a:pt x="25350" y="446752"/>
                </a:moveTo>
                <a:lnTo>
                  <a:pt x="76504" y="445743"/>
                </a:lnTo>
                <a:lnTo>
                  <a:pt x="95290" y="429234"/>
                </a:lnTo>
                <a:lnTo>
                  <a:pt x="109137" y="453908"/>
                </a:lnTo>
                <a:lnTo>
                  <a:pt x="135293" y="441522"/>
                </a:lnTo>
                <a:lnTo>
                  <a:pt x="162850" y="482444"/>
                </a:lnTo>
                <a:lnTo>
                  <a:pt x="205221" y="445977"/>
                </a:lnTo>
                <a:lnTo>
                  <a:pt x="219308" y="469623"/>
                </a:lnTo>
                <a:lnTo>
                  <a:pt x="244939" y="469597"/>
                </a:lnTo>
                <a:lnTo>
                  <a:pt x="283965" y="442301"/>
                </a:lnTo>
                <a:lnTo>
                  <a:pt x="325119" y="438760"/>
                </a:lnTo>
                <a:lnTo>
                  <a:pt x="334631" y="402667"/>
                </a:lnTo>
                <a:lnTo>
                  <a:pt x="378751" y="408793"/>
                </a:lnTo>
                <a:lnTo>
                  <a:pt x="432685" y="470283"/>
                </a:lnTo>
                <a:lnTo>
                  <a:pt x="454656" y="434404"/>
                </a:lnTo>
                <a:lnTo>
                  <a:pt x="498004" y="443810"/>
                </a:lnTo>
                <a:lnTo>
                  <a:pt x="501239" y="427778"/>
                </a:lnTo>
                <a:lnTo>
                  <a:pt x="516647" y="434345"/>
                </a:lnTo>
                <a:lnTo>
                  <a:pt x="529761" y="373029"/>
                </a:lnTo>
                <a:lnTo>
                  <a:pt x="554931" y="342533"/>
                </a:lnTo>
                <a:lnTo>
                  <a:pt x="575783" y="346897"/>
                </a:lnTo>
                <a:lnTo>
                  <a:pt x="590451" y="323753"/>
                </a:lnTo>
                <a:lnTo>
                  <a:pt x="622920" y="339799"/>
                </a:lnTo>
                <a:lnTo>
                  <a:pt x="618565" y="308852"/>
                </a:lnTo>
                <a:lnTo>
                  <a:pt x="637959" y="295454"/>
                </a:lnTo>
                <a:lnTo>
                  <a:pt x="658193" y="303717"/>
                </a:lnTo>
                <a:lnTo>
                  <a:pt x="654937" y="271092"/>
                </a:lnTo>
                <a:lnTo>
                  <a:pt x="621854" y="237401"/>
                </a:lnTo>
                <a:lnTo>
                  <a:pt x="689564" y="174586"/>
                </a:lnTo>
                <a:lnTo>
                  <a:pt x="680292" y="141410"/>
                </a:lnTo>
                <a:lnTo>
                  <a:pt x="661640" y="144921"/>
                </a:lnTo>
                <a:lnTo>
                  <a:pt x="650720" y="172344"/>
                </a:lnTo>
                <a:lnTo>
                  <a:pt x="632601" y="153979"/>
                </a:lnTo>
                <a:lnTo>
                  <a:pt x="556693" y="174742"/>
                </a:lnTo>
                <a:lnTo>
                  <a:pt x="522195" y="159362"/>
                </a:lnTo>
                <a:lnTo>
                  <a:pt x="519372" y="139099"/>
                </a:lnTo>
                <a:lnTo>
                  <a:pt x="472210" y="163589"/>
                </a:lnTo>
                <a:lnTo>
                  <a:pt x="417185" y="134180"/>
                </a:lnTo>
                <a:lnTo>
                  <a:pt x="374872" y="127195"/>
                </a:lnTo>
                <a:lnTo>
                  <a:pt x="350312" y="141796"/>
                </a:lnTo>
                <a:lnTo>
                  <a:pt x="320576" y="96429"/>
                </a:lnTo>
                <a:lnTo>
                  <a:pt x="261960" y="113520"/>
                </a:lnTo>
                <a:lnTo>
                  <a:pt x="258998" y="96754"/>
                </a:lnTo>
                <a:lnTo>
                  <a:pt x="183215" y="70444"/>
                </a:lnTo>
                <a:lnTo>
                  <a:pt x="180013" y="26735"/>
                </a:lnTo>
                <a:lnTo>
                  <a:pt x="134865" y="20297"/>
                </a:lnTo>
                <a:lnTo>
                  <a:pt x="114469" y="0"/>
                </a:lnTo>
                <a:lnTo>
                  <a:pt x="73098" y="10385"/>
                </a:lnTo>
                <a:lnTo>
                  <a:pt x="102483" y="94073"/>
                </a:lnTo>
                <a:lnTo>
                  <a:pt x="129321" y="98787"/>
                </a:lnTo>
                <a:lnTo>
                  <a:pt x="127467" y="116375"/>
                </a:lnTo>
                <a:lnTo>
                  <a:pt x="152285" y="133072"/>
                </a:lnTo>
                <a:lnTo>
                  <a:pt x="106117" y="131240"/>
                </a:lnTo>
                <a:lnTo>
                  <a:pt x="81410" y="149162"/>
                </a:lnTo>
                <a:lnTo>
                  <a:pt x="118637" y="171316"/>
                </a:lnTo>
                <a:lnTo>
                  <a:pt x="117161" y="190661"/>
                </a:lnTo>
                <a:lnTo>
                  <a:pt x="95442" y="200456"/>
                </a:lnTo>
                <a:lnTo>
                  <a:pt x="182025" y="267255"/>
                </a:lnTo>
                <a:lnTo>
                  <a:pt x="108599" y="268291"/>
                </a:lnTo>
                <a:lnTo>
                  <a:pt x="72860" y="311077"/>
                </a:lnTo>
                <a:lnTo>
                  <a:pt x="5129" y="346107"/>
                </a:lnTo>
                <a:lnTo>
                  <a:pt x="0" y="373336"/>
                </a:lnTo>
                <a:lnTo>
                  <a:pt x="31538" y="432145"/>
                </a:lnTo>
                <a:lnTo>
                  <a:pt x="25350" y="446752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Chandīgarh"/>
          <p:cNvSpPr/>
          <p:nvPr/>
        </p:nvSpPr>
        <p:spPr>
          <a:xfrm>
            <a:off x="8393430" y="2662903"/>
            <a:ext cx="18377" cy="13153"/>
          </a:xfrm>
          <a:custGeom>
            <a:avLst/>
            <a:gdLst/>
            <a:ahLst/>
            <a:cxnLst/>
            <a:rect l="l" t="t" r="r" b="b"/>
            <a:pathLst>
              <a:path w="18377" h="13153">
                <a:moveTo>
                  <a:pt x="18377" y="0"/>
                </a:moveTo>
                <a:lnTo>
                  <a:pt x="0" y="1725"/>
                </a:lnTo>
                <a:lnTo>
                  <a:pt x="13663" y="13153"/>
                </a:lnTo>
                <a:lnTo>
                  <a:pt x="18377" y="0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Chhattīsgarh"/>
          <p:cNvSpPr/>
          <p:nvPr/>
        </p:nvSpPr>
        <p:spPr>
          <a:xfrm>
            <a:off x="8887492" y="3655309"/>
            <a:ext cx="570991" cy="942082"/>
          </a:xfrm>
          <a:custGeom>
            <a:avLst/>
            <a:gdLst/>
            <a:ahLst/>
            <a:cxnLst/>
            <a:rect l="l" t="t" r="r" b="b"/>
            <a:pathLst>
              <a:path w="570991" h="942082">
                <a:moveTo>
                  <a:pt x="0" y="803514"/>
                </a:moveTo>
                <a:lnTo>
                  <a:pt x="63970" y="849807"/>
                </a:lnTo>
                <a:lnTo>
                  <a:pt x="65369" y="886008"/>
                </a:lnTo>
                <a:lnTo>
                  <a:pt x="97786" y="884746"/>
                </a:lnTo>
                <a:lnTo>
                  <a:pt x="101843" y="941566"/>
                </a:lnTo>
                <a:lnTo>
                  <a:pt x="155161" y="942082"/>
                </a:lnTo>
                <a:lnTo>
                  <a:pt x="173456" y="872903"/>
                </a:lnTo>
                <a:lnTo>
                  <a:pt x="204589" y="858648"/>
                </a:lnTo>
                <a:lnTo>
                  <a:pt x="234133" y="823295"/>
                </a:lnTo>
                <a:lnTo>
                  <a:pt x="224457" y="813292"/>
                </a:lnTo>
                <a:lnTo>
                  <a:pt x="273242" y="774235"/>
                </a:lnTo>
                <a:lnTo>
                  <a:pt x="265403" y="698346"/>
                </a:lnTo>
                <a:lnTo>
                  <a:pt x="243193" y="686384"/>
                </a:lnTo>
                <a:lnTo>
                  <a:pt x="248246" y="644143"/>
                </a:lnTo>
                <a:lnTo>
                  <a:pt x="218834" y="625063"/>
                </a:lnTo>
                <a:lnTo>
                  <a:pt x="221294" y="606302"/>
                </a:lnTo>
                <a:lnTo>
                  <a:pt x="272055" y="612375"/>
                </a:lnTo>
                <a:lnTo>
                  <a:pt x="286989" y="637400"/>
                </a:lnTo>
                <a:lnTo>
                  <a:pt x="300929" y="626300"/>
                </a:lnTo>
                <a:lnTo>
                  <a:pt x="322731" y="632748"/>
                </a:lnTo>
                <a:lnTo>
                  <a:pt x="321123" y="646351"/>
                </a:lnTo>
                <a:lnTo>
                  <a:pt x="337119" y="637518"/>
                </a:lnTo>
                <a:lnTo>
                  <a:pt x="338238" y="613682"/>
                </a:lnTo>
                <a:lnTo>
                  <a:pt x="294453" y="604447"/>
                </a:lnTo>
                <a:lnTo>
                  <a:pt x="287752" y="480121"/>
                </a:lnTo>
                <a:lnTo>
                  <a:pt x="303619" y="489338"/>
                </a:lnTo>
                <a:lnTo>
                  <a:pt x="327863" y="440530"/>
                </a:lnTo>
                <a:lnTo>
                  <a:pt x="395841" y="447845"/>
                </a:lnTo>
                <a:lnTo>
                  <a:pt x="414881" y="407132"/>
                </a:lnTo>
                <a:lnTo>
                  <a:pt x="433915" y="411210"/>
                </a:lnTo>
                <a:lnTo>
                  <a:pt x="424458" y="388695"/>
                </a:lnTo>
                <a:lnTo>
                  <a:pt x="459482" y="336571"/>
                </a:lnTo>
                <a:lnTo>
                  <a:pt x="455820" y="298550"/>
                </a:lnTo>
                <a:lnTo>
                  <a:pt x="517577" y="258904"/>
                </a:lnTo>
                <a:lnTo>
                  <a:pt x="517443" y="228816"/>
                </a:lnTo>
                <a:lnTo>
                  <a:pt x="546635" y="214762"/>
                </a:lnTo>
                <a:lnTo>
                  <a:pt x="570991" y="176152"/>
                </a:lnTo>
                <a:lnTo>
                  <a:pt x="536829" y="170254"/>
                </a:lnTo>
                <a:lnTo>
                  <a:pt x="520561" y="141790"/>
                </a:lnTo>
                <a:lnTo>
                  <a:pt x="526474" y="115327"/>
                </a:lnTo>
                <a:lnTo>
                  <a:pt x="511059" y="108755"/>
                </a:lnTo>
                <a:lnTo>
                  <a:pt x="518425" y="70395"/>
                </a:lnTo>
                <a:lnTo>
                  <a:pt x="484621" y="73900"/>
                </a:lnTo>
                <a:lnTo>
                  <a:pt x="437621" y="3095"/>
                </a:lnTo>
                <a:lnTo>
                  <a:pt x="422168" y="0"/>
                </a:lnTo>
                <a:lnTo>
                  <a:pt x="397245" y="33002"/>
                </a:lnTo>
                <a:lnTo>
                  <a:pt x="350189" y="21545"/>
                </a:lnTo>
                <a:lnTo>
                  <a:pt x="311796" y="48102"/>
                </a:lnTo>
                <a:lnTo>
                  <a:pt x="184943" y="30412"/>
                </a:lnTo>
                <a:lnTo>
                  <a:pt x="197058" y="57420"/>
                </a:lnTo>
                <a:lnTo>
                  <a:pt x="180548" y="77717"/>
                </a:lnTo>
                <a:lnTo>
                  <a:pt x="187523" y="93139"/>
                </a:lnTo>
                <a:lnTo>
                  <a:pt x="228545" y="85581"/>
                </a:lnTo>
                <a:lnTo>
                  <a:pt x="266028" y="116750"/>
                </a:lnTo>
                <a:lnTo>
                  <a:pt x="261514" y="143727"/>
                </a:lnTo>
                <a:lnTo>
                  <a:pt x="231171" y="153303"/>
                </a:lnTo>
                <a:lnTo>
                  <a:pt x="186815" y="234049"/>
                </a:lnTo>
                <a:lnTo>
                  <a:pt x="116083" y="249043"/>
                </a:lnTo>
                <a:lnTo>
                  <a:pt x="101548" y="304924"/>
                </a:lnTo>
                <a:lnTo>
                  <a:pt x="87940" y="298003"/>
                </a:lnTo>
                <a:lnTo>
                  <a:pt x="62766" y="357099"/>
                </a:lnTo>
                <a:lnTo>
                  <a:pt x="56320" y="419036"/>
                </a:lnTo>
                <a:lnTo>
                  <a:pt x="26474" y="437576"/>
                </a:lnTo>
                <a:lnTo>
                  <a:pt x="20964" y="462376"/>
                </a:lnTo>
                <a:lnTo>
                  <a:pt x="37831" y="473345"/>
                </a:lnTo>
                <a:lnTo>
                  <a:pt x="43588" y="510711"/>
                </a:lnTo>
                <a:lnTo>
                  <a:pt x="28822" y="520593"/>
                </a:lnTo>
                <a:lnTo>
                  <a:pt x="49710" y="523572"/>
                </a:lnTo>
                <a:lnTo>
                  <a:pt x="48948" y="563265"/>
                </a:lnTo>
                <a:lnTo>
                  <a:pt x="16947" y="576346"/>
                </a:lnTo>
                <a:lnTo>
                  <a:pt x="39319" y="602188"/>
                </a:lnTo>
                <a:lnTo>
                  <a:pt x="17842" y="643327"/>
                </a:lnTo>
                <a:lnTo>
                  <a:pt x="37862" y="640021"/>
                </a:lnTo>
                <a:lnTo>
                  <a:pt x="86615" y="690246"/>
                </a:lnTo>
                <a:lnTo>
                  <a:pt x="67046" y="718939"/>
                </a:lnTo>
                <a:lnTo>
                  <a:pt x="41588" y="702114"/>
                </a:lnTo>
                <a:lnTo>
                  <a:pt x="16751" y="725619"/>
                </a:lnTo>
                <a:lnTo>
                  <a:pt x="0" y="803514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Delhi"/>
          <p:cNvSpPr/>
          <p:nvPr/>
        </p:nvSpPr>
        <p:spPr>
          <a:xfrm>
            <a:off x="8418186" y="2946014"/>
            <a:ext cx="61334" cy="67644"/>
          </a:xfrm>
          <a:custGeom>
            <a:avLst/>
            <a:gdLst/>
            <a:ahLst/>
            <a:cxnLst/>
            <a:rect l="l" t="t" r="r" b="b"/>
            <a:pathLst>
              <a:path w="61334" h="67644">
                <a:moveTo>
                  <a:pt x="45134" y="0"/>
                </a:moveTo>
                <a:lnTo>
                  <a:pt x="9262" y="5906"/>
                </a:lnTo>
                <a:lnTo>
                  <a:pt x="0" y="53306"/>
                </a:lnTo>
                <a:lnTo>
                  <a:pt x="29096" y="51318"/>
                </a:lnTo>
                <a:lnTo>
                  <a:pt x="40225" y="67644"/>
                </a:lnTo>
                <a:lnTo>
                  <a:pt x="61334" y="54892"/>
                </a:lnTo>
                <a:lnTo>
                  <a:pt x="45134" y="0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Dādra and Nagar Haveli and Damān and Diu"/>
          <p:cNvSpPr/>
          <p:nvPr/>
        </p:nvSpPr>
        <p:spPr>
          <a:xfrm>
            <a:off x="7868181" y="4214419"/>
            <a:ext cx="41330" cy="43773"/>
          </a:xfrm>
          <a:custGeom>
            <a:avLst/>
            <a:gdLst/>
            <a:ahLst/>
            <a:cxnLst/>
            <a:rect l="l" t="t" r="r" b="b"/>
            <a:pathLst>
              <a:path w="41330" h="43773">
                <a:moveTo>
                  <a:pt x="41330" y="35808"/>
                </a:moveTo>
                <a:lnTo>
                  <a:pt x="35498" y="22717"/>
                </a:lnTo>
                <a:lnTo>
                  <a:pt x="20535" y="29634"/>
                </a:lnTo>
                <a:lnTo>
                  <a:pt x="35304" y="10728"/>
                </a:lnTo>
                <a:lnTo>
                  <a:pt x="25559" y="0"/>
                </a:lnTo>
                <a:lnTo>
                  <a:pt x="0" y="12670"/>
                </a:lnTo>
                <a:lnTo>
                  <a:pt x="17644" y="43773"/>
                </a:lnTo>
                <a:lnTo>
                  <a:pt x="41330" y="35808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Goa"/>
          <p:cNvSpPr/>
          <p:nvPr/>
        </p:nvSpPr>
        <p:spPr>
          <a:xfrm>
            <a:off x="7973866" y="4895017"/>
            <a:ext cx="91552" cy="133368"/>
          </a:xfrm>
          <a:custGeom>
            <a:avLst/>
            <a:gdLst/>
            <a:ahLst/>
            <a:cxnLst/>
            <a:rect l="l" t="t" r="r" b="b"/>
            <a:pathLst>
              <a:path w="91552" h="133368">
                <a:moveTo>
                  <a:pt x="0" y="11007"/>
                </a:moveTo>
                <a:lnTo>
                  <a:pt x="15583" y="50492"/>
                </a:lnTo>
                <a:lnTo>
                  <a:pt x="36157" y="54629"/>
                </a:lnTo>
                <a:lnTo>
                  <a:pt x="14903" y="58103"/>
                </a:lnTo>
                <a:lnTo>
                  <a:pt x="30398" y="70003"/>
                </a:lnTo>
                <a:lnTo>
                  <a:pt x="32805" y="106806"/>
                </a:lnTo>
                <a:lnTo>
                  <a:pt x="54186" y="133368"/>
                </a:lnTo>
                <a:lnTo>
                  <a:pt x="79911" y="125683"/>
                </a:lnTo>
                <a:lnTo>
                  <a:pt x="79767" y="80929"/>
                </a:lnTo>
                <a:lnTo>
                  <a:pt x="91552" y="75497"/>
                </a:lnTo>
                <a:lnTo>
                  <a:pt x="79644" y="21416"/>
                </a:lnTo>
                <a:lnTo>
                  <a:pt x="43676" y="28253"/>
                </a:lnTo>
                <a:lnTo>
                  <a:pt x="25078" y="0"/>
                </a:lnTo>
                <a:lnTo>
                  <a:pt x="0" y="11007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Gujarāt"/>
          <p:cNvSpPr/>
          <p:nvPr/>
        </p:nvSpPr>
        <p:spPr>
          <a:xfrm>
            <a:off x="7204459" y="3564857"/>
            <a:ext cx="880356" cy="683221"/>
          </a:xfrm>
          <a:custGeom>
            <a:avLst/>
            <a:gdLst/>
            <a:ahLst/>
            <a:cxnLst/>
            <a:rect l="l" t="t" r="r" b="b"/>
            <a:pathLst>
              <a:path w="880356" h="683221">
                <a:moveTo>
                  <a:pt x="670564" y="672190"/>
                </a:moveTo>
                <a:lnTo>
                  <a:pt x="664382" y="661367"/>
                </a:lnTo>
                <a:lnTo>
                  <a:pt x="689236" y="649555"/>
                </a:lnTo>
                <a:lnTo>
                  <a:pt x="699026" y="660290"/>
                </a:lnTo>
                <a:lnTo>
                  <a:pt x="684822" y="679680"/>
                </a:lnTo>
                <a:lnTo>
                  <a:pt x="733598" y="673748"/>
                </a:lnTo>
                <a:lnTo>
                  <a:pt x="738139" y="596243"/>
                </a:lnTo>
                <a:lnTo>
                  <a:pt x="779000" y="619048"/>
                </a:lnTo>
                <a:lnTo>
                  <a:pt x="806363" y="592545"/>
                </a:lnTo>
                <a:lnTo>
                  <a:pt x="800670" y="556747"/>
                </a:lnTo>
                <a:lnTo>
                  <a:pt x="755809" y="528620"/>
                </a:lnTo>
                <a:lnTo>
                  <a:pt x="788837" y="528127"/>
                </a:lnTo>
                <a:lnTo>
                  <a:pt x="805878" y="493653"/>
                </a:lnTo>
                <a:lnTo>
                  <a:pt x="858763" y="479682"/>
                </a:lnTo>
                <a:lnTo>
                  <a:pt x="793863" y="479773"/>
                </a:lnTo>
                <a:lnTo>
                  <a:pt x="786062" y="431002"/>
                </a:lnTo>
                <a:lnTo>
                  <a:pt x="834724" y="412514"/>
                </a:lnTo>
                <a:lnTo>
                  <a:pt x="823351" y="351905"/>
                </a:lnTo>
                <a:lnTo>
                  <a:pt x="854666" y="346021"/>
                </a:lnTo>
                <a:lnTo>
                  <a:pt x="819678" y="324998"/>
                </a:lnTo>
                <a:lnTo>
                  <a:pt x="866854" y="310093"/>
                </a:lnTo>
                <a:lnTo>
                  <a:pt x="880356" y="277123"/>
                </a:lnTo>
                <a:lnTo>
                  <a:pt x="829158" y="211711"/>
                </a:lnTo>
                <a:lnTo>
                  <a:pt x="762739" y="188601"/>
                </a:lnTo>
                <a:lnTo>
                  <a:pt x="766678" y="162820"/>
                </a:lnTo>
                <a:lnTo>
                  <a:pt x="748319" y="164968"/>
                </a:lnTo>
                <a:lnTo>
                  <a:pt x="724606" y="137430"/>
                </a:lnTo>
                <a:lnTo>
                  <a:pt x="726011" y="90669"/>
                </a:lnTo>
                <a:lnTo>
                  <a:pt x="709503" y="105951"/>
                </a:lnTo>
                <a:lnTo>
                  <a:pt x="685221" y="77232"/>
                </a:lnTo>
                <a:lnTo>
                  <a:pt x="706245" y="51975"/>
                </a:lnTo>
                <a:lnTo>
                  <a:pt x="686475" y="47093"/>
                </a:lnTo>
                <a:lnTo>
                  <a:pt x="688326" y="32199"/>
                </a:lnTo>
                <a:lnTo>
                  <a:pt x="663519" y="55959"/>
                </a:lnTo>
                <a:lnTo>
                  <a:pt x="612034" y="28732"/>
                </a:lnTo>
                <a:lnTo>
                  <a:pt x="600720" y="44379"/>
                </a:lnTo>
                <a:lnTo>
                  <a:pt x="571522" y="18884"/>
                </a:lnTo>
                <a:lnTo>
                  <a:pt x="585505" y="12478"/>
                </a:lnTo>
                <a:lnTo>
                  <a:pt x="545891" y="0"/>
                </a:lnTo>
                <a:lnTo>
                  <a:pt x="516929" y="15338"/>
                </a:lnTo>
                <a:lnTo>
                  <a:pt x="412289" y="3371"/>
                </a:lnTo>
                <a:lnTo>
                  <a:pt x="397174" y="25187"/>
                </a:lnTo>
                <a:lnTo>
                  <a:pt x="415773" y="45721"/>
                </a:lnTo>
                <a:lnTo>
                  <a:pt x="374923" y="72483"/>
                </a:lnTo>
                <a:lnTo>
                  <a:pt x="339523" y="68752"/>
                </a:lnTo>
                <a:lnTo>
                  <a:pt x="339802" y="43281"/>
                </a:lnTo>
                <a:lnTo>
                  <a:pt x="275669" y="62277"/>
                </a:lnTo>
                <a:lnTo>
                  <a:pt x="263923" y="80755"/>
                </a:lnTo>
                <a:lnTo>
                  <a:pt x="223260" y="80769"/>
                </a:lnTo>
                <a:lnTo>
                  <a:pt x="204237" y="62570"/>
                </a:lnTo>
                <a:lnTo>
                  <a:pt x="122423" y="72986"/>
                </a:lnTo>
                <a:lnTo>
                  <a:pt x="114417" y="61114"/>
                </a:lnTo>
                <a:lnTo>
                  <a:pt x="103226" y="74523"/>
                </a:lnTo>
                <a:lnTo>
                  <a:pt x="97896" y="58896"/>
                </a:lnTo>
                <a:lnTo>
                  <a:pt x="87746" y="110583"/>
                </a:lnTo>
                <a:lnTo>
                  <a:pt x="34773" y="108565"/>
                </a:lnTo>
                <a:lnTo>
                  <a:pt x="12343" y="124936"/>
                </a:lnTo>
                <a:lnTo>
                  <a:pt x="0" y="163613"/>
                </a:lnTo>
                <a:lnTo>
                  <a:pt x="49999" y="178241"/>
                </a:lnTo>
                <a:lnTo>
                  <a:pt x="38838" y="192839"/>
                </a:lnTo>
                <a:lnTo>
                  <a:pt x="69283" y="206303"/>
                </a:lnTo>
                <a:lnTo>
                  <a:pt x="58422" y="218656"/>
                </a:lnTo>
                <a:lnTo>
                  <a:pt x="71338" y="210692"/>
                </a:lnTo>
                <a:lnTo>
                  <a:pt x="71037" y="230125"/>
                </a:lnTo>
                <a:lnTo>
                  <a:pt x="149205" y="279802"/>
                </a:lnTo>
                <a:lnTo>
                  <a:pt x="220676" y="284544"/>
                </a:lnTo>
                <a:lnTo>
                  <a:pt x="271770" y="267372"/>
                </a:lnTo>
                <a:lnTo>
                  <a:pt x="301686" y="224199"/>
                </a:lnTo>
                <a:lnTo>
                  <a:pt x="358995" y="223558"/>
                </a:lnTo>
                <a:lnTo>
                  <a:pt x="277789" y="322301"/>
                </a:lnTo>
                <a:lnTo>
                  <a:pt x="242529" y="340968"/>
                </a:lnTo>
                <a:lnTo>
                  <a:pt x="223153" y="332513"/>
                </a:lnTo>
                <a:lnTo>
                  <a:pt x="212721" y="351170"/>
                </a:lnTo>
                <a:lnTo>
                  <a:pt x="143632" y="375699"/>
                </a:lnTo>
                <a:lnTo>
                  <a:pt x="148934" y="341865"/>
                </a:lnTo>
                <a:lnTo>
                  <a:pt x="126903" y="346600"/>
                </a:lnTo>
                <a:lnTo>
                  <a:pt x="131399" y="332988"/>
                </a:lnTo>
                <a:lnTo>
                  <a:pt x="113152" y="358338"/>
                </a:lnTo>
                <a:lnTo>
                  <a:pt x="282432" y="545841"/>
                </a:lnTo>
                <a:lnTo>
                  <a:pt x="374212" y="600021"/>
                </a:lnTo>
                <a:lnTo>
                  <a:pt x="552925" y="524450"/>
                </a:lnTo>
                <a:lnTo>
                  <a:pt x="580139" y="460780"/>
                </a:lnTo>
                <a:lnTo>
                  <a:pt x="559872" y="433572"/>
                </a:lnTo>
                <a:lnTo>
                  <a:pt x="589094" y="357676"/>
                </a:lnTo>
                <a:lnTo>
                  <a:pt x="596566" y="373541"/>
                </a:lnTo>
                <a:lnTo>
                  <a:pt x="608824" y="356889"/>
                </a:lnTo>
                <a:lnTo>
                  <a:pt x="642066" y="370227"/>
                </a:lnTo>
                <a:lnTo>
                  <a:pt x="667511" y="358646"/>
                </a:lnTo>
                <a:lnTo>
                  <a:pt x="642391" y="378809"/>
                </a:lnTo>
                <a:lnTo>
                  <a:pt x="617776" y="375346"/>
                </a:lnTo>
                <a:lnTo>
                  <a:pt x="607737" y="414634"/>
                </a:lnTo>
                <a:lnTo>
                  <a:pt x="629761" y="411455"/>
                </a:lnTo>
                <a:lnTo>
                  <a:pt x="610488" y="452854"/>
                </a:lnTo>
                <a:lnTo>
                  <a:pt x="649188" y="455893"/>
                </a:lnTo>
                <a:lnTo>
                  <a:pt x="622184" y="466729"/>
                </a:lnTo>
                <a:lnTo>
                  <a:pt x="639400" y="473660"/>
                </a:lnTo>
                <a:lnTo>
                  <a:pt x="620212" y="506725"/>
                </a:lnTo>
                <a:lnTo>
                  <a:pt x="662543" y="617390"/>
                </a:lnTo>
                <a:lnTo>
                  <a:pt x="639414" y="683221"/>
                </a:lnTo>
                <a:lnTo>
                  <a:pt x="670564" y="672190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Haryāna"/>
          <p:cNvSpPr/>
          <p:nvPr/>
        </p:nvSpPr>
        <p:spPr>
          <a:xfrm>
            <a:off x="8084909" y="2640290"/>
            <a:ext cx="433041" cy="485323"/>
          </a:xfrm>
          <a:custGeom>
            <a:avLst/>
            <a:gdLst/>
            <a:ahLst/>
            <a:cxnLst/>
            <a:rect l="l" t="t" r="r" b="b"/>
            <a:pathLst>
              <a:path w="433041" h="485323">
                <a:moveTo>
                  <a:pt x="397187" y="357161"/>
                </a:moveTo>
                <a:lnTo>
                  <a:pt x="373502" y="373368"/>
                </a:lnTo>
                <a:lnTo>
                  <a:pt x="327134" y="346831"/>
                </a:lnTo>
                <a:lnTo>
                  <a:pt x="341559" y="340000"/>
                </a:lnTo>
                <a:lnTo>
                  <a:pt x="342539" y="311630"/>
                </a:lnTo>
                <a:lnTo>
                  <a:pt x="380937" y="302237"/>
                </a:lnTo>
                <a:lnTo>
                  <a:pt x="365942" y="171048"/>
                </a:lnTo>
                <a:lnTo>
                  <a:pt x="433041" y="80227"/>
                </a:lnTo>
                <a:lnTo>
                  <a:pt x="378533" y="65864"/>
                </a:lnTo>
                <a:lnTo>
                  <a:pt x="372502" y="33147"/>
                </a:lnTo>
                <a:lnTo>
                  <a:pt x="337837" y="776"/>
                </a:lnTo>
                <a:lnTo>
                  <a:pt x="318340" y="0"/>
                </a:lnTo>
                <a:lnTo>
                  <a:pt x="340589" y="77652"/>
                </a:lnTo>
                <a:lnTo>
                  <a:pt x="313489" y="71612"/>
                </a:lnTo>
                <a:lnTo>
                  <a:pt x="287957" y="96060"/>
                </a:lnTo>
                <a:lnTo>
                  <a:pt x="301726" y="107589"/>
                </a:lnTo>
                <a:lnTo>
                  <a:pt x="286512" y="123914"/>
                </a:lnTo>
                <a:lnTo>
                  <a:pt x="269409" y="106539"/>
                </a:lnTo>
                <a:lnTo>
                  <a:pt x="255425" y="121045"/>
                </a:lnTo>
                <a:lnTo>
                  <a:pt x="239624" y="111867"/>
                </a:lnTo>
                <a:lnTo>
                  <a:pt x="244632" y="157266"/>
                </a:lnTo>
                <a:lnTo>
                  <a:pt x="216887" y="173643"/>
                </a:lnTo>
                <a:lnTo>
                  <a:pt x="136024" y="163970"/>
                </a:lnTo>
                <a:lnTo>
                  <a:pt x="104981" y="203593"/>
                </a:lnTo>
                <a:lnTo>
                  <a:pt x="105845" y="171863"/>
                </a:lnTo>
                <a:lnTo>
                  <a:pt x="86066" y="148257"/>
                </a:lnTo>
                <a:lnTo>
                  <a:pt x="5758" y="145697"/>
                </a:lnTo>
                <a:lnTo>
                  <a:pt x="0" y="173257"/>
                </a:lnTo>
                <a:lnTo>
                  <a:pt x="19227" y="172235"/>
                </a:lnTo>
                <a:lnTo>
                  <a:pt x="16895" y="235629"/>
                </a:lnTo>
                <a:lnTo>
                  <a:pt x="51691" y="224262"/>
                </a:lnTo>
                <a:lnTo>
                  <a:pt x="82848" y="250222"/>
                </a:lnTo>
                <a:lnTo>
                  <a:pt x="129237" y="246342"/>
                </a:lnTo>
                <a:lnTo>
                  <a:pt x="150147" y="342241"/>
                </a:lnTo>
                <a:lnTo>
                  <a:pt x="224088" y="411257"/>
                </a:lnTo>
                <a:lnTo>
                  <a:pt x="202371" y="420650"/>
                </a:lnTo>
                <a:lnTo>
                  <a:pt x="216520" y="422723"/>
                </a:lnTo>
                <a:lnTo>
                  <a:pt x="201509" y="444205"/>
                </a:lnTo>
                <a:lnTo>
                  <a:pt x="209075" y="457410"/>
                </a:lnTo>
                <a:lnTo>
                  <a:pt x="241020" y="461060"/>
                </a:lnTo>
                <a:lnTo>
                  <a:pt x="232721" y="435421"/>
                </a:lnTo>
                <a:lnTo>
                  <a:pt x="258274" y="429213"/>
                </a:lnTo>
                <a:lnTo>
                  <a:pt x="251344" y="407024"/>
                </a:lnTo>
                <a:lnTo>
                  <a:pt x="276749" y="411596"/>
                </a:lnTo>
                <a:lnTo>
                  <a:pt x="286776" y="439171"/>
                </a:lnTo>
                <a:lnTo>
                  <a:pt x="328368" y="400691"/>
                </a:lnTo>
                <a:lnTo>
                  <a:pt x="345272" y="413109"/>
                </a:lnTo>
                <a:lnTo>
                  <a:pt x="336967" y="485323"/>
                </a:lnTo>
                <a:lnTo>
                  <a:pt x="361213" y="472868"/>
                </a:lnTo>
                <a:lnTo>
                  <a:pt x="355554" y="460370"/>
                </a:lnTo>
                <a:lnTo>
                  <a:pt x="407769" y="455509"/>
                </a:lnTo>
                <a:lnTo>
                  <a:pt x="424824" y="440703"/>
                </a:lnTo>
                <a:lnTo>
                  <a:pt x="415026" y="420720"/>
                </a:lnTo>
                <a:lnTo>
                  <a:pt x="425575" y="397595"/>
                </a:lnTo>
                <a:lnTo>
                  <a:pt x="397187" y="357161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Himāchal Pradesh"/>
          <p:cNvSpPr/>
          <p:nvPr/>
        </p:nvSpPr>
        <p:spPr>
          <a:xfrm>
            <a:off x="8239671" y="2289373"/>
            <a:ext cx="472785" cy="426832"/>
          </a:xfrm>
          <a:custGeom>
            <a:avLst/>
            <a:gdLst/>
            <a:ahLst/>
            <a:cxnLst/>
            <a:rect l="l" t="t" r="r" b="b"/>
            <a:pathLst>
              <a:path w="472785" h="426832">
                <a:moveTo>
                  <a:pt x="274357" y="426832"/>
                </a:moveTo>
                <a:lnTo>
                  <a:pt x="307937" y="410309"/>
                </a:lnTo>
                <a:lnTo>
                  <a:pt x="292047" y="371933"/>
                </a:lnTo>
                <a:lnTo>
                  <a:pt x="319402" y="314216"/>
                </a:lnTo>
                <a:lnTo>
                  <a:pt x="384350" y="294136"/>
                </a:lnTo>
                <a:lnTo>
                  <a:pt x="472785" y="320468"/>
                </a:lnTo>
                <a:lnTo>
                  <a:pt x="436882" y="282232"/>
                </a:lnTo>
                <a:lnTo>
                  <a:pt x="433112" y="260319"/>
                </a:lnTo>
                <a:lnTo>
                  <a:pt x="450354" y="246129"/>
                </a:lnTo>
                <a:lnTo>
                  <a:pt x="430738" y="221054"/>
                </a:lnTo>
                <a:lnTo>
                  <a:pt x="441238" y="188593"/>
                </a:lnTo>
                <a:lnTo>
                  <a:pt x="396058" y="151463"/>
                </a:lnTo>
                <a:lnTo>
                  <a:pt x="407124" y="125766"/>
                </a:lnTo>
                <a:lnTo>
                  <a:pt x="396015" y="112782"/>
                </a:lnTo>
                <a:lnTo>
                  <a:pt x="373867" y="112378"/>
                </a:lnTo>
                <a:lnTo>
                  <a:pt x="386786" y="74662"/>
                </a:lnTo>
                <a:lnTo>
                  <a:pt x="335263" y="95112"/>
                </a:lnTo>
                <a:lnTo>
                  <a:pt x="289101" y="40039"/>
                </a:lnTo>
                <a:lnTo>
                  <a:pt x="241512" y="65698"/>
                </a:lnTo>
                <a:lnTo>
                  <a:pt x="185306" y="34102"/>
                </a:lnTo>
                <a:lnTo>
                  <a:pt x="165850" y="0"/>
                </a:lnTo>
                <a:lnTo>
                  <a:pt x="112899" y="10517"/>
                </a:lnTo>
                <a:lnTo>
                  <a:pt x="49730" y="57252"/>
                </a:lnTo>
                <a:lnTo>
                  <a:pt x="34277" y="48905"/>
                </a:lnTo>
                <a:lnTo>
                  <a:pt x="47348" y="90913"/>
                </a:lnTo>
                <a:lnTo>
                  <a:pt x="33024" y="110997"/>
                </a:lnTo>
                <a:lnTo>
                  <a:pt x="47312" y="128300"/>
                </a:lnTo>
                <a:lnTo>
                  <a:pt x="3191" y="152289"/>
                </a:lnTo>
                <a:lnTo>
                  <a:pt x="0" y="177193"/>
                </a:lnTo>
                <a:lnTo>
                  <a:pt x="43697" y="195059"/>
                </a:lnTo>
                <a:lnTo>
                  <a:pt x="81006" y="291125"/>
                </a:lnTo>
                <a:lnTo>
                  <a:pt x="108059" y="271658"/>
                </a:lnTo>
                <a:lnTo>
                  <a:pt x="116995" y="295238"/>
                </a:lnTo>
                <a:lnTo>
                  <a:pt x="144982" y="303642"/>
                </a:lnTo>
                <a:lnTo>
                  <a:pt x="142620" y="337064"/>
                </a:lnTo>
                <a:lnTo>
                  <a:pt x="216912" y="383015"/>
                </a:lnTo>
                <a:lnTo>
                  <a:pt x="223771" y="416781"/>
                </a:lnTo>
                <a:lnTo>
                  <a:pt x="274357" y="426832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Jammu and Kashmīr"/>
          <p:cNvSpPr/>
          <p:nvPr/>
        </p:nvSpPr>
        <p:spPr>
          <a:xfrm>
            <a:off x="7934357" y="2013147"/>
            <a:ext cx="464855" cy="422618"/>
          </a:xfrm>
          <a:custGeom>
            <a:avLst/>
            <a:gdLst/>
            <a:ahLst/>
            <a:cxnLst/>
            <a:rect l="l" t="t" r="r" b="b"/>
            <a:pathLst>
              <a:path w="464855" h="422618">
                <a:moveTo>
                  <a:pt x="102947" y="0"/>
                </a:moveTo>
                <a:lnTo>
                  <a:pt x="88547" y="34384"/>
                </a:lnTo>
                <a:lnTo>
                  <a:pt x="49741" y="47890"/>
                </a:lnTo>
                <a:lnTo>
                  <a:pt x="36003" y="80560"/>
                </a:lnTo>
                <a:lnTo>
                  <a:pt x="7879" y="79670"/>
                </a:lnTo>
                <a:lnTo>
                  <a:pt x="0" y="109456"/>
                </a:lnTo>
                <a:lnTo>
                  <a:pt x="27563" y="182639"/>
                </a:lnTo>
                <a:lnTo>
                  <a:pt x="32824" y="301214"/>
                </a:lnTo>
                <a:lnTo>
                  <a:pt x="54778" y="319746"/>
                </a:lnTo>
                <a:lnTo>
                  <a:pt x="78577" y="316580"/>
                </a:lnTo>
                <a:lnTo>
                  <a:pt x="135688" y="350601"/>
                </a:lnTo>
                <a:lnTo>
                  <a:pt x="182036" y="338190"/>
                </a:lnTo>
                <a:lnTo>
                  <a:pt x="179741" y="391296"/>
                </a:lnTo>
                <a:lnTo>
                  <a:pt x="226663" y="389738"/>
                </a:lnTo>
                <a:lnTo>
                  <a:pt x="295730" y="422618"/>
                </a:lnTo>
                <a:lnTo>
                  <a:pt x="351793" y="369528"/>
                </a:lnTo>
                <a:lnTo>
                  <a:pt x="339591" y="325131"/>
                </a:lnTo>
                <a:lnTo>
                  <a:pt x="355044" y="333478"/>
                </a:lnTo>
                <a:lnTo>
                  <a:pt x="418213" y="286743"/>
                </a:lnTo>
                <a:lnTo>
                  <a:pt x="464855" y="287830"/>
                </a:lnTo>
                <a:lnTo>
                  <a:pt x="448155" y="249380"/>
                </a:lnTo>
                <a:lnTo>
                  <a:pt x="410886" y="224340"/>
                </a:lnTo>
                <a:lnTo>
                  <a:pt x="389874" y="229825"/>
                </a:lnTo>
                <a:lnTo>
                  <a:pt x="398179" y="203155"/>
                </a:lnTo>
                <a:lnTo>
                  <a:pt x="364823" y="168207"/>
                </a:lnTo>
                <a:lnTo>
                  <a:pt x="338235" y="171746"/>
                </a:lnTo>
                <a:lnTo>
                  <a:pt x="318105" y="135845"/>
                </a:lnTo>
                <a:lnTo>
                  <a:pt x="277685" y="121579"/>
                </a:lnTo>
                <a:lnTo>
                  <a:pt x="253416" y="44209"/>
                </a:lnTo>
                <a:lnTo>
                  <a:pt x="232999" y="30358"/>
                </a:lnTo>
                <a:lnTo>
                  <a:pt x="210487" y="49375"/>
                </a:lnTo>
                <a:lnTo>
                  <a:pt x="164249" y="31071"/>
                </a:lnTo>
                <a:lnTo>
                  <a:pt x="153466" y="125"/>
                </a:lnTo>
                <a:lnTo>
                  <a:pt x="102947" y="0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Jhārkhand"/>
          <p:cNvSpPr/>
          <p:nvPr/>
        </p:nvSpPr>
        <p:spPr>
          <a:xfrm>
            <a:off x="9310825" y="3469706"/>
            <a:ext cx="640984" cy="504392"/>
          </a:xfrm>
          <a:custGeom>
            <a:avLst/>
            <a:gdLst/>
            <a:ahLst/>
            <a:cxnLst/>
            <a:rect l="l" t="t" r="r" b="b"/>
            <a:pathLst>
              <a:path w="640984" h="504392">
                <a:moveTo>
                  <a:pt x="0" y="186250"/>
                </a:moveTo>
                <a:lnTo>
                  <a:pt x="51991" y="228178"/>
                </a:lnTo>
                <a:lnTo>
                  <a:pt x="61681" y="259793"/>
                </a:lnTo>
                <a:lnTo>
                  <a:pt x="95092" y="255998"/>
                </a:lnTo>
                <a:lnTo>
                  <a:pt x="97983" y="329810"/>
                </a:lnTo>
                <a:lnTo>
                  <a:pt x="113496" y="355857"/>
                </a:lnTo>
                <a:lnTo>
                  <a:pt x="147614" y="359771"/>
                </a:lnTo>
                <a:lnTo>
                  <a:pt x="94031" y="421571"/>
                </a:lnTo>
                <a:lnTo>
                  <a:pt x="133160" y="448788"/>
                </a:lnTo>
                <a:lnTo>
                  <a:pt x="240579" y="427681"/>
                </a:lnTo>
                <a:lnTo>
                  <a:pt x="247475" y="456014"/>
                </a:lnTo>
                <a:lnTo>
                  <a:pt x="229461" y="487630"/>
                </a:lnTo>
                <a:lnTo>
                  <a:pt x="264251" y="498572"/>
                </a:lnTo>
                <a:lnTo>
                  <a:pt x="282660" y="475937"/>
                </a:lnTo>
                <a:lnTo>
                  <a:pt x="326170" y="491828"/>
                </a:lnTo>
                <a:lnTo>
                  <a:pt x="343085" y="482635"/>
                </a:lnTo>
                <a:lnTo>
                  <a:pt x="337355" y="500726"/>
                </a:lnTo>
                <a:lnTo>
                  <a:pt x="356916" y="504392"/>
                </a:lnTo>
                <a:lnTo>
                  <a:pt x="376049" y="415254"/>
                </a:lnTo>
                <a:lnTo>
                  <a:pt x="430652" y="454703"/>
                </a:lnTo>
                <a:lnTo>
                  <a:pt x="473770" y="468459"/>
                </a:lnTo>
                <a:lnTo>
                  <a:pt x="493029" y="457417"/>
                </a:lnTo>
                <a:lnTo>
                  <a:pt x="475809" y="414032"/>
                </a:lnTo>
                <a:lnTo>
                  <a:pt x="427835" y="381895"/>
                </a:lnTo>
                <a:lnTo>
                  <a:pt x="445508" y="352278"/>
                </a:lnTo>
                <a:lnTo>
                  <a:pt x="400643" y="351467"/>
                </a:lnTo>
                <a:lnTo>
                  <a:pt x="355103" y="327521"/>
                </a:lnTo>
                <a:lnTo>
                  <a:pt x="351873" y="279715"/>
                </a:lnTo>
                <a:lnTo>
                  <a:pt x="377255" y="278014"/>
                </a:lnTo>
                <a:lnTo>
                  <a:pt x="376937" y="263183"/>
                </a:lnTo>
                <a:lnTo>
                  <a:pt x="412708" y="289223"/>
                </a:lnTo>
                <a:lnTo>
                  <a:pt x="433716" y="256691"/>
                </a:lnTo>
                <a:lnTo>
                  <a:pt x="480446" y="247856"/>
                </a:lnTo>
                <a:lnTo>
                  <a:pt x="481296" y="225681"/>
                </a:lnTo>
                <a:lnTo>
                  <a:pt x="541568" y="227428"/>
                </a:lnTo>
                <a:lnTo>
                  <a:pt x="542221" y="194703"/>
                </a:lnTo>
                <a:lnTo>
                  <a:pt x="571942" y="203789"/>
                </a:lnTo>
                <a:lnTo>
                  <a:pt x="577140" y="183835"/>
                </a:lnTo>
                <a:lnTo>
                  <a:pt x="604501" y="179165"/>
                </a:lnTo>
                <a:lnTo>
                  <a:pt x="596703" y="163401"/>
                </a:lnTo>
                <a:lnTo>
                  <a:pt x="619210" y="144237"/>
                </a:lnTo>
                <a:lnTo>
                  <a:pt x="615103" y="114296"/>
                </a:lnTo>
                <a:lnTo>
                  <a:pt x="634093" y="113993"/>
                </a:lnTo>
                <a:lnTo>
                  <a:pt x="621475" y="87846"/>
                </a:lnTo>
                <a:lnTo>
                  <a:pt x="640984" y="57128"/>
                </a:lnTo>
                <a:lnTo>
                  <a:pt x="589116" y="0"/>
                </a:lnTo>
                <a:lnTo>
                  <a:pt x="529058" y="48268"/>
                </a:lnTo>
                <a:lnTo>
                  <a:pt x="515312" y="110592"/>
                </a:lnTo>
                <a:lnTo>
                  <a:pt x="453321" y="110651"/>
                </a:lnTo>
                <a:lnTo>
                  <a:pt x="431422" y="146522"/>
                </a:lnTo>
                <a:lnTo>
                  <a:pt x="377416" y="85040"/>
                </a:lnTo>
                <a:lnTo>
                  <a:pt x="333296" y="78914"/>
                </a:lnTo>
                <a:lnTo>
                  <a:pt x="323784" y="115007"/>
                </a:lnTo>
                <a:lnTo>
                  <a:pt x="282630" y="118548"/>
                </a:lnTo>
                <a:lnTo>
                  <a:pt x="243604" y="145844"/>
                </a:lnTo>
                <a:lnTo>
                  <a:pt x="217973" y="145870"/>
                </a:lnTo>
                <a:lnTo>
                  <a:pt x="203886" y="122224"/>
                </a:lnTo>
                <a:lnTo>
                  <a:pt x="161515" y="158691"/>
                </a:lnTo>
                <a:lnTo>
                  <a:pt x="133958" y="117769"/>
                </a:lnTo>
                <a:lnTo>
                  <a:pt x="107802" y="130155"/>
                </a:lnTo>
                <a:lnTo>
                  <a:pt x="93955" y="105481"/>
                </a:lnTo>
                <a:lnTo>
                  <a:pt x="75169" y="121990"/>
                </a:lnTo>
                <a:lnTo>
                  <a:pt x="9921" y="126281"/>
                </a:lnTo>
                <a:lnTo>
                  <a:pt x="17643" y="147012"/>
                </a:lnTo>
                <a:lnTo>
                  <a:pt x="0" y="186250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Karnātaka"/>
          <p:cNvSpPr/>
          <p:nvPr/>
        </p:nvSpPr>
        <p:spPr>
          <a:xfrm>
            <a:off x="8031698" y="4499339"/>
            <a:ext cx="622378" cy="1023151"/>
          </a:xfrm>
          <a:custGeom>
            <a:avLst/>
            <a:gdLst/>
            <a:ahLst/>
            <a:cxnLst/>
            <a:rect l="l" t="t" r="r" b="b"/>
            <a:pathLst>
              <a:path w="622378" h="1023151">
                <a:moveTo>
                  <a:pt x="3511" y="417878"/>
                </a:moveTo>
                <a:lnTo>
                  <a:pt x="21812" y="417094"/>
                </a:lnTo>
                <a:lnTo>
                  <a:pt x="33720" y="471175"/>
                </a:lnTo>
                <a:lnTo>
                  <a:pt x="21935" y="476607"/>
                </a:lnTo>
                <a:lnTo>
                  <a:pt x="28188" y="509050"/>
                </a:lnTo>
                <a:lnTo>
                  <a:pt x="0" y="544434"/>
                </a:lnTo>
                <a:lnTo>
                  <a:pt x="23556" y="557114"/>
                </a:lnTo>
                <a:lnTo>
                  <a:pt x="71603" y="684340"/>
                </a:lnTo>
                <a:lnTo>
                  <a:pt x="104390" y="844292"/>
                </a:lnTo>
                <a:lnTo>
                  <a:pt x="170773" y="874394"/>
                </a:lnTo>
                <a:lnTo>
                  <a:pt x="182944" y="919776"/>
                </a:lnTo>
                <a:lnTo>
                  <a:pt x="244490" y="969140"/>
                </a:lnTo>
                <a:lnTo>
                  <a:pt x="279659" y="966174"/>
                </a:lnTo>
                <a:lnTo>
                  <a:pt x="280699" y="985341"/>
                </a:lnTo>
                <a:lnTo>
                  <a:pt x="349078" y="1021568"/>
                </a:lnTo>
                <a:lnTo>
                  <a:pt x="382279" y="1023151"/>
                </a:lnTo>
                <a:lnTo>
                  <a:pt x="400201" y="991077"/>
                </a:lnTo>
                <a:lnTo>
                  <a:pt x="418856" y="1004628"/>
                </a:lnTo>
                <a:lnTo>
                  <a:pt x="437159" y="990904"/>
                </a:lnTo>
                <a:lnTo>
                  <a:pt x="461727" y="998691"/>
                </a:lnTo>
                <a:lnTo>
                  <a:pt x="470991" y="971458"/>
                </a:lnTo>
                <a:lnTo>
                  <a:pt x="496127" y="970162"/>
                </a:lnTo>
                <a:lnTo>
                  <a:pt x="510117" y="946036"/>
                </a:lnTo>
                <a:lnTo>
                  <a:pt x="467928" y="931968"/>
                </a:lnTo>
                <a:lnTo>
                  <a:pt x="487975" y="908040"/>
                </a:lnTo>
                <a:lnTo>
                  <a:pt x="485492" y="863416"/>
                </a:lnTo>
                <a:lnTo>
                  <a:pt x="505025" y="862545"/>
                </a:lnTo>
                <a:lnTo>
                  <a:pt x="518332" y="833089"/>
                </a:lnTo>
                <a:lnTo>
                  <a:pt x="573022" y="849460"/>
                </a:lnTo>
                <a:lnTo>
                  <a:pt x="590321" y="822580"/>
                </a:lnTo>
                <a:lnTo>
                  <a:pt x="605401" y="833622"/>
                </a:lnTo>
                <a:lnTo>
                  <a:pt x="597978" y="821904"/>
                </a:lnTo>
                <a:lnTo>
                  <a:pt x="622378" y="771844"/>
                </a:lnTo>
                <a:lnTo>
                  <a:pt x="593268" y="764182"/>
                </a:lnTo>
                <a:lnTo>
                  <a:pt x="596746" y="726077"/>
                </a:lnTo>
                <a:lnTo>
                  <a:pt x="553104" y="717746"/>
                </a:lnTo>
                <a:lnTo>
                  <a:pt x="558163" y="687552"/>
                </a:lnTo>
                <a:lnTo>
                  <a:pt x="534531" y="690239"/>
                </a:lnTo>
                <a:lnTo>
                  <a:pt x="537170" y="670421"/>
                </a:lnTo>
                <a:lnTo>
                  <a:pt x="475297" y="710591"/>
                </a:lnTo>
                <a:lnTo>
                  <a:pt x="462458" y="687870"/>
                </a:lnTo>
                <a:lnTo>
                  <a:pt x="428142" y="675635"/>
                </a:lnTo>
                <a:lnTo>
                  <a:pt x="426527" y="699992"/>
                </a:lnTo>
                <a:lnTo>
                  <a:pt x="402356" y="702445"/>
                </a:lnTo>
                <a:lnTo>
                  <a:pt x="408332" y="674404"/>
                </a:lnTo>
                <a:lnTo>
                  <a:pt x="387959" y="639419"/>
                </a:lnTo>
                <a:lnTo>
                  <a:pt x="405795" y="638094"/>
                </a:lnTo>
                <a:lnTo>
                  <a:pt x="423228" y="664294"/>
                </a:lnTo>
                <a:lnTo>
                  <a:pt x="447186" y="659991"/>
                </a:lnTo>
                <a:lnTo>
                  <a:pt x="457958" y="681143"/>
                </a:lnTo>
                <a:lnTo>
                  <a:pt x="451221" y="645066"/>
                </a:lnTo>
                <a:lnTo>
                  <a:pt x="472289" y="641016"/>
                </a:lnTo>
                <a:lnTo>
                  <a:pt x="472339" y="625099"/>
                </a:lnTo>
                <a:lnTo>
                  <a:pt x="456959" y="614340"/>
                </a:lnTo>
                <a:lnTo>
                  <a:pt x="456846" y="634779"/>
                </a:lnTo>
                <a:lnTo>
                  <a:pt x="424353" y="613404"/>
                </a:lnTo>
                <a:lnTo>
                  <a:pt x="417486" y="631643"/>
                </a:lnTo>
                <a:lnTo>
                  <a:pt x="394263" y="627956"/>
                </a:lnTo>
                <a:lnTo>
                  <a:pt x="386614" y="605402"/>
                </a:lnTo>
                <a:lnTo>
                  <a:pt x="399077" y="592025"/>
                </a:lnTo>
                <a:lnTo>
                  <a:pt x="370022" y="574591"/>
                </a:lnTo>
                <a:lnTo>
                  <a:pt x="384511" y="524500"/>
                </a:lnTo>
                <a:lnTo>
                  <a:pt x="371643" y="503499"/>
                </a:lnTo>
                <a:lnTo>
                  <a:pt x="413984" y="514294"/>
                </a:lnTo>
                <a:lnTo>
                  <a:pt x="425988" y="489625"/>
                </a:lnTo>
                <a:lnTo>
                  <a:pt x="398969" y="440832"/>
                </a:lnTo>
                <a:lnTo>
                  <a:pt x="420414" y="415811"/>
                </a:lnTo>
                <a:lnTo>
                  <a:pt x="407084" y="387293"/>
                </a:lnTo>
                <a:lnTo>
                  <a:pt x="428226" y="372393"/>
                </a:lnTo>
                <a:lnTo>
                  <a:pt x="473668" y="376863"/>
                </a:lnTo>
                <a:lnTo>
                  <a:pt x="470431" y="327845"/>
                </a:lnTo>
                <a:lnTo>
                  <a:pt x="485351" y="322183"/>
                </a:lnTo>
                <a:lnTo>
                  <a:pt x="435232" y="295385"/>
                </a:lnTo>
                <a:lnTo>
                  <a:pt x="467293" y="276549"/>
                </a:lnTo>
                <a:lnTo>
                  <a:pt x="472159" y="214564"/>
                </a:lnTo>
                <a:lnTo>
                  <a:pt x="455217" y="183453"/>
                </a:lnTo>
                <a:lnTo>
                  <a:pt x="498458" y="142420"/>
                </a:lnTo>
                <a:lnTo>
                  <a:pt x="463932" y="129504"/>
                </a:lnTo>
                <a:lnTo>
                  <a:pt x="493392" y="72055"/>
                </a:lnTo>
                <a:lnTo>
                  <a:pt x="478406" y="59025"/>
                </a:lnTo>
                <a:lnTo>
                  <a:pt x="486408" y="25408"/>
                </a:lnTo>
                <a:lnTo>
                  <a:pt x="453225" y="21560"/>
                </a:lnTo>
                <a:lnTo>
                  <a:pt x="453204" y="0"/>
                </a:lnTo>
                <a:lnTo>
                  <a:pt x="418017" y="44143"/>
                </a:lnTo>
                <a:lnTo>
                  <a:pt x="395914" y="39327"/>
                </a:lnTo>
                <a:lnTo>
                  <a:pt x="391351" y="79949"/>
                </a:lnTo>
                <a:lnTo>
                  <a:pt x="366562" y="82375"/>
                </a:lnTo>
                <a:lnTo>
                  <a:pt x="359758" y="115019"/>
                </a:lnTo>
                <a:lnTo>
                  <a:pt x="336554" y="103258"/>
                </a:lnTo>
                <a:lnTo>
                  <a:pt x="309967" y="127495"/>
                </a:lnTo>
                <a:lnTo>
                  <a:pt x="317150" y="169722"/>
                </a:lnTo>
                <a:lnTo>
                  <a:pt x="254511" y="168521"/>
                </a:lnTo>
                <a:lnTo>
                  <a:pt x="213267" y="145438"/>
                </a:lnTo>
                <a:lnTo>
                  <a:pt x="218437" y="222334"/>
                </a:lnTo>
                <a:lnTo>
                  <a:pt x="164331" y="223155"/>
                </a:lnTo>
                <a:lnTo>
                  <a:pt x="155274" y="240299"/>
                </a:lnTo>
                <a:lnTo>
                  <a:pt x="116155" y="224916"/>
                </a:lnTo>
                <a:lnTo>
                  <a:pt x="114457" y="250629"/>
                </a:lnTo>
                <a:lnTo>
                  <a:pt x="82825" y="259130"/>
                </a:lnTo>
                <a:lnTo>
                  <a:pt x="82266" y="275363"/>
                </a:lnTo>
                <a:lnTo>
                  <a:pt x="65863" y="283262"/>
                </a:lnTo>
                <a:lnTo>
                  <a:pt x="52044" y="266853"/>
                </a:lnTo>
                <a:lnTo>
                  <a:pt x="24598" y="284144"/>
                </a:lnTo>
                <a:lnTo>
                  <a:pt x="32129" y="325372"/>
                </a:lnTo>
                <a:lnTo>
                  <a:pt x="57351" y="337337"/>
                </a:lnTo>
                <a:lnTo>
                  <a:pt x="37169" y="357900"/>
                </a:lnTo>
                <a:lnTo>
                  <a:pt x="51280" y="359542"/>
                </a:lnTo>
                <a:lnTo>
                  <a:pt x="38021" y="397905"/>
                </a:lnTo>
                <a:lnTo>
                  <a:pt x="3511" y="417878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Kerala"/>
          <p:cNvSpPr/>
          <p:nvPr/>
        </p:nvSpPr>
        <p:spPr>
          <a:xfrm>
            <a:off x="8139098" y="5344167"/>
            <a:ext cx="352261" cy="667486"/>
          </a:xfrm>
          <a:custGeom>
            <a:avLst/>
            <a:gdLst/>
            <a:ahLst/>
            <a:cxnLst/>
            <a:rect l="l" t="t" r="r" b="b"/>
            <a:pathLst>
              <a:path w="352261" h="667486">
                <a:moveTo>
                  <a:pt x="92509" y="163866"/>
                </a:moveTo>
                <a:lnTo>
                  <a:pt x="170595" y="359732"/>
                </a:lnTo>
                <a:lnTo>
                  <a:pt x="232181" y="579780"/>
                </a:lnTo>
                <a:lnTo>
                  <a:pt x="292345" y="658222"/>
                </a:lnTo>
                <a:lnTo>
                  <a:pt x="319475" y="667486"/>
                </a:lnTo>
                <a:lnTo>
                  <a:pt x="334457" y="633625"/>
                </a:lnTo>
                <a:lnTo>
                  <a:pt x="315521" y="562795"/>
                </a:lnTo>
                <a:lnTo>
                  <a:pt x="352261" y="489995"/>
                </a:lnTo>
                <a:lnTo>
                  <a:pt x="318126" y="474492"/>
                </a:lnTo>
                <a:lnTo>
                  <a:pt x="332939" y="422046"/>
                </a:lnTo>
                <a:lnTo>
                  <a:pt x="327740" y="364044"/>
                </a:lnTo>
                <a:lnTo>
                  <a:pt x="292891" y="383929"/>
                </a:lnTo>
                <a:lnTo>
                  <a:pt x="271611" y="371466"/>
                </a:lnTo>
                <a:lnTo>
                  <a:pt x="282324" y="299779"/>
                </a:lnTo>
                <a:lnTo>
                  <a:pt x="247949" y="277810"/>
                </a:lnTo>
                <a:lnTo>
                  <a:pt x="267574" y="259392"/>
                </a:lnTo>
                <a:lnTo>
                  <a:pt x="258402" y="234897"/>
                </a:lnTo>
                <a:lnTo>
                  <a:pt x="220164" y="239422"/>
                </a:lnTo>
                <a:lnTo>
                  <a:pt x="232546" y="213866"/>
                </a:lnTo>
                <a:lnTo>
                  <a:pt x="190918" y="197593"/>
                </a:lnTo>
                <a:lnTo>
                  <a:pt x="189133" y="182163"/>
                </a:lnTo>
                <a:lnTo>
                  <a:pt x="218086" y="171365"/>
                </a:lnTo>
                <a:lnTo>
                  <a:pt x="214043" y="154166"/>
                </a:lnTo>
                <a:lnTo>
                  <a:pt x="173299" y="140513"/>
                </a:lnTo>
                <a:lnTo>
                  <a:pt x="172259" y="121346"/>
                </a:lnTo>
                <a:lnTo>
                  <a:pt x="137090" y="124312"/>
                </a:lnTo>
                <a:lnTo>
                  <a:pt x="75544" y="74948"/>
                </a:lnTo>
                <a:lnTo>
                  <a:pt x="63373" y="29566"/>
                </a:lnTo>
                <a:lnTo>
                  <a:pt x="24659" y="18657"/>
                </a:lnTo>
                <a:lnTo>
                  <a:pt x="18643" y="0"/>
                </a:lnTo>
                <a:lnTo>
                  <a:pt x="0" y="4705"/>
                </a:lnTo>
                <a:lnTo>
                  <a:pt x="46070" y="117233"/>
                </a:lnTo>
                <a:lnTo>
                  <a:pt x="92509" y="163866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Ladākh"/>
          <p:cNvSpPr/>
          <p:nvPr/>
        </p:nvSpPr>
        <p:spPr>
          <a:xfrm>
            <a:off x="7818143" y="1719089"/>
            <a:ext cx="1076839" cy="707480"/>
          </a:xfrm>
          <a:custGeom>
            <a:avLst/>
            <a:gdLst/>
            <a:ahLst/>
            <a:cxnLst/>
            <a:rect l="l" t="t" r="r" b="b"/>
            <a:pathLst>
              <a:path w="1076839" h="707480">
                <a:moveTo>
                  <a:pt x="219161" y="294058"/>
                </a:moveTo>
                <a:lnTo>
                  <a:pt x="269680" y="294183"/>
                </a:lnTo>
                <a:lnTo>
                  <a:pt x="280463" y="325129"/>
                </a:lnTo>
                <a:lnTo>
                  <a:pt x="326701" y="343433"/>
                </a:lnTo>
                <a:lnTo>
                  <a:pt x="349213" y="324416"/>
                </a:lnTo>
                <a:lnTo>
                  <a:pt x="369630" y="338267"/>
                </a:lnTo>
                <a:lnTo>
                  <a:pt x="393899" y="415637"/>
                </a:lnTo>
                <a:lnTo>
                  <a:pt x="434319" y="429903"/>
                </a:lnTo>
                <a:lnTo>
                  <a:pt x="454449" y="465804"/>
                </a:lnTo>
                <a:lnTo>
                  <a:pt x="481037" y="462265"/>
                </a:lnTo>
                <a:lnTo>
                  <a:pt x="514393" y="497213"/>
                </a:lnTo>
                <a:lnTo>
                  <a:pt x="506088" y="523883"/>
                </a:lnTo>
                <a:lnTo>
                  <a:pt x="527100" y="518398"/>
                </a:lnTo>
                <a:lnTo>
                  <a:pt x="564369" y="543438"/>
                </a:lnTo>
                <a:lnTo>
                  <a:pt x="612187" y="608570"/>
                </a:lnTo>
                <a:lnTo>
                  <a:pt x="664580" y="636177"/>
                </a:lnTo>
                <a:lnTo>
                  <a:pt x="714861" y="611240"/>
                </a:lnTo>
                <a:lnTo>
                  <a:pt x="756908" y="665434"/>
                </a:lnTo>
                <a:lnTo>
                  <a:pt x="808289" y="644920"/>
                </a:lnTo>
                <a:lnTo>
                  <a:pt x="799803" y="687448"/>
                </a:lnTo>
                <a:lnTo>
                  <a:pt x="860907" y="653894"/>
                </a:lnTo>
                <a:lnTo>
                  <a:pt x="868952" y="692453"/>
                </a:lnTo>
                <a:lnTo>
                  <a:pt x="890855" y="707480"/>
                </a:lnTo>
                <a:lnTo>
                  <a:pt x="937286" y="669463"/>
                </a:lnTo>
                <a:lnTo>
                  <a:pt x="954924" y="678450"/>
                </a:lnTo>
                <a:lnTo>
                  <a:pt x="979719" y="647578"/>
                </a:lnTo>
                <a:lnTo>
                  <a:pt x="938840" y="606874"/>
                </a:lnTo>
                <a:lnTo>
                  <a:pt x="955657" y="569810"/>
                </a:lnTo>
                <a:lnTo>
                  <a:pt x="886459" y="551792"/>
                </a:lnTo>
                <a:lnTo>
                  <a:pt x="881341" y="514297"/>
                </a:lnTo>
                <a:lnTo>
                  <a:pt x="907699" y="516602"/>
                </a:lnTo>
                <a:lnTo>
                  <a:pt x="879893" y="462770"/>
                </a:lnTo>
                <a:lnTo>
                  <a:pt x="916583" y="448544"/>
                </a:lnTo>
                <a:lnTo>
                  <a:pt x="952930" y="455989"/>
                </a:lnTo>
                <a:lnTo>
                  <a:pt x="974865" y="417380"/>
                </a:lnTo>
                <a:lnTo>
                  <a:pt x="963282" y="388630"/>
                </a:lnTo>
                <a:lnTo>
                  <a:pt x="1002816" y="387021"/>
                </a:lnTo>
                <a:lnTo>
                  <a:pt x="1000307" y="365746"/>
                </a:lnTo>
                <a:lnTo>
                  <a:pt x="1040894" y="352733"/>
                </a:lnTo>
                <a:lnTo>
                  <a:pt x="1076839" y="239626"/>
                </a:lnTo>
                <a:lnTo>
                  <a:pt x="1031219" y="185122"/>
                </a:lnTo>
                <a:lnTo>
                  <a:pt x="994992" y="190458"/>
                </a:lnTo>
                <a:lnTo>
                  <a:pt x="945219" y="161611"/>
                </a:lnTo>
                <a:lnTo>
                  <a:pt x="922704" y="164075"/>
                </a:lnTo>
                <a:lnTo>
                  <a:pt x="911222" y="185353"/>
                </a:lnTo>
                <a:lnTo>
                  <a:pt x="813008" y="192952"/>
                </a:lnTo>
                <a:lnTo>
                  <a:pt x="773422" y="229737"/>
                </a:lnTo>
                <a:lnTo>
                  <a:pt x="747829" y="219572"/>
                </a:lnTo>
                <a:lnTo>
                  <a:pt x="751991" y="242127"/>
                </a:lnTo>
                <a:lnTo>
                  <a:pt x="668828" y="239044"/>
                </a:lnTo>
                <a:lnTo>
                  <a:pt x="660562" y="230048"/>
                </a:lnTo>
                <a:lnTo>
                  <a:pt x="683321" y="230763"/>
                </a:lnTo>
                <a:lnTo>
                  <a:pt x="665576" y="203045"/>
                </a:lnTo>
                <a:lnTo>
                  <a:pt x="589886" y="184078"/>
                </a:lnTo>
                <a:lnTo>
                  <a:pt x="577559" y="167865"/>
                </a:lnTo>
                <a:lnTo>
                  <a:pt x="588509" y="153771"/>
                </a:lnTo>
                <a:lnTo>
                  <a:pt x="566714" y="133447"/>
                </a:lnTo>
                <a:lnTo>
                  <a:pt x="445547" y="75344"/>
                </a:lnTo>
                <a:lnTo>
                  <a:pt x="386623" y="3831"/>
                </a:lnTo>
                <a:lnTo>
                  <a:pt x="328242" y="25681"/>
                </a:lnTo>
                <a:lnTo>
                  <a:pt x="296918" y="0"/>
                </a:lnTo>
                <a:lnTo>
                  <a:pt x="280683" y="19337"/>
                </a:lnTo>
                <a:lnTo>
                  <a:pt x="260083" y="13153"/>
                </a:lnTo>
                <a:lnTo>
                  <a:pt x="208281" y="40560"/>
                </a:lnTo>
                <a:lnTo>
                  <a:pt x="157677" y="24783"/>
                </a:lnTo>
                <a:lnTo>
                  <a:pt x="185957" y="56191"/>
                </a:lnTo>
                <a:lnTo>
                  <a:pt x="73921" y="56487"/>
                </a:lnTo>
                <a:lnTo>
                  <a:pt x="60994" y="92550"/>
                </a:lnTo>
                <a:lnTo>
                  <a:pt x="0" y="133887"/>
                </a:lnTo>
                <a:lnTo>
                  <a:pt x="6466" y="179831"/>
                </a:lnTo>
                <a:lnTo>
                  <a:pt x="76000" y="179100"/>
                </a:lnTo>
                <a:lnTo>
                  <a:pt x="99859" y="216185"/>
                </a:lnTo>
                <a:lnTo>
                  <a:pt x="170776" y="231721"/>
                </a:lnTo>
                <a:lnTo>
                  <a:pt x="161287" y="276449"/>
                </a:lnTo>
                <a:lnTo>
                  <a:pt x="219161" y="294058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Lakshadweep"/>
          <p:cNvSpPr/>
          <p:nvPr/>
        </p:nvSpPr>
        <p:spPr>
          <a:xfrm>
            <a:off x="7847362" y="5572738"/>
            <a:ext cx="3933" cy="11543"/>
          </a:xfrm>
          <a:custGeom>
            <a:avLst/>
            <a:gdLst/>
            <a:ahLst/>
            <a:cxnLst/>
            <a:rect l="l" t="t" r="r" b="b"/>
            <a:pathLst>
              <a:path w="3933" h="11543">
                <a:moveTo>
                  <a:pt x="0" y="11543"/>
                </a:moveTo>
                <a:lnTo>
                  <a:pt x="3933" y="0"/>
                </a:lnTo>
                <a:lnTo>
                  <a:pt x="0" y="11543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Madhya Pradesh"/>
          <p:cNvSpPr/>
          <p:nvPr/>
        </p:nvSpPr>
        <p:spPr>
          <a:xfrm>
            <a:off x="8022932" y="3242864"/>
            <a:ext cx="1215945" cy="865640"/>
          </a:xfrm>
          <a:custGeom>
            <a:avLst/>
            <a:gdLst/>
            <a:ahLst/>
            <a:cxnLst/>
            <a:rect l="l" t="t" r="r" b="b"/>
            <a:pathLst>
              <a:path w="1215945" h="865640">
                <a:moveTo>
                  <a:pt x="918173" y="826204"/>
                </a:moveTo>
                <a:lnTo>
                  <a:pt x="941095" y="733023"/>
                </a:lnTo>
                <a:lnTo>
                  <a:pt x="954441" y="708899"/>
                </a:lnTo>
                <a:lnTo>
                  <a:pt x="965978" y="717617"/>
                </a:lnTo>
                <a:lnTo>
                  <a:pt x="980643" y="661488"/>
                </a:lnTo>
                <a:lnTo>
                  <a:pt x="1051375" y="646494"/>
                </a:lnTo>
                <a:lnTo>
                  <a:pt x="1095731" y="565748"/>
                </a:lnTo>
                <a:lnTo>
                  <a:pt x="1126074" y="556172"/>
                </a:lnTo>
                <a:lnTo>
                  <a:pt x="1130588" y="529195"/>
                </a:lnTo>
                <a:lnTo>
                  <a:pt x="1093105" y="498026"/>
                </a:lnTo>
                <a:lnTo>
                  <a:pt x="1052083" y="505584"/>
                </a:lnTo>
                <a:lnTo>
                  <a:pt x="1045108" y="490162"/>
                </a:lnTo>
                <a:lnTo>
                  <a:pt x="1061618" y="469865"/>
                </a:lnTo>
                <a:lnTo>
                  <a:pt x="1049523" y="442820"/>
                </a:lnTo>
                <a:lnTo>
                  <a:pt x="1078190" y="457171"/>
                </a:lnTo>
                <a:lnTo>
                  <a:pt x="1191710" y="452491"/>
                </a:lnTo>
                <a:lnTo>
                  <a:pt x="1215945" y="433879"/>
                </a:lnTo>
                <a:lnTo>
                  <a:pt x="1195747" y="409116"/>
                </a:lnTo>
                <a:lnTo>
                  <a:pt x="1210887" y="332475"/>
                </a:lnTo>
                <a:lnTo>
                  <a:pt x="1163210" y="323387"/>
                </a:lnTo>
                <a:lnTo>
                  <a:pt x="1161353" y="340032"/>
                </a:lnTo>
                <a:lnTo>
                  <a:pt x="1145063" y="337968"/>
                </a:lnTo>
                <a:lnTo>
                  <a:pt x="1131927" y="305989"/>
                </a:lnTo>
                <a:lnTo>
                  <a:pt x="1098924" y="304820"/>
                </a:lnTo>
                <a:lnTo>
                  <a:pt x="1090863" y="278077"/>
                </a:lnTo>
                <a:lnTo>
                  <a:pt x="1049953" y="270595"/>
                </a:lnTo>
                <a:lnTo>
                  <a:pt x="1044566" y="250314"/>
                </a:lnTo>
                <a:lnTo>
                  <a:pt x="1033271" y="268216"/>
                </a:lnTo>
                <a:lnTo>
                  <a:pt x="1003686" y="254225"/>
                </a:lnTo>
                <a:lnTo>
                  <a:pt x="984587" y="295793"/>
                </a:lnTo>
                <a:lnTo>
                  <a:pt x="939239" y="290569"/>
                </a:lnTo>
                <a:lnTo>
                  <a:pt x="949281" y="250949"/>
                </a:lnTo>
                <a:lnTo>
                  <a:pt x="924318" y="259841"/>
                </a:lnTo>
                <a:lnTo>
                  <a:pt x="934261" y="270819"/>
                </a:lnTo>
                <a:lnTo>
                  <a:pt x="910115" y="256545"/>
                </a:lnTo>
                <a:lnTo>
                  <a:pt x="911687" y="269200"/>
                </a:lnTo>
                <a:lnTo>
                  <a:pt x="893190" y="264620"/>
                </a:lnTo>
                <a:lnTo>
                  <a:pt x="902838" y="278689"/>
                </a:lnTo>
                <a:lnTo>
                  <a:pt x="887323" y="279850"/>
                </a:lnTo>
                <a:lnTo>
                  <a:pt x="888875" y="267264"/>
                </a:lnTo>
                <a:lnTo>
                  <a:pt x="872548" y="280149"/>
                </a:lnTo>
                <a:lnTo>
                  <a:pt x="886551" y="252490"/>
                </a:lnTo>
                <a:lnTo>
                  <a:pt x="863311" y="215706"/>
                </a:lnTo>
                <a:lnTo>
                  <a:pt x="806187" y="243834"/>
                </a:lnTo>
                <a:lnTo>
                  <a:pt x="806169" y="264942"/>
                </a:lnTo>
                <a:lnTo>
                  <a:pt x="744421" y="263148"/>
                </a:lnTo>
                <a:lnTo>
                  <a:pt x="756770" y="239170"/>
                </a:lnTo>
                <a:lnTo>
                  <a:pt x="729810" y="228603"/>
                </a:lnTo>
                <a:lnTo>
                  <a:pt x="727476" y="261497"/>
                </a:lnTo>
                <a:lnTo>
                  <a:pt x="692583" y="258347"/>
                </a:lnTo>
                <a:lnTo>
                  <a:pt x="690120" y="238098"/>
                </a:lnTo>
                <a:lnTo>
                  <a:pt x="671936" y="255586"/>
                </a:lnTo>
                <a:lnTo>
                  <a:pt x="682835" y="227495"/>
                </a:lnTo>
                <a:lnTo>
                  <a:pt x="667469" y="244855"/>
                </a:lnTo>
                <a:lnTo>
                  <a:pt x="659530" y="233017"/>
                </a:lnTo>
                <a:lnTo>
                  <a:pt x="686812" y="223172"/>
                </a:lnTo>
                <a:lnTo>
                  <a:pt x="673527" y="196114"/>
                </a:lnTo>
                <a:lnTo>
                  <a:pt x="667041" y="215016"/>
                </a:lnTo>
                <a:lnTo>
                  <a:pt x="651635" y="205654"/>
                </a:lnTo>
                <a:lnTo>
                  <a:pt x="657080" y="226306"/>
                </a:lnTo>
                <a:lnTo>
                  <a:pt x="640954" y="213174"/>
                </a:lnTo>
                <a:lnTo>
                  <a:pt x="610052" y="236588"/>
                </a:lnTo>
                <a:lnTo>
                  <a:pt x="629851" y="241197"/>
                </a:lnTo>
                <a:lnTo>
                  <a:pt x="637291" y="285320"/>
                </a:lnTo>
                <a:lnTo>
                  <a:pt x="659186" y="307220"/>
                </a:lnTo>
                <a:lnTo>
                  <a:pt x="653950" y="338686"/>
                </a:lnTo>
                <a:lnTo>
                  <a:pt x="672118" y="332548"/>
                </a:lnTo>
                <a:lnTo>
                  <a:pt x="684336" y="376387"/>
                </a:lnTo>
                <a:lnTo>
                  <a:pt x="661475" y="401647"/>
                </a:lnTo>
                <a:lnTo>
                  <a:pt x="621628" y="370385"/>
                </a:lnTo>
                <a:lnTo>
                  <a:pt x="603754" y="389067"/>
                </a:lnTo>
                <a:lnTo>
                  <a:pt x="573208" y="299513"/>
                </a:lnTo>
                <a:lnTo>
                  <a:pt x="613269" y="254567"/>
                </a:lnTo>
                <a:lnTo>
                  <a:pt x="592088" y="222768"/>
                </a:lnTo>
                <a:lnTo>
                  <a:pt x="611239" y="194936"/>
                </a:lnTo>
                <a:lnTo>
                  <a:pt x="662222" y="186342"/>
                </a:lnTo>
                <a:lnTo>
                  <a:pt x="654074" y="166914"/>
                </a:lnTo>
                <a:lnTo>
                  <a:pt x="707515" y="79352"/>
                </a:lnTo>
                <a:lnTo>
                  <a:pt x="688952" y="29227"/>
                </a:lnTo>
                <a:lnTo>
                  <a:pt x="599659" y="0"/>
                </a:lnTo>
                <a:lnTo>
                  <a:pt x="397640" y="115830"/>
                </a:lnTo>
                <a:lnTo>
                  <a:pt x="338506" y="172851"/>
                </a:lnTo>
                <a:lnTo>
                  <a:pt x="349819" y="211452"/>
                </a:lnTo>
                <a:lnTo>
                  <a:pt x="373845" y="229964"/>
                </a:lnTo>
                <a:lnTo>
                  <a:pt x="440295" y="233305"/>
                </a:lnTo>
                <a:lnTo>
                  <a:pt x="462694" y="218048"/>
                </a:lnTo>
                <a:lnTo>
                  <a:pt x="467632" y="262333"/>
                </a:lnTo>
                <a:lnTo>
                  <a:pt x="391507" y="278638"/>
                </a:lnTo>
                <a:lnTo>
                  <a:pt x="404353" y="298505"/>
                </a:lnTo>
                <a:lnTo>
                  <a:pt x="383995" y="307473"/>
                </a:lnTo>
                <a:lnTo>
                  <a:pt x="415575" y="321964"/>
                </a:lnTo>
                <a:lnTo>
                  <a:pt x="421206" y="342827"/>
                </a:lnTo>
                <a:lnTo>
                  <a:pt x="408258" y="359426"/>
                </a:lnTo>
                <a:lnTo>
                  <a:pt x="385904" y="348621"/>
                </a:lnTo>
                <a:lnTo>
                  <a:pt x="397585" y="409284"/>
                </a:lnTo>
                <a:lnTo>
                  <a:pt x="369626" y="403139"/>
                </a:lnTo>
                <a:lnTo>
                  <a:pt x="369153" y="385838"/>
                </a:lnTo>
                <a:lnTo>
                  <a:pt x="345916" y="404835"/>
                </a:lnTo>
                <a:lnTo>
                  <a:pt x="302270" y="396955"/>
                </a:lnTo>
                <a:lnTo>
                  <a:pt x="298526" y="379116"/>
                </a:lnTo>
                <a:lnTo>
                  <a:pt x="270267" y="438882"/>
                </a:lnTo>
                <a:lnTo>
                  <a:pt x="215177" y="458913"/>
                </a:lnTo>
                <a:lnTo>
                  <a:pt x="199994" y="430965"/>
                </a:lnTo>
                <a:lnTo>
                  <a:pt x="250250" y="419767"/>
                </a:lnTo>
                <a:lnTo>
                  <a:pt x="235149" y="369988"/>
                </a:lnTo>
                <a:lnTo>
                  <a:pt x="260273" y="360351"/>
                </a:lnTo>
                <a:lnTo>
                  <a:pt x="250175" y="319637"/>
                </a:lnTo>
                <a:lnTo>
                  <a:pt x="164756" y="323412"/>
                </a:lnTo>
                <a:lnTo>
                  <a:pt x="165420" y="302297"/>
                </a:lnTo>
                <a:lnTo>
                  <a:pt x="193313" y="298593"/>
                </a:lnTo>
                <a:lnTo>
                  <a:pt x="170847" y="297692"/>
                </a:lnTo>
                <a:lnTo>
                  <a:pt x="180667" y="272876"/>
                </a:lnTo>
                <a:lnTo>
                  <a:pt x="157330" y="271905"/>
                </a:lnTo>
                <a:lnTo>
                  <a:pt x="139081" y="302201"/>
                </a:lnTo>
                <a:lnTo>
                  <a:pt x="111330" y="285033"/>
                </a:lnTo>
                <a:lnTo>
                  <a:pt x="113502" y="312452"/>
                </a:lnTo>
                <a:lnTo>
                  <a:pt x="136624" y="319019"/>
                </a:lnTo>
                <a:lnTo>
                  <a:pt x="118974" y="333692"/>
                </a:lnTo>
                <a:lnTo>
                  <a:pt x="106658" y="311972"/>
                </a:lnTo>
                <a:lnTo>
                  <a:pt x="94032" y="355665"/>
                </a:lnTo>
                <a:lnTo>
                  <a:pt x="114181" y="361923"/>
                </a:lnTo>
                <a:lnTo>
                  <a:pt x="99347" y="390447"/>
                </a:lnTo>
                <a:lnTo>
                  <a:pt x="120083" y="394371"/>
                </a:lnTo>
                <a:lnTo>
                  <a:pt x="131937" y="424436"/>
                </a:lnTo>
                <a:lnTo>
                  <a:pt x="125577" y="483717"/>
                </a:lnTo>
                <a:lnTo>
                  <a:pt x="67088" y="528544"/>
                </a:lnTo>
                <a:lnTo>
                  <a:pt x="98576" y="546438"/>
                </a:lnTo>
                <a:lnTo>
                  <a:pt x="40048" y="568770"/>
                </a:lnTo>
                <a:lnTo>
                  <a:pt x="61883" y="599116"/>
                </a:lnTo>
                <a:lnTo>
                  <a:pt x="48381" y="632086"/>
                </a:lnTo>
                <a:lnTo>
                  <a:pt x="0" y="651031"/>
                </a:lnTo>
                <a:lnTo>
                  <a:pt x="36193" y="668014"/>
                </a:lnTo>
                <a:lnTo>
                  <a:pt x="4878" y="673898"/>
                </a:lnTo>
                <a:lnTo>
                  <a:pt x="20625" y="714046"/>
                </a:lnTo>
                <a:lnTo>
                  <a:pt x="9316" y="726927"/>
                </a:lnTo>
                <a:lnTo>
                  <a:pt x="24310" y="737860"/>
                </a:lnTo>
                <a:lnTo>
                  <a:pt x="57283" y="723316"/>
                </a:lnTo>
                <a:lnTo>
                  <a:pt x="72632" y="774379"/>
                </a:lnTo>
                <a:lnTo>
                  <a:pt x="120766" y="782158"/>
                </a:lnTo>
                <a:lnTo>
                  <a:pt x="175862" y="818672"/>
                </a:lnTo>
                <a:lnTo>
                  <a:pt x="286090" y="820679"/>
                </a:lnTo>
                <a:lnTo>
                  <a:pt x="288395" y="852893"/>
                </a:lnTo>
                <a:lnTo>
                  <a:pt x="311486" y="865640"/>
                </a:lnTo>
                <a:lnTo>
                  <a:pt x="359147" y="848473"/>
                </a:lnTo>
                <a:lnTo>
                  <a:pt x="382966" y="787424"/>
                </a:lnTo>
                <a:lnTo>
                  <a:pt x="451459" y="762596"/>
                </a:lnTo>
                <a:lnTo>
                  <a:pt x="486635" y="771015"/>
                </a:lnTo>
                <a:lnTo>
                  <a:pt x="496047" y="795688"/>
                </a:lnTo>
                <a:lnTo>
                  <a:pt x="470268" y="795801"/>
                </a:lnTo>
                <a:lnTo>
                  <a:pt x="478996" y="820224"/>
                </a:lnTo>
                <a:lnTo>
                  <a:pt x="541652" y="818502"/>
                </a:lnTo>
                <a:lnTo>
                  <a:pt x="603463" y="784301"/>
                </a:lnTo>
                <a:lnTo>
                  <a:pt x="612316" y="801960"/>
                </a:lnTo>
                <a:lnTo>
                  <a:pt x="679525" y="803574"/>
                </a:lnTo>
                <a:lnTo>
                  <a:pt x="676399" y="788162"/>
                </a:lnTo>
                <a:lnTo>
                  <a:pt x="720306" y="768262"/>
                </a:lnTo>
                <a:lnTo>
                  <a:pt x="757000" y="775469"/>
                </a:lnTo>
                <a:lnTo>
                  <a:pt x="763155" y="795071"/>
                </a:lnTo>
                <a:lnTo>
                  <a:pt x="861845" y="782816"/>
                </a:lnTo>
                <a:lnTo>
                  <a:pt x="883866" y="819856"/>
                </a:lnTo>
                <a:lnTo>
                  <a:pt x="918173" y="826204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Mahārāshtra"/>
          <p:cNvSpPr/>
          <p:nvPr/>
        </p:nvSpPr>
        <p:spPr>
          <a:xfrm>
            <a:off x="7833772" y="3964625"/>
            <a:ext cx="1140335" cy="959438"/>
          </a:xfrm>
          <a:custGeom>
            <a:avLst/>
            <a:gdLst/>
            <a:ahLst/>
            <a:cxnLst/>
            <a:rect l="l" t="t" r="r" b="b"/>
            <a:pathLst>
              <a:path w="1140335" h="959438">
                <a:moveTo>
                  <a:pt x="1053720" y="494198"/>
                </a:moveTo>
                <a:lnTo>
                  <a:pt x="1070471" y="416303"/>
                </a:lnTo>
                <a:lnTo>
                  <a:pt x="1095308" y="392798"/>
                </a:lnTo>
                <a:lnTo>
                  <a:pt x="1120766" y="409623"/>
                </a:lnTo>
                <a:lnTo>
                  <a:pt x="1140335" y="380930"/>
                </a:lnTo>
                <a:lnTo>
                  <a:pt x="1091582" y="330705"/>
                </a:lnTo>
                <a:lnTo>
                  <a:pt x="1071562" y="334011"/>
                </a:lnTo>
                <a:lnTo>
                  <a:pt x="1093039" y="292872"/>
                </a:lnTo>
                <a:lnTo>
                  <a:pt x="1070667" y="267030"/>
                </a:lnTo>
                <a:lnTo>
                  <a:pt x="1102668" y="253949"/>
                </a:lnTo>
                <a:lnTo>
                  <a:pt x="1103430" y="214256"/>
                </a:lnTo>
                <a:lnTo>
                  <a:pt x="1082542" y="211277"/>
                </a:lnTo>
                <a:lnTo>
                  <a:pt x="1097308" y="201395"/>
                </a:lnTo>
                <a:lnTo>
                  <a:pt x="1076745" y="139915"/>
                </a:lnTo>
                <a:lnTo>
                  <a:pt x="1110332" y="107591"/>
                </a:lnTo>
                <a:lnTo>
                  <a:pt x="1073026" y="98095"/>
                </a:lnTo>
                <a:lnTo>
                  <a:pt x="1044532" y="59434"/>
                </a:lnTo>
                <a:lnTo>
                  <a:pt x="1000866" y="76989"/>
                </a:lnTo>
                <a:lnTo>
                  <a:pt x="979598" y="64178"/>
                </a:lnTo>
                <a:lnTo>
                  <a:pt x="952315" y="73310"/>
                </a:lnTo>
                <a:lnTo>
                  <a:pt x="946160" y="53708"/>
                </a:lnTo>
                <a:lnTo>
                  <a:pt x="909391" y="46509"/>
                </a:lnTo>
                <a:lnTo>
                  <a:pt x="865559" y="66401"/>
                </a:lnTo>
                <a:lnTo>
                  <a:pt x="868685" y="81813"/>
                </a:lnTo>
                <a:lnTo>
                  <a:pt x="801476" y="80199"/>
                </a:lnTo>
                <a:lnTo>
                  <a:pt x="790575" y="62749"/>
                </a:lnTo>
                <a:lnTo>
                  <a:pt x="698794" y="100977"/>
                </a:lnTo>
                <a:lnTo>
                  <a:pt x="668031" y="98442"/>
                </a:lnTo>
                <a:lnTo>
                  <a:pt x="659428" y="74040"/>
                </a:lnTo>
                <a:lnTo>
                  <a:pt x="685207" y="73927"/>
                </a:lnTo>
                <a:lnTo>
                  <a:pt x="675795" y="49254"/>
                </a:lnTo>
                <a:lnTo>
                  <a:pt x="640619" y="40835"/>
                </a:lnTo>
                <a:lnTo>
                  <a:pt x="572126" y="65663"/>
                </a:lnTo>
                <a:lnTo>
                  <a:pt x="548307" y="126712"/>
                </a:lnTo>
                <a:lnTo>
                  <a:pt x="500646" y="143879"/>
                </a:lnTo>
                <a:lnTo>
                  <a:pt x="477555" y="131132"/>
                </a:lnTo>
                <a:lnTo>
                  <a:pt x="475250" y="98918"/>
                </a:lnTo>
                <a:lnTo>
                  <a:pt x="365022" y="96911"/>
                </a:lnTo>
                <a:lnTo>
                  <a:pt x="309926" y="60397"/>
                </a:lnTo>
                <a:lnTo>
                  <a:pt x="265658" y="55073"/>
                </a:lnTo>
                <a:lnTo>
                  <a:pt x="238590" y="0"/>
                </a:lnTo>
                <a:lnTo>
                  <a:pt x="156749" y="31234"/>
                </a:lnTo>
                <a:lnTo>
                  <a:pt x="164550" y="80005"/>
                </a:lnTo>
                <a:lnTo>
                  <a:pt x="230982" y="73120"/>
                </a:lnTo>
                <a:lnTo>
                  <a:pt x="176565" y="93885"/>
                </a:lnTo>
                <a:lnTo>
                  <a:pt x="159524" y="128359"/>
                </a:lnTo>
                <a:lnTo>
                  <a:pt x="126496" y="128852"/>
                </a:lnTo>
                <a:lnTo>
                  <a:pt x="171357" y="156979"/>
                </a:lnTo>
                <a:lnTo>
                  <a:pt x="176958" y="192925"/>
                </a:lnTo>
                <a:lnTo>
                  <a:pt x="149687" y="219280"/>
                </a:lnTo>
                <a:lnTo>
                  <a:pt x="108826" y="196475"/>
                </a:lnTo>
                <a:lnTo>
                  <a:pt x="104285" y="273980"/>
                </a:lnTo>
                <a:lnTo>
                  <a:pt x="87788" y="272465"/>
                </a:lnTo>
                <a:lnTo>
                  <a:pt x="71338" y="296544"/>
                </a:lnTo>
                <a:lnTo>
                  <a:pt x="27004" y="270071"/>
                </a:lnTo>
                <a:lnTo>
                  <a:pt x="6160" y="292879"/>
                </a:lnTo>
                <a:lnTo>
                  <a:pt x="15430" y="318458"/>
                </a:lnTo>
                <a:lnTo>
                  <a:pt x="0" y="313401"/>
                </a:lnTo>
                <a:lnTo>
                  <a:pt x="34397" y="548079"/>
                </a:lnTo>
                <a:lnTo>
                  <a:pt x="50538" y="562672"/>
                </a:lnTo>
                <a:lnTo>
                  <a:pt x="62215" y="552931"/>
                </a:lnTo>
                <a:lnTo>
                  <a:pt x="61130" y="581166"/>
                </a:lnTo>
                <a:lnTo>
                  <a:pt x="37141" y="569320"/>
                </a:lnTo>
                <a:lnTo>
                  <a:pt x="80390" y="703378"/>
                </a:lnTo>
                <a:lnTo>
                  <a:pt x="90303" y="824101"/>
                </a:lnTo>
                <a:lnTo>
                  <a:pt x="97272" y="841442"/>
                </a:lnTo>
                <a:lnTo>
                  <a:pt x="115695" y="838235"/>
                </a:lnTo>
                <a:lnTo>
                  <a:pt x="97351" y="844127"/>
                </a:lnTo>
                <a:lnTo>
                  <a:pt x="109881" y="892621"/>
                </a:lnTo>
                <a:lnTo>
                  <a:pt x="137116" y="938963"/>
                </a:lnTo>
                <a:lnTo>
                  <a:pt x="166064" y="930717"/>
                </a:lnTo>
                <a:lnTo>
                  <a:pt x="187898" y="959438"/>
                </a:lnTo>
                <a:lnTo>
                  <a:pt x="213995" y="933298"/>
                </a:lnTo>
                <a:lnTo>
                  <a:pt x="234692" y="934258"/>
                </a:lnTo>
                <a:lnTo>
                  <a:pt x="249205" y="894800"/>
                </a:lnTo>
                <a:lnTo>
                  <a:pt x="235095" y="892614"/>
                </a:lnTo>
                <a:lnTo>
                  <a:pt x="253084" y="885081"/>
                </a:lnTo>
                <a:lnTo>
                  <a:pt x="251595" y="863315"/>
                </a:lnTo>
                <a:lnTo>
                  <a:pt x="230055" y="860086"/>
                </a:lnTo>
                <a:lnTo>
                  <a:pt x="222524" y="818858"/>
                </a:lnTo>
                <a:lnTo>
                  <a:pt x="249970" y="801567"/>
                </a:lnTo>
                <a:lnTo>
                  <a:pt x="263789" y="817976"/>
                </a:lnTo>
                <a:lnTo>
                  <a:pt x="280192" y="810077"/>
                </a:lnTo>
                <a:lnTo>
                  <a:pt x="280751" y="793844"/>
                </a:lnTo>
                <a:lnTo>
                  <a:pt x="312383" y="785343"/>
                </a:lnTo>
                <a:lnTo>
                  <a:pt x="314081" y="759630"/>
                </a:lnTo>
                <a:lnTo>
                  <a:pt x="353200" y="775013"/>
                </a:lnTo>
                <a:lnTo>
                  <a:pt x="362257" y="757869"/>
                </a:lnTo>
                <a:lnTo>
                  <a:pt x="416363" y="757048"/>
                </a:lnTo>
                <a:lnTo>
                  <a:pt x="411193" y="680152"/>
                </a:lnTo>
                <a:lnTo>
                  <a:pt x="452437" y="703235"/>
                </a:lnTo>
                <a:lnTo>
                  <a:pt x="515076" y="704436"/>
                </a:lnTo>
                <a:lnTo>
                  <a:pt x="507893" y="662209"/>
                </a:lnTo>
                <a:lnTo>
                  <a:pt x="534480" y="637972"/>
                </a:lnTo>
                <a:lnTo>
                  <a:pt x="557684" y="649733"/>
                </a:lnTo>
                <a:lnTo>
                  <a:pt x="564488" y="617089"/>
                </a:lnTo>
                <a:lnTo>
                  <a:pt x="589277" y="614663"/>
                </a:lnTo>
                <a:lnTo>
                  <a:pt x="593840" y="574041"/>
                </a:lnTo>
                <a:lnTo>
                  <a:pt x="615943" y="578857"/>
                </a:lnTo>
                <a:lnTo>
                  <a:pt x="644794" y="533750"/>
                </a:lnTo>
                <a:lnTo>
                  <a:pt x="651151" y="556274"/>
                </a:lnTo>
                <a:lnTo>
                  <a:pt x="679620" y="556020"/>
                </a:lnTo>
                <a:lnTo>
                  <a:pt x="683078" y="520179"/>
                </a:lnTo>
                <a:lnTo>
                  <a:pt x="702760" y="519007"/>
                </a:lnTo>
                <a:lnTo>
                  <a:pt x="704838" y="497482"/>
                </a:lnTo>
                <a:lnTo>
                  <a:pt x="731846" y="478250"/>
                </a:lnTo>
                <a:lnTo>
                  <a:pt x="706014" y="448096"/>
                </a:lnTo>
                <a:lnTo>
                  <a:pt x="720064" y="407444"/>
                </a:lnTo>
                <a:lnTo>
                  <a:pt x="763251" y="417387"/>
                </a:lnTo>
                <a:lnTo>
                  <a:pt x="763371" y="391312"/>
                </a:lnTo>
                <a:lnTo>
                  <a:pt x="781117" y="384763"/>
                </a:lnTo>
                <a:lnTo>
                  <a:pt x="781489" y="316375"/>
                </a:lnTo>
                <a:lnTo>
                  <a:pt x="855428" y="339123"/>
                </a:lnTo>
                <a:lnTo>
                  <a:pt x="869204" y="370472"/>
                </a:lnTo>
                <a:lnTo>
                  <a:pt x="903806" y="384336"/>
                </a:lnTo>
                <a:lnTo>
                  <a:pt x="911179" y="360796"/>
                </a:lnTo>
                <a:lnTo>
                  <a:pt x="942734" y="378185"/>
                </a:lnTo>
                <a:lnTo>
                  <a:pt x="985272" y="363336"/>
                </a:lnTo>
                <a:lnTo>
                  <a:pt x="1012875" y="393086"/>
                </a:lnTo>
                <a:lnTo>
                  <a:pt x="996326" y="437559"/>
                </a:lnTo>
                <a:lnTo>
                  <a:pt x="1004925" y="481045"/>
                </a:lnTo>
                <a:lnTo>
                  <a:pt x="1032288" y="500534"/>
                </a:lnTo>
                <a:lnTo>
                  <a:pt x="1053720" y="494198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Manipur"/>
          <p:cNvSpPr/>
          <p:nvPr/>
        </p:nvSpPr>
        <p:spPr>
          <a:xfrm>
            <a:off x="10646160" y="3419926"/>
            <a:ext cx="245308" cy="275718"/>
          </a:xfrm>
          <a:custGeom>
            <a:avLst/>
            <a:gdLst/>
            <a:ahLst/>
            <a:cxnLst/>
            <a:rect l="l" t="t" r="r" b="b"/>
            <a:pathLst>
              <a:path w="245308" h="275718">
                <a:moveTo>
                  <a:pt x="66643" y="53443"/>
                </a:moveTo>
                <a:lnTo>
                  <a:pt x="31048" y="130085"/>
                </a:lnTo>
                <a:lnTo>
                  <a:pt x="18927" y="130068"/>
                </a:lnTo>
                <a:lnTo>
                  <a:pt x="0" y="234363"/>
                </a:lnTo>
                <a:lnTo>
                  <a:pt x="38861" y="248039"/>
                </a:lnTo>
                <a:lnTo>
                  <a:pt x="52075" y="235539"/>
                </a:lnTo>
                <a:lnTo>
                  <a:pt x="73736" y="259794"/>
                </a:lnTo>
                <a:lnTo>
                  <a:pt x="108243" y="250383"/>
                </a:lnTo>
                <a:lnTo>
                  <a:pt x="162197" y="275718"/>
                </a:lnTo>
                <a:lnTo>
                  <a:pt x="245308" y="96418"/>
                </a:lnTo>
                <a:lnTo>
                  <a:pt x="221983" y="70020"/>
                </a:lnTo>
                <a:lnTo>
                  <a:pt x="235805" y="35427"/>
                </a:lnTo>
                <a:lnTo>
                  <a:pt x="218902" y="26697"/>
                </a:lnTo>
                <a:lnTo>
                  <a:pt x="224856" y="0"/>
                </a:lnTo>
                <a:lnTo>
                  <a:pt x="186801" y="26871"/>
                </a:lnTo>
                <a:lnTo>
                  <a:pt x="109715" y="21564"/>
                </a:lnTo>
                <a:lnTo>
                  <a:pt x="87593" y="72236"/>
                </a:lnTo>
                <a:lnTo>
                  <a:pt x="66643" y="53443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Meghālaya"/>
          <p:cNvSpPr/>
          <p:nvPr/>
        </p:nvSpPr>
        <p:spPr>
          <a:xfrm>
            <a:off x="10208991" y="3354763"/>
            <a:ext cx="413640" cy="162678"/>
          </a:xfrm>
          <a:custGeom>
            <a:avLst/>
            <a:gdLst/>
            <a:ahLst/>
            <a:cxnLst/>
            <a:rect l="l" t="t" r="r" b="b"/>
            <a:pathLst>
              <a:path w="413640" h="162678">
                <a:moveTo>
                  <a:pt x="361356" y="162678"/>
                </a:moveTo>
                <a:lnTo>
                  <a:pt x="413640" y="134705"/>
                </a:lnTo>
                <a:lnTo>
                  <a:pt x="380659" y="97609"/>
                </a:lnTo>
                <a:lnTo>
                  <a:pt x="392890" y="78884"/>
                </a:lnTo>
                <a:lnTo>
                  <a:pt x="355644" y="54465"/>
                </a:lnTo>
                <a:lnTo>
                  <a:pt x="324088" y="66756"/>
                </a:lnTo>
                <a:lnTo>
                  <a:pt x="333701" y="31381"/>
                </a:lnTo>
                <a:lnTo>
                  <a:pt x="323575" y="26135"/>
                </a:lnTo>
                <a:lnTo>
                  <a:pt x="339700" y="7647"/>
                </a:lnTo>
                <a:lnTo>
                  <a:pt x="291246" y="18147"/>
                </a:lnTo>
                <a:lnTo>
                  <a:pt x="278287" y="0"/>
                </a:lnTo>
                <a:lnTo>
                  <a:pt x="256850" y="32130"/>
                </a:lnTo>
                <a:lnTo>
                  <a:pt x="244282" y="12861"/>
                </a:lnTo>
                <a:lnTo>
                  <a:pt x="237440" y="37041"/>
                </a:lnTo>
                <a:lnTo>
                  <a:pt x="194791" y="59236"/>
                </a:lnTo>
                <a:lnTo>
                  <a:pt x="191104" y="38513"/>
                </a:lnTo>
                <a:lnTo>
                  <a:pt x="164819" y="44635"/>
                </a:lnTo>
                <a:lnTo>
                  <a:pt x="156707" y="25572"/>
                </a:lnTo>
                <a:lnTo>
                  <a:pt x="42043" y="24100"/>
                </a:lnTo>
                <a:lnTo>
                  <a:pt x="10930" y="55892"/>
                </a:lnTo>
                <a:lnTo>
                  <a:pt x="28311" y="76414"/>
                </a:lnTo>
                <a:lnTo>
                  <a:pt x="0" y="109093"/>
                </a:lnTo>
                <a:lnTo>
                  <a:pt x="3344" y="123211"/>
                </a:lnTo>
                <a:lnTo>
                  <a:pt x="87079" y="145639"/>
                </a:lnTo>
                <a:lnTo>
                  <a:pt x="311081" y="139064"/>
                </a:lnTo>
                <a:lnTo>
                  <a:pt x="361356" y="162678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Mizoram"/>
          <p:cNvSpPr/>
          <p:nvPr/>
        </p:nvSpPr>
        <p:spPr>
          <a:xfrm>
            <a:off x="10548218" y="3593333"/>
            <a:ext cx="156273" cy="385082"/>
          </a:xfrm>
          <a:custGeom>
            <a:avLst/>
            <a:gdLst/>
            <a:ahLst/>
            <a:cxnLst/>
            <a:rect l="l" t="t" r="r" b="b"/>
            <a:pathLst>
              <a:path w="156273" h="385082">
                <a:moveTo>
                  <a:pt x="0" y="118835"/>
                </a:moveTo>
                <a:lnTo>
                  <a:pt x="46776" y="379751"/>
                </a:lnTo>
                <a:lnTo>
                  <a:pt x="60122" y="353196"/>
                </a:lnTo>
                <a:lnTo>
                  <a:pt x="88741" y="385082"/>
                </a:lnTo>
                <a:lnTo>
                  <a:pt x="106958" y="347170"/>
                </a:lnTo>
                <a:lnTo>
                  <a:pt x="129708" y="336912"/>
                </a:lnTo>
                <a:lnTo>
                  <a:pt x="114776" y="255998"/>
                </a:lnTo>
                <a:lnTo>
                  <a:pt x="120354" y="218129"/>
                </a:lnTo>
                <a:lnTo>
                  <a:pt x="142390" y="226076"/>
                </a:lnTo>
                <a:lnTo>
                  <a:pt x="155086" y="206969"/>
                </a:lnTo>
                <a:lnTo>
                  <a:pt x="156273" y="88425"/>
                </a:lnTo>
                <a:lnTo>
                  <a:pt x="145775" y="69865"/>
                </a:lnTo>
                <a:lnTo>
                  <a:pt x="97969" y="60994"/>
                </a:lnTo>
                <a:lnTo>
                  <a:pt x="105139" y="19208"/>
                </a:lnTo>
                <a:lnTo>
                  <a:pt x="78087" y="22008"/>
                </a:lnTo>
                <a:lnTo>
                  <a:pt x="68895" y="0"/>
                </a:lnTo>
                <a:lnTo>
                  <a:pt x="29523" y="56588"/>
                </a:lnTo>
                <a:lnTo>
                  <a:pt x="3724" y="40413"/>
                </a:lnTo>
                <a:lnTo>
                  <a:pt x="0" y="118835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Nāgāland"/>
          <p:cNvSpPr/>
          <p:nvPr/>
        </p:nvSpPr>
        <p:spPr>
          <a:xfrm>
            <a:off x="10695220" y="3217956"/>
            <a:ext cx="264081" cy="274198"/>
          </a:xfrm>
          <a:custGeom>
            <a:avLst/>
            <a:gdLst/>
            <a:ahLst/>
            <a:cxnLst/>
            <a:rect l="l" t="t" r="r" b="b"/>
            <a:pathLst>
              <a:path w="264081" h="274198">
                <a:moveTo>
                  <a:pt x="264081" y="52776"/>
                </a:moveTo>
                <a:lnTo>
                  <a:pt x="258410" y="0"/>
                </a:lnTo>
                <a:lnTo>
                  <a:pt x="156935" y="55870"/>
                </a:lnTo>
                <a:lnTo>
                  <a:pt x="137036" y="86219"/>
                </a:lnTo>
                <a:lnTo>
                  <a:pt x="128693" y="73843"/>
                </a:lnTo>
                <a:lnTo>
                  <a:pt x="93344" y="128916"/>
                </a:lnTo>
                <a:lnTo>
                  <a:pt x="90244" y="167059"/>
                </a:lnTo>
                <a:lnTo>
                  <a:pt x="64872" y="183151"/>
                </a:lnTo>
                <a:lnTo>
                  <a:pt x="60714" y="159145"/>
                </a:lnTo>
                <a:lnTo>
                  <a:pt x="0" y="222325"/>
                </a:lnTo>
                <a:lnTo>
                  <a:pt x="20029" y="263347"/>
                </a:lnTo>
                <a:lnTo>
                  <a:pt x="38547" y="274198"/>
                </a:lnTo>
                <a:lnTo>
                  <a:pt x="70277" y="220232"/>
                </a:lnTo>
                <a:lnTo>
                  <a:pt x="137741" y="228841"/>
                </a:lnTo>
                <a:lnTo>
                  <a:pt x="172385" y="200649"/>
                </a:lnTo>
                <a:lnTo>
                  <a:pt x="178582" y="234913"/>
                </a:lnTo>
                <a:lnTo>
                  <a:pt x="217595" y="219491"/>
                </a:lnTo>
                <a:lnTo>
                  <a:pt x="257402" y="143703"/>
                </a:lnTo>
                <a:lnTo>
                  <a:pt x="240239" y="87491"/>
                </a:lnTo>
                <a:lnTo>
                  <a:pt x="264081" y="52776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disha"/>
          <p:cNvSpPr/>
          <p:nvPr/>
        </p:nvSpPr>
        <p:spPr>
          <a:xfrm>
            <a:off x="9043030" y="3884988"/>
            <a:ext cx="843081" cy="708630"/>
          </a:xfrm>
          <a:custGeom>
            <a:avLst/>
            <a:gdLst/>
            <a:ahLst/>
            <a:cxnLst/>
            <a:rect l="l" t="t" r="r" b="b"/>
            <a:pathLst>
              <a:path w="843081" h="708630">
                <a:moveTo>
                  <a:pt x="0" y="708630"/>
                </a:moveTo>
                <a:lnTo>
                  <a:pt x="30625" y="708154"/>
                </a:lnTo>
                <a:lnTo>
                  <a:pt x="87877" y="671299"/>
                </a:lnTo>
                <a:lnTo>
                  <a:pt x="120267" y="682407"/>
                </a:lnTo>
                <a:lnTo>
                  <a:pt x="150249" y="599741"/>
                </a:lnTo>
                <a:lnTo>
                  <a:pt x="171702" y="646310"/>
                </a:lnTo>
                <a:lnTo>
                  <a:pt x="194613" y="614586"/>
                </a:lnTo>
                <a:lnTo>
                  <a:pt x="229415" y="624926"/>
                </a:lnTo>
                <a:lnTo>
                  <a:pt x="223674" y="585178"/>
                </a:lnTo>
                <a:lnTo>
                  <a:pt x="278050" y="555881"/>
                </a:lnTo>
                <a:lnTo>
                  <a:pt x="264878" y="532520"/>
                </a:lnTo>
                <a:lnTo>
                  <a:pt x="285800" y="539100"/>
                </a:lnTo>
                <a:lnTo>
                  <a:pt x="286654" y="518451"/>
                </a:lnTo>
                <a:lnTo>
                  <a:pt x="296240" y="530746"/>
                </a:lnTo>
                <a:lnTo>
                  <a:pt x="308539" y="508067"/>
                </a:lnTo>
                <a:lnTo>
                  <a:pt x="345522" y="560039"/>
                </a:lnTo>
                <a:lnTo>
                  <a:pt x="404766" y="564137"/>
                </a:lnTo>
                <a:lnTo>
                  <a:pt x="418624" y="529067"/>
                </a:lnTo>
                <a:lnTo>
                  <a:pt x="443517" y="528649"/>
                </a:lnTo>
                <a:lnTo>
                  <a:pt x="453208" y="507567"/>
                </a:lnTo>
                <a:lnTo>
                  <a:pt x="466547" y="521005"/>
                </a:lnTo>
                <a:lnTo>
                  <a:pt x="547006" y="445195"/>
                </a:lnTo>
                <a:lnTo>
                  <a:pt x="691748" y="389657"/>
                </a:lnTo>
                <a:lnTo>
                  <a:pt x="746003" y="333960"/>
                </a:lnTo>
                <a:lnTo>
                  <a:pt x="741716" y="305903"/>
                </a:lnTo>
                <a:lnTo>
                  <a:pt x="783741" y="276486"/>
                </a:lnTo>
                <a:lnTo>
                  <a:pt x="749092" y="273812"/>
                </a:lnTo>
                <a:lnTo>
                  <a:pt x="772946" y="260329"/>
                </a:lnTo>
                <a:lnTo>
                  <a:pt x="757099" y="200724"/>
                </a:lnTo>
                <a:lnTo>
                  <a:pt x="785417" y="164861"/>
                </a:lnTo>
                <a:lnTo>
                  <a:pt x="843081" y="143988"/>
                </a:lnTo>
                <a:lnTo>
                  <a:pt x="841009" y="124655"/>
                </a:lnTo>
                <a:lnTo>
                  <a:pt x="799693" y="87755"/>
                </a:lnTo>
                <a:lnTo>
                  <a:pt x="781259" y="104367"/>
                </a:lnTo>
                <a:lnTo>
                  <a:pt x="771185" y="71865"/>
                </a:lnTo>
                <a:lnTo>
                  <a:pt x="644045" y="0"/>
                </a:lnTo>
                <a:lnTo>
                  <a:pt x="624711" y="89110"/>
                </a:lnTo>
                <a:lnTo>
                  <a:pt x="605150" y="85444"/>
                </a:lnTo>
                <a:lnTo>
                  <a:pt x="610880" y="67353"/>
                </a:lnTo>
                <a:lnTo>
                  <a:pt x="593965" y="76546"/>
                </a:lnTo>
                <a:lnTo>
                  <a:pt x="550455" y="60655"/>
                </a:lnTo>
                <a:lnTo>
                  <a:pt x="532046" y="83290"/>
                </a:lnTo>
                <a:lnTo>
                  <a:pt x="497256" y="72348"/>
                </a:lnTo>
                <a:lnTo>
                  <a:pt x="515270" y="40732"/>
                </a:lnTo>
                <a:lnTo>
                  <a:pt x="508374" y="12399"/>
                </a:lnTo>
                <a:lnTo>
                  <a:pt x="400955" y="33506"/>
                </a:lnTo>
                <a:lnTo>
                  <a:pt x="358068" y="6639"/>
                </a:lnTo>
                <a:lnTo>
                  <a:pt x="362039" y="29225"/>
                </a:lnTo>
                <a:lnTo>
                  <a:pt x="300038" y="69315"/>
                </a:lnTo>
                <a:lnTo>
                  <a:pt x="303944" y="106892"/>
                </a:lnTo>
                <a:lnTo>
                  <a:pt x="268920" y="159016"/>
                </a:lnTo>
                <a:lnTo>
                  <a:pt x="278377" y="181531"/>
                </a:lnTo>
                <a:lnTo>
                  <a:pt x="259343" y="177453"/>
                </a:lnTo>
                <a:lnTo>
                  <a:pt x="240303" y="218166"/>
                </a:lnTo>
                <a:lnTo>
                  <a:pt x="172325" y="210851"/>
                </a:lnTo>
                <a:lnTo>
                  <a:pt x="148081" y="259659"/>
                </a:lnTo>
                <a:lnTo>
                  <a:pt x="132214" y="250442"/>
                </a:lnTo>
                <a:lnTo>
                  <a:pt x="138915" y="374768"/>
                </a:lnTo>
                <a:lnTo>
                  <a:pt x="182700" y="384003"/>
                </a:lnTo>
                <a:lnTo>
                  <a:pt x="181581" y="407839"/>
                </a:lnTo>
                <a:lnTo>
                  <a:pt x="165585" y="416672"/>
                </a:lnTo>
                <a:lnTo>
                  <a:pt x="167193" y="403069"/>
                </a:lnTo>
                <a:lnTo>
                  <a:pt x="145391" y="396621"/>
                </a:lnTo>
                <a:lnTo>
                  <a:pt x="131451" y="407721"/>
                </a:lnTo>
                <a:lnTo>
                  <a:pt x="116517" y="382696"/>
                </a:lnTo>
                <a:lnTo>
                  <a:pt x="65756" y="376623"/>
                </a:lnTo>
                <a:lnTo>
                  <a:pt x="63296" y="395384"/>
                </a:lnTo>
                <a:lnTo>
                  <a:pt x="92708" y="414464"/>
                </a:lnTo>
                <a:lnTo>
                  <a:pt x="87655" y="456705"/>
                </a:lnTo>
                <a:lnTo>
                  <a:pt x="109865" y="468667"/>
                </a:lnTo>
                <a:lnTo>
                  <a:pt x="117704" y="544556"/>
                </a:lnTo>
                <a:lnTo>
                  <a:pt x="68919" y="583613"/>
                </a:lnTo>
                <a:lnTo>
                  <a:pt x="78595" y="593616"/>
                </a:lnTo>
                <a:lnTo>
                  <a:pt x="49051" y="628969"/>
                </a:lnTo>
                <a:lnTo>
                  <a:pt x="17918" y="643224"/>
                </a:lnTo>
                <a:lnTo>
                  <a:pt x="0" y="708630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Puducherry"/>
          <p:cNvSpPr/>
          <p:nvPr/>
        </p:nvSpPr>
        <p:spPr>
          <a:xfrm>
            <a:off x="8804553" y="5461179"/>
            <a:ext cx="18519" cy="25588"/>
          </a:xfrm>
          <a:custGeom>
            <a:avLst/>
            <a:gdLst/>
            <a:ahLst/>
            <a:cxnLst/>
            <a:rect l="l" t="t" r="r" b="b"/>
            <a:pathLst>
              <a:path w="18519" h="25588">
                <a:moveTo>
                  <a:pt x="18519" y="25588"/>
                </a:moveTo>
                <a:lnTo>
                  <a:pt x="10191" y="0"/>
                </a:lnTo>
                <a:lnTo>
                  <a:pt x="0" y="18982"/>
                </a:lnTo>
                <a:lnTo>
                  <a:pt x="18519" y="25588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Punjab"/>
          <p:cNvSpPr/>
          <p:nvPr/>
        </p:nvSpPr>
        <p:spPr>
          <a:xfrm>
            <a:off x="8003053" y="2400685"/>
            <a:ext cx="422556" cy="443198"/>
          </a:xfrm>
          <a:custGeom>
            <a:avLst/>
            <a:gdLst/>
            <a:ahLst/>
            <a:cxnLst/>
            <a:rect l="l" t="t" r="r" b="b"/>
            <a:pathLst>
              <a:path w="422556" h="443198">
                <a:moveTo>
                  <a:pt x="88768" y="383385"/>
                </a:moveTo>
                <a:lnTo>
                  <a:pt x="167922" y="387862"/>
                </a:lnTo>
                <a:lnTo>
                  <a:pt x="187701" y="411468"/>
                </a:lnTo>
                <a:lnTo>
                  <a:pt x="186837" y="443198"/>
                </a:lnTo>
                <a:lnTo>
                  <a:pt x="217880" y="403575"/>
                </a:lnTo>
                <a:lnTo>
                  <a:pt x="298743" y="413248"/>
                </a:lnTo>
                <a:lnTo>
                  <a:pt x="326488" y="396871"/>
                </a:lnTo>
                <a:lnTo>
                  <a:pt x="321480" y="351472"/>
                </a:lnTo>
                <a:lnTo>
                  <a:pt x="337281" y="360650"/>
                </a:lnTo>
                <a:lnTo>
                  <a:pt x="351265" y="346144"/>
                </a:lnTo>
                <a:lnTo>
                  <a:pt x="368368" y="363519"/>
                </a:lnTo>
                <a:lnTo>
                  <a:pt x="383582" y="347194"/>
                </a:lnTo>
                <a:lnTo>
                  <a:pt x="369813" y="335665"/>
                </a:lnTo>
                <a:lnTo>
                  <a:pt x="395345" y="311217"/>
                </a:lnTo>
                <a:lnTo>
                  <a:pt x="422556" y="317077"/>
                </a:lnTo>
                <a:lnTo>
                  <a:pt x="420958" y="283774"/>
                </a:lnTo>
                <a:lnTo>
                  <a:pt x="390377" y="263943"/>
                </a:lnTo>
                <a:lnTo>
                  <a:pt x="411400" y="256207"/>
                </a:lnTo>
                <a:lnTo>
                  <a:pt x="379238" y="225752"/>
                </a:lnTo>
                <a:lnTo>
                  <a:pt x="381600" y="192330"/>
                </a:lnTo>
                <a:lnTo>
                  <a:pt x="353613" y="183926"/>
                </a:lnTo>
                <a:lnTo>
                  <a:pt x="344513" y="160314"/>
                </a:lnTo>
                <a:lnTo>
                  <a:pt x="317624" y="179813"/>
                </a:lnTo>
                <a:lnTo>
                  <a:pt x="280315" y="83747"/>
                </a:lnTo>
                <a:lnTo>
                  <a:pt x="236618" y="65881"/>
                </a:lnTo>
                <a:lnTo>
                  <a:pt x="239809" y="40977"/>
                </a:lnTo>
                <a:lnTo>
                  <a:pt x="283690" y="17590"/>
                </a:lnTo>
                <a:lnTo>
                  <a:pt x="270796" y="0"/>
                </a:lnTo>
                <a:lnTo>
                  <a:pt x="228116" y="34865"/>
                </a:lnTo>
                <a:lnTo>
                  <a:pt x="201525" y="24649"/>
                </a:lnTo>
                <a:lnTo>
                  <a:pt x="190411" y="61140"/>
                </a:lnTo>
                <a:lnTo>
                  <a:pt x="137539" y="68273"/>
                </a:lnTo>
                <a:lnTo>
                  <a:pt x="83373" y="118049"/>
                </a:lnTo>
                <a:lnTo>
                  <a:pt x="106414" y="162001"/>
                </a:lnTo>
                <a:lnTo>
                  <a:pt x="86431" y="205872"/>
                </a:lnTo>
                <a:lnTo>
                  <a:pt x="113031" y="211891"/>
                </a:lnTo>
                <a:lnTo>
                  <a:pt x="6708" y="301682"/>
                </a:lnTo>
                <a:lnTo>
                  <a:pt x="12321" y="356929"/>
                </a:lnTo>
                <a:lnTo>
                  <a:pt x="0" y="375269"/>
                </a:lnTo>
                <a:lnTo>
                  <a:pt x="88768" y="383385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ājasthān"/>
          <p:cNvSpPr/>
          <p:nvPr/>
        </p:nvSpPr>
        <p:spPr>
          <a:xfrm>
            <a:off x="7393473" y="2745956"/>
            <a:ext cx="1216970" cy="1065302"/>
          </a:xfrm>
          <a:custGeom>
            <a:avLst/>
            <a:gdLst/>
            <a:ahLst/>
            <a:cxnLst/>
            <a:rect l="l" t="t" r="r" b="b"/>
            <a:pathLst>
              <a:path w="1216970" h="1065302">
                <a:moveTo>
                  <a:pt x="1080074" y="357801"/>
                </a:moveTo>
                <a:lnTo>
                  <a:pt x="1046990" y="354704"/>
                </a:lnTo>
                <a:lnTo>
                  <a:pt x="1052649" y="367202"/>
                </a:lnTo>
                <a:lnTo>
                  <a:pt x="1028400" y="379653"/>
                </a:lnTo>
                <a:lnTo>
                  <a:pt x="1036708" y="307443"/>
                </a:lnTo>
                <a:lnTo>
                  <a:pt x="1019804" y="295025"/>
                </a:lnTo>
                <a:lnTo>
                  <a:pt x="978212" y="333505"/>
                </a:lnTo>
                <a:lnTo>
                  <a:pt x="968185" y="305930"/>
                </a:lnTo>
                <a:lnTo>
                  <a:pt x="942780" y="301358"/>
                </a:lnTo>
                <a:lnTo>
                  <a:pt x="949710" y="323547"/>
                </a:lnTo>
                <a:lnTo>
                  <a:pt x="924157" y="329755"/>
                </a:lnTo>
                <a:lnTo>
                  <a:pt x="932403" y="355455"/>
                </a:lnTo>
                <a:lnTo>
                  <a:pt x="898343" y="350207"/>
                </a:lnTo>
                <a:lnTo>
                  <a:pt x="907956" y="317057"/>
                </a:lnTo>
                <a:lnTo>
                  <a:pt x="894775" y="312115"/>
                </a:lnTo>
                <a:lnTo>
                  <a:pt x="915524" y="305591"/>
                </a:lnTo>
                <a:lnTo>
                  <a:pt x="841583" y="236575"/>
                </a:lnTo>
                <a:lnTo>
                  <a:pt x="820673" y="140676"/>
                </a:lnTo>
                <a:lnTo>
                  <a:pt x="774284" y="144556"/>
                </a:lnTo>
                <a:lnTo>
                  <a:pt x="743127" y="118596"/>
                </a:lnTo>
                <a:lnTo>
                  <a:pt x="708331" y="129963"/>
                </a:lnTo>
                <a:lnTo>
                  <a:pt x="710663" y="66569"/>
                </a:lnTo>
                <a:lnTo>
                  <a:pt x="690956" y="64153"/>
                </a:lnTo>
                <a:lnTo>
                  <a:pt x="698348" y="38114"/>
                </a:lnTo>
                <a:lnTo>
                  <a:pt x="610762" y="33480"/>
                </a:lnTo>
                <a:lnTo>
                  <a:pt x="621550" y="0"/>
                </a:lnTo>
                <a:lnTo>
                  <a:pt x="541841" y="37652"/>
                </a:lnTo>
                <a:lnTo>
                  <a:pt x="479282" y="174702"/>
                </a:lnTo>
                <a:lnTo>
                  <a:pt x="402692" y="212884"/>
                </a:lnTo>
                <a:lnTo>
                  <a:pt x="334297" y="333851"/>
                </a:lnTo>
                <a:lnTo>
                  <a:pt x="192126" y="372060"/>
                </a:lnTo>
                <a:lnTo>
                  <a:pt x="173826" y="366638"/>
                </a:lnTo>
                <a:lnTo>
                  <a:pt x="153013" y="326550"/>
                </a:lnTo>
                <a:lnTo>
                  <a:pt x="122928" y="326349"/>
                </a:lnTo>
                <a:lnTo>
                  <a:pt x="14219" y="449982"/>
                </a:lnTo>
                <a:lnTo>
                  <a:pt x="0" y="506500"/>
                </a:lnTo>
                <a:lnTo>
                  <a:pt x="42577" y="537337"/>
                </a:lnTo>
                <a:lnTo>
                  <a:pt x="95524" y="544338"/>
                </a:lnTo>
                <a:lnTo>
                  <a:pt x="85206" y="635848"/>
                </a:lnTo>
                <a:lnTo>
                  <a:pt x="108589" y="669368"/>
                </a:lnTo>
                <a:lnTo>
                  <a:pt x="162798" y="671097"/>
                </a:lnTo>
                <a:lnTo>
                  <a:pt x="163446" y="716643"/>
                </a:lnTo>
                <a:lnTo>
                  <a:pt x="225417" y="824323"/>
                </a:lnTo>
                <a:lnTo>
                  <a:pt x="327915" y="834239"/>
                </a:lnTo>
                <a:lnTo>
                  <a:pt x="356877" y="818901"/>
                </a:lnTo>
                <a:lnTo>
                  <a:pt x="396491" y="831379"/>
                </a:lnTo>
                <a:lnTo>
                  <a:pt x="382508" y="837785"/>
                </a:lnTo>
                <a:lnTo>
                  <a:pt x="411706" y="863280"/>
                </a:lnTo>
                <a:lnTo>
                  <a:pt x="423020" y="847633"/>
                </a:lnTo>
                <a:lnTo>
                  <a:pt x="474505" y="874860"/>
                </a:lnTo>
                <a:lnTo>
                  <a:pt x="498947" y="850852"/>
                </a:lnTo>
                <a:lnTo>
                  <a:pt x="497461" y="865994"/>
                </a:lnTo>
                <a:lnTo>
                  <a:pt x="517231" y="870876"/>
                </a:lnTo>
                <a:lnTo>
                  <a:pt x="496207" y="896133"/>
                </a:lnTo>
                <a:lnTo>
                  <a:pt x="520489" y="924852"/>
                </a:lnTo>
                <a:lnTo>
                  <a:pt x="536997" y="909570"/>
                </a:lnTo>
                <a:lnTo>
                  <a:pt x="535592" y="956331"/>
                </a:lnTo>
                <a:lnTo>
                  <a:pt x="559305" y="983869"/>
                </a:lnTo>
                <a:lnTo>
                  <a:pt x="577664" y="981721"/>
                </a:lnTo>
                <a:lnTo>
                  <a:pt x="573725" y="1007502"/>
                </a:lnTo>
                <a:lnTo>
                  <a:pt x="620135" y="1017602"/>
                </a:lnTo>
                <a:lnTo>
                  <a:pt x="671025" y="1065302"/>
                </a:lnTo>
                <a:lnTo>
                  <a:pt x="728035" y="1043346"/>
                </a:lnTo>
                <a:lnTo>
                  <a:pt x="696547" y="1025452"/>
                </a:lnTo>
                <a:lnTo>
                  <a:pt x="755036" y="980625"/>
                </a:lnTo>
                <a:lnTo>
                  <a:pt x="761396" y="921344"/>
                </a:lnTo>
                <a:lnTo>
                  <a:pt x="749542" y="891279"/>
                </a:lnTo>
                <a:lnTo>
                  <a:pt x="728806" y="887355"/>
                </a:lnTo>
                <a:lnTo>
                  <a:pt x="743640" y="858831"/>
                </a:lnTo>
                <a:lnTo>
                  <a:pt x="723491" y="852573"/>
                </a:lnTo>
                <a:lnTo>
                  <a:pt x="736117" y="808880"/>
                </a:lnTo>
                <a:lnTo>
                  <a:pt x="748433" y="830600"/>
                </a:lnTo>
                <a:lnTo>
                  <a:pt x="766083" y="815927"/>
                </a:lnTo>
                <a:lnTo>
                  <a:pt x="742961" y="809360"/>
                </a:lnTo>
                <a:lnTo>
                  <a:pt x="742099" y="780547"/>
                </a:lnTo>
                <a:lnTo>
                  <a:pt x="768540" y="799109"/>
                </a:lnTo>
                <a:lnTo>
                  <a:pt x="786789" y="768813"/>
                </a:lnTo>
                <a:lnTo>
                  <a:pt x="810126" y="769784"/>
                </a:lnTo>
                <a:lnTo>
                  <a:pt x="800306" y="794600"/>
                </a:lnTo>
                <a:lnTo>
                  <a:pt x="822772" y="795501"/>
                </a:lnTo>
                <a:lnTo>
                  <a:pt x="794879" y="799205"/>
                </a:lnTo>
                <a:lnTo>
                  <a:pt x="794215" y="820320"/>
                </a:lnTo>
                <a:lnTo>
                  <a:pt x="879305" y="816000"/>
                </a:lnTo>
                <a:lnTo>
                  <a:pt x="889732" y="857259"/>
                </a:lnTo>
                <a:lnTo>
                  <a:pt x="864608" y="866896"/>
                </a:lnTo>
                <a:lnTo>
                  <a:pt x="879709" y="916675"/>
                </a:lnTo>
                <a:lnTo>
                  <a:pt x="827551" y="935284"/>
                </a:lnTo>
                <a:lnTo>
                  <a:pt x="858952" y="961701"/>
                </a:lnTo>
                <a:lnTo>
                  <a:pt x="861598" y="940216"/>
                </a:lnTo>
                <a:lnTo>
                  <a:pt x="893654" y="940609"/>
                </a:lnTo>
                <a:lnTo>
                  <a:pt x="919905" y="912041"/>
                </a:lnTo>
                <a:lnTo>
                  <a:pt x="927985" y="876024"/>
                </a:lnTo>
                <a:lnTo>
                  <a:pt x="931729" y="893863"/>
                </a:lnTo>
                <a:lnTo>
                  <a:pt x="975375" y="901743"/>
                </a:lnTo>
                <a:lnTo>
                  <a:pt x="998612" y="882746"/>
                </a:lnTo>
                <a:lnTo>
                  <a:pt x="1013365" y="907784"/>
                </a:lnTo>
                <a:lnTo>
                  <a:pt x="1033456" y="895551"/>
                </a:lnTo>
                <a:lnTo>
                  <a:pt x="1015361" y="845538"/>
                </a:lnTo>
                <a:lnTo>
                  <a:pt x="1037717" y="856334"/>
                </a:lnTo>
                <a:lnTo>
                  <a:pt x="1050240" y="831503"/>
                </a:lnTo>
                <a:lnTo>
                  <a:pt x="1013454" y="804381"/>
                </a:lnTo>
                <a:lnTo>
                  <a:pt x="1033812" y="795413"/>
                </a:lnTo>
                <a:lnTo>
                  <a:pt x="1020966" y="775546"/>
                </a:lnTo>
                <a:lnTo>
                  <a:pt x="1097091" y="759241"/>
                </a:lnTo>
                <a:lnTo>
                  <a:pt x="1092153" y="714956"/>
                </a:lnTo>
                <a:lnTo>
                  <a:pt x="1069754" y="730213"/>
                </a:lnTo>
                <a:lnTo>
                  <a:pt x="1003304" y="726872"/>
                </a:lnTo>
                <a:lnTo>
                  <a:pt x="979278" y="708360"/>
                </a:lnTo>
                <a:lnTo>
                  <a:pt x="967824" y="670053"/>
                </a:lnTo>
                <a:lnTo>
                  <a:pt x="1044946" y="601012"/>
                </a:lnTo>
                <a:lnTo>
                  <a:pt x="1192101" y="525702"/>
                </a:lnTo>
                <a:lnTo>
                  <a:pt x="1216970" y="489439"/>
                </a:lnTo>
                <a:lnTo>
                  <a:pt x="1182934" y="499837"/>
                </a:lnTo>
                <a:lnTo>
                  <a:pt x="1146115" y="487435"/>
                </a:lnTo>
                <a:lnTo>
                  <a:pt x="1103735" y="515908"/>
                </a:lnTo>
                <a:lnTo>
                  <a:pt x="1099957" y="497665"/>
                </a:lnTo>
                <a:lnTo>
                  <a:pt x="1146441" y="476355"/>
                </a:lnTo>
                <a:lnTo>
                  <a:pt x="1112706" y="467433"/>
                </a:lnTo>
                <a:lnTo>
                  <a:pt x="1135110" y="448359"/>
                </a:lnTo>
                <a:lnTo>
                  <a:pt x="1087869" y="398770"/>
                </a:lnTo>
                <a:lnTo>
                  <a:pt x="1080074" y="357801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Sikkim"/>
          <p:cNvSpPr/>
          <p:nvPr/>
        </p:nvSpPr>
        <p:spPr>
          <a:xfrm>
            <a:off x="9959598" y="3054822"/>
            <a:ext cx="123557" cy="156652"/>
          </a:xfrm>
          <a:custGeom>
            <a:avLst/>
            <a:gdLst/>
            <a:ahLst/>
            <a:cxnLst/>
            <a:rect l="l" t="t" r="r" b="b"/>
            <a:pathLst>
              <a:path w="123557" h="156652">
                <a:moveTo>
                  <a:pt x="0" y="136910"/>
                </a:moveTo>
                <a:lnTo>
                  <a:pt x="57584" y="156652"/>
                </a:lnTo>
                <a:lnTo>
                  <a:pt x="123557" y="127317"/>
                </a:lnTo>
                <a:lnTo>
                  <a:pt x="103713" y="84198"/>
                </a:lnTo>
                <a:lnTo>
                  <a:pt x="120913" y="40667"/>
                </a:lnTo>
                <a:lnTo>
                  <a:pt x="113741" y="17001"/>
                </a:lnTo>
                <a:lnTo>
                  <a:pt x="82427" y="0"/>
                </a:lnTo>
                <a:lnTo>
                  <a:pt x="15818" y="26786"/>
                </a:lnTo>
                <a:lnTo>
                  <a:pt x="25376" y="50479"/>
                </a:lnTo>
                <a:lnTo>
                  <a:pt x="0" y="136910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amil Nādu"/>
          <p:cNvSpPr/>
          <p:nvPr/>
        </p:nvSpPr>
        <p:spPr>
          <a:xfrm>
            <a:off x="8328204" y="5228698"/>
            <a:ext cx="569520" cy="819280"/>
          </a:xfrm>
          <a:custGeom>
            <a:avLst/>
            <a:gdLst/>
            <a:ahLst/>
            <a:cxnLst/>
            <a:rect l="l" t="t" r="r" b="b"/>
            <a:pathLst>
              <a:path w="569520" h="819280">
                <a:moveTo>
                  <a:pt x="494771" y="258491"/>
                </a:moveTo>
                <a:lnTo>
                  <a:pt x="479354" y="239043"/>
                </a:lnTo>
                <a:lnTo>
                  <a:pt x="499420" y="240244"/>
                </a:lnTo>
                <a:lnTo>
                  <a:pt x="556765" y="117101"/>
                </a:lnTo>
                <a:lnTo>
                  <a:pt x="569520" y="37605"/>
                </a:lnTo>
                <a:lnTo>
                  <a:pt x="558721" y="0"/>
                </a:lnTo>
                <a:lnTo>
                  <a:pt x="554979" y="14127"/>
                </a:lnTo>
                <a:lnTo>
                  <a:pt x="521455" y="3430"/>
                </a:lnTo>
                <a:lnTo>
                  <a:pt x="488236" y="53414"/>
                </a:lnTo>
                <a:lnTo>
                  <a:pt x="443312" y="31879"/>
                </a:lnTo>
                <a:lnTo>
                  <a:pt x="443727" y="56290"/>
                </a:lnTo>
                <a:lnTo>
                  <a:pt x="415547" y="58876"/>
                </a:lnTo>
                <a:lnTo>
                  <a:pt x="405602" y="81352"/>
                </a:lnTo>
                <a:lnTo>
                  <a:pt x="343480" y="74125"/>
                </a:lnTo>
                <a:lnTo>
                  <a:pt x="308915" y="140498"/>
                </a:lnTo>
                <a:lnTo>
                  <a:pt x="221826" y="103730"/>
                </a:lnTo>
                <a:lnTo>
                  <a:pt x="208519" y="133186"/>
                </a:lnTo>
                <a:lnTo>
                  <a:pt x="188986" y="134057"/>
                </a:lnTo>
                <a:lnTo>
                  <a:pt x="191469" y="178681"/>
                </a:lnTo>
                <a:lnTo>
                  <a:pt x="171419" y="196344"/>
                </a:lnTo>
                <a:lnTo>
                  <a:pt x="213453" y="215962"/>
                </a:lnTo>
                <a:lnTo>
                  <a:pt x="199621" y="240803"/>
                </a:lnTo>
                <a:lnTo>
                  <a:pt x="174571" y="242017"/>
                </a:lnTo>
                <a:lnTo>
                  <a:pt x="165221" y="269332"/>
                </a:lnTo>
                <a:lnTo>
                  <a:pt x="93310" y="264197"/>
                </a:lnTo>
                <a:lnTo>
                  <a:pt x="84853" y="294166"/>
                </a:lnTo>
                <a:lnTo>
                  <a:pt x="38348" y="277669"/>
                </a:lnTo>
                <a:lnTo>
                  <a:pt x="0" y="297662"/>
                </a:lnTo>
                <a:lnTo>
                  <a:pt x="1812" y="313062"/>
                </a:lnTo>
                <a:lnTo>
                  <a:pt x="43440" y="329335"/>
                </a:lnTo>
                <a:lnTo>
                  <a:pt x="28313" y="353206"/>
                </a:lnTo>
                <a:lnTo>
                  <a:pt x="69296" y="350366"/>
                </a:lnTo>
                <a:lnTo>
                  <a:pt x="78468" y="374861"/>
                </a:lnTo>
                <a:lnTo>
                  <a:pt x="58843" y="393279"/>
                </a:lnTo>
                <a:lnTo>
                  <a:pt x="93218" y="415248"/>
                </a:lnTo>
                <a:lnTo>
                  <a:pt x="82505" y="486935"/>
                </a:lnTo>
                <a:lnTo>
                  <a:pt x="103785" y="499398"/>
                </a:lnTo>
                <a:lnTo>
                  <a:pt x="138634" y="479513"/>
                </a:lnTo>
                <a:lnTo>
                  <a:pt x="146947" y="499564"/>
                </a:lnTo>
                <a:lnTo>
                  <a:pt x="129020" y="589961"/>
                </a:lnTo>
                <a:lnTo>
                  <a:pt x="163155" y="605464"/>
                </a:lnTo>
                <a:lnTo>
                  <a:pt x="126415" y="678264"/>
                </a:lnTo>
                <a:lnTo>
                  <a:pt x="145351" y="749094"/>
                </a:lnTo>
                <a:lnTo>
                  <a:pt x="119591" y="786898"/>
                </a:lnTo>
                <a:lnTo>
                  <a:pt x="149725" y="812480"/>
                </a:lnTo>
                <a:lnTo>
                  <a:pt x="183043" y="819280"/>
                </a:lnTo>
                <a:lnTo>
                  <a:pt x="253737" y="774926"/>
                </a:lnTo>
                <a:lnTo>
                  <a:pt x="270885" y="692137"/>
                </a:lnTo>
                <a:lnTo>
                  <a:pt x="301550" y="664655"/>
                </a:lnTo>
                <a:lnTo>
                  <a:pt x="378118" y="640547"/>
                </a:lnTo>
                <a:lnTo>
                  <a:pt x="442957" y="657430"/>
                </a:lnTo>
                <a:lnTo>
                  <a:pt x="428634" y="633655"/>
                </a:lnTo>
                <a:lnTo>
                  <a:pt x="392227" y="636971"/>
                </a:lnTo>
                <a:lnTo>
                  <a:pt x="368947" y="608374"/>
                </a:lnTo>
                <a:lnTo>
                  <a:pt x="419855" y="526318"/>
                </a:lnTo>
                <a:lnTo>
                  <a:pt x="424125" y="493018"/>
                </a:lnTo>
                <a:lnTo>
                  <a:pt x="504938" y="487016"/>
                </a:lnTo>
                <a:lnTo>
                  <a:pt x="501103" y="408751"/>
                </a:lnTo>
                <a:lnTo>
                  <a:pt x="482544" y="389487"/>
                </a:lnTo>
                <a:lnTo>
                  <a:pt x="501330" y="385408"/>
                </a:lnTo>
                <a:lnTo>
                  <a:pt x="493215" y="265668"/>
                </a:lnTo>
                <a:lnTo>
                  <a:pt x="481656" y="264764"/>
                </a:lnTo>
                <a:lnTo>
                  <a:pt x="494771" y="258491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langāna"/>
          <p:cNvSpPr/>
          <p:nvPr/>
        </p:nvSpPr>
        <p:spPr>
          <a:xfrm>
            <a:off x="8466930" y="4281000"/>
            <a:ext cx="565931" cy="608715"/>
          </a:xfrm>
          <a:custGeom>
            <a:avLst/>
            <a:gdLst/>
            <a:ahLst/>
            <a:cxnLst/>
            <a:rect l="l" t="t" r="r" b="b"/>
            <a:pathLst>
              <a:path w="565931" h="608715">
                <a:moveTo>
                  <a:pt x="43694" y="242169"/>
                </a:moveTo>
                <a:lnTo>
                  <a:pt x="44026" y="280396"/>
                </a:lnTo>
                <a:lnTo>
                  <a:pt x="58149" y="290477"/>
                </a:lnTo>
                <a:lnTo>
                  <a:pt x="28700" y="347843"/>
                </a:lnTo>
                <a:lnTo>
                  <a:pt x="62757" y="363857"/>
                </a:lnTo>
                <a:lnTo>
                  <a:pt x="38377" y="370694"/>
                </a:lnTo>
                <a:lnTo>
                  <a:pt x="19985" y="401792"/>
                </a:lnTo>
                <a:lnTo>
                  <a:pt x="36927" y="432903"/>
                </a:lnTo>
                <a:lnTo>
                  <a:pt x="32061" y="494888"/>
                </a:lnTo>
                <a:lnTo>
                  <a:pt x="0" y="513724"/>
                </a:lnTo>
                <a:lnTo>
                  <a:pt x="49708" y="533050"/>
                </a:lnTo>
                <a:lnTo>
                  <a:pt x="35744" y="578753"/>
                </a:lnTo>
                <a:lnTo>
                  <a:pt x="58377" y="601303"/>
                </a:lnTo>
                <a:lnTo>
                  <a:pt x="124372" y="608715"/>
                </a:lnTo>
                <a:lnTo>
                  <a:pt x="162301" y="573107"/>
                </a:lnTo>
                <a:lnTo>
                  <a:pt x="214589" y="581117"/>
                </a:lnTo>
                <a:lnTo>
                  <a:pt x="245612" y="548416"/>
                </a:lnTo>
                <a:lnTo>
                  <a:pt x="274282" y="550328"/>
                </a:lnTo>
                <a:lnTo>
                  <a:pt x="279861" y="499814"/>
                </a:lnTo>
                <a:lnTo>
                  <a:pt x="351476" y="475191"/>
                </a:lnTo>
                <a:lnTo>
                  <a:pt x="375816" y="489352"/>
                </a:lnTo>
                <a:lnTo>
                  <a:pt x="392550" y="464605"/>
                </a:lnTo>
                <a:lnTo>
                  <a:pt x="385181" y="447695"/>
                </a:lnTo>
                <a:lnTo>
                  <a:pt x="409978" y="428431"/>
                </a:lnTo>
                <a:lnTo>
                  <a:pt x="435455" y="462252"/>
                </a:lnTo>
                <a:lnTo>
                  <a:pt x="461740" y="469631"/>
                </a:lnTo>
                <a:lnTo>
                  <a:pt x="466130" y="447155"/>
                </a:lnTo>
                <a:lnTo>
                  <a:pt x="433097" y="438576"/>
                </a:lnTo>
                <a:lnTo>
                  <a:pt x="439416" y="421346"/>
                </a:lnTo>
                <a:lnTo>
                  <a:pt x="447147" y="430522"/>
                </a:lnTo>
                <a:lnTo>
                  <a:pt x="463094" y="412154"/>
                </a:lnTo>
                <a:lnTo>
                  <a:pt x="499831" y="429037"/>
                </a:lnTo>
                <a:lnTo>
                  <a:pt x="510019" y="402203"/>
                </a:lnTo>
                <a:lnTo>
                  <a:pt x="545344" y="400620"/>
                </a:lnTo>
                <a:lnTo>
                  <a:pt x="565931" y="379094"/>
                </a:lnTo>
                <a:lnTo>
                  <a:pt x="501228" y="345163"/>
                </a:lnTo>
                <a:lnTo>
                  <a:pt x="505403" y="325190"/>
                </a:lnTo>
                <a:lnTo>
                  <a:pt x="535690" y="319767"/>
                </a:lnTo>
                <a:lnTo>
                  <a:pt x="522394" y="315853"/>
                </a:lnTo>
                <a:lnTo>
                  <a:pt x="518348" y="259055"/>
                </a:lnTo>
                <a:lnTo>
                  <a:pt x="484808" y="259289"/>
                </a:lnTo>
                <a:lnTo>
                  <a:pt x="484532" y="224116"/>
                </a:lnTo>
                <a:lnTo>
                  <a:pt x="454052" y="193289"/>
                </a:lnTo>
                <a:lnTo>
                  <a:pt x="430771" y="196920"/>
                </a:lnTo>
                <a:lnTo>
                  <a:pt x="421331" y="178024"/>
                </a:lnTo>
                <a:lnTo>
                  <a:pt x="399130" y="184159"/>
                </a:lnTo>
                <a:lnTo>
                  <a:pt x="371892" y="164880"/>
                </a:lnTo>
                <a:lnTo>
                  <a:pt x="363168" y="121184"/>
                </a:lnTo>
                <a:lnTo>
                  <a:pt x="379717" y="76711"/>
                </a:lnTo>
                <a:lnTo>
                  <a:pt x="348630" y="45786"/>
                </a:lnTo>
                <a:lnTo>
                  <a:pt x="309576" y="61810"/>
                </a:lnTo>
                <a:lnTo>
                  <a:pt x="278021" y="44421"/>
                </a:lnTo>
                <a:lnTo>
                  <a:pt x="270648" y="67961"/>
                </a:lnTo>
                <a:lnTo>
                  <a:pt x="236046" y="54097"/>
                </a:lnTo>
                <a:lnTo>
                  <a:pt x="222270" y="22748"/>
                </a:lnTo>
                <a:lnTo>
                  <a:pt x="148331" y="0"/>
                </a:lnTo>
                <a:lnTo>
                  <a:pt x="147959" y="68388"/>
                </a:lnTo>
                <a:lnTo>
                  <a:pt x="130213" y="74937"/>
                </a:lnTo>
                <a:lnTo>
                  <a:pt x="130093" y="101012"/>
                </a:lnTo>
                <a:lnTo>
                  <a:pt x="86906" y="91069"/>
                </a:lnTo>
                <a:lnTo>
                  <a:pt x="72856" y="131721"/>
                </a:lnTo>
                <a:lnTo>
                  <a:pt x="98688" y="161875"/>
                </a:lnTo>
                <a:lnTo>
                  <a:pt x="71680" y="181107"/>
                </a:lnTo>
                <a:lnTo>
                  <a:pt x="69602" y="202632"/>
                </a:lnTo>
                <a:lnTo>
                  <a:pt x="49920" y="203804"/>
                </a:lnTo>
                <a:lnTo>
                  <a:pt x="43694" y="242169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ripura"/>
          <p:cNvSpPr/>
          <p:nvPr/>
        </p:nvSpPr>
        <p:spPr>
          <a:xfrm>
            <a:off x="10394703" y="3592398"/>
            <a:ext cx="162734" cy="237084"/>
          </a:xfrm>
          <a:custGeom>
            <a:avLst/>
            <a:gdLst/>
            <a:ahLst/>
            <a:cxnLst/>
            <a:rect l="l" t="t" r="r" b="b"/>
            <a:pathLst>
              <a:path w="162734" h="237084">
                <a:moveTo>
                  <a:pt x="91205" y="152732"/>
                </a:moveTo>
                <a:lnTo>
                  <a:pt x="109443" y="163740"/>
                </a:lnTo>
                <a:lnTo>
                  <a:pt x="111010" y="117762"/>
                </a:lnTo>
                <a:lnTo>
                  <a:pt x="148271" y="130569"/>
                </a:lnTo>
                <a:lnTo>
                  <a:pt x="160611" y="98971"/>
                </a:lnTo>
                <a:lnTo>
                  <a:pt x="162734" y="51920"/>
                </a:lnTo>
                <a:lnTo>
                  <a:pt x="143393" y="42426"/>
                </a:lnTo>
                <a:lnTo>
                  <a:pt x="152502" y="20611"/>
                </a:lnTo>
                <a:lnTo>
                  <a:pt x="140034" y="0"/>
                </a:lnTo>
                <a:lnTo>
                  <a:pt x="139410" y="16215"/>
                </a:lnTo>
                <a:lnTo>
                  <a:pt x="106023" y="28224"/>
                </a:lnTo>
                <a:lnTo>
                  <a:pt x="105446" y="61493"/>
                </a:lnTo>
                <a:lnTo>
                  <a:pt x="81671" y="42127"/>
                </a:lnTo>
                <a:lnTo>
                  <a:pt x="83009" y="57565"/>
                </a:lnTo>
                <a:lnTo>
                  <a:pt x="69995" y="44118"/>
                </a:lnTo>
                <a:lnTo>
                  <a:pt x="58736" y="67631"/>
                </a:lnTo>
                <a:lnTo>
                  <a:pt x="30372" y="62941"/>
                </a:lnTo>
                <a:lnTo>
                  <a:pt x="0" y="117236"/>
                </a:lnTo>
                <a:lnTo>
                  <a:pt x="26316" y="212726"/>
                </a:lnTo>
                <a:lnTo>
                  <a:pt x="36059" y="218304"/>
                </a:lnTo>
                <a:lnTo>
                  <a:pt x="34876" y="185419"/>
                </a:lnTo>
                <a:lnTo>
                  <a:pt x="63995" y="237084"/>
                </a:lnTo>
                <a:lnTo>
                  <a:pt x="93939" y="214077"/>
                </a:lnTo>
                <a:lnTo>
                  <a:pt x="91205" y="152732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Uttar Pradesh"/>
          <p:cNvSpPr/>
          <p:nvPr/>
        </p:nvSpPr>
        <p:spPr>
          <a:xfrm>
            <a:off x="8445886" y="2716205"/>
            <a:ext cx="1045629" cy="974121"/>
          </a:xfrm>
          <a:custGeom>
            <a:avLst/>
            <a:gdLst/>
            <a:ahLst/>
            <a:cxnLst/>
            <a:rect l="l" t="t" r="r" b="b"/>
            <a:pathLst>
              <a:path w="1045629" h="974121">
                <a:moveTo>
                  <a:pt x="68142" y="0"/>
                </a:moveTo>
                <a:lnTo>
                  <a:pt x="14405" y="72551"/>
                </a:lnTo>
                <a:lnTo>
                  <a:pt x="0" y="120663"/>
                </a:lnTo>
                <a:lnTo>
                  <a:pt x="15986" y="238736"/>
                </a:lnTo>
                <a:lnTo>
                  <a:pt x="64598" y="321680"/>
                </a:lnTo>
                <a:lnTo>
                  <a:pt x="62687" y="367685"/>
                </a:lnTo>
                <a:lnTo>
                  <a:pt x="27555" y="387745"/>
                </a:lnTo>
                <a:lnTo>
                  <a:pt x="32280" y="416560"/>
                </a:lnTo>
                <a:lnTo>
                  <a:pt x="82697" y="478110"/>
                </a:lnTo>
                <a:lnTo>
                  <a:pt x="60293" y="497184"/>
                </a:lnTo>
                <a:lnTo>
                  <a:pt x="94028" y="506106"/>
                </a:lnTo>
                <a:lnTo>
                  <a:pt x="43471" y="532450"/>
                </a:lnTo>
                <a:lnTo>
                  <a:pt x="52125" y="545668"/>
                </a:lnTo>
                <a:lnTo>
                  <a:pt x="93599" y="517210"/>
                </a:lnTo>
                <a:lnTo>
                  <a:pt x="130521" y="529588"/>
                </a:lnTo>
                <a:lnTo>
                  <a:pt x="158008" y="515143"/>
                </a:lnTo>
                <a:lnTo>
                  <a:pt x="162896" y="534920"/>
                </a:lnTo>
                <a:lnTo>
                  <a:pt x="177112" y="526708"/>
                </a:lnTo>
                <a:lnTo>
                  <a:pt x="265998" y="555886"/>
                </a:lnTo>
                <a:lnTo>
                  <a:pt x="284055" y="590697"/>
                </a:lnTo>
                <a:lnTo>
                  <a:pt x="231120" y="693573"/>
                </a:lnTo>
                <a:lnTo>
                  <a:pt x="239268" y="713001"/>
                </a:lnTo>
                <a:lnTo>
                  <a:pt x="188285" y="721595"/>
                </a:lnTo>
                <a:lnTo>
                  <a:pt x="169134" y="749427"/>
                </a:lnTo>
                <a:lnTo>
                  <a:pt x="190315" y="781226"/>
                </a:lnTo>
                <a:lnTo>
                  <a:pt x="150254" y="826172"/>
                </a:lnTo>
                <a:lnTo>
                  <a:pt x="175033" y="910228"/>
                </a:lnTo>
                <a:lnTo>
                  <a:pt x="198674" y="897044"/>
                </a:lnTo>
                <a:lnTo>
                  <a:pt x="236643" y="928537"/>
                </a:lnTo>
                <a:lnTo>
                  <a:pt x="261382" y="903046"/>
                </a:lnTo>
                <a:lnTo>
                  <a:pt x="249164" y="859207"/>
                </a:lnTo>
                <a:lnTo>
                  <a:pt x="230996" y="865345"/>
                </a:lnTo>
                <a:lnTo>
                  <a:pt x="236232" y="833879"/>
                </a:lnTo>
                <a:lnTo>
                  <a:pt x="214337" y="811979"/>
                </a:lnTo>
                <a:lnTo>
                  <a:pt x="206897" y="767856"/>
                </a:lnTo>
                <a:lnTo>
                  <a:pt x="187098" y="763247"/>
                </a:lnTo>
                <a:lnTo>
                  <a:pt x="218000" y="739833"/>
                </a:lnTo>
                <a:lnTo>
                  <a:pt x="234126" y="752965"/>
                </a:lnTo>
                <a:lnTo>
                  <a:pt x="229060" y="731801"/>
                </a:lnTo>
                <a:lnTo>
                  <a:pt x="243753" y="741814"/>
                </a:lnTo>
                <a:lnTo>
                  <a:pt x="256939" y="722488"/>
                </a:lnTo>
                <a:lnTo>
                  <a:pt x="263858" y="749831"/>
                </a:lnTo>
                <a:lnTo>
                  <a:pt x="235947" y="761480"/>
                </a:lnTo>
                <a:lnTo>
                  <a:pt x="244515" y="771514"/>
                </a:lnTo>
                <a:lnTo>
                  <a:pt x="259881" y="754154"/>
                </a:lnTo>
                <a:lnTo>
                  <a:pt x="248772" y="782137"/>
                </a:lnTo>
                <a:lnTo>
                  <a:pt x="267166" y="764757"/>
                </a:lnTo>
                <a:lnTo>
                  <a:pt x="283469" y="789330"/>
                </a:lnTo>
                <a:lnTo>
                  <a:pt x="308769" y="785349"/>
                </a:lnTo>
                <a:lnTo>
                  <a:pt x="306856" y="755262"/>
                </a:lnTo>
                <a:lnTo>
                  <a:pt x="333816" y="765829"/>
                </a:lnTo>
                <a:lnTo>
                  <a:pt x="321467" y="789807"/>
                </a:lnTo>
                <a:lnTo>
                  <a:pt x="384641" y="791301"/>
                </a:lnTo>
                <a:lnTo>
                  <a:pt x="383233" y="770493"/>
                </a:lnTo>
                <a:lnTo>
                  <a:pt x="440357" y="742365"/>
                </a:lnTo>
                <a:lnTo>
                  <a:pt x="463597" y="779149"/>
                </a:lnTo>
                <a:lnTo>
                  <a:pt x="441711" y="801785"/>
                </a:lnTo>
                <a:lnTo>
                  <a:pt x="466087" y="793946"/>
                </a:lnTo>
                <a:lnTo>
                  <a:pt x="470138" y="809545"/>
                </a:lnTo>
                <a:lnTo>
                  <a:pt x="470667" y="790704"/>
                </a:lnTo>
                <a:lnTo>
                  <a:pt x="511307" y="797478"/>
                </a:lnTo>
                <a:lnTo>
                  <a:pt x="501364" y="786500"/>
                </a:lnTo>
                <a:lnTo>
                  <a:pt x="526327" y="777608"/>
                </a:lnTo>
                <a:lnTo>
                  <a:pt x="516285" y="817228"/>
                </a:lnTo>
                <a:lnTo>
                  <a:pt x="561633" y="822452"/>
                </a:lnTo>
                <a:lnTo>
                  <a:pt x="580732" y="780884"/>
                </a:lnTo>
                <a:lnTo>
                  <a:pt x="610317" y="794875"/>
                </a:lnTo>
                <a:lnTo>
                  <a:pt x="622428" y="777177"/>
                </a:lnTo>
                <a:lnTo>
                  <a:pt x="626999" y="797254"/>
                </a:lnTo>
                <a:lnTo>
                  <a:pt x="667909" y="804736"/>
                </a:lnTo>
                <a:lnTo>
                  <a:pt x="675970" y="831479"/>
                </a:lnTo>
                <a:lnTo>
                  <a:pt x="708973" y="832648"/>
                </a:lnTo>
                <a:lnTo>
                  <a:pt x="722109" y="864627"/>
                </a:lnTo>
                <a:lnTo>
                  <a:pt x="738399" y="866691"/>
                </a:lnTo>
                <a:lnTo>
                  <a:pt x="740256" y="850046"/>
                </a:lnTo>
                <a:lnTo>
                  <a:pt x="787933" y="859134"/>
                </a:lnTo>
                <a:lnTo>
                  <a:pt x="772941" y="936380"/>
                </a:lnTo>
                <a:lnTo>
                  <a:pt x="812041" y="974121"/>
                </a:lnTo>
                <a:lnTo>
                  <a:pt x="848051" y="966662"/>
                </a:lnTo>
                <a:lnTo>
                  <a:pt x="882582" y="900513"/>
                </a:lnTo>
                <a:lnTo>
                  <a:pt x="874228" y="880757"/>
                </a:lnTo>
                <a:lnTo>
                  <a:pt x="895139" y="861953"/>
                </a:lnTo>
                <a:lnTo>
                  <a:pt x="868779" y="824982"/>
                </a:lnTo>
                <a:lnTo>
                  <a:pt x="868733" y="775855"/>
                </a:lnTo>
                <a:lnTo>
                  <a:pt x="936464" y="740825"/>
                </a:lnTo>
                <a:lnTo>
                  <a:pt x="972203" y="698039"/>
                </a:lnTo>
                <a:lnTo>
                  <a:pt x="1045629" y="697003"/>
                </a:lnTo>
                <a:lnTo>
                  <a:pt x="959046" y="630204"/>
                </a:lnTo>
                <a:lnTo>
                  <a:pt x="980765" y="620409"/>
                </a:lnTo>
                <a:lnTo>
                  <a:pt x="982241" y="601064"/>
                </a:lnTo>
                <a:lnTo>
                  <a:pt x="945014" y="578910"/>
                </a:lnTo>
                <a:lnTo>
                  <a:pt x="969721" y="560988"/>
                </a:lnTo>
                <a:lnTo>
                  <a:pt x="1015889" y="562820"/>
                </a:lnTo>
                <a:lnTo>
                  <a:pt x="991071" y="546123"/>
                </a:lnTo>
                <a:lnTo>
                  <a:pt x="992925" y="528535"/>
                </a:lnTo>
                <a:lnTo>
                  <a:pt x="966087" y="523821"/>
                </a:lnTo>
                <a:lnTo>
                  <a:pt x="947457" y="459132"/>
                </a:lnTo>
                <a:lnTo>
                  <a:pt x="904403" y="437083"/>
                </a:lnTo>
                <a:lnTo>
                  <a:pt x="873010" y="435568"/>
                </a:lnTo>
                <a:lnTo>
                  <a:pt x="863277" y="457791"/>
                </a:lnTo>
                <a:lnTo>
                  <a:pt x="845339" y="439373"/>
                </a:lnTo>
                <a:lnTo>
                  <a:pt x="782567" y="432096"/>
                </a:lnTo>
                <a:lnTo>
                  <a:pt x="778881" y="399206"/>
                </a:lnTo>
                <a:lnTo>
                  <a:pt x="742987" y="405675"/>
                </a:lnTo>
                <a:lnTo>
                  <a:pt x="690463" y="369305"/>
                </a:lnTo>
                <a:lnTo>
                  <a:pt x="664801" y="379220"/>
                </a:lnTo>
                <a:lnTo>
                  <a:pt x="485053" y="256115"/>
                </a:lnTo>
                <a:lnTo>
                  <a:pt x="475325" y="275425"/>
                </a:lnTo>
                <a:lnTo>
                  <a:pt x="420223" y="234266"/>
                </a:lnTo>
                <a:lnTo>
                  <a:pt x="397469" y="249955"/>
                </a:lnTo>
                <a:lnTo>
                  <a:pt x="378617" y="225330"/>
                </a:lnTo>
                <a:lnTo>
                  <a:pt x="324269" y="228523"/>
                </a:lnTo>
                <a:lnTo>
                  <a:pt x="282904" y="188778"/>
                </a:lnTo>
                <a:lnTo>
                  <a:pt x="252368" y="189926"/>
                </a:lnTo>
                <a:lnTo>
                  <a:pt x="226365" y="162813"/>
                </a:lnTo>
                <a:lnTo>
                  <a:pt x="257349" y="143119"/>
                </a:lnTo>
                <a:lnTo>
                  <a:pt x="212398" y="125288"/>
                </a:lnTo>
                <a:lnTo>
                  <a:pt x="196228" y="99185"/>
                </a:lnTo>
                <a:lnTo>
                  <a:pt x="173336" y="89676"/>
                </a:lnTo>
                <a:lnTo>
                  <a:pt x="129845" y="121882"/>
                </a:lnTo>
                <a:lnTo>
                  <a:pt x="119517" y="102234"/>
                </a:lnTo>
                <a:lnTo>
                  <a:pt x="99026" y="106159"/>
                </a:lnTo>
                <a:lnTo>
                  <a:pt x="89920" y="65895"/>
                </a:lnTo>
                <a:lnTo>
                  <a:pt x="121549" y="23138"/>
                </a:lnTo>
                <a:lnTo>
                  <a:pt x="68142" y="0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Uttarākhand"/>
          <p:cNvSpPr/>
          <p:nvPr/>
        </p:nvSpPr>
        <p:spPr>
          <a:xfrm>
            <a:off x="8513513" y="2558839"/>
            <a:ext cx="479117" cy="407321"/>
          </a:xfrm>
          <a:custGeom>
            <a:avLst/>
            <a:gdLst/>
            <a:ahLst/>
            <a:cxnLst/>
            <a:rect l="l" t="t" r="r" b="b"/>
            <a:pathLst>
              <a:path w="479117" h="407321">
                <a:moveTo>
                  <a:pt x="345202" y="390329"/>
                </a:moveTo>
                <a:lnTo>
                  <a:pt x="356218" y="350646"/>
                </a:lnTo>
                <a:lnTo>
                  <a:pt x="377441" y="335327"/>
                </a:lnTo>
                <a:lnTo>
                  <a:pt x="369719" y="299873"/>
                </a:lnTo>
                <a:lnTo>
                  <a:pt x="392861" y="276767"/>
                </a:lnTo>
                <a:lnTo>
                  <a:pt x="387146" y="254221"/>
                </a:lnTo>
                <a:lnTo>
                  <a:pt x="479117" y="179850"/>
                </a:lnTo>
                <a:lnTo>
                  <a:pt x="365630" y="129491"/>
                </a:lnTo>
                <a:lnTo>
                  <a:pt x="368864" y="103353"/>
                </a:lnTo>
                <a:lnTo>
                  <a:pt x="317469" y="71495"/>
                </a:lnTo>
                <a:lnTo>
                  <a:pt x="256761" y="63837"/>
                </a:lnTo>
                <a:lnTo>
                  <a:pt x="211016" y="0"/>
                </a:lnTo>
                <a:lnTo>
                  <a:pt x="181252" y="24989"/>
                </a:lnTo>
                <a:lnTo>
                  <a:pt x="198943" y="51002"/>
                </a:lnTo>
                <a:lnTo>
                  <a:pt x="110508" y="24670"/>
                </a:lnTo>
                <a:lnTo>
                  <a:pt x="45203" y="44988"/>
                </a:lnTo>
                <a:lnTo>
                  <a:pt x="18205" y="102467"/>
                </a:lnTo>
                <a:lnTo>
                  <a:pt x="34095" y="140843"/>
                </a:lnTo>
                <a:lnTo>
                  <a:pt x="0" y="155415"/>
                </a:lnTo>
                <a:lnTo>
                  <a:pt x="53922" y="180504"/>
                </a:lnTo>
                <a:lnTo>
                  <a:pt x="23216" y="220459"/>
                </a:lnTo>
                <a:lnTo>
                  <a:pt x="27533" y="259313"/>
                </a:lnTo>
                <a:lnTo>
                  <a:pt x="51890" y="259600"/>
                </a:lnTo>
                <a:lnTo>
                  <a:pt x="62218" y="279248"/>
                </a:lnTo>
                <a:lnTo>
                  <a:pt x="118567" y="251841"/>
                </a:lnTo>
                <a:lnTo>
                  <a:pt x="144771" y="282654"/>
                </a:lnTo>
                <a:lnTo>
                  <a:pt x="189722" y="300485"/>
                </a:lnTo>
                <a:lnTo>
                  <a:pt x="158738" y="320179"/>
                </a:lnTo>
                <a:lnTo>
                  <a:pt x="184778" y="347321"/>
                </a:lnTo>
                <a:lnTo>
                  <a:pt x="215277" y="346144"/>
                </a:lnTo>
                <a:lnTo>
                  <a:pt x="258704" y="386588"/>
                </a:lnTo>
                <a:lnTo>
                  <a:pt x="312550" y="383196"/>
                </a:lnTo>
                <a:lnTo>
                  <a:pt x="329842" y="407321"/>
                </a:lnTo>
                <a:lnTo>
                  <a:pt x="345202" y="390329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West Bengal"/>
          <p:cNvSpPr/>
          <p:nvPr/>
        </p:nvSpPr>
        <p:spPr>
          <a:xfrm>
            <a:off x="9655611" y="3191732"/>
            <a:ext cx="561474" cy="844136"/>
          </a:xfrm>
          <a:custGeom>
            <a:avLst/>
            <a:gdLst/>
            <a:ahLst/>
            <a:cxnLst/>
            <a:rect l="l" t="t" r="r" b="b"/>
            <a:pathLst>
              <a:path w="561474" h="844136">
                <a:moveTo>
                  <a:pt x="303987" y="0"/>
                </a:moveTo>
                <a:lnTo>
                  <a:pt x="327842" y="65723"/>
                </a:lnTo>
                <a:lnTo>
                  <a:pt x="316530" y="98610"/>
                </a:lnTo>
                <a:lnTo>
                  <a:pt x="334171" y="95631"/>
                </a:lnTo>
                <a:lnTo>
                  <a:pt x="343548" y="128562"/>
                </a:lnTo>
                <a:lnTo>
                  <a:pt x="275733" y="191622"/>
                </a:lnTo>
                <a:lnTo>
                  <a:pt x="308816" y="225313"/>
                </a:lnTo>
                <a:lnTo>
                  <a:pt x="312599" y="254485"/>
                </a:lnTo>
                <a:lnTo>
                  <a:pt x="285869" y="252432"/>
                </a:lnTo>
                <a:lnTo>
                  <a:pt x="269616" y="268178"/>
                </a:lnTo>
                <a:lnTo>
                  <a:pt x="280693" y="290646"/>
                </a:lnTo>
                <a:lnTo>
                  <a:pt x="261964" y="291673"/>
                </a:lnTo>
                <a:lnTo>
                  <a:pt x="296712" y="339415"/>
                </a:lnTo>
                <a:lnTo>
                  <a:pt x="276689" y="365820"/>
                </a:lnTo>
                <a:lnTo>
                  <a:pt x="289307" y="391967"/>
                </a:lnTo>
                <a:lnTo>
                  <a:pt x="270317" y="392270"/>
                </a:lnTo>
                <a:lnTo>
                  <a:pt x="274424" y="422211"/>
                </a:lnTo>
                <a:lnTo>
                  <a:pt x="251917" y="441375"/>
                </a:lnTo>
                <a:lnTo>
                  <a:pt x="259715" y="457139"/>
                </a:lnTo>
                <a:lnTo>
                  <a:pt x="232354" y="461809"/>
                </a:lnTo>
                <a:lnTo>
                  <a:pt x="227156" y="481763"/>
                </a:lnTo>
                <a:lnTo>
                  <a:pt x="197435" y="472677"/>
                </a:lnTo>
                <a:lnTo>
                  <a:pt x="196782" y="505402"/>
                </a:lnTo>
                <a:lnTo>
                  <a:pt x="136510" y="503655"/>
                </a:lnTo>
                <a:lnTo>
                  <a:pt x="135660" y="525830"/>
                </a:lnTo>
                <a:lnTo>
                  <a:pt x="88930" y="534665"/>
                </a:lnTo>
                <a:lnTo>
                  <a:pt x="67922" y="567197"/>
                </a:lnTo>
                <a:lnTo>
                  <a:pt x="30791" y="541172"/>
                </a:lnTo>
                <a:lnTo>
                  <a:pt x="32469" y="555988"/>
                </a:lnTo>
                <a:lnTo>
                  <a:pt x="7087" y="557689"/>
                </a:lnTo>
                <a:lnTo>
                  <a:pt x="0" y="588595"/>
                </a:lnTo>
                <a:lnTo>
                  <a:pt x="50668" y="627889"/>
                </a:lnTo>
                <a:lnTo>
                  <a:pt x="100722" y="630252"/>
                </a:lnTo>
                <a:lnTo>
                  <a:pt x="83049" y="659869"/>
                </a:lnTo>
                <a:lnTo>
                  <a:pt x="131023" y="692006"/>
                </a:lnTo>
                <a:lnTo>
                  <a:pt x="147961" y="733557"/>
                </a:lnTo>
                <a:lnTo>
                  <a:pt x="124929" y="756034"/>
                </a:lnTo>
                <a:lnTo>
                  <a:pt x="167354" y="772282"/>
                </a:lnTo>
                <a:lnTo>
                  <a:pt x="168678" y="797623"/>
                </a:lnTo>
                <a:lnTo>
                  <a:pt x="196115" y="784349"/>
                </a:lnTo>
                <a:lnTo>
                  <a:pt x="230785" y="836189"/>
                </a:lnTo>
                <a:lnTo>
                  <a:pt x="275123" y="821398"/>
                </a:lnTo>
                <a:lnTo>
                  <a:pt x="300083" y="797243"/>
                </a:lnTo>
                <a:lnTo>
                  <a:pt x="300951" y="766642"/>
                </a:lnTo>
                <a:lnTo>
                  <a:pt x="325121" y="766265"/>
                </a:lnTo>
                <a:lnTo>
                  <a:pt x="301291" y="741248"/>
                </a:lnTo>
                <a:lnTo>
                  <a:pt x="327298" y="749981"/>
                </a:lnTo>
                <a:lnTo>
                  <a:pt x="337938" y="844136"/>
                </a:lnTo>
                <a:lnTo>
                  <a:pt x="338146" y="783582"/>
                </a:lnTo>
                <a:lnTo>
                  <a:pt x="345114" y="798900"/>
                </a:lnTo>
                <a:lnTo>
                  <a:pt x="350548" y="782216"/>
                </a:lnTo>
                <a:lnTo>
                  <a:pt x="354799" y="808526"/>
                </a:lnTo>
                <a:lnTo>
                  <a:pt x="355687" y="777317"/>
                </a:lnTo>
                <a:lnTo>
                  <a:pt x="367118" y="792714"/>
                </a:lnTo>
                <a:lnTo>
                  <a:pt x="378661" y="770263"/>
                </a:lnTo>
                <a:lnTo>
                  <a:pt x="370663" y="795996"/>
                </a:lnTo>
                <a:lnTo>
                  <a:pt x="384132" y="793525"/>
                </a:lnTo>
                <a:lnTo>
                  <a:pt x="391784" y="740949"/>
                </a:lnTo>
                <a:lnTo>
                  <a:pt x="390342" y="785085"/>
                </a:lnTo>
                <a:lnTo>
                  <a:pt x="407329" y="755833"/>
                </a:lnTo>
                <a:lnTo>
                  <a:pt x="406730" y="783742"/>
                </a:lnTo>
                <a:lnTo>
                  <a:pt x="426734" y="788241"/>
                </a:lnTo>
                <a:lnTo>
                  <a:pt x="438661" y="761502"/>
                </a:lnTo>
                <a:lnTo>
                  <a:pt x="430785" y="785562"/>
                </a:lnTo>
                <a:lnTo>
                  <a:pt x="441474" y="792452"/>
                </a:lnTo>
                <a:lnTo>
                  <a:pt x="453656" y="754003"/>
                </a:lnTo>
                <a:lnTo>
                  <a:pt x="419107" y="627268"/>
                </a:lnTo>
                <a:lnTo>
                  <a:pt x="439640" y="596705"/>
                </a:lnTo>
                <a:lnTo>
                  <a:pt x="401440" y="590637"/>
                </a:lnTo>
                <a:lnTo>
                  <a:pt x="412691" y="554561"/>
                </a:lnTo>
                <a:lnTo>
                  <a:pt x="379214" y="531839"/>
                </a:lnTo>
                <a:lnTo>
                  <a:pt x="381605" y="500164"/>
                </a:lnTo>
                <a:lnTo>
                  <a:pt x="408414" y="481999"/>
                </a:lnTo>
                <a:lnTo>
                  <a:pt x="403776" y="438198"/>
                </a:lnTo>
                <a:lnTo>
                  <a:pt x="328206" y="408318"/>
                </a:lnTo>
                <a:lnTo>
                  <a:pt x="305315" y="376688"/>
                </a:lnTo>
                <a:lnTo>
                  <a:pt x="320974" y="339685"/>
                </a:lnTo>
                <a:lnTo>
                  <a:pt x="357030" y="338255"/>
                </a:lnTo>
                <a:lnTo>
                  <a:pt x="363125" y="300477"/>
                </a:lnTo>
                <a:lnTo>
                  <a:pt x="429422" y="305452"/>
                </a:lnTo>
                <a:lnTo>
                  <a:pt x="441624" y="285378"/>
                </a:lnTo>
                <a:lnTo>
                  <a:pt x="418266" y="275881"/>
                </a:lnTo>
                <a:lnTo>
                  <a:pt x="414277" y="252014"/>
                </a:lnTo>
                <a:lnTo>
                  <a:pt x="376681" y="254227"/>
                </a:lnTo>
                <a:lnTo>
                  <a:pt x="313966" y="193312"/>
                </a:lnTo>
                <a:lnTo>
                  <a:pt x="326687" y="158545"/>
                </a:lnTo>
                <a:lnTo>
                  <a:pt x="374232" y="127026"/>
                </a:lnTo>
                <a:lnTo>
                  <a:pt x="347842" y="108797"/>
                </a:lnTo>
                <a:lnTo>
                  <a:pt x="358678" y="86489"/>
                </a:lnTo>
                <a:lnTo>
                  <a:pt x="404921" y="129128"/>
                </a:lnTo>
                <a:lnTo>
                  <a:pt x="393877" y="142318"/>
                </a:lnTo>
                <a:lnTo>
                  <a:pt x="447479" y="144821"/>
                </a:lnTo>
                <a:lnTo>
                  <a:pt x="428071" y="125891"/>
                </a:lnTo>
                <a:lnTo>
                  <a:pt x="435561" y="112479"/>
                </a:lnTo>
                <a:lnTo>
                  <a:pt x="453756" y="122552"/>
                </a:lnTo>
                <a:lnTo>
                  <a:pt x="461906" y="160170"/>
                </a:lnTo>
                <a:lnTo>
                  <a:pt x="517318" y="186150"/>
                </a:lnTo>
                <a:lnTo>
                  <a:pt x="528236" y="146639"/>
                </a:lnTo>
                <a:lnTo>
                  <a:pt x="542432" y="155187"/>
                </a:lnTo>
                <a:lnTo>
                  <a:pt x="540099" y="135039"/>
                </a:lnTo>
                <a:lnTo>
                  <a:pt x="559004" y="123512"/>
                </a:lnTo>
                <a:lnTo>
                  <a:pt x="561474" y="93695"/>
                </a:lnTo>
                <a:lnTo>
                  <a:pt x="558272" y="76607"/>
                </a:lnTo>
                <a:lnTo>
                  <a:pt x="516259" y="59503"/>
                </a:lnTo>
                <a:lnTo>
                  <a:pt x="457962" y="60370"/>
                </a:lnTo>
                <a:lnTo>
                  <a:pt x="422479" y="39874"/>
                </a:lnTo>
                <a:lnTo>
                  <a:pt x="412638" y="10862"/>
                </a:lnTo>
                <a:lnTo>
                  <a:pt x="378795" y="4125"/>
                </a:lnTo>
                <a:lnTo>
                  <a:pt x="361571" y="19742"/>
                </a:lnTo>
                <a:lnTo>
                  <a:pt x="303987" y="0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09 · INFRASTRUCTURE</a:t>
            </a:r>
            <a:endParaRPr lang="en-US" sz="120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831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Infrastructure — near-universal access achieved: 99.5% electrified, grid now scaling renewables</a:t>
            </a:r>
            <a:endParaRPr lang="en-US" sz="1700"/>
          </a:p>
        </p:txBody>
      </p:sp>
      <p:sp>
        <p:nvSpPr>
          <p:cNvPr id="4" name="Shape 2"/>
          <p:cNvSpPr/>
          <p:nvPr/>
        </p:nvSpPr>
        <p:spPr>
          <a:xfrm>
            <a:off x="512064" y="1005840"/>
            <a:ext cx="502920" cy="0"/>
          </a:xfrm>
          <a:prstGeom prst="line">
            <a:avLst/>
          </a:prstGeom>
          <a:noFill/>
          <a:ln w="31750">
            <a:solidFill>
              <a:srgbClr val="AD83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02920" y="1188720"/>
            <a:ext cx="1975104" cy="115214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1975104" cy="41148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12648" y="1261872"/>
            <a:ext cx="1755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99.5%</a:t>
            </a:r>
            <a:endParaRPr lang="en-US" sz="1900"/>
          </a:p>
        </p:txBody>
      </p:sp>
      <p:sp>
        <p:nvSpPr>
          <p:cNvPr id="8" name="Text 6"/>
          <p:cNvSpPr/>
          <p:nvPr/>
        </p:nvSpPr>
        <p:spPr>
          <a:xfrm>
            <a:off x="612648" y="1609344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Electricity access</a:t>
            </a:r>
            <a:endParaRPr lang="en-US" sz="1200"/>
          </a:p>
        </p:txBody>
      </p:sp>
      <p:sp>
        <p:nvSpPr>
          <p:cNvPr id="9" name="Text 7"/>
          <p:cNvSpPr/>
          <p:nvPr/>
        </p:nvSpPr>
        <p:spPr>
          <a:xfrm>
            <a:off x="612648" y="1828800"/>
            <a:ext cx="17556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Rural ~99% · WB 2024</a:t>
            </a:r>
            <a:endParaRPr lang="en-US" sz="1200"/>
          </a:p>
        </p:txBody>
      </p:sp>
      <p:sp>
        <p:nvSpPr>
          <p:cNvPr id="10" name="Shape 8"/>
          <p:cNvSpPr/>
          <p:nvPr/>
        </p:nvSpPr>
        <p:spPr>
          <a:xfrm>
            <a:off x="2606040" y="1188720"/>
            <a:ext cx="1975104" cy="115214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2606040" y="1188720"/>
            <a:ext cx="1975104" cy="41148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2715768" y="1261872"/>
            <a:ext cx="1755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0.03%</a:t>
            </a:r>
            <a:endParaRPr lang="en-US" sz="1900"/>
          </a:p>
        </p:txBody>
      </p:sp>
      <p:sp>
        <p:nvSpPr>
          <p:cNvPr id="13" name="Text 11"/>
          <p:cNvSpPr/>
          <p:nvPr/>
        </p:nvSpPr>
        <p:spPr>
          <a:xfrm>
            <a:off x="2715768" y="1609344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Energy deficit</a:t>
            </a:r>
            <a:endParaRPr lang="en-US" sz="1200"/>
          </a:p>
        </p:txBody>
      </p:sp>
      <p:sp>
        <p:nvSpPr>
          <p:cNvPr id="14" name="Text 12"/>
          <p:cNvSpPr/>
          <p:nvPr/>
        </p:nvSpPr>
        <p:spPr>
          <a:xfrm>
            <a:off x="2715768" y="1828800"/>
            <a:ext cx="17556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Down from 4.2% in 2014</a:t>
            </a:r>
            <a:endParaRPr lang="en-US" sz="1200"/>
          </a:p>
        </p:txBody>
      </p:sp>
      <p:sp>
        <p:nvSpPr>
          <p:cNvPr id="15" name="Shape 13"/>
          <p:cNvSpPr/>
          <p:nvPr/>
        </p:nvSpPr>
        <p:spPr>
          <a:xfrm>
            <a:off x="4709160" y="1188720"/>
            <a:ext cx="1975104" cy="115214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4709160" y="1188720"/>
            <a:ext cx="1975104" cy="41148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818888" y="1261872"/>
            <a:ext cx="1755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+45GW</a:t>
            </a:r>
            <a:endParaRPr lang="en-US" sz="1900"/>
          </a:p>
        </p:txBody>
      </p:sp>
      <p:sp>
        <p:nvSpPr>
          <p:cNvPr id="18" name="Text 16"/>
          <p:cNvSpPr/>
          <p:nvPr/>
        </p:nvSpPr>
        <p:spPr>
          <a:xfrm>
            <a:off x="4818888" y="1609344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 added 2025</a:t>
            </a:r>
            <a:endParaRPr lang="en-US" sz="1200"/>
          </a:p>
        </p:txBody>
      </p:sp>
      <p:sp>
        <p:nvSpPr>
          <p:cNvPr id="19" name="Text 17"/>
          <p:cNvSpPr/>
          <p:nvPr/>
        </p:nvSpPr>
        <p:spPr>
          <a:xfrm>
            <a:off x="4818888" y="1828800"/>
            <a:ext cx="17556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Record annual addition</a:t>
            </a:r>
            <a:endParaRPr lang="en-US" sz="1200"/>
          </a:p>
        </p:txBody>
      </p:sp>
      <p:sp>
        <p:nvSpPr>
          <p:cNvPr id="20" name="Text 18"/>
          <p:cNvSpPr/>
          <p:nvPr/>
        </p:nvSpPr>
        <p:spPr>
          <a:xfrm>
            <a:off x="502920" y="2432304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KEY INSIGHTS</a:t>
            </a:r>
            <a:endParaRPr lang="en-US" sz="1200"/>
          </a:p>
        </p:txBody>
      </p:sp>
      <p:sp>
        <p:nvSpPr>
          <p:cNvPr id="21" name="Text 19"/>
          <p:cNvSpPr/>
          <p:nvPr/>
        </p:nvSpPr>
        <p:spPr>
          <a:xfrm>
            <a:off x="658368" y="2688336"/>
            <a:ext cx="598932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India reached 510GW installed capacity (Nov 2025); non-fossil sources hit 51%—NDC target met 5 years early.</a:t>
            </a:r>
            <a:endParaRPr lang="en-US" sz="1200"/>
          </a:p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Renewable expansion record 44.5GW in 2025; solar crossed 133GW, wind 54GW. Grid transmission lags generation.</a:t>
            </a:r>
            <a:endParaRPr lang="en-US" sz="1200"/>
          </a:p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Peak demand of 242GW met; T&amp;D losses ~18%; rural supply quality remains uneven.</a:t>
            </a:r>
            <a:endParaRPr lang="en-US" sz="1200"/>
          </a:p>
        </p:txBody>
      </p:sp>
      <p:sp>
        <p:nvSpPr>
          <p:cNvPr id="22" name="Shape 20"/>
          <p:cNvSpPr/>
          <p:nvPr/>
        </p:nvSpPr>
        <p:spPr>
          <a:xfrm>
            <a:off x="502920" y="4663440"/>
            <a:ext cx="6172200" cy="1591056"/>
          </a:xfrm>
          <a:prstGeom prst="rect">
            <a:avLst/>
          </a:prstGeom>
          <a:solidFill>
            <a:srgbClr val="F4F1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502920" y="4663440"/>
            <a:ext cx="45720" cy="1591056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694944" y="475488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POTENTIAL INTERVENTIONS</a:t>
            </a:r>
            <a:endParaRPr lang="en-US" sz="1200"/>
          </a:p>
        </p:txBody>
      </p:sp>
      <p:sp>
        <p:nvSpPr>
          <p:cNvPr id="25" name="Text 23"/>
          <p:cNvSpPr/>
          <p:nvPr/>
        </p:nvSpPr>
        <p:spPr>
          <a:xfrm>
            <a:off x="713232" y="5029200"/>
            <a:ext cx="219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▸</a:t>
            </a:r>
            <a:endParaRPr lang="en-US" sz="1200"/>
          </a:p>
        </p:txBody>
      </p:sp>
      <p:sp>
        <p:nvSpPr>
          <p:cNvPr id="26" name="Text 24"/>
          <p:cNvSpPr/>
          <p:nvPr/>
        </p:nvSpPr>
        <p:spPr>
          <a:xfrm>
            <a:off x="932688" y="5029200"/>
            <a:ext cx="5632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Accelerate transmission corridors for stranded RE capacity.</a:t>
            </a:r>
            <a:endParaRPr lang="en-US" sz="1200"/>
          </a:p>
        </p:txBody>
      </p:sp>
      <p:sp>
        <p:nvSpPr>
          <p:cNvPr id="27" name="Text 25"/>
          <p:cNvSpPr/>
          <p:nvPr/>
        </p:nvSpPr>
        <p:spPr>
          <a:xfrm>
            <a:off x="713232" y="5394960"/>
            <a:ext cx="219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▸</a:t>
            </a:r>
            <a:endParaRPr lang="en-US" sz="1200"/>
          </a:p>
        </p:txBody>
      </p:sp>
      <p:sp>
        <p:nvSpPr>
          <p:cNvPr id="28" name="Text 26"/>
          <p:cNvSpPr/>
          <p:nvPr/>
        </p:nvSpPr>
        <p:spPr>
          <a:xfrm>
            <a:off x="932688" y="5394960"/>
            <a:ext cx="5632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Battery storage (target 55-60GW by 2030) and smart grids.</a:t>
            </a:r>
            <a:endParaRPr lang="en-US" sz="1200"/>
          </a:p>
        </p:txBody>
      </p:sp>
      <p:sp>
        <p:nvSpPr>
          <p:cNvPr id="29" name="Text 27"/>
          <p:cNvSpPr/>
          <p:nvPr/>
        </p:nvSpPr>
        <p:spPr>
          <a:xfrm>
            <a:off x="713232" y="5760720"/>
            <a:ext cx="219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▸</a:t>
            </a:r>
            <a:endParaRPr lang="en-US" sz="1200"/>
          </a:p>
        </p:txBody>
      </p:sp>
      <p:sp>
        <p:nvSpPr>
          <p:cNvPr id="30" name="Text 28"/>
          <p:cNvSpPr/>
          <p:nvPr/>
        </p:nvSpPr>
        <p:spPr>
          <a:xfrm>
            <a:off x="932688" y="5760720"/>
            <a:ext cx="5632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Rooftop solar under PM Surya Ghar scheme for rural quality.</a:t>
            </a:r>
            <a:endParaRPr lang="en-US" sz="1200"/>
          </a:p>
        </p:txBody>
      </p:sp>
      <p:sp>
        <p:nvSpPr>
          <p:cNvPr id="31" name="Text 29"/>
          <p:cNvSpPr/>
          <p:nvPr/>
        </p:nvSpPr>
        <p:spPr>
          <a:xfrm>
            <a:off x="6903720" y="120700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Electricity access (%)</a:t>
            </a:r>
            <a:endParaRPr lang="en-US" sz="1200"/>
          </a:p>
        </p:txBody>
      </p:sp>
      <p:sp>
        <p:nvSpPr>
          <p:cNvPr id="32" name="Text 30"/>
          <p:cNvSpPr/>
          <p:nvPr/>
        </p:nvSpPr>
        <p:spPr>
          <a:xfrm>
            <a:off x="6903720" y="1463040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WB Tracking SDG7 pattern (est.)</a:t>
            </a:r>
            <a:endParaRPr lang="en-US" sz="1200"/>
          </a:p>
        </p:txBody>
      </p:sp>
      <p:sp>
        <p:nvSpPr>
          <p:cNvPr id="34" name="Shape 31"/>
          <p:cNvSpPr/>
          <p:nvPr/>
        </p:nvSpPr>
        <p:spPr>
          <a:xfrm>
            <a:off x="502920" y="6400800"/>
            <a:ext cx="11185855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2"/>
          <p:cNvSpPr/>
          <p:nvPr/>
        </p:nvSpPr>
        <p:spPr>
          <a:xfrm>
            <a:off x="502920" y="6446520"/>
            <a:ext cx="8961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World Bank/ESMAP · Ministry of Power · MNRE 2025 · IEEFA</a:t>
            </a:r>
            <a:endParaRPr lang="en-US" sz="1200"/>
          </a:p>
        </p:txBody>
      </p:sp>
      <p:sp>
        <p:nvSpPr>
          <p:cNvPr id="36" name="Text 33"/>
          <p:cNvSpPr/>
          <p:nvPr/>
        </p:nvSpPr>
        <p:spPr>
          <a:xfrm>
            <a:off x="9905695" y="644652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ODA</a:t>
            </a: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14 / 23</a:t>
            </a:r>
            <a:endParaRPr lang="en-US" sz="1200"/>
          </a:p>
        </p:txBody>
      </p:sp>
      <p:sp>
        <p:nvSpPr>
          <p:cNvPr id="33" name="Andaman and Nicobar Islands"/>
          <p:cNvSpPr/>
          <p:nvPr/>
        </p:nvSpPr>
        <p:spPr>
          <a:xfrm>
            <a:off x="10606154" y="5323986"/>
            <a:ext cx="40156" cy="92050"/>
          </a:xfrm>
          <a:custGeom>
            <a:avLst/>
            <a:gdLst/>
            <a:ahLst/>
            <a:cxnLst/>
            <a:rect l="l" t="t" r="r" b="b"/>
            <a:pathLst>
              <a:path w="40156" h="92050">
                <a:moveTo>
                  <a:pt x="21573" y="78136"/>
                </a:moveTo>
                <a:lnTo>
                  <a:pt x="12167" y="68018"/>
                </a:lnTo>
                <a:lnTo>
                  <a:pt x="31912" y="77658"/>
                </a:lnTo>
                <a:lnTo>
                  <a:pt x="40156" y="57578"/>
                </a:lnTo>
                <a:lnTo>
                  <a:pt x="29475" y="0"/>
                </a:lnTo>
                <a:lnTo>
                  <a:pt x="13714" y="24410"/>
                </a:lnTo>
                <a:lnTo>
                  <a:pt x="5295" y="15059"/>
                </a:lnTo>
                <a:lnTo>
                  <a:pt x="13147" y="51756"/>
                </a:lnTo>
                <a:lnTo>
                  <a:pt x="12362" y="38257"/>
                </a:lnTo>
                <a:lnTo>
                  <a:pt x="0" y="47430"/>
                </a:lnTo>
                <a:lnTo>
                  <a:pt x="3613" y="92050"/>
                </a:lnTo>
                <a:lnTo>
                  <a:pt x="29767" y="88519"/>
                </a:lnTo>
                <a:lnTo>
                  <a:pt x="21573" y="78136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Andhra Pradesh"/>
          <p:cNvSpPr/>
          <p:nvPr/>
        </p:nvSpPr>
        <p:spPr>
          <a:xfrm>
            <a:off x="8401720" y="4393055"/>
            <a:ext cx="1105248" cy="976139"/>
          </a:xfrm>
          <a:custGeom>
            <a:avLst/>
            <a:gdLst/>
            <a:ahLst/>
            <a:cxnLst/>
            <a:rect l="l" t="t" r="r" b="b"/>
            <a:pathLst>
              <a:path w="1105248" h="976139">
                <a:moveTo>
                  <a:pt x="485131" y="835764"/>
                </a:moveTo>
                <a:lnTo>
                  <a:pt x="465596" y="748341"/>
                </a:lnTo>
                <a:lnTo>
                  <a:pt x="475123" y="683205"/>
                </a:lnTo>
                <a:lnTo>
                  <a:pt x="454491" y="609460"/>
                </a:lnTo>
                <a:lnTo>
                  <a:pt x="487333" y="518771"/>
                </a:lnTo>
                <a:lnTo>
                  <a:pt x="542230" y="489271"/>
                </a:lnTo>
                <a:lnTo>
                  <a:pt x="578062" y="514499"/>
                </a:lnTo>
                <a:lnTo>
                  <a:pt x="628740" y="426859"/>
                </a:lnTo>
                <a:lnTo>
                  <a:pt x="686276" y="426407"/>
                </a:lnTo>
                <a:lnTo>
                  <a:pt x="768378" y="388811"/>
                </a:lnTo>
                <a:lnTo>
                  <a:pt x="769186" y="314389"/>
                </a:lnTo>
                <a:lnTo>
                  <a:pt x="1019698" y="126907"/>
                </a:lnTo>
                <a:lnTo>
                  <a:pt x="1105248" y="17225"/>
                </a:lnTo>
                <a:lnTo>
                  <a:pt x="1100069" y="528"/>
                </a:lnTo>
                <a:lnTo>
                  <a:pt x="1084078" y="4515"/>
                </a:lnTo>
                <a:lnTo>
                  <a:pt x="1094512" y="12895"/>
                </a:lnTo>
                <a:lnTo>
                  <a:pt x="1084827" y="20582"/>
                </a:lnTo>
                <a:lnTo>
                  <a:pt x="1059934" y="21000"/>
                </a:lnTo>
                <a:lnTo>
                  <a:pt x="1049327" y="53819"/>
                </a:lnTo>
                <a:lnTo>
                  <a:pt x="1014262" y="60470"/>
                </a:lnTo>
                <a:lnTo>
                  <a:pt x="986832" y="51972"/>
                </a:lnTo>
                <a:lnTo>
                  <a:pt x="973199" y="21601"/>
                </a:lnTo>
                <a:lnTo>
                  <a:pt x="967751" y="35420"/>
                </a:lnTo>
                <a:lnTo>
                  <a:pt x="949849" y="0"/>
                </a:lnTo>
                <a:lnTo>
                  <a:pt x="937550" y="22679"/>
                </a:lnTo>
                <a:lnTo>
                  <a:pt x="927964" y="10384"/>
                </a:lnTo>
                <a:lnTo>
                  <a:pt x="927110" y="31033"/>
                </a:lnTo>
                <a:lnTo>
                  <a:pt x="906188" y="24453"/>
                </a:lnTo>
                <a:lnTo>
                  <a:pt x="919360" y="47814"/>
                </a:lnTo>
                <a:lnTo>
                  <a:pt x="864984" y="77111"/>
                </a:lnTo>
                <a:lnTo>
                  <a:pt x="870725" y="116859"/>
                </a:lnTo>
                <a:lnTo>
                  <a:pt x="835923" y="106519"/>
                </a:lnTo>
                <a:lnTo>
                  <a:pt x="813012" y="138243"/>
                </a:lnTo>
                <a:lnTo>
                  <a:pt x="791559" y="91674"/>
                </a:lnTo>
                <a:lnTo>
                  <a:pt x="761577" y="174340"/>
                </a:lnTo>
                <a:lnTo>
                  <a:pt x="729187" y="163232"/>
                </a:lnTo>
                <a:lnTo>
                  <a:pt x="671935" y="200087"/>
                </a:lnTo>
                <a:lnTo>
                  <a:pt x="609468" y="194935"/>
                </a:lnTo>
                <a:lnTo>
                  <a:pt x="594517" y="213522"/>
                </a:lnTo>
                <a:lnTo>
                  <a:pt x="576471" y="209240"/>
                </a:lnTo>
                <a:lnTo>
                  <a:pt x="566438" y="233108"/>
                </a:lnTo>
                <a:lnTo>
                  <a:pt x="631141" y="267039"/>
                </a:lnTo>
                <a:lnTo>
                  <a:pt x="610554" y="288565"/>
                </a:lnTo>
                <a:lnTo>
                  <a:pt x="575229" y="290148"/>
                </a:lnTo>
                <a:lnTo>
                  <a:pt x="565041" y="316982"/>
                </a:lnTo>
                <a:lnTo>
                  <a:pt x="528304" y="300099"/>
                </a:lnTo>
                <a:lnTo>
                  <a:pt x="512357" y="318467"/>
                </a:lnTo>
                <a:lnTo>
                  <a:pt x="504626" y="309291"/>
                </a:lnTo>
                <a:lnTo>
                  <a:pt x="498307" y="326521"/>
                </a:lnTo>
                <a:lnTo>
                  <a:pt x="531340" y="335100"/>
                </a:lnTo>
                <a:lnTo>
                  <a:pt x="526950" y="357576"/>
                </a:lnTo>
                <a:lnTo>
                  <a:pt x="500665" y="350197"/>
                </a:lnTo>
                <a:lnTo>
                  <a:pt x="475188" y="316376"/>
                </a:lnTo>
                <a:lnTo>
                  <a:pt x="450391" y="335640"/>
                </a:lnTo>
                <a:lnTo>
                  <a:pt x="457760" y="352550"/>
                </a:lnTo>
                <a:lnTo>
                  <a:pt x="442870" y="376158"/>
                </a:lnTo>
                <a:lnTo>
                  <a:pt x="416686" y="363136"/>
                </a:lnTo>
                <a:lnTo>
                  <a:pt x="345071" y="387759"/>
                </a:lnTo>
                <a:lnTo>
                  <a:pt x="339492" y="438273"/>
                </a:lnTo>
                <a:lnTo>
                  <a:pt x="310822" y="436361"/>
                </a:lnTo>
                <a:lnTo>
                  <a:pt x="279799" y="469062"/>
                </a:lnTo>
                <a:lnTo>
                  <a:pt x="227511" y="461052"/>
                </a:lnTo>
                <a:lnTo>
                  <a:pt x="189582" y="496660"/>
                </a:lnTo>
                <a:lnTo>
                  <a:pt x="67008" y="477510"/>
                </a:lnTo>
                <a:lnTo>
                  <a:pt x="37211" y="493283"/>
                </a:lnTo>
                <a:lnTo>
                  <a:pt x="50392" y="522095"/>
                </a:lnTo>
                <a:lnTo>
                  <a:pt x="28947" y="547116"/>
                </a:lnTo>
                <a:lnTo>
                  <a:pt x="55966" y="595909"/>
                </a:lnTo>
                <a:lnTo>
                  <a:pt x="43962" y="620578"/>
                </a:lnTo>
                <a:lnTo>
                  <a:pt x="1621" y="609783"/>
                </a:lnTo>
                <a:lnTo>
                  <a:pt x="14489" y="630784"/>
                </a:lnTo>
                <a:lnTo>
                  <a:pt x="0" y="680875"/>
                </a:lnTo>
                <a:lnTo>
                  <a:pt x="29055" y="698309"/>
                </a:lnTo>
                <a:lnTo>
                  <a:pt x="16592" y="711686"/>
                </a:lnTo>
                <a:lnTo>
                  <a:pt x="24241" y="734240"/>
                </a:lnTo>
                <a:lnTo>
                  <a:pt x="72226" y="719987"/>
                </a:lnTo>
                <a:lnTo>
                  <a:pt x="86908" y="741072"/>
                </a:lnTo>
                <a:lnTo>
                  <a:pt x="88826" y="720338"/>
                </a:lnTo>
                <a:lnTo>
                  <a:pt x="104146" y="743227"/>
                </a:lnTo>
                <a:lnTo>
                  <a:pt x="81247" y="751183"/>
                </a:lnTo>
                <a:lnTo>
                  <a:pt x="87759" y="787451"/>
                </a:lnTo>
                <a:lnTo>
                  <a:pt x="77164" y="766275"/>
                </a:lnTo>
                <a:lnTo>
                  <a:pt x="53206" y="770578"/>
                </a:lnTo>
                <a:lnTo>
                  <a:pt x="35773" y="744378"/>
                </a:lnTo>
                <a:lnTo>
                  <a:pt x="17937" y="745703"/>
                </a:lnTo>
                <a:lnTo>
                  <a:pt x="38310" y="780688"/>
                </a:lnTo>
                <a:lnTo>
                  <a:pt x="32108" y="808404"/>
                </a:lnTo>
                <a:lnTo>
                  <a:pt x="56505" y="806276"/>
                </a:lnTo>
                <a:lnTo>
                  <a:pt x="58120" y="781919"/>
                </a:lnTo>
                <a:lnTo>
                  <a:pt x="92436" y="794154"/>
                </a:lnTo>
                <a:lnTo>
                  <a:pt x="95595" y="818180"/>
                </a:lnTo>
                <a:lnTo>
                  <a:pt x="131881" y="809401"/>
                </a:lnTo>
                <a:lnTo>
                  <a:pt x="147007" y="779003"/>
                </a:lnTo>
                <a:lnTo>
                  <a:pt x="169293" y="777395"/>
                </a:lnTo>
                <a:lnTo>
                  <a:pt x="164509" y="796523"/>
                </a:lnTo>
                <a:lnTo>
                  <a:pt x="186914" y="791218"/>
                </a:lnTo>
                <a:lnTo>
                  <a:pt x="183082" y="824030"/>
                </a:lnTo>
                <a:lnTo>
                  <a:pt x="226615" y="832266"/>
                </a:lnTo>
                <a:lnTo>
                  <a:pt x="223246" y="870466"/>
                </a:lnTo>
                <a:lnTo>
                  <a:pt x="252356" y="878128"/>
                </a:lnTo>
                <a:lnTo>
                  <a:pt x="227956" y="928188"/>
                </a:lnTo>
                <a:lnTo>
                  <a:pt x="235379" y="939906"/>
                </a:lnTo>
                <a:lnTo>
                  <a:pt x="220053" y="929021"/>
                </a:lnTo>
                <a:lnTo>
                  <a:pt x="198854" y="966032"/>
                </a:lnTo>
                <a:lnTo>
                  <a:pt x="235406" y="976139"/>
                </a:lnTo>
                <a:lnTo>
                  <a:pt x="269964" y="909768"/>
                </a:lnTo>
                <a:lnTo>
                  <a:pt x="332086" y="916995"/>
                </a:lnTo>
                <a:lnTo>
                  <a:pt x="342031" y="894519"/>
                </a:lnTo>
                <a:lnTo>
                  <a:pt x="370211" y="891933"/>
                </a:lnTo>
                <a:lnTo>
                  <a:pt x="369796" y="867522"/>
                </a:lnTo>
                <a:lnTo>
                  <a:pt x="414720" y="889057"/>
                </a:lnTo>
                <a:lnTo>
                  <a:pt x="447939" y="839073"/>
                </a:lnTo>
                <a:lnTo>
                  <a:pt x="481463" y="849770"/>
                </a:lnTo>
                <a:lnTo>
                  <a:pt x="485131" y="835764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Arunāchal Pradesh"/>
          <p:cNvSpPr/>
          <p:nvPr/>
        </p:nvSpPr>
        <p:spPr>
          <a:xfrm>
            <a:off x="10448660" y="2856140"/>
            <a:ext cx="812193" cy="414592"/>
          </a:xfrm>
          <a:custGeom>
            <a:avLst/>
            <a:gdLst/>
            <a:ahLst/>
            <a:cxnLst/>
            <a:rect l="l" t="t" r="r" b="b"/>
            <a:pathLst>
              <a:path w="812193" h="414592">
                <a:moveTo>
                  <a:pt x="510641" y="414592"/>
                </a:moveTo>
                <a:lnTo>
                  <a:pt x="537876" y="411970"/>
                </a:lnTo>
                <a:lnTo>
                  <a:pt x="648384" y="325577"/>
                </a:lnTo>
                <a:lnTo>
                  <a:pt x="714249" y="311627"/>
                </a:lnTo>
                <a:lnTo>
                  <a:pt x="737792" y="340231"/>
                </a:lnTo>
                <a:lnTo>
                  <a:pt x="778155" y="347025"/>
                </a:lnTo>
                <a:lnTo>
                  <a:pt x="739950" y="276756"/>
                </a:lnTo>
                <a:lnTo>
                  <a:pt x="790204" y="232707"/>
                </a:lnTo>
                <a:lnTo>
                  <a:pt x="808537" y="234733"/>
                </a:lnTo>
                <a:lnTo>
                  <a:pt x="812193" y="215627"/>
                </a:lnTo>
                <a:lnTo>
                  <a:pt x="797352" y="207644"/>
                </a:lnTo>
                <a:lnTo>
                  <a:pt x="810231" y="189207"/>
                </a:lnTo>
                <a:lnTo>
                  <a:pt x="708511" y="149223"/>
                </a:lnTo>
                <a:lnTo>
                  <a:pt x="671791" y="167285"/>
                </a:lnTo>
                <a:lnTo>
                  <a:pt x="653051" y="156934"/>
                </a:lnTo>
                <a:lnTo>
                  <a:pt x="701902" y="102384"/>
                </a:lnTo>
                <a:lnTo>
                  <a:pt x="689451" y="57344"/>
                </a:lnTo>
                <a:lnTo>
                  <a:pt x="639773" y="83192"/>
                </a:lnTo>
                <a:lnTo>
                  <a:pt x="632638" y="57487"/>
                </a:lnTo>
                <a:lnTo>
                  <a:pt x="671204" y="30777"/>
                </a:lnTo>
                <a:lnTo>
                  <a:pt x="650550" y="33940"/>
                </a:lnTo>
                <a:lnTo>
                  <a:pt x="629007" y="0"/>
                </a:lnTo>
                <a:lnTo>
                  <a:pt x="561356" y="29789"/>
                </a:lnTo>
                <a:lnTo>
                  <a:pt x="540346" y="63552"/>
                </a:lnTo>
                <a:lnTo>
                  <a:pt x="450551" y="44190"/>
                </a:lnTo>
                <a:lnTo>
                  <a:pt x="427126" y="16642"/>
                </a:lnTo>
                <a:lnTo>
                  <a:pt x="369830" y="56144"/>
                </a:lnTo>
                <a:lnTo>
                  <a:pt x="329774" y="117752"/>
                </a:lnTo>
                <a:lnTo>
                  <a:pt x="248256" y="122405"/>
                </a:lnTo>
                <a:lnTo>
                  <a:pt x="231851" y="168192"/>
                </a:lnTo>
                <a:lnTo>
                  <a:pt x="158201" y="199201"/>
                </a:lnTo>
                <a:lnTo>
                  <a:pt x="165421" y="219585"/>
                </a:lnTo>
                <a:lnTo>
                  <a:pt x="140645" y="244720"/>
                </a:lnTo>
                <a:lnTo>
                  <a:pt x="92200" y="239015"/>
                </a:lnTo>
                <a:lnTo>
                  <a:pt x="51822" y="260481"/>
                </a:lnTo>
                <a:lnTo>
                  <a:pt x="0" y="239476"/>
                </a:lnTo>
                <a:lnTo>
                  <a:pt x="14228" y="294864"/>
                </a:lnTo>
                <a:lnTo>
                  <a:pt x="65595" y="295642"/>
                </a:lnTo>
                <a:lnTo>
                  <a:pt x="79638" y="324355"/>
                </a:lnTo>
                <a:lnTo>
                  <a:pt x="66748" y="355557"/>
                </a:lnTo>
                <a:lnTo>
                  <a:pt x="89774" y="383604"/>
                </a:lnTo>
                <a:lnTo>
                  <a:pt x="155922" y="362454"/>
                </a:lnTo>
                <a:lnTo>
                  <a:pt x="204304" y="380103"/>
                </a:lnTo>
                <a:lnTo>
                  <a:pt x="292690" y="372111"/>
                </a:lnTo>
                <a:lnTo>
                  <a:pt x="376905" y="289434"/>
                </a:lnTo>
                <a:lnTo>
                  <a:pt x="372656" y="272740"/>
                </a:lnTo>
                <a:lnTo>
                  <a:pt x="403698" y="284299"/>
                </a:lnTo>
                <a:lnTo>
                  <a:pt x="562056" y="224686"/>
                </a:lnTo>
                <a:lnTo>
                  <a:pt x="612741" y="223476"/>
                </a:lnTo>
                <a:lnTo>
                  <a:pt x="582410" y="259569"/>
                </a:lnTo>
                <a:lnTo>
                  <a:pt x="595183" y="304250"/>
                </a:lnTo>
                <a:lnTo>
                  <a:pt x="619174" y="312708"/>
                </a:lnTo>
                <a:lnTo>
                  <a:pt x="601819" y="329073"/>
                </a:lnTo>
                <a:lnTo>
                  <a:pt x="548746" y="328065"/>
                </a:lnTo>
                <a:lnTo>
                  <a:pt x="541005" y="347858"/>
                </a:lnTo>
                <a:lnTo>
                  <a:pt x="505469" y="361658"/>
                </a:lnTo>
                <a:lnTo>
                  <a:pt x="510641" y="414592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Assam"/>
          <p:cNvSpPr/>
          <p:nvPr/>
        </p:nvSpPr>
        <p:spPr>
          <a:xfrm>
            <a:off x="10192768" y="3079657"/>
            <a:ext cx="875066" cy="571124"/>
          </a:xfrm>
          <a:custGeom>
            <a:avLst/>
            <a:gdLst/>
            <a:ahLst/>
            <a:cxnLst/>
            <a:rect l="l" t="t" r="r" b="b"/>
            <a:pathLst>
              <a:path w="875066" h="571124">
                <a:moveTo>
                  <a:pt x="761095" y="139001"/>
                </a:moveTo>
                <a:lnTo>
                  <a:pt x="796897" y="124341"/>
                </a:lnTo>
                <a:lnTo>
                  <a:pt x="804638" y="104548"/>
                </a:lnTo>
                <a:lnTo>
                  <a:pt x="857711" y="105556"/>
                </a:lnTo>
                <a:lnTo>
                  <a:pt x="875066" y="89191"/>
                </a:lnTo>
                <a:lnTo>
                  <a:pt x="851075" y="80733"/>
                </a:lnTo>
                <a:lnTo>
                  <a:pt x="838302" y="36052"/>
                </a:lnTo>
                <a:lnTo>
                  <a:pt x="868696" y="0"/>
                </a:lnTo>
                <a:lnTo>
                  <a:pt x="817948" y="1169"/>
                </a:lnTo>
                <a:lnTo>
                  <a:pt x="659590" y="60782"/>
                </a:lnTo>
                <a:lnTo>
                  <a:pt x="628548" y="49223"/>
                </a:lnTo>
                <a:lnTo>
                  <a:pt x="632797" y="65917"/>
                </a:lnTo>
                <a:lnTo>
                  <a:pt x="538411" y="151055"/>
                </a:lnTo>
                <a:lnTo>
                  <a:pt x="460196" y="156586"/>
                </a:lnTo>
                <a:lnTo>
                  <a:pt x="411814" y="138937"/>
                </a:lnTo>
                <a:lnTo>
                  <a:pt x="326480" y="166563"/>
                </a:lnTo>
                <a:lnTo>
                  <a:pt x="303799" y="155792"/>
                </a:lnTo>
                <a:lnTo>
                  <a:pt x="275786" y="172514"/>
                </a:lnTo>
                <a:lnTo>
                  <a:pt x="141034" y="178239"/>
                </a:lnTo>
                <a:lnTo>
                  <a:pt x="90991" y="158483"/>
                </a:lnTo>
                <a:lnTo>
                  <a:pt x="22185" y="183250"/>
                </a:lnTo>
                <a:lnTo>
                  <a:pt x="21847" y="235587"/>
                </a:lnTo>
                <a:lnTo>
                  <a:pt x="0" y="264469"/>
                </a:lnTo>
                <a:lnTo>
                  <a:pt x="26124" y="301132"/>
                </a:lnTo>
                <a:lnTo>
                  <a:pt x="21128" y="372553"/>
                </a:lnTo>
                <a:lnTo>
                  <a:pt x="44534" y="351520"/>
                </a:lnTo>
                <a:lnTo>
                  <a:pt x="27153" y="330998"/>
                </a:lnTo>
                <a:lnTo>
                  <a:pt x="62653" y="297902"/>
                </a:lnTo>
                <a:lnTo>
                  <a:pt x="172930" y="300678"/>
                </a:lnTo>
                <a:lnTo>
                  <a:pt x="181042" y="319741"/>
                </a:lnTo>
                <a:lnTo>
                  <a:pt x="207327" y="313619"/>
                </a:lnTo>
                <a:lnTo>
                  <a:pt x="211014" y="334342"/>
                </a:lnTo>
                <a:lnTo>
                  <a:pt x="253663" y="312147"/>
                </a:lnTo>
                <a:lnTo>
                  <a:pt x="260505" y="287967"/>
                </a:lnTo>
                <a:lnTo>
                  <a:pt x="273073" y="307236"/>
                </a:lnTo>
                <a:lnTo>
                  <a:pt x="294510" y="275106"/>
                </a:lnTo>
                <a:lnTo>
                  <a:pt x="307469" y="293253"/>
                </a:lnTo>
                <a:lnTo>
                  <a:pt x="356755" y="283130"/>
                </a:lnTo>
                <a:lnTo>
                  <a:pt x="339798" y="301241"/>
                </a:lnTo>
                <a:lnTo>
                  <a:pt x="349924" y="306487"/>
                </a:lnTo>
                <a:lnTo>
                  <a:pt x="340311" y="341862"/>
                </a:lnTo>
                <a:lnTo>
                  <a:pt x="371867" y="329571"/>
                </a:lnTo>
                <a:lnTo>
                  <a:pt x="409113" y="353990"/>
                </a:lnTo>
                <a:lnTo>
                  <a:pt x="396882" y="372715"/>
                </a:lnTo>
                <a:lnTo>
                  <a:pt x="429874" y="409929"/>
                </a:lnTo>
                <a:lnTo>
                  <a:pt x="385244" y="426030"/>
                </a:lnTo>
                <a:lnTo>
                  <a:pt x="386253" y="461408"/>
                </a:lnTo>
                <a:lnTo>
                  <a:pt x="351053" y="457045"/>
                </a:lnTo>
                <a:lnTo>
                  <a:pt x="359671" y="481535"/>
                </a:lnTo>
                <a:lnTo>
                  <a:pt x="345328" y="555167"/>
                </a:lnTo>
                <a:lnTo>
                  <a:pt x="377198" y="553422"/>
                </a:lnTo>
                <a:lnTo>
                  <a:pt x="383144" y="571124"/>
                </a:lnTo>
                <a:lnTo>
                  <a:pt x="424345" y="513676"/>
                </a:lnTo>
                <a:lnTo>
                  <a:pt x="433567" y="535698"/>
                </a:lnTo>
                <a:lnTo>
                  <a:pt x="462931" y="529815"/>
                </a:lnTo>
                <a:lnTo>
                  <a:pt x="472319" y="470337"/>
                </a:lnTo>
                <a:lnTo>
                  <a:pt x="522321" y="396661"/>
                </a:lnTo>
                <a:lnTo>
                  <a:pt x="502406" y="360708"/>
                </a:lnTo>
                <a:lnTo>
                  <a:pt x="563166" y="297444"/>
                </a:lnTo>
                <a:lnTo>
                  <a:pt x="567324" y="321450"/>
                </a:lnTo>
                <a:lnTo>
                  <a:pt x="592696" y="305358"/>
                </a:lnTo>
                <a:lnTo>
                  <a:pt x="595796" y="267215"/>
                </a:lnTo>
                <a:lnTo>
                  <a:pt x="631145" y="212142"/>
                </a:lnTo>
                <a:lnTo>
                  <a:pt x="639488" y="224518"/>
                </a:lnTo>
                <a:lnTo>
                  <a:pt x="659387" y="194169"/>
                </a:lnTo>
                <a:lnTo>
                  <a:pt x="761095" y="139001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Bihār"/>
          <p:cNvSpPr/>
          <p:nvPr/>
        </p:nvSpPr>
        <p:spPr>
          <a:xfrm>
            <a:off x="9309490" y="3145953"/>
            <a:ext cx="689564" cy="482444"/>
          </a:xfrm>
          <a:custGeom>
            <a:avLst/>
            <a:gdLst/>
            <a:ahLst/>
            <a:cxnLst/>
            <a:rect l="l" t="t" r="r" b="b"/>
            <a:pathLst>
              <a:path w="689564" h="482444">
                <a:moveTo>
                  <a:pt x="25350" y="446752"/>
                </a:moveTo>
                <a:lnTo>
                  <a:pt x="76504" y="445743"/>
                </a:lnTo>
                <a:lnTo>
                  <a:pt x="95290" y="429234"/>
                </a:lnTo>
                <a:lnTo>
                  <a:pt x="109137" y="453908"/>
                </a:lnTo>
                <a:lnTo>
                  <a:pt x="135293" y="441522"/>
                </a:lnTo>
                <a:lnTo>
                  <a:pt x="162850" y="482444"/>
                </a:lnTo>
                <a:lnTo>
                  <a:pt x="205221" y="445977"/>
                </a:lnTo>
                <a:lnTo>
                  <a:pt x="219308" y="469623"/>
                </a:lnTo>
                <a:lnTo>
                  <a:pt x="244939" y="469597"/>
                </a:lnTo>
                <a:lnTo>
                  <a:pt x="283965" y="442301"/>
                </a:lnTo>
                <a:lnTo>
                  <a:pt x="325119" y="438760"/>
                </a:lnTo>
                <a:lnTo>
                  <a:pt x="334631" y="402667"/>
                </a:lnTo>
                <a:lnTo>
                  <a:pt x="378751" y="408793"/>
                </a:lnTo>
                <a:lnTo>
                  <a:pt x="432685" y="470283"/>
                </a:lnTo>
                <a:lnTo>
                  <a:pt x="454656" y="434404"/>
                </a:lnTo>
                <a:lnTo>
                  <a:pt x="498004" y="443810"/>
                </a:lnTo>
                <a:lnTo>
                  <a:pt x="501239" y="427778"/>
                </a:lnTo>
                <a:lnTo>
                  <a:pt x="516647" y="434345"/>
                </a:lnTo>
                <a:lnTo>
                  <a:pt x="529761" y="373029"/>
                </a:lnTo>
                <a:lnTo>
                  <a:pt x="554931" y="342533"/>
                </a:lnTo>
                <a:lnTo>
                  <a:pt x="575783" y="346897"/>
                </a:lnTo>
                <a:lnTo>
                  <a:pt x="590451" y="323753"/>
                </a:lnTo>
                <a:lnTo>
                  <a:pt x="622920" y="339799"/>
                </a:lnTo>
                <a:lnTo>
                  <a:pt x="618565" y="308852"/>
                </a:lnTo>
                <a:lnTo>
                  <a:pt x="637959" y="295454"/>
                </a:lnTo>
                <a:lnTo>
                  <a:pt x="658193" y="303717"/>
                </a:lnTo>
                <a:lnTo>
                  <a:pt x="654937" y="271092"/>
                </a:lnTo>
                <a:lnTo>
                  <a:pt x="621854" y="237401"/>
                </a:lnTo>
                <a:lnTo>
                  <a:pt x="689564" y="174586"/>
                </a:lnTo>
                <a:lnTo>
                  <a:pt x="680292" y="141410"/>
                </a:lnTo>
                <a:lnTo>
                  <a:pt x="661640" y="144921"/>
                </a:lnTo>
                <a:lnTo>
                  <a:pt x="650720" y="172344"/>
                </a:lnTo>
                <a:lnTo>
                  <a:pt x="632601" y="153979"/>
                </a:lnTo>
                <a:lnTo>
                  <a:pt x="556693" y="174742"/>
                </a:lnTo>
                <a:lnTo>
                  <a:pt x="522195" y="159362"/>
                </a:lnTo>
                <a:lnTo>
                  <a:pt x="519372" y="139099"/>
                </a:lnTo>
                <a:lnTo>
                  <a:pt x="472210" y="163589"/>
                </a:lnTo>
                <a:lnTo>
                  <a:pt x="417185" y="134180"/>
                </a:lnTo>
                <a:lnTo>
                  <a:pt x="374872" y="127195"/>
                </a:lnTo>
                <a:lnTo>
                  <a:pt x="350312" y="141796"/>
                </a:lnTo>
                <a:lnTo>
                  <a:pt x="320576" y="96429"/>
                </a:lnTo>
                <a:lnTo>
                  <a:pt x="261960" y="113520"/>
                </a:lnTo>
                <a:lnTo>
                  <a:pt x="258998" y="96754"/>
                </a:lnTo>
                <a:lnTo>
                  <a:pt x="183215" y="70444"/>
                </a:lnTo>
                <a:lnTo>
                  <a:pt x="180013" y="26735"/>
                </a:lnTo>
                <a:lnTo>
                  <a:pt x="134865" y="20297"/>
                </a:lnTo>
                <a:lnTo>
                  <a:pt x="114469" y="0"/>
                </a:lnTo>
                <a:lnTo>
                  <a:pt x="73098" y="10385"/>
                </a:lnTo>
                <a:lnTo>
                  <a:pt x="102483" y="94073"/>
                </a:lnTo>
                <a:lnTo>
                  <a:pt x="129321" y="98787"/>
                </a:lnTo>
                <a:lnTo>
                  <a:pt x="127467" y="116375"/>
                </a:lnTo>
                <a:lnTo>
                  <a:pt x="152285" y="133072"/>
                </a:lnTo>
                <a:lnTo>
                  <a:pt x="106117" y="131240"/>
                </a:lnTo>
                <a:lnTo>
                  <a:pt x="81410" y="149162"/>
                </a:lnTo>
                <a:lnTo>
                  <a:pt x="118637" y="171316"/>
                </a:lnTo>
                <a:lnTo>
                  <a:pt x="117161" y="190661"/>
                </a:lnTo>
                <a:lnTo>
                  <a:pt x="95442" y="200456"/>
                </a:lnTo>
                <a:lnTo>
                  <a:pt x="182025" y="267255"/>
                </a:lnTo>
                <a:lnTo>
                  <a:pt x="108599" y="268291"/>
                </a:lnTo>
                <a:lnTo>
                  <a:pt x="72860" y="311077"/>
                </a:lnTo>
                <a:lnTo>
                  <a:pt x="5129" y="346107"/>
                </a:lnTo>
                <a:lnTo>
                  <a:pt x="0" y="373336"/>
                </a:lnTo>
                <a:lnTo>
                  <a:pt x="31538" y="432145"/>
                </a:lnTo>
                <a:lnTo>
                  <a:pt x="25350" y="446752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Chandīgarh"/>
          <p:cNvSpPr/>
          <p:nvPr/>
        </p:nvSpPr>
        <p:spPr>
          <a:xfrm>
            <a:off x="8393430" y="2662903"/>
            <a:ext cx="18377" cy="13153"/>
          </a:xfrm>
          <a:custGeom>
            <a:avLst/>
            <a:gdLst/>
            <a:ahLst/>
            <a:cxnLst/>
            <a:rect l="l" t="t" r="r" b="b"/>
            <a:pathLst>
              <a:path w="18377" h="13153">
                <a:moveTo>
                  <a:pt x="18377" y="0"/>
                </a:moveTo>
                <a:lnTo>
                  <a:pt x="0" y="1725"/>
                </a:lnTo>
                <a:lnTo>
                  <a:pt x="13663" y="13153"/>
                </a:lnTo>
                <a:lnTo>
                  <a:pt x="18377" y="0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Chhattīsgarh"/>
          <p:cNvSpPr/>
          <p:nvPr/>
        </p:nvSpPr>
        <p:spPr>
          <a:xfrm>
            <a:off x="8887492" y="3655309"/>
            <a:ext cx="570991" cy="942082"/>
          </a:xfrm>
          <a:custGeom>
            <a:avLst/>
            <a:gdLst/>
            <a:ahLst/>
            <a:cxnLst/>
            <a:rect l="l" t="t" r="r" b="b"/>
            <a:pathLst>
              <a:path w="570991" h="942082">
                <a:moveTo>
                  <a:pt x="0" y="803514"/>
                </a:moveTo>
                <a:lnTo>
                  <a:pt x="63970" y="849807"/>
                </a:lnTo>
                <a:lnTo>
                  <a:pt x="65369" y="886008"/>
                </a:lnTo>
                <a:lnTo>
                  <a:pt x="97786" y="884746"/>
                </a:lnTo>
                <a:lnTo>
                  <a:pt x="101843" y="941566"/>
                </a:lnTo>
                <a:lnTo>
                  <a:pt x="155161" y="942082"/>
                </a:lnTo>
                <a:lnTo>
                  <a:pt x="173456" y="872903"/>
                </a:lnTo>
                <a:lnTo>
                  <a:pt x="204589" y="858648"/>
                </a:lnTo>
                <a:lnTo>
                  <a:pt x="234133" y="823295"/>
                </a:lnTo>
                <a:lnTo>
                  <a:pt x="224457" y="813292"/>
                </a:lnTo>
                <a:lnTo>
                  <a:pt x="273242" y="774235"/>
                </a:lnTo>
                <a:lnTo>
                  <a:pt x="265403" y="698346"/>
                </a:lnTo>
                <a:lnTo>
                  <a:pt x="243193" y="686384"/>
                </a:lnTo>
                <a:lnTo>
                  <a:pt x="248246" y="644143"/>
                </a:lnTo>
                <a:lnTo>
                  <a:pt x="218834" y="625063"/>
                </a:lnTo>
                <a:lnTo>
                  <a:pt x="221294" y="606302"/>
                </a:lnTo>
                <a:lnTo>
                  <a:pt x="272055" y="612375"/>
                </a:lnTo>
                <a:lnTo>
                  <a:pt x="286989" y="637400"/>
                </a:lnTo>
                <a:lnTo>
                  <a:pt x="300929" y="626300"/>
                </a:lnTo>
                <a:lnTo>
                  <a:pt x="322731" y="632748"/>
                </a:lnTo>
                <a:lnTo>
                  <a:pt x="321123" y="646351"/>
                </a:lnTo>
                <a:lnTo>
                  <a:pt x="337119" y="637518"/>
                </a:lnTo>
                <a:lnTo>
                  <a:pt x="338238" y="613682"/>
                </a:lnTo>
                <a:lnTo>
                  <a:pt x="294453" y="604447"/>
                </a:lnTo>
                <a:lnTo>
                  <a:pt x="287752" y="480121"/>
                </a:lnTo>
                <a:lnTo>
                  <a:pt x="303619" y="489338"/>
                </a:lnTo>
                <a:lnTo>
                  <a:pt x="327863" y="440530"/>
                </a:lnTo>
                <a:lnTo>
                  <a:pt x="395841" y="447845"/>
                </a:lnTo>
                <a:lnTo>
                  <a:pt x="414881" y="407132"/>
                </a:lnTo>
                <a:lnTo>
                  <a:pt x="433915" y="411210"/>
                </a:lnTo>
                <a:lnTo>
                  <a:pt x="424458" y="388695"/>
                </a:lnTo>
                <a:lnTo>
                  <a:pt x="459482" y="336571"/>
                </a:lnTo>
                <a:lnTo>
                  <a:pt x="455820" y="298550"/>
                </a:lnTo>
                <a:lnTo>
                  <a:pt x="517577" y="258904"/>
                </a:lnTo>
                <a:lnTo>
                  <a:pt x="517443" y="228816"/>
                </a:lnTo>
                <a:lnTo>
                  <a:pt x="546635" y="214762"/>
                </a:lnTo>
                <a:lnTo>
                  <a:pt x="570991" y="176152"/>
                </a:lnTo>
                <a:lnTo>
                  <a:pt x="536829" y="170254"/>
                </a:lnTo>
                <a:lnTo>
                  <a:pt x="520561" y="141790"/>
                </a:lnTo>
                <a:lnTo>
                  <a:pt x="526474" y="115327"/>
                </a:lnTo>
                <a:lnTo>
                  <a:pt x="511059" y="108755"/>
                </a:lnTo>
                <a:lnTo>
                  <a:pt x="518425" y="70395"/>
                </a:lnTo>
                <a:lnTo>
                  <a:pt x="484621" y="73900"/>
                </a:lnTo>
                <a:lnTo>
                  <a:pt x="437621" y="3095"/>
                </a:lnTo>
                <a:lnTo>
                  <a:pt x="422168" y="0"/>
                </a:lnTo>
                <a:lnTo>
                  <a:pt x="397245" y="33002"/>
                </a:lnTo>
                <a:lnTo>
                  <a:pt x="350189" y="21545"/>
                </a:lnTo>
                <a:lnTo>
                  <a:pt x="311796" y="48102"/>
                </a:lnTo>
                <a:lnTo>
                  <a:pt x="184943" y="30412"/>
                </a:lnTo>
                <a:lnTo>
                  <a:pt x="197058" y="57420"/>
                </a:lnTo>
                <a:lnTo>
                  <a:pt x="180548" y="77717"/>
                </a:lnTo>
                <a:lnTo>
                  <a:pt x="187523" y="93139"/>
                </a:lnTo>
                <a:lnTo>
                  <a:pt x="228545" y="85581"/>
                </a:lnTo>
                <a:lnTo>
                  <a:pt x="266028" y="116750"/>
                </a:lnTo>
                <a:lnTo>
                  <a:pt x="261514" y="143727"/>
                </a:lnTo>
                <a:lnTo>
                  <a:pt x="231171" y="153303"/>
                </a:lnTo>
                <a:lnTo>
                  <a:pt x="186815" y="234049"/>
                </a:lnTo>
                <a:lnTo>
                  <a:pt x="116083" y="249043"/>
                </a:lnTo>
                <a:lnTo>
                  <a:pt x="101548" y="304924"/>
                </a:lnTo>
                <a:lnTo>
                  <a:pt x="87940" y="298003"/>
                </a:lnTo>
                <a:lnTo>
                  <a:pt x="62766" y="357099"/>
                </a:lnTo>
                <a:lnTo>
                  <a:pt x="56320" y="419036"/>
                </a:lnTo>
                <a:lnTo>
                  <a:pt x="26474" y="437576"/>
                </a:lnTo>
                <a:lnTo>
                  <a:pt x="20964" y="462376"/>
                </a:lnTo>
                <a:lnTo>
                  <a:pt x="37831" y="473345"/>
                </a:lnTo>
                <a:lnTo>
                  <a:pt x="43588" y="510711"/>
                </a:lnTo>
                <a:lnTo>
                  <a:pt x="28822" y="520593"/>
                </a:lnTo>
                <a:lnTo>
                  <a:pt x="49710" y="523572"/>
                </a:lnTo>
                <a:lnTo>
                  <a:pt x="48948" y="563265"/>
                </a:lnTo>
                <a:lnTo>
                  <a:pt x="16947" y="576346"/>
                </a:lnTo>
                <a:lnTo>
                  <a:pt x="39319" y="602188"/>
                </a:lnTo>
                <a:lnTo>
                  <a:pt x="17842" y="643327"/>
                </a:lnTo>
                <a:lnTo>
                  <a:pt x="37862" y="640021"/>
                </a:lnTo>
                <a:lnTo>
                  <a:pt x="86615" y="690246"/>
                </a:lnTo>
                <a:lnTo>
                  <a:pt x="67046" y="718939"/>
                </a:lnTo>
                <a:lnTo>
                  <a:pt x="41588" y="702114"/>
                </a:lnTo>
                <a:lnTo>
                  <a:pt x="16751" y="725619"/>
                </a:lnTo>
                <a:lnTo>
                  <a:pt x="0" y="803514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Delhi"/>
          <p:cNvSpPr/>
          <p:nvPr/>
        </p:nvSpPr>
        <p:spPr>
          <a:xfrm>
            <a:off x="8418186" y="2946014"/>
            <a:ext cx="61334" cy="67644"/>
          </a:xfrm>
          <a:custGeom>
            <a:avLst/>
            <a:gdLst/>
            <a:ahLst/>
            <a:cxnLst/>
            <a:rect l="l" t="t" r="r" b="b"/>
            <a:pathLst>
              <a:path w="61334" h="67644">
                <a:moveTo>
                  <a:pt x="45134" y="0"/>
                </a:moveTo>
                <a:lnTo>
                  <a:pt x="9262" y="5906"/>
                </a:lnTo>
                <a:lnTo>
                  <a:pt x="0" y="53306"/>
                </a:lnTo>
                <a:lnTo>
                  <a:pt x="29096" y="51318"/>
                </a:lnTo>
                <a:lnTo>
                  <a:pt x="40225" y="67644"/>
                </a:lnTo>
                <a:lnTo>
                  <a:pt x="61334" y="54892"/>
                </a:lnTo>
                <a:lnTo>
                  <a:pt x="45134" y="0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Dādra and Nagar Haveli and Damān and Diu"/>
          <p:cNvSpPr/>
          <p:nvPr/>
        </p:nvSpPr>
        <p:spPr>
          <a:xfrm>
            <a:off x="7868181" y="4214419"/>
            <a:ext cx="41330" cy="43773"/>
          </a:xfrm>
          <a:custGeom>
            <a:avLst/>
            <a:gdLst/>
            <a:ahLst/>
            <a:cxnLst/>
            <a:rect l="l" t="t" r="r" b="b"/>
            <a:pathLst>
              <a:path w="41330" h="43773">
                <a:moveTo>
                  <a:pt x="41330" y="35808"/>
                </a:moveTo>
                <a:lnTo>
                  <a:pt x="35498" y="22717"/>
                </a:lnTo>
                <a:lnTo>
                  <a:pt x="20535" y="29634"/>
                </a:lnTo>
                <a:lnTo>
                  <a:pt x="35304" y="10728"/>
                </a:lnTo>
                <a:lnTo>
                  <a:pt x="25559" y="0"/>
                </a:lnTo>
                <a:lnTo>
                  <a:pt x="0" y="12670"/>
                </a:lnTo>
                <a:lnTo>
                  <a:pt x="17644" y="43773"/>
                </a:lnTo>
                <a:lnTo>
                  <a:pt x="41330" y="35808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Goa"/>
          <p:cNvSpPr/>
          <p:nvPr/>
        </p:nvSpPr>
        <p:spPr>
          <a:xfrm>
            <a:off x="7973866" y="4895017"/>
            <a:ext cx="91552" cy="133368"/>
          </a:xfrm>
          <a:custGeom>
            <a:avLst/>
            <a:gdLst/>
            <a:ahLst/>
            <a:cxnLst/>
            <a:rect l="l" t="t" r="r" b="b"/>
            <a:pathLst>
              <a:path w="91552" h="133368">
                <a:moveTo>
                  <a:pt x="0" y="11007"/>
                </a:moveTo>
                <a:lnTo>
                  <a:pt x="15583" y="50492"/>
                </a:lnTo>
                <a:lnTo>
                  <a:pt x="36157" y="54629"/>
                </a:lnTo>
                <a:lnTo>
                  <a:pt x="14903" y="58103"/>
                </a:lnTo>
                <a:lnTo>
                  <a:pt x="30398" y="70003"/>
                </a:lnTo>
                <a:lnTo>
                  <a:pt x="32805" y="106806"/>
                </a:lnTo>
                <a:lnTo>
                  <a:pt x="54186" y="133368"/>
                </a:lnTo>
                <a:lnTo>
                  <a:pt x="79911" y="125683"/>
                </a:lnTo>
                <a:lnTo>
                  <a:pt x="79767" y="80929"/>
                </a:lnTo>
                <a:lnTo>
                  <a:pt x="91552" y="75497"/>
                </a:lnTo>
                <a:lnTo>
                  <a:pt x="79644" y="21416"/>
                </a:lnTo>
                <a:lnTo>
                  <a:pt x="43676" y="28253"/>
                </a:lnTo>
                <a:lnTo>
                  <a:pt x="25078" y="0"/>
                </a:lnTo>
                <a:lnTo>
                  <a:pt x="0" y="11007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Gujarāt"/>
          <p:cNvSpPr/>
          <p:nvPr/>
        </p:nvSpPr>
        <p:spPr>
          <a:xfrm>
            <a:off x="7204459" y="3564857"/>
            <a:ext cx="880356" cy="683221"/>
          </a:xfrm>
          <a:custGeom>
            <a:avLst/>
            <a:gdLst/>
            <a:ahLst/>
            <a:cxnLst/>
            <a:rect l="l" t="t" r="r" b="b"/>
            <a:pathLst>
              <a:path w="880356" h="683221">
                <a:moveTo>
                  <a:pt x="670564" y="672190"/>
                </a:moveTo>
                <a:lnTo>
                  <a:pt x="664382" y="661367"/>
                </a:lnTo>
                <a:lnTo>
                  <a:pt x="689236" y="649555"/>
                </a:lnTo>
                <a:lnTo>
                  <a:pt x="699026" y="660290"/>
                </a:lnTo>
                <a:lnTo>
                  <a:pt x="684822" y="679680"/>
                </a:lnTo>
                <a:lnTo>
                  <a:pt x="733598" y="673748"/>
                </a:lnTo>
                <a:lnTo>
                  <a:pt x="738139" y="596243"/>
                </a:lnTo>
                <a:lnTo>
                  <a:pt x="779000" y="619048"/>
                </a:lnTo>
                <a:lnTo>
                  <a:pt x="806363" y="592545"/>
                </a:lnTo>
                <a:lnTo>
                  <a:pt x="800670" y="556747"/>
                </a:lnTo>
                <a:lnTo>
                  <a:pt x="755809" y="528620"/>
                </a:lnTo>
                <a:lnTo>
                  <a:pt x="788837" y="528127"/>
                </a:lnTo>
                <a:lnTo>
                  <a:pt x="805878" y="493653"/>
                </a:lnTo>
                <a:lnTo>
                  <a:pt x="858763" y="479682"/>
                </a:lnTo>
                <a:lnTo>
                  <a:pt x="793863" y="479773"/>
                </a:lnTo>
                <a:lnTo>
                  <a:pt x="786062" y="431002"/>
                </a:lnTo>
                <a:lnTo>
                  <a:pt x="834724" y="412514"/>
                </a:lnTo>
                <a:lnTo>
                  <a:pt x="823351" y="351905"/>
                </a:lnTo>
                <a:lnTo>
                  <a:pt x="854666" y="346021"/>
                </a:lnTo>
                <a:lnTo>
                  <a:pt x="819678" y="324998"/>
                </a:lnTo>
                <a:lnTo>
                  <a:pt x="866854" y="310093"/>
                </a:lnTo>
                <a:lnTo>
                  <a:pt x="880356" y="277123"/>
                </a:lnTo>
                <a:lnTo>
                  <a:pt x="829158" y="211711"/>
                </a:lnTo>
                <a:lnTo>
                  <a:pt x="762739" y="188601"/>
                </a:lnTo>
                <a:lnTo>
                  <a:pt x="766678" y="162820"/>
                </a:lnTo>
                <a:lnTo>
                  <a:pt x="748319" y="164968"/>
                </a:lnTo>
                <a:lnTo>
                  <a:pt x="724606" y="137430"/>
                </a:lnTo>
                <a:lnTo>
                  <a:pt x="726011" y="90669"/>
                </a:lnTo>
                <a:lnTo>
                  <a:pt x="709503" y="105951"/>
                </a:lnTo>
                <a:lnTo>
                  <a:pt x="685221" y="77232"/>
                </a:lnTo>
                <a:lnTo>
                  <a:pt x="706245" y="51975"/>
                </a:lnTo>
                <a:lnTo>
                  <a:pt x="686475" y="47093"/>
                </a:lnTo>
                <a:lnTo>
                  <a:pt x="688326" y="32199"/>
                </a:lnTo>
                <a:lnTo>
                  <a:pt x="663519" y="55959"/>
                </a:lnTo>
                <a:lnTo>
                  <a:pt x="612034" y="28732"/>
                </a:lnTo>
                <a:lnTo>
                  <a:pt x="600720" y="44379"/>
                </a:lnTo>
                <a:lnTo>
                  <a:pt x="571522" y="18884"/>
                </a:lnTo>
                <a:lnTo>
                  <a:pt x="585505" y="12478"/>
                </a:lnTo>
                <a:lnTo>
                  <a:pt x="545891" y="0"/>
                </a:lnTo>
                <a:lnTo>
                  <a:pt x="516929" y="15338"/>
                </a:lnTo>
                <a:lnTo>
                  <a:pt x="412289" y="3371"/>
                </a:lnTo>
                <a:lnTo>
                  <a:pt x="397174" y="25187"/>
                </a:lnTo>
                <a:lnTo>
                  <a:pt x="415773" y="45721"/>
                </a:lnTo>
                <a:lnTo>
                  <a:pt x="374923" y="72483"/>
                </a:lnTo>
                <a:lnTo>
                  <a:pt x="339523" y="68752"/>
                </a:lnTo>
                <a:lnTo>
                  <a:pt x="339802" y="43281"/>
                </a:lnTo>
                <a:lnTo>
                  <a:pt x="275669" y="62277"/>
                </a:lnTo>
                <a:lnTo>
                  <a:pt x="263923" y="80755"/>
                </a:lnTo>
                <a:lnTo>
                  <a:pt x="223260" y="80769"/>
                </a:lnTo>
                <a:lnTo>
                  <a:pt x="204237" y="62570"/>
                </a:lnTo>
                <a:lnTo>
                  <a:pt x="122423" y="72986"/>
                </a:lnTo>
                <a:lnTo>
                  <a:pt x="114417" y="61114"/>
                </a:lnTo>
                <a:lnTo>
                  <a:pt x="103226" y="74523"/>
                </a:lnTo>
                <a:lnTo>
                  <a:pt x="97896" y="58896"/>
                </a:lnTo>
                <a:lnTo>
                  <a:pt x="87746" y="110583"/>
                </a:lnTo>
                <a:lnTo>
                  <a:pt x="34773" y="108565"/>
                </a:lnTo>
                <a:lnTo>
                  <a:pt x="12343" y="124936"/>
                </a:lnTo>
                <a:lnTo>
                  <a:pt x="0" y="163613"/>
                </a:lnTo>
                <a:lnTo>
                  <a:pt x="49999" y="178241"/>
                </a:lnTo>
                <a:lnTo>
                  <a:pt x="38838" y="192839"/>
                </a:lnTo>
                <a:lnTo>
                  <a:pt x="69283" y="206303"/>
                </a:lnTo>
                <a:lnTo>
                  <a:pt x="58422" y="218656"/>
                </a:lnTo>
                <a:lnTo>
                  <a:pt x="71338" y="210692"/>
                </a:lnTo>
                <a:lnTo>
                  <a:pt x="71037" y="230125"/>
                </a:lnTo>
                <a:lnTo>
                  <a:pt x="149205" y="279802"/>
                </a:lnTo>
                <a:lnTo>
                  <a:pt x="220676" y="284544"/>
                </a:lnTo>
                <a:lnTo>
                  <a:pt x="271770" y="267372"/>
                </a:lnTo>
                <a:lnTo>
                  <a:pt x="301686" y="224199"/>
                </a:lnTo>
                <a:lnTo>
                  <a:pt x="358995" y="223558"/>
                </a:lnTo>
                <a:lnTo>
                  <a:pt x="277789" y="322301"/>
                </a:lnTo>
                <a:lnTo>
                  <a:pt x="242529" y="340968"/>
                </a:lnTo>
                <a:lnTo>
                  <a:pt x="223153" y="332513"/>
                </a:lnTo>
                <a:lnTo>
                  <a:pt x="212721" y="351170"/>
                </a:lnTo>
                <a:lnTo>
                  <a:pt x="143632" y="375699"/>
                </a:lnTo>
                <a:lnTo>
                  <a:pt x="148934" y="341865"/>
                </a:lnTo>
                <a:lnTo>
                  <a:pt x="126903" y="346600"/>
                </a:lnTo>
                <a:lnTo>
                  <a:pt x="131399" y="332988"/>
                </a:lnTo>
                <a:lnTo>
                  <a:pt x="113152" y="358338"/>
                </a:lnTo>
                <a:lnTo>
                  <a:pt x="282432" y="545841"/>
                </a:lnTo>
                <a:lnTo>
                  <a:pt x="374212" y="600021"/>
                </a:lnTo>
                <a:lnTo>
                  <a:pt x="552925" y="524450"/>
                </a:lnTo>
                <a:lnTo>
                  <a:pt x="580139" y="460780"/>
                </a:lnTo>
                <a:lnTo>
                  <a:pt x="559872" y="433572"/>
                </a:lnTo>
                <a:lnTo>
                  <a:pt x="589094" y="357676"/>
                </a:lnTo>
                <a:lnTo>
                  <a:pt x="596566" y="373541"/>
                </a:lnTo>
                <a:lnTo>
                  <a:pt x="608824" y="356889"/>
                </a:lnTo>
                <a:lnTo>
                  <a:pt x="642066" y="370227"/>
                </a:lnTo>
                <a:lnTo>
                  <a:pt x="667511" y="358646"/>
                </a:lnTo>
                <a:lnTo>
                  <a:pt x="642391" y="378809"/>
                </a:lnTo>
                <a:lnTo>
                  <a:pt x="617776" y="375346"/>
                </a:lnTo>
                <a:lnTo>
                  <a:pt x="607737" y="414634"/>
                </a:lnTo>
                <a:lnTo>
                  <a:pt x="629761" y="411455"/>
                </a:lnTo>
                <a:lnTo>
                  <a:pt x="610488" y="452854"/>
                </a:lnTo>
                <a:lnTo>
                  <a:pt x="649188" y="455893"/>
                </a:lnTo>
                <a:lnTo>
                  <a:pt x="622184" y="466729"/>
                </a:lnTo>
                <a:lnTo>
                  <a:pt x="639400" y="473660"/>
                </a:lnTo>
                <a:lnTo>
                  <a:pt x="620212" y="506725"/>
                </a:lnTo>
                <a:lnTo>
                  <a:pt x="662543" y="617390"/>
                </a:lnTo>
                <a:lnTo>
                  <a:pt x="639414" y="683221"/>
                </a:lnTo>
                <a:lnTo>
                  <a:pt x="670564" y="672190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Haryāna"/>
          <p:cNvSpPr/>
          <p:nvPr/>
        </p:nvSpPr>
        <p:spPr>
          <a:xfrm>
            <a:off x="8084909" y="2640290"/>
            <a:ext cx="433041" cy="485323"/>
          </a:xfrm>
          <a:custGeom>
            <a:avLst/>
            <a:gdLst/>
            <a:ahLst/>
            <a:cxnLst/>
            <a:rect l="l" t="t" r="r" b="b"/>
            <a:pathLst>
              <a:path w="433041" h="485323">
                <a:moveTo>
                  <a:pt x="397187" y="357161"/>
                </a:moveTo>
                <a:lnTo>
                  <a:pt x="373502" y="373368"/>
                </a:lnTo>
                <a:lnTo>
                  <a:pt x="327134" y="346831"/>
                </a:lnTo>
                <a:lnTo>
                  <a:pt x="341559" y="340000"/>
                </a:lnTo>
                <a:lnTo>
                  <a:pt x="342539" y="311630"/>
                </a:lnTo>
                <a:lnTo>
                  <a:pt x="380937" y="302237"/>
                </a:lnTo>
                <a:lnTo>
                  <a:pt x="365942" y="171048"/>
                </a:lnTo>
                <a:lnTo>
                  <a:pt x="433041" y="80227"/>
                </a:lnTo>
                <a:lnTo>
                  <a:pt x="378533" y="65864"/>
                </a:lnTo>
                <a:lnTo>
                  <a:pt x="372502" y="33147"/>
                </a:lnTo>
                <a:lnTo>
                  <a:pt x="337837" y="776"/>
                </a:lnTo>
                <a:lnTo>
                  <a:pt x="318340" y="0"/>
                </a:lnTo>
                <a:lnTo>
                  <a:pt x="340589" y="77652"/>
                </a:lnTo>
                <a:lnTo>
                  <a:pt x="313489" y="71612"/>
                </a:lnTo>
                <a:lnTo>
                  <a:pt x="287957" y="96060"/>
                </a:lnTo>
                <a:lnTo>
                  <a:pt x="301726" y="107589"/>
                </a:lnTo>
                <a:lnTo>
                  <a:pt x="286512" y="123914"/>
                </a:lnTo>
                <a:lnTo>
                  <a:pt x="269409" y="106539"/>
                </a:lnTo>
                <a:lnTo>
                  <a:pt x="255425" y="121045"/>
                </a:lnTo>
                <a:lnTo>
                  <a:pt x="239624" y="111867"/>
                </a:lnTo>
                <a:lnTo>
                  <a:pt x="244632" y="157266"/>
                </a:lnTo>
                <a:lnTo>
                  <a:pt x="216887" y="173643"/>
                </a:lnTo>
                <a:lnTo>
                  <a:pt x="136024" y="163970"/>
                </a:lnTo>
                <a:lnTo>
                  <a:pt x="104981" y="203593"/>
                </a:lnTo>
                <a:lnTo>
                  <a:pt x="105845" y="171863"/>
                </a:lnTo>
                <a:lnTo>
                  <a:pt x="86066" y="148257"/>
                </a:lnTo>
                <a:lnTo>
                  <a:pt x="5758" y="145697"/>
                </a:lnTo>
                <a:lnTo>
                  <a:pt x="0" y="173257"/>
                </a:lnTo>
                <a:lnTo>
                  <a:pt x="19227" y="172235"/>
                </a:lnTo>
                <a:lnTo>
                  <a:pt x="16895" y="235629"/>
                </a:lnTo>
                <a:lnTo>
                  <a:pt x="51691" y="224262"/>
                </a:lnTo>
                <a:lnTo>
                  <a:pt x="82848" y="250222"/>
                </a:lnTo>
                <a:lnTo>
                  <a:pt x="129237" y="246342"/>
                </a:lnTo>
                <a:lnTo>
                  <a:pt x="150147" y="342241"/>
                </a:lnTo>
                <a:lnTo>
                  <a:pt x="224088" y="411257"/>
                </a:lnTo>
                <a:lnTo>
                  <a:pt x="202371" y="420650"/>
                </a:lnTo>
                <a:lnTo>
                  <a:pt x="216520" y="422723"/>
                </a:lnTo>
                <a:lnTo>
                  <a:pt x="201509" y="444205"/>
                </a:lnTo>
                <a:lnTo>
                  <a:pt x="209075" y="457410"/>
                </a:lnTo>
                <a:lnTo>
                  <a:pt x="241020" y="461060"/>
                </a:lnTo>
                <a:lnTo>
                  <a:pt x="232721" y="435421"/>
                </a:lnTo>
                <a:lnTo>
                  <a:pt x="258274" y="429213"/>
                </a:lnTo>
                <a:lnTo>
                  <a:pt x="251344" y="407024"/>
                </a:lnTo>
                <a:lnTo>
                  <a:pt x="276749" y="411596"/>
                </a:lnTo>
                <a:lnTo>
                  <a:pt x="286776" y="439171"/>
                </a:lnTo>
                <a:lnTo>
                  <a:pt x="328368" y="400691"/>
                </a:lnTo>
                <a:lnTo>
                  <a:pt x="345272" y="413109"/>
                </a:lnTo>
                <a:lnTo>
                  <a:pt x="336967" y="485323"/>
                </a:lnTo>
                <a:lnTo>
                  <a:pt x="361213" y="472868"/>
                </a:lnTo>
                <a:lnTo>
                  <a:pt x="355554" y="460370"/>
                </a:lnTo>
                <a:lnTo>
                  <a:pt x="407769" y="455509"/>
                </a:lnTo>
                <a:lnTo>
                  <a:pt x="424824" y="440703"/>
                </a:lnTo>
                <a:lnTo>
                  <a:pt x="415026" y="420720"/>
                </a:lnTo>
                <a:lnTo>
                  <a:pt x="425575" y="397595"/>
                </a:lnTo>
                <a:lnTo>
                  <a:pt x="397187" y="357161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Himāchal Pradesh"/>
          <p:cNvSpPr/>
          <p:nvPr/>
        </p:nvSpPr>
        <p:spPr>
          <a:xfrm>
            <a:off x="8239671" y="2289373"/>
            <a:ext cx="472785" cy="426832"/>
          </a:xfrm>
          <a:custGeom>
            <a:avLst/>
            <a:gdLst/>
            <a:ahLst/>
            <a:cxnLst/>
            <a:rect l="l" t="t" r="r" b="b"/>
            <a:pathLst>
              <a:path w="472785" h="426832">
                <a:moveTo>
                  <a:pt x="274357" y="426832"/>
                </a:moveTo>
                <a:lnTo>
                  <a:pt x="307937" y="410309"/>
                </a:lnTo>
                <a:lnTo>
                  <a:pt x="292047" y="371933"/>
                </a:lnTo>
                <a:lnTo>
                  <a:pt x="319402" y="314216"/>
                </a:lnTo>
                <a:lnTo>
                  <a:pt x="384350" y="294136"/>
                </a:lnTo>
                <a:lnTo>
                  <a:pt x="472785" y="320468"/>
                </a:lnTo>
                <a:lnTo>
                  <a:pt x="436882" y="282232"/>
                </a:lnTo>
                <a:lnTo>
                  <a:pt x="433112" y="260319"/>
                </a:lnTo>
                <a:lnTo>
                  <a:pt x="450354" y="246129"/>
                </a:lnTo>
                <a:lnTo>
                  <a:pt x="430738" y="221054"/>
                </a:lnTo>
                <a:lnTo>
                  <a:pt x="441238" y="188593"/>
                </a:lnTo>
                <a:lnTo>
                  <a:pt x="396058" y="151463"/>
                </a:lnTo>
                <a:lnTo>
                  <a:pt x="407124" y="125766"/>
                </a:lnTo>
                <a:lnTo>
                  <a:pt x="396015" y="112782"/>
                </a:lnTo>
                <a:lnTo>
                  <a:pt x="373867" y="112378"/>
                </a:lnTo>
                <a:lnTo>
                  <a:pt x="386786" y="74662"/>
                </a:lnTo>
                <a:lnTo>
                  <a:pt x="335263" y="95112"/>
                </a:lnTo>
                <a:lnTo>
                  <a:pt x="289101" y="40039"/>
                </a:lnTo>
                <a:lnTo>
                  <a:pt x="241512" y="65698"/>
                </a:lnTo>
                <a:lnTo>
                  <a:pt x="185306" y="34102"/>
                </a:lnTo>
                <a:lnTo>
                  <a:pt x="165850" y="0"/>
                </a:lnTo>
                <a:lnTo>
                  <a:pt x="112899" y="10517"/>
                </a:lnTo>
                <a:lnTo>
                  <a:pt x="49730" y="57252"/>
                </a:lnTo>
                <a:lnTo>
                  <a:pt x="34277" y="48905"/>
                </a:lnTo>
                <a:lnTo>
                  <a:pt x="47348" y="90913"/>
                </a:lnTo>
                <a:lnTo>
                  <a:pt x="33024" y="110997"/>
                </a:lnTo>
                <a:lnTo>
                  <a:pt x="47312" y="128300"/>
                </a:lnTo>
                <a:lnTo>
                  <a:pt x="3191" y="152289"/>
                </a:lnTo>
                <a:lnTo>
                  <a:pt x="0" y="177193"/>
                </a:lnTo>
                <a:lnTo>
                  <a:pt x="43697" y="195059"/>
                </a:lnTo>
                <a:lnTo>
                  <a:pt x="81006" y="291125"/>
                </a:lnTo>
                <a:lnTo>
                  <a:pt x="108059" y="271658"/>
                </a:lnTo>
                <a:lnTo>
                  <a:pt x="116995" y="295238"/>
                </a:lnTo>
                <a:lnTo>
                  <a:pt x="144982" y="303642"/>
                </a:lnTo>
                <a:lnTo>
                  <a:pt x="142620" y="337064"/>
                </a:lnTo>
                <a:lnTo>
                  <a:pt x="216912" y="383015"/>
                </a:lnTo>
                <a:lnTo>
                  <a:pt x="223771" y="416781"/>
                </a:lnTo>
                <a:lnTo>
                  <a:pt x="274357" y="426832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Jammu and Kashmīr"/>
          <p:cNvSpPr/>
          <p:nvPr/>
        </p:nvSpPr>
        <p:spPr>
          <a:xfrm>
            <a:off x="7934357" y="2013147"/>
            <a:ext cx="464855" cy="422618"/>
          </a:xfrm>
          <a:custGeom>
            <a:avLst/>
            <a:gdLst/>
            <a:ahLst/>
            <a:cxnLst/>
            <a:rect l="l" t="t" r="r" b="b"/>
            <a:pathLst>
              <a:path w="464855" h="422618">
                <a:moveTo>
                  <a:pt x="102947" y="0"/>
                </a:moveTo>
                <a:lnTo>
                  <a:pt x="88547" y="34384"/>
                </a:lnTo>
                <a:lnTo>
                  <a:pt x="49741" y="47890"/>
                </a:lnTo>
                <a:lnTo>
                  <a:pt x="36003" y="80560"/>
                </a:lnTo>
                <a:lnTo>
                  <a:pt x="7879" y="79670"/>
                </a:lnTo>
                <a:lnTo>
                  <a:pt x="0" y="109456"/>
                </a:lnTo>
                <a:lnTo>
                  <a:pt x="27563" y="182639"/>
                </a:lnTo>
                <a:lnTo>
                  <a:pt x="32824" y="301214"/>
                </a:lnTo>
                <a:lnTo>
                  <a:pt x="54778" y="319746"/>
                </a:lnTo>
                <a:lnTo>
                  <a:pt x="78577" y="316580"/>
                </a:lnTo>
                <a:lnTo>
                  <a:pt x="135688" y="350601"/>
                </a:lnTo>
                <a:lnTo>
                  <a:pt x="182036" y="338190"/>
                </a:lnTo>
                <a:lnTo>
                  <a:pt x="179741" y="391296"/>
                </a:lnTo>
                <a:lnTo>
                  <a:pt x="226663" y="389738"/>
                </a:lnTo>
                <a:lnTo>
                  <a:pt x="295730" y="422618"/>
                </a:lnTo>
                <a:lnTo>
                  <a:pt x="351793" y="369528"/>
                </a:lnTo>
                <a:lnTo>
                  <a:pt x="339591" y="325131"/>
                </a:lnTo>
                <a:lnTo>
                  <a:pt x="355044" y="333478"/>
                </a:lnTo>
                <a:lnTo>
                  <a:pt x="418213" y="286743"/>
                </a:lnTo>
                <a:lnTo>
                  <a:pt x="464855" y="287830"/>
                </a:lnTo>
                <a:lnTo>
                  <a:pt x="448155" y="249380"/>
                </a:lnTo>
                <a:lnTo>
                  <a:pt x="410886" y="224340"/>
                </a:lnTo>
                <a:lnTo>
                  <a:pt x="389874" y="229825"/>
                </a:lnTo>
                <a:lnTo>
                  <a:pt x="398179" y="203155"/>
                </a:lnTo>
                <a:lnTo>
                  <a:pt x="364823" y="168207"/>
                </a:lnTo>
                <a:lnTo>
                  <a:pt x="338235" y="171746"/>
                </a:lnTo>
                <a:lnTo>
                  <a:pt x="318105" y="135845"/>
                </a:lnTo>
                <a:lnTo>
                  <a:pt x="277685" y="121579"/>
                </a:lnTo>
                <a:lnTo>
                  <a:pt x="253416" y="44209"/>
                </a:lnTo>
                <a:lnTo>
                  <a:pt x="232999" y="30358"/>
                </a:lnTo>
                <a:lnTo>
                  <a:pt x="210487" y="49375"/>
                </a:lnTo>
                <a:lnTo>
                  <a:pt x="164249" y="31071"/>
                </a:lnTo>
                <a:lnTo>
                  <a:pt x="153466" y="125"/>
                </a:lnTo>
                <a:lnTo>
                  <a:pt x="102947" y="0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Jhārkhand"/>
          <p:cNvSpPr/>
          <p:nvPr/>
        </p:nvSpPr>
        <p:spPr>
          <a:xfrm>
            <a:off x="9310825" y="3469706"/>
            <a:ext cx="640984" cy="504392"/>
          </a:xfrm>
          <a:custGeom>
            <a:avLst/>
            <a:gdLst/>
            <a:ahLst/>
            <a:cxnLst/>
            <a:rect l="l" t="t" r="r" b="b"/>
            <a:pathLst>
              <a:path w="640984" h="504392">
                <a:moveTo>
                  <a:pt x="0" y="186250"/>
                </a:moveTo>
                <a:lnTo>
                  <a:pt x="51991" y="228178"/>
                </a:lnTo>
                <a:lnTo>
                  <a:pt x="61681" y="259793"/>
                </a:lnTo>
                <a:lnTo>
                  <a:pt x="95092" y="255998"/>
                </a:lnTo>
                <a:lnTo>
                  <a:pt x="97983" y="329810"/>
                </a:lnTo>
                <a:lnTo>
                  <a:pt x="113496" y="355857"/>
                </a:lnTo>
                <a:lnTo>
                  <a:pt x="147614" y="359771"/>
                </a:lnTo>
                <a:lnTo>
                  <a:pt x="94031" y="421571"/>
                </a:lnTo>
                <a:lnTo>
                  <a:pt x="133160" y="448788"/>
                </a:lnTo>
                <a:lnTo>
                  <a:pt x="240579" y="427681"/>
                </a:lnTo>
                <a:lnTo>
                  <a:pt x="247475" y="456014"/>
                </a:lnTo>
                <a:lnTo>
                  <a:pt x="229461" y="487630"/>
                </a:lnTo>
                <a:lnTo>
                  <a:pt x="264251" y="498572"/>
                </a:lnTo>
                <a:lnTo>
                  <a:pt x="282660" y="475937"/>
                </a:lnTo>
                <a:lnTo>
                  <a:pt x="326170" y="491828"/>
                </a:lnTo>
                <a:lnTo>
                  <a:pt x="343085" y="482635"/>
                </a:lnTo>
                <a:lnTo>
                  <a:pt x="337355" y="500726"/>
                </a:lnTo>
                <a:lnTo>
                  <a:pt x="356916" y="504392"/>
                </a:lnTo>
                <a:lnTo>
                  <a:pt x="376049" y="415254"/>
                </a:lnTo>
                <a:lnTo>
                  <a:pt x="430652" y="454703"/>
                </a:lnTo>
                <a:lnTo>
                  <a:pt x="473770" y="468459"/>
                </a:lnTo>
                <a:lnTo>
                  <a:pt x="493029" y="457417"/>
                </a:lnTo>
                <a:lnTo>
                  <a:pt x="475809" y="414032"/>
                </a:lnTo>
                <a:lnTo>
                  <a:pt x="427835" y="381895"/>
                </a:lnTo>
                <a:lnTo>
                  <a:pt x="445508" y="352278"/>
                </a:lnTo>
                <a:lnTo>
                  <a:pt x="400643" y="351467"/>
                </a:lnTo>
                <a:lnTo>
                  <a:pt x="355103" y="327521"/>
                </a:lnTo>
                <a:lnTo>
                  <a:pt x="351873" y="279715"/>
                </a:lnTo>
                <a:lnTo>
                  <a:pt x="377255" y="278014"/>
                </a:lnTo>
                <a:lnTo>
                  <a:pt x="376937" y="263183"/>
                </a:lnTo>
                <a:lnTo>
                  <a:pt x="412708" y="289223"/>
                </a:lnTo>
                <a:lnTo>
                  <a:pt x="433716" y="256691"/>
                </a:lnTo>
                <a:lnTo>
                  <a:pt x="480446" y="247856"/>
                </a:lnTo>
                <a:lnTo>
                  <a:pt x="481296" y="225681"/>
                </a:lnTo>
                <a:lnTo>
                  <a:pt x="541568" y="227428"/>
                </a:lnTo>
                <a:lnTo>
                  <a:pt x="542221" y="194703"/>
                </a:lnTo>
                <a:lnTo>
                  <a:pt x="571942" y="203789"/>
                </a:lnTo>
                <a:lnTo>
                  <a:pt x="577140" y="183835"/>
                </a:lnTo>
                <a:lnTo>
                  <a:pt x="604501" y="179165"/>
                </a:lnTo>
                <a:lnTo>
                  <a:pt x="596703" y="163401"/>
                </a:lnTo>
                <a:lnTo>
                  <a:pt x="619210" y="144237"/>
                </a:lnTo>
                <a:lnTo>
                  <a:pt x="615103" y="114296"/>
                </a:lnTo>
                <a:lnTo>
                  <a:pt x="634093" y="113993"/>
                </a:lnTo>
                <a:lnTo>
                  <a:pt x="621475" y="87846"/>
                </a:lnTo>
                <a:lnTo>
                  <a:pt x="640984" y="57128"/>
                </a:lnTo>
                <a:lnTo>
                  <a:pt x="589116" y="0"/>
                </a:lnTo>
                <a:lnTo>
                  <a:pt x="529058" y="48268"/>
                </a:lnTo>
                <a:lnTo>
                  <a:pt x="515312" y="110592"/>
                </a:lnTo>
                <a:lnTo>
                  <a:pt x="453321" y="110651"/>
                </a:lnTo>
                <a:lnTo>
                  <a:pt x="431422" y="146522"/>
                </a:lnTo>
                <a:lnTo>
                  <a:pt x="377416" y="85040"/>
                </a:lnTo>
                <a:lnTo>
                  <a:pt x="333296" y="78914"/>
                </a:lnTo>
                <a:lnTo>
                  <a:pt x="323784" y="115007"/>
                </a:lnTo>
                <a:lnTo>
                  <a:pt x="282630" y="118548"/>
                </a:lnTo>
                <a:lnTo>
                  <a:pt x="243604" y="145844"/>
                </a:lnTo>
                <a:lnTo>
                  <a:pt x="217973" y="145870"/>
                </a:lnTo>
                <a:lnTo>
                  <a:pt x="203886" y="122224"/>
                </a:lnTo>
                <a:lnTo>
                  <a:pt x="161515" y="158691"/>
                </a:lnTo>
                <a:lnTo>
                  <a:pt x="133958" y="117769"/>
                </a:lnTo>
                <a:lnTo>
                  <a:pt x="107802" y="130155"/>
                </a:lnTo>
                <a:lnTo>
                  <a:pt x="93955" y="105481"/>
                </a:lnTo>
                <a:lnTo>
                  <a:pt x="75169" y="121990"/>
                </a:lnTo>
                <a:lnTo>
                  <a:pt x="9921" y="126281"/>
                </a:lnTo>
                <a:lnTo>
                  <a:pt x="17643" y="147012"/>
                </a:lnTo>
                <a:lnTo>
                  <a:pt x="0" y="186250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Karnātaka"/>
          <p:cNvSpPr/>
          <p:nvPr/>
        </p:nvSpPr>
        <p:spPr>
          <a:xfrm>
            <a:off x="8031698" y="4499339"/>
            <a:ext cx="622378" cy="1023151"/>
          </a:xfrm>
          <a:custGeom>
            <a:avLst/>
            <a:gdLst/>
            <a:ahLst/>
            <a:cxnLst/>
            <a:rect l="l" t="t" r="r" b="b"/>
            <a:pathLst>
              <a:path w="622378" h="1023151">
                <a:moveTo>
                  <a:pt x="3511" y="417878"/>
                </a:moveTo>
                <a:lnTo>
                  <a:pt x="21812" y="417094"/>
                </a:lnTo>
                <a:lnTo>
                  <a:pt x="33720" y="471175"/>
                </a:lnTo>
                <a:lnTo>
                  <a:pt x="21935" y="476607"/>
                </a:lnTo>
                <a:lnTo>
                  <a:pt x="28188" y="509050"/>
                </a:lnTo>
                <a:lnTo>
                  <a:pt x="0" y="544434"/>
                </a:lnTo>
                <a:lnTo>
                  <a:pt x="23556" y="557114"/>
                </a:lnTo>
                <a:lnTo>
                  <a:pt x="71603" y="684340"/>
                </a:lnTo>
                <a:lnTo>
                  <a:pt x="104390" y="844292"/>
                </a:lnTo>
                <a:lnTo>
                  <a:pt x="170773" y="874394"/>
                </a:lnTo>
                <a:lnTo>
                  <a:pt x="182944" y="919776"/>
                </a:lnTo>
                <a:lnTo>
                  <a:pt x="244490" y="969140"/>
                </a:lnTo>
                <a:lnTo>
                  <a:pt x="279659" y="966174"/>
                </a:lnTo>
                <a:lnTo>
                  <a:pt x="280699" y="985341"/>
                </a:lnTo>
                <a:lnTo>
                  <a:pt x="349078" y="1021568"/>
                </a:lnTo>
                <a:lnTo>
                  <a:pt x="382279" y="1023151"/>
                </a:lnTo>
                <a:lnTo>
                  <a:pt x="400201" y="991077"/>
                </a:lnTo>
                <a:lnTo>
                  <a:pt x="418856" y="1004628"/>
                </a:lnTo>
                <a:lnTo>
                  <a:pt x="437159" y="990904"/>
                </a:lnTo>
                <a:lnTo>
                  <a:pt x="461727" y="998691"/>
                </a:lnTo>
                <a:lnTo>
                  <a:pt x="470991" y="971458"/>
                </a:lnTo>
                <a:lnTo>
                  <a:pt x="496127" y="970162"/>
                </a:lnTo>
                <a:lnTo>
                  <a:pt x="510117" y="946036"/>
                </a:lnTo>
                <a:lnTo>
                  <a:pt x="467928" y="931968"/>
                </a:lnTo>
                <a:lnTo>
                  <a:pt x="487975" y="908040"/>
                </a:lnTo>
                <a:lnTo>
                  <a:pt x="485492" y="863416"/>
                </a:lnTo>
                <a:lnTo>
                  <a:pt x="505025" y="862545"/>
                </a:lnTo>
                <a:lnTo>
                  <a:pt x="518332" y="833089"/>
                </a:lnTo>
                <a:lnTo>
                  <a:pt x="573022" y="849460"/>
                </a:lnTo>
                <a:lnTo>
                  <a:pt x="590321" y="822580"/>
                </a:lnTo>
                <a:lnTo>
                  <a:pt x="605401" y="833622"/>
                </a:lnTo>
                <a:lnTo>
                  <a:pt x="597978" y="821904"/>
                </a:lnTo>
                <a:lnTo>
                  <a:pt x="622378" y="771844"/>
                </a:lnTo>
                <a:lnTo>
                  <a:pt x="593268" y="764182"/>
                </a:lnTo>
                <a:lnTo>
                  <a:pt x="596746" y="726077"/>
                </a:lnTo>
                <a:lnTo>
                  <a:pt x="553104" y="717746"/>
                </a:lnTo>
                <a:lnTo>
                  <a:pt x="558163" y="687552"/>
                </a:lnTo>
                <a:lnTo>
                  <a:pt x="534531" y="690239"/>
                </a:lnTo>
                <a:lnTo>
                  <a:pt x="537170" y="670421"/>
                </a:lnTo>
                <a:lnTo>
                  <a:pt x="475297" y="710591"/>
                </a:lnTo>
                <a:lnTo>
                  <a:pt x="462458" y="687870"/>
                </a:lnTo>
                <a:lnTo>
                  <a:pt x="428142" y="675635"/>
                </a:lnTo>
                <a:lnTo>
                  <a:pt x="426527" y="699992"/>
                </a:lnTo>
                <a:lnTo>
                  <a:pt x="402356" y="702445"/>
                </a:lnTo>
                <a:lnTo>
                  <a:pt x="408332" y="674404"/>
                </a:lnTo>
                <a:lnTo>
                  <a:pt x="387959" y="639419"/>
                </a:lnTo>
                <a:lnTo>
                  <a:pt x="405795" y="638094"/>
                </a:lnTo>
                <a:lnTo>
                  <a:pt x="423228" y="664294"/>
                </a:lnTo>
                <a:lnTo>
                  <a:pt x="447186" y="659991"/>
                </a:lnTo>
                <a:lnTo>
                  <a:pt x="457958" y="681143"/>
                </a:lnTo>
                <a:lnTo>
                  <a:pt x="451221" y="645066"/>
                </a:lnTo>
                <a:lnTo>
                  <a:pt x="472289" y="641016"/>
                </a:lnTo>
                <a:lnTo>
                  <a:pt x="472339" y="625099"/>
                </a:lnTo>
                <a:lnTo>
                  <a:pt x="456959" y="614340"/>
                </a:lnTo>
                <a:lnTo>
                  <a:pt x="456846" y="634779"/>
                </a:lnTo>
                <a:lnTo>
                  <a:pt x="424353" y="613404"/>
                </a:lnTo>
                <a:lnTo>
                  <a:pt x="417486" y="631643"/>
                </a:lnTo>
                <a:lnTo>
                  <a:pt x="394263" y="627956"/>
                </a:lnTo>
                <a:lnTo>
                  <a:pt x="386614" y="605402"/>
                </a:lnTo>
                <a:lnTo>
                  <a:pt x="399077" y="592025"/>
                </a:lnTo>
                <a:lnTo>
                  <a:pt x="370022" y="574591"/>
                </a:lnTo>
                <a:lnTo>
                  <a:pt x="384511" y="524500"/>
                </a:lnTo>
                <a:lnTo>
                  <a:pt x="371643" y="503499"/>
                </a:lnTo>
                <a:lnTo>
                  <a:pt x="413984" y="514294"/>
                </a:lnTo>
                <a:lnTo>
                  <a:pt x="425988" y="489625"/>
                </a:lnTo>
                <a:lnTo>
                  <a:pt x="398969" y="440832"/>
                </a:lnTo>
                <a:lnTo>
                  <a:pt x="420414" y="415811"/>
                </a:lnTo>
                <a:lnTo>
                  <a:pt x="407084" y="387293"/>
                </a:lnTo>
                <a:lnTo>
                  <a:pt x="428226" y="372393"/>
                </a:lnTo>
                <a:lnTo>
                  <a:pt x="473668" y="376863"/>
                </a:lnTo>
                <a:lnTo>
                  <a:pt x="470431" y="327845"/>
                </a:lnTo>
                <a:lnTo>
                  <a:pt x="485351" y="322183"/>
                </a:lnTo>
                <a:lnTo>
                  <a:pt x="435232" y="295385"/>
                </a:lnTo>
                <a:lnTo>
                  <a:pt x="467293" y="276549"/>
                </a:lnTo>
                <a:lnTo>
                  <a:pt x="472159" y="214564"/>
                </a:lnTo>
                <a:lnTo>
                  <a:pt x="455217" y="183453"/>
                </a:lnTo>
                <a:lnTo>
                  <a:pt x="498458" y="142420"/>
                </a:lnTo>
                <a:lnTo>
                  <a:pt x="463932" y="129504"/>
                </a:lnTo>
                <a:lnTo>
                  <a:pt x="493392" y="72055"/>
                </a:lnTo>
                <a:lnTo>
                  <a:pt x="478406" y="59025"/>
                </a:lnTo>
                <a:lnTo>
                  <a:pt x="486408" y="25408"/>
                </a:lnTo>
                <a:lnTo>
                  <a:pt x="453225" y="21560"/>
                </a:lnTo>
                <a:lnTo>
                  <a:pt x="453204" y="0"/>
                </a:lnTo>
                <a:lnTo>
                  <a:pt x="418017" y="44143"/>
                </a:lnTo>
                <a:lnTo>
                  <a:pt x="395914" y="39327"/>
                </a:lnTo>
                <a:lnTo>
                  <a:pt x="391351" y="79949"/>
                </a:lnTo>
                <a:lnTo>
                  <a:pt x="366562" y="82375"/>
                </a:lnTo>
                <a:lnTo>
                  <a:pt x="359758" y="115019"/>
                </a:lnTo>
                <a:lnTo>
                  <a:pt x="336554" y="103258"/>
                </a:lnTo>
                <a:lnTo>
                  <a:pt x="309967" y="127495"/>
                </a:lnTo>
                <a:lnTo>
                  <a:pt x="317150" y="169722"/>
                </a:lnTo>
                <a:lnTo>
                  <a:pt x="254511" y="168521"/>
                </a:lnTo>
                <a:lnTo>
                  <a:pt x="213267" y="145438"/>
                </a:lnTo>
                <a:lnTo>
                  <a:pt x="218437" y="222334"/>
                </a:lnTo>
                <a:lnTo>
                  <a:pt x="164331" y="223155"/>
                </a:lnTo>
                <a:lnTo>
                  <a:pt x="155274" y="240299"/>
                </a:lnTo>
                <a:lnTo>
                  <a:pt x="116155" y="224916"/>
                </a:lnTo>
                <a:lnTo>
                  <a:pt x="114457" y="250629"/>
                </a:lnTo>
                <a:lnTo>
                  <a:pt x="82825" y="259130"/>
                </a:lnTo>
                <a:lnTo>
                  <a:pt x="82266" y="275363"/>
                </a:lnTo>
                <a:lnTo>
                  <a:pt x="65863" y="283262"/>
                </a:lnTo>
                <a:lnTo>
                  <a:pt x="52044" y="266853"/>
                </a:lnTo>
                <a:lnTo>
                  <a:pt x="24598" y="284144"/>
                </a:lnTo>
                <a:lnTo>
                  <a:pt x="32129" y="325372"/>
                </a:lnTo>
                <a:lnTo>
                  <a:pt x="57351" y="337337"/>
                </a:lnTo>
                <a:lnTo>
                  <a:pt x="37169" y="357900"/>
                </a:lnTo>
                <a:lnTo>
                  <a:pt x="51280" y="359542"/>
                </a:lnTo>
                <a:lnTo>
                  <a:pt x="38021" y="397905"/>
                </a:lnTo>
                <a:lnTo>
                  <a:pt x="3511" y="417878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Kerala"/>
          <p:cNvSpPr/>
          <p:nvPr/>
        </p:nvSpPr>
        <p:spPr>
          <a:xfrm>
            <a:off x="8139098" y="5344167"/>
            <a:ext cx="352261" cy="667486"/>
          </a:xfrm>
          <a:custGeom>
            <a:avLst/>
            <a:gdLst/>
            <a:ahLst/>
            <a:cxnLst/>
            <a:rect l="l" t="t" r="r" b="b"/>
            <a:pathLst>
              <a:path w="352261" h="667486">
                <a:moveTo>
                  <a:pt x="92509" y="163866"/>
                </a:moveTo>
                <a:lnTo>
                  <a:pt x="170595" y="359732"/>
                </a:lnTo>
                <a:lnTo>
                  <a:pt x="232181" y="579780"/>
                </a:lnTo>
                <a:lnTo>
                  <a:pt x="292345" y="658222"/>
                </a:lnTo>
                <a:lnTo>
                  <a:pt x="319475" y="667486"/>
                </a:lnTo>
                <a:lnTo>
                  <a:pt x="334457" y="633625"/>
                </a:lnTo>
                <a:lnTo>
                  <a:pt x="315521" y="562795"/>
                </a:lnTo>
                <a:lnTo>
                  <a:pt x="352261" y="489995"/>
                </a:lnTo>
                <a:lnTo>
                  <a:pt x="318126" y="474492"/>
                </a:lnTo>
                <a:lnTo>
                  <a:pt x="332939" y="422046"/>
                </a:lnTo>
                <a:lnTo>
                  <a:pt x="327740" y="364044"/>
                </a:lnTo>
                <a:lnTo>
                  <a:pt x="292891" y="383929"/>
                </a:lnTo>
                <a:lnTo>
                  <a:pt x="271611" y="371466"/>
                </a:lnTo>
                <a:lnTo>
                  <a:pt x="282324" y="299779"/>
                </a:lnTo>
                <a:lnTo>
                  <a:pt x="247949" y="277810"/>
                </a:lnTo>
                <a:lnTo>
                  <a:pt x="267574" y="259392"/>
                </a:lnTo>
                <a:lnTo>
                  <a:pt x="258402" y="234897"/>
                </a:lnTo>
                <a:lnTo>
                  <a:pt x="220164" y="239422"/>
                </a:lnTo>
                <a:lnTo>
                  <a:pt x="232546" y="213866"/>
                </a:lnTo>
                <a:lnTo>
                  <a:pt x="190918" y="197593"/>
                </a:lnTo>
                <a:lnTo>
                  <a:pt x="189133" y="182163"/>
                </a:lnTo>
                <a:lnTo>
                  <a:pt x="218086" y="171365"/>
                </a:lnTo>
                <a:lnTo>
                  <a:pt x="214043" y="154166"/>
                </a:lnTo>
                <a:lnTo>
                  <a:pt x="173299" y="140513"/>
                </a:lnTo>
                <a:lnTo>
                  <a:pt x="172259" y="121346"/>
                </a:lnTo>
                <a:lnTo>
                  <a:pt x="137090" y="124312"/>
                </a:lnTo>
                <a:lnTo>
                  <a:pt x="75544" y="74948"/>
                </a:lnTo>
                <a:lnTo>
                  <a:pt x="63373" y="29566"/>
                </a:lnTo>
                <a:lnTo>
                  <a:pt x="24659" y="18657"/>
                </a:lnTo>
                <a:lnTo>
                  <a:pt x="18643" y="0"/>
                </a:lnTo>
                <a:lnTo>
                  <a:pt x="0" y="4705"/>
                </a:lnTo>
                <a:lnTo>
                  <a:pt x="46070" y="117233"/>
                </a:lnTo>
                <a:lnTo>
                  <a:pt x="92509" y="163866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Ladākh"/>
          <p:cNvSpPr/>
          <p:nvPr/>
        </p:nvSpPr>
        <p:spPr>
          <a:xfrm>
            <a:off x="7818143" y="1719089"/>
            <a:ext cx="1076839" cy="707480"/>
          </a:xfrm>
          <a:custGeom>
            <a:avLst/>
            <a:gdLst/>
            <a:ahLst/>
            <a:cxnLst/>
            <a:rect l="l" t="t" r="r" b="b"/>
            <a:pathLst>
              <a:path w="1076839" h="707480">
                <a:moveTo>
                  <a:pt x="219161" y="294058"/>
                </a:moveTo>
                <a:lnTo>
                  <a:pt x="269680" y="294183"/>
                </a:lnTo>
                <a:lnTo>
                  <a:pt x="280463" y="325129"/>
                </a:lnTo>
                <a:lnTo>
                  <a:pt x="326701" y="343433"/>
                </a:lnTo>
                <a:lnTo>
                  <a:pt x="349213" y="324416"/>
                </a:lnTo>
                <a:lnTo>
                  <a:pt x="369630" y="338267"/>
                </a:lnTo>
                <a:lnTo>
                  <a:pt x="393899" y="415637"/>
                </a:lnTo>
                <a:lnTo>
                  <a:pt x="434319" y="429903"/>
                </a:lnTo>
                <a:lnTo>
                  <a:pt x="454449" y="465804"/>
                </a:lnTo>
                <a:lnTo>
                  <a:pt x="481037" y="462265"/>
                </a:lnTo>
                <a:lnTo>
                  <a:pt x="514393" y="497213"/>
                </a:lnTo>
                <a:lnTo>
                  <a:pt x="506088" y="523883"/>
                </a:lnTo>
                <a:lnTo>
                  <a:pt x="527100" y="518398"/>
                </a:lnTo>
                <a:lnTo>
                  <a:pt x="564369" y="543438"/>
                </a:lnTo>
                <a:lnTo>
                  <a:pt x="612187" y="608570"/>
                </a:lnTo>
                <a:lnTo>
                  <a:pt x="664580" y="636177"/>
                </a:lnTo>
                <a:lnTo>
                  <a:pt x="714861" y="611240"/>
                </a:lnTo>
                <a:lnTo>
                  <a:pt x="756908" y="665434"/>
                </a:lnTo>
                <a:lnTo>
                  <a:pt x="808289" y="644920"/>
                </a:lnTo>
                <a:lnTo>
                  <a:pt x="799803" y="687448"/>
                </a:lnTo>
                <a:lnTo>
                  <a:pt x="860907" y="653894"/>
                </a:lnTo>
                <a:lnTo>
                  <a:pt x="868952" y="692453"/>
                </a:lnTo>
                <a:lnTo>
                  <a:pt x="890855" y="707480"/>
                </a:lnTo>
                <a:lnTo>
                  <a:pt x="937286" y="669463"/>
                </a:lnTo>
                <a:lnTo>
                  <a:pt x="954924" y="678450"/>
                </a:lnTo>
                <a:lnTo>
                  <a:pt x="979719" y="647578"/>
                </a:lnTo>
                <a:lnTo>
                  <a:pt x="938840" y="606874"/>
                </a:lnTo>
                <a:lnTo>
                  <a:pt x="955657" y="569810"/>
                </a:lnTo>
                <a:lnTo>
                  <a:pt x="886459" y="551792"/>
                </a:lnTo>
                <a:lnTo>
                  <a:pt x="881341" y="514297"/>
                </a:lnTo>
                <a:lnTo>
                  <a:pt x="907699" y="516602"/>
                </a:lnTo>
                <a:lnTo>
                  <a:pt x="879893" y="462770"/>
                </a:lnTo>
                <a:lnTo>
                  <a:pt x="916583" y="448544"/>
                </a:lnTo>
                <a:lnTo>
                  <a:pt x="952930" y="455989"/>
                </a:lnTo>
                <a:lnTo>
                  <a:pt x="974865" y="417380"/>
                </a:lnTo>
                <a:lnTo>
                  <a:pt x="963282" y="388630"/>
                </a:lnTo>
                <a:lnTo>
                  <a:pt x="1002816" y="387021"/>
                </a:lnTo>
                <a:lnTo>
                  <a:pt x="1000307" y="365746"/>
                </a:lnTo>
                <a:lnTo>
                  <a:pt x="1040894" y="352733"/>
                </a:lnTo>
                <a:lnTo>
                  <a:pt x="1076839" y="239626"/>
                </a:lnTo>
                <a:lnTo>
                  <a:pt x="1031219" y="185122"/>
                </a:lnTo>
                <a:lnTo>
                  <a:pt x="994992" y="190458"/>
                </a:lnTo>
                <a:lnTo>
                  <a:pt x="945219" y="161611"/>
                </a:lnTo>
                <a:lnTo>
                  <a:pt x="922704" y="164075"/>
                </a:lnTo>
                <a:lnTo>
                  <a:pt x="911222" y="185353"/>
                </a:lnTo>
                <a:lnTo>
                  <a:pt x="813008" y="192952"/>
                </a:lnTo>
                <a:lnTo>
                  <a:pt x="773422" y="229737"/>
                </a:lnTo>
                <a:lnTo>
                  <a:pt x="747829" y="219572"/>
                </a:lnTo>
                <a:lnTo>
                  <a:pt x="751991" y="242127"/>
                </a:lnTo>
                <a:lnTo>
                  <a:pt x="668828" y="239044"/>
                </a:lnTo>
                <a:lnTo>
                  <a:pt x="660562" y="230048"/>
                </a:lnTo>
                <a:lnTo>
                  <a:pt x="683321" y="230763"/>
                </a:lnTo>
                <a:lnTo>
                  <a:pt x="665576" y="203045"/>
                </a:lnTo>
                <a:lnTo>
                  <a:pt x="589886" y="184078"/>
                </a:lnTo>
                <a:lnTo>
                  <a:pt x="577559" y="167865"/>
                </a:lnTo>
                <a:lnTo>
                  <a:pt x="588509" y="153771"/>
                </a:lnTo>
                <a:lnTo>
                  <a:pt x="566714" y="133447"/>
                </a:lnTo>
                <a:lnTo>
                  <a:pt x="445547" y="75344"/>
                </a:lnTo>
                <a:lnTo>
                  <a:pt x="386623" y="3831"/>
                </a:lnTo>
                <a:lnTo>
                  <a:pt x="328242" y="25681"/>
                </a:lnTo>
                <a:lnTo>
                  <a:pt x="296918" y="0"/>
                </a:lnTo>
                <a:lnTo>
                  <a:pt x="280683" y="19337"/>
                </a:lnTo>
                <a:lnTo>
                  <a:pt x="260083" y="13153"/>
                </a:lnTo>
                <a:lnTo>
                  <a:pt x="208281" y="40560"/>
                </a:lnTo>
                <a:lnTo>
                  <a:pt x="157677" y="24783"/>
                </a:lnTo>
                <a:lnTo>
                  <a:pt x="185957" y="56191"/>
                </a:lnTo>
                <a:lnTo>
                  <a:pt x="73921" y="56487"/>
                </a:lnTo>
                <a:lnTo>
                  <a:pt x="60994" y="92550"/>
                </a:lnTo>
                <a:lnTo>
                  <a:pt x="0" y="133887"/>
                </a:lnTo>
                <a:lnTo>
                  <a:pt x="6466" y="179831"/>
                </a:lnTo>
                <a:lnTo>
                  <a:pt x="76000" y="179100"/>
                </a:lnTo>
                <a:lnTo>
                  <a:pt x="99859" y="216185"/>
                </a:lnTo>
                <a:lnTo>
                  <a:pt x="170776" y="231721"/>
                </a:lnTo>
                <a:lnTo>
                  <a:pt x="161287" y="276449"/>
                </a:lnTo>
                <a:lnTo>
                  <a:pt x="219161" y="294058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Lakshadweep"/>
          <p:cNvSpPr/>
          <p:nvPr/>
        </p:nvSpPr>
        <p:spPr>
          <a:xfrm>
            <a:off x="7847362" y="5572738"/>
            <a:ext cx="3933" cy="11543"/>
          </a:xfrm>
          <a:custGeom>
            <a:avLst/>
            <a:gdLst/>
            <a:ahLst/>
            <a:cxnLst/>
            <a:rect l="l" t="t" r="r" b="b"/>
            <a:pathLst>
              <a:path w="3933" h="11543">
                <a:moveTo>
                  <a:pt x="0" y="11543"/>
                </a:moveTo>
                <a:lnTo>
                  <a:pt x="3933" y="0"/>
                </a:lnTo>
                <a:lnTo>
                  <a:pt x="0" y="11543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Madhya Pradesh"/>
          <p:cNvSpPr/>
          <p:nvPr/>
        </p:nvSpPr>
        <p:spPr>
          <a:xfrm>
            <a:off x="8022932" y="3242864"/>
            <a:ext cx="1215945" cy="865640"/>
          </a:xfrm>
          <a:custGeom>
            <a:avLst/>
            <a:gdLst/>
            <a:ahLst/>
            <a:cxnLst/>
            <a:rect l="l" t="t" r="r" b="b"/>
            <a:pathLst>
              <a:path w="1215945" h="865640">
                <a:moveTo>
                  <a:pt x="918173" y="826204"/>
                </a:moveTo>
                <a:lnTo>
                  <a:pt x="941095" y="733023"/>
                </a:lnTo>
                <a:lnTo>
                  <a:pt x="954441" y="708899"/>
                </a:lnTo>
                <a:lnTo>
                  <a:pt x="965978" y="717617"/>
                </a:lnTo>
                <a:lnTo>
                  <a:pt x="980643" y="661488"/>
                </a:lnTo>
                <a:lnTo>
                  <a:pt x="1051375" y="646494"/>
                </a:lnTo>
                <a:lnTo>
                  <a:pt x="1095731" y="565748"/>
                </a:lnTo>
                <a:lnTo>
                  <a:pt x="1126074" y="556172"/>
                </a:lnTo>
                <a:lnTo>
                  <a:pt x="1130588" y="529195"/>
                </a:lnTo>
                <a:lnTo>
                  <a:pt x="1093105" y="498026"/>
                </a:lnTo>
                <a:lnTo>
                  <a:pt x="1052083" y="505584"/>
                </a:lnTo>
                <a:lnTo>
                  <a:pt x="1045108" y="490162"/>
                </a:lnTo>
                <a:lnTo>
                  <a:pt x="1061618" y="469865"/>
                </a:lnTo>
                <a:lnTo>
                  <a:pt x="1049523" y="442820"/>
                </a:lnTo>
                <a:lnTo>
                  <a:pt x="1078190" y="457171"/>
                </a:lnTo>
                <a:lnTo>
                  <a:pt x="1191710" y="452491"/>
                </a:lnTo>
                <a:lnTo>
                  <a:pt x="1215945" y="433879"/>
                </a:lnTo>
                <a:lnTo>
                  <a:pt x="1195747" y="409116"/>
                </a:lnTo>
                <a:lnTo>
                  <a:pt x="1210887" y="332475"/>
                </a:lnTo>
                <a:lnTo>
                  <a:pt x="1163210" y="323387"/>
                </a:lnTo>
                <a:lnTo>
                  <a:pt x="1161353" y="340032"/>
                </a:lnTo>
                <a:lnTo>
                  <a:pt x="1145063" y="337968"/>
                </a:lnTo>
                <a:lnTo>
                  <a:pt x="1131927" y="305989"/>
                </a:lnTo>
                <a:lnTo>
                  <a:pt x="1098924" y="304820"/>
                </a:lnTo>
                <a:lnTo>
                  <a:pt x="1090863" y="278077"/>
                </a:lnTo>
                <a:lnTo>
                  <a:pt x="1049953" y="270595"/>
                </a:lnTo>
                <a:lnTo>
                  <a:pt x="1044566" y="250314"/>
                </a:lnTo>
                <a:lnTo>
                  <a:pt x="1033271" y="268216"/>
                </a:lnTo>
                <a:lnTo>
                  <a:pt x="1003686" y="254225"/>
                </a:lnTo>
                <a:lnTo>
                  <a:pt x="984587" y="295793"/>
                </a:lnTo>
                <a:lnTo>
                  <a:pt x="939239" y="290569"/>
                </a:lnTo>
                <a:lnTo>
                  <a:pt x="949281" y="250949"/>
                </a:lnTo>
                <a:lnTo>
                  <a:pt x="924318" y="259841"/>
                </a:lnTo>
                <a:lnTo>
                  <a:pt x="934261" y="270819"/>
                </a:lnTo>
                <a:lnTo>
                  <a:pt x="910115" y="256545"/>
                </a:lnTo>
                <a:lnTo>
                  <a:pt x="911687" y="269200"/>
                </a:lnTo>
                <a:lnTo>
                  <a:pt x="893190" y="264620"/>
                </a:lnTo>
                <a:lnTo>
                  <a:pt x="902838" y="278689"/>
                </a:lnTo>
                <a:lnTo>
                  <a:pt x="887323" y="279850"/>
                </a:lnTo>
                <a:lnTo>
                  <a:pt x="888875" y="267264"/>
                </a:lnTo>
                <a:lnTo>
                  <a:pt x="872548" y="280149"/>
                </a:lnTo>
                <a:lnTo>
                  <a:pt x="886551" y="252490"/>
                </a:lnTo>
                <a:lnTo>
                  <a:pt x="863311" y="215706"/>
                </a:lnTo>
                <a:lnTo>
                  <a:pt x="806187" y="243834"/>
                </a:lnTo>
                <a:lnTo>
                  <a:pt x="806169" y="264942"/>
                </a:lnTo>
                <a:lnTo>
                  <a:pt x="744421" y="263148"/>
                </a:lnTo>
                <a:lnTo>
                  <a:pt x="756770" y="239170"/>
                </a:lnTo>
                <a:lnTo>
                  <a:pt x="729810" y="228603"/>
                </a:lnTo>
                <a:lnTo>
                  <a:pt x="727476" y="261497"/>
                </a:lnTo>
                <a:lnTo>
                  <a:pt x="692583" y="258347"/>
                </a:lnTo>
                <a:lnTo>
                  <a:pt x="690120" y="238098"/>
                </a:lnTo>
                <a:lnTo>
                  <a:pt x="671936" y="255586"/>
                </a:lnTo>
                <a:lnTo>
                  <a:pt x="682835" y="227495"/>
                </a:lnTo>
                <a:lnTo>
                  <a:pt x="667469" y="244855"/>
                </a:lnTo>
                <a:lnTo>
                  <a:pt x="659530" y="233017"/>
                </a:lnTo>
                <a:lnTo>
                  <a:pt x="686812" y="223172"/>
                </a:lnTo>
                <a:lnTo>
                  <a:pt x="673527" y="196114"/>
                </a:lnTo>
                <a:lnTo>
                  <a:pt x="667041" y="215016"/>
                </a:lnTo>
                <a:lnTo>
                  <a:pt x="651635" y="205654"/>
                </a:lnTo>
                <a:lnTo>
                  <a:pt x="657080" y="226306"/>
                </a:lnTo>
                <a:lnTo>
                  <a:pt x="640954" y="213174"/>
                </a:lnTo>
                <a:lnTo>
                  <a:pt x="610052" y="236588"/>
                </a:lnTo>
                <a:lnTo>
                  <a:pt x="629851" y="241197"/>
                </a:lnTo>
                <a:lnTo>
                  <a:pt x="637291" y="285320"/>
                </a:lnTo>
                <a:lnTo>
                  <a:pt x="659186" y="307220"/>
                </a:lnTo>
                <a:lnTo>
                  <a:pt x="653950" y="338686"/>
                </a:lnTo>
                <a:lnTo>
                  <a:pt x="672118" y="332548"/>
                </a:lnTo>
                <a:lnTo>
                  <a:pt x="684336" y="376387"/>
                </a:lnTo>
                <a:lnTo>
                  <a:pt x="661475" y="401647"/>
                </a:lnTo>
                <a:lnTo>
                  <a:pt x="621628" y="370385"/>
                </a:lnTo>
                <a:lnTo>
                  <a:pt x="603754" y="389067"/>
                </a:lnTo>
                <a:lnTo>
                  <a:pt x="573208" y="299513"/>
                </a:lnTo>
                <a:lnTo>
                  <a:pt x="613269" y="254567"/>
                </a:lnTo>
                <a:lnTo>
                  <a:pt x="592088" y="222768"/>
                </a:lnTo>
                <a:lnTo>
                  <a:pt x="611239" y="194936"/>
                </a:lnTo>
                <a:lnTo>
                  <a:pt x="662222" y="186342"/>
                </a:lnTo>
                <a:lnTo>
                  <a:pt x="654074" y="166914"/>
                </a:lnTo>
                <a:lnTo>
                  <a:pt x="707515" y="79352"/>
                </a:lnTo>
                <a:lnTo>
                  <a:pt x="688952" y="29227"/>
                </a:lnTo>
                <a:lnTo>
                  <a:pt x="599659" y="0"/>
                </a:lnTo>
                <a:lnTo>
                  <a:pt x="397640" y="115830"/>
                </a:lnTo>
                <a:lnTo>
                  <a:pt x="338506" y="172851"/>
                </a:lnTo>
                <a:lnTo>
                  <a:pt x="349819" y="211452"/>
                </a:lnTo>
                <a:lnTo>
                  <a:pt x="373845" y="229964"/>
                </a:lnTo>
                <a:lnTo>
                  <a:pt x="440295" y="233305"/>
                </a:lnTo>
                <a:lnTo>
                  <a:pt x="462694" y="218048"/>
                </a:lnTo>
                <a:lnTo>
                  <a:pt x="467632" y="262333"/>
                </a:lnTo>
                <a:lnTo>
                  <a:pt x="391507" y="278638"/>
                </a:lnTo>
                <a:lnTo>
                  <a:pt x="404353" y="298505"/>
                </a:lnTo>
                <a:lnTo>
                  <a:pt x="383995" y="307473"/>
                </a:lnTo>
                <a:lnTo>
                  <a:pt x="415575" y="321964"/>
                </a:lnTo>
                <a:lnTo>
                  <a:pt x="421206" y="342827"/>
                </a:lnTo>
                <a:lnTo>
                  <a:pt x="408258" y="359426"/>
                </a:lnTo>
                <a:lnTo>
                  <a:pt x="385904" y="348621"/>
                </a:lnTo>
                <a:lnTo>
                  <a:pt x="397585" y="409284"/>
                </a:lnTo>
                <a:lnTo>
                  <a:pt x="369626" y="403139"/>
                </a:lnTo>
                <a:lnTo>
                  <a:pt x="369153" y="385838"/>
                </a:lnTo>
                <a:lnTo>
                  <a:pt x="345916" y="404835"/>
                </a:lnTo>
                <a:lnTo>
                  <a:pt x="302270" y="396955"/>
                </a:lnTo>
                <a:lnTo>
                  <a:pt x="298526" y="379116"/>
                </a:lnTo>
                <a:lnTo>
                  <a:pt x="270267" y="438882"/>
                </a:lnTo>
                <a:lnTo>
                  <a:pt x="215177" y="458913"/>
                </a:lnTo>
                <a:lnTo>
                  <a:pt x="199994" y="430965"/>
                </a:lnTo>
                <a:lnTo>
                  <a:pt x="250250" y="419767"/>
                </a:lnTo>
                <a:lnTo>
                  <a:pt x="235149" y="369988"/>
                </a:lnTo>
                <a:lnTo>
                  <a:pt x="260273" y="360351"/>
                </a:lnTo>
                <a:lnTo>
                  <a:pt x="250175" y="319637"/>
                </a:lnTo>
                <a:lnTo>
                  <a:pt x="164756" y="323412"/>
                </a:lnTo>
                <a:lnTo>
                  <a:pt x="165420" y="302297"/>
                </a:lnTo>
                <a:lnTo>
                  <a:pt x="193313" y="298593"/>
                </a:lnTo>
                <a:lnTo>
                  <a:pt x="170847" y="297692"/>
                </a:lnTo>
                <a:lnTo>
                  <a:pt x="180667" y="272876"/>
                </a:lnTo>
                <a:lnTo>
                  <a:pt x="157330" y="271905"/>
                </a:lnTo>
                <a:lnTo>
                  <a:pt x="139081" y="302201"/>
                </a:lnTo>
                <a:lnTo>
                  <a:pt x="111330" y="285033"/>
                </a:lnTo>
                <a:lnTo>
                  <a:pt x="113502" y="312452"/>
                </a:lnTo>
                <a:lnTo>
                  <a:pt x="136624" y="319019"/>
                </a:lnTo>
                <a:lnTo>
                  <a:pt x="118974" y="333692"/>
                </a:lnTo>
                <a:lnTo>
                  <a:pt x="106658" y="311972"/>
                </a:lnTo>
                <a:lnTo>
                  <a:pt x="94032" y="355665"/>
                </a:lnTo>
                <a:lnTo>
                  <a:pt x="114181" y="361923"/>
                </a:lnTo>
                <a:lnTo>
                  <a:pt x="99347" y="390447"/>
                </a:lnTo>
                <a:lnTo>
                  <a:pt x="120083" y="394371"/>
                </a:lnTo>
                <a:lnTo>
                  <a:pt x="131937" y="424436"/>
                </a:lnTo>
                <a:lnTo>
                  <a:pt x="125577" y="483717"/>
                </a:lnTo>
                <a:lnTo>
                  <a:pt x="67088" y="528544"/>
                </a:lnTo>
                <a:lnTo>
                  <a:pt x="98576" y="546438"/>
                </a:lnTo>
                <a:lnTo>
                  <a:pt x="40048" y="568770"/>
                </a:lnTo>
                <a:lnTo>
                  <a:pt x="61883" y="599116"/>
                </a:lnTo>
                <a:lnTo>
                  <a:pt x="48381" y="632086"/>
                </a:lnTo>
                <a:lnTo>
                  <a:pt x="0" y="651031"/>
                </a:lnTo>
                <a:lnTo>
                  <a:pt x="36193" y="668014"/>
                </a:lnTo>
                <a:lnTo>
                  <a:pt x="4878" y="673898"/>
                </a:lnTo>
                <a:lnTo>
                  <a:pt x="20625" y="714046"/>
                </a:lnTo>
                <a:lnTo>
                  <a:pt x="9316" y="726927"/>
                </a:lnTo>
                <a:lnTo>
                  <a:pt x="24310" y="737860"/>
                </a:lnTo>
                <a:lnTo>
                  <a:pt x="57283" y="723316"/>
                </a:lnTo>
                <a:lnTo>
                  <a:pt x="72632" y="774379"/>
                </a:lnTo>
                <a:lnTo>
                  <a:pt x="120766" y="782158"/>
                </a:lnTo>
                <a:lnTo>
                  <a:pt x="175862" y="818672"/>
                </a:lnTo>
                <a:lnTo>
                  <a:pt x="286090" y="820679"/>
                </a:lnTo>
                <a:lnTo>
                  <a:pt x="288395" y="852893"/>
                </a:lnTo>
                <a:lnTo>
                  <a:pt x="311486" y="865640"/>
                </a:lnTo>
                <a:lnTo>
                  <a:pt x="359147" y="848473"/>
                </a:lnTo>
                <a:lnTo>
                  <a:pt x="382966" y="787424"/>
                </a:lnTo>
                <a:lnTo>
                  <a:pt x="451459" y="762596"/>
                </a:lnTo>
                <a:lnTo>
                  <a:pt x="486635" y="771015"/>
                </a:lnTo>
                <a:lnTo>
                  <a:pt x="496047" y="795688"/>
                </a:lnTo>
                <a:lnTo>
                  <a:pt x="470268" y="795801"/>
                </a:lnTo>
                <a:lnTo>
                  <a:pt x="478996" y="820224"/>
                </a:lnTo>
                <a:lnTo>
                  <a:pt x="541652" y="818502"/>
                </a:lnTo>
                <a:lnTo>
                  <a:pt x="603463" y="784301"/>
                </a:lnTo>
                <a:lnTo>
                  <a:pt x="612316" y="801960"/>
                </a:lnTo>
                <a:lnTo>
                  <a:pt x="679525" y="803574"/>
                </a:lnTo>
                <a:lnTo>
                  <a:pt x="676399" y="788162"/>
                </a:lnTo>
                <a:lnTo>
                  <a:pt x="720306" y="768262"/>
                </a:lnTo>
                <a:lnTo>
                  <a:pt x="757000" y="775469"/>
                </a:lnTo>
                <a:lnTo>
                  <a:pt x="763155" y="795071"/>
                </a:lnTo>
                <a:lnTo>
                  <a:pt x="861845" y="782816"/>
                </a:lnTo>
                <a:lnTo>
                  <a:pt x="883866" y="819856"/>
                </a:lnTo>
                <a:lnTo>
                  <a:pt x="918173" y="826204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Mahārāshtra"/>
          <p:cNvSpPr/>
          <p:nvPr/>
        </p:nvSpPr>
        <p:spPr>
          <a:xfrm>
            <a:off x="7833772" y="3964625"/>
            <a:ext cx="1140335" cy="959438"/>
          </a:xfrm>
          <a:custGeom>
            <a:avLst/>
            <a:gdLst/>
            <a:ahLst/>
            <a:cxnLst/>
            <a:rect l="l" t="t" r="r" b="b"/>
            <a:pathLst>
              <a:path w="1140335" h="959438">
                <a:moveTo>
                  <a:pt x="1053720" y="494198"/>
                </a:moveTo>
                <a:lnTo>
                  <a:pt x="1070471" y="416303"/>
                </a:lnTo>
                <a:lnTo>
                  <a:pt x="1095308" y="392798"/>
                </a:lnTo>
                <a:lnTo>
                  <a:pt x="1120766" y="409623"/>
                </a:lnTo>
                <a:lnTo>
                  <a:pt x="1140335" y="380930"/>
                </a:lnTo>
                <a:lnTo>
                  <a:pt x="1091582" y="330705"/>
                </a:lnTo>
                <a:lnTo>
                  <a:pt x="1071562" y="334011"/>
                </a:lnTo>
                <a:lnTo>
                  <a:pt x="1093039" y="292872"/>
                </a:lnTo>
                <a:lnTo>
                  <a:pt x="1070667" y="267030"/>
                </a:lnTo>
                <a:lnTo>
                  <a:pt x="1102668" y="253949"/>
                </a:lnTo>
                <a:lnTo>
                  <a:pt x="1103430" y="214256"/>
                </a:lnTo>
                <a:lnTo>
                  <a:pt x="1082542" y="211277"/>
                </a:lnTo>
                <a:lnTo>
                  <a:pt x="1097308" y="201395"/>
                </a:lnTo>
                <a:lnTo>
                  <a:pt x="1076745" y="139915"/>
                </a:lnTo>
                <a:lnTo>
                  <a:pt x="1110332" y="107591"/>
                </a:lnTo>
                <a:lnTo>
                  <a:pt x="1073026" y="98095"/>
                </a:lnTo>
                <a:lnTo>
                  <a:pt x="1044532" y="59434"/>
                </a:lnTo>
                <a:lnTo>
                  <a:pt x="1000866" y="76989"/>
                </a:lnTo>
                <a:lnTo>
                  <a:pt x="979598" y="64178"/>
                </a:lnTo>
                <a:lnTo>
                  <a:pt x="952315" y="73310"/>
                </a:lnTo>
                <a:lnTo>
                  <a:pt x="946160" y="53708"/>
                </a:lnTo>
                <a:lnTo>
                  <a:pt x="909391" y="46509"/>
                </a:lnTo>
                <a:lnTo>
                  <a:pt x="865559" y="66401"/>
                </a:lnTo>
                <a:lnTo>
                  <a:pt x="868685" y="81813"/>
                </a:lnTo>
                <a:lnTo>
                  <a:pt x="801476" y="80199"/>
                </a:lnTo>
                <a:lnTo>
                  <a:pt x="790575" y="62749"/>
                </a:lnTo>
                <a:lnTo>
                  <a:pt x="698794" y="100977"/>
                </a:lnTo>
                <a:lnTo>
                  <a:pt x="668031" y="98442"/>
                </a:lnTo>
                <a:lnTo>
                  <a:pt x="659428" y="74040"/>
                </a:lnTo>
                <a:lnTo>
                  <a:pt x="685207" y="73927"/>
                </a:lnTo>
                <a:lnTo>
                  <a:pt x="675795" y="49254"/>
                </a:lnTo>
                <a:lnTo>
                  <a:pt x="640619" y="40835"/>
                </a:lnTo>
                <a:lnTo>
                  <a:pt x="572126" y="65663"/>
                </a:lnTo>
                <a:lnTo>
                  <a:pt x="548307" y="126712"/>
                </a:lnTo>
                <a:lnTo>
                  <a:pt x="500646" y="143879"/>
                </a:lnTo>
                <a:lnTo>
                  <a:pt x="477555" y="131132"/>
                </a:lnTo>
                <a:lnTo>
                  <a:pt x="475250" y="98918"/>
                </a:lnTo>
                <a:lnTo>
                  <a:pt x="365022" y="96911"/>
                </a:lnTo>
                <a:lnTo>
                  <a:pt x="309926" y="60397"/>
                </a:lnTo>
                <a:lnTo>
                  <a:pt x="265658" y="55073"/>
                </a:lnTo>
                <a:lnTo>
                  <a:pt x="238590" y="0"/>
                </a:lnTo>
                <a:lnTo>
                  <a:pt x="156749" y="31234"/>
                </a:lnTo>
                <a:lnTo>
                  <a:pt x="164550" y="80005"/>
                </a:lnTo>
                <a:lnTo>
                  <a:pt x="230982" y="73120"/>
                </a:lnTo>
                <a:lnTo>
                  <a:pt x="176565" y="93885"/>
                </a:lnTo>
                <a:lnTo>
                  <a:pt x="159524" y="128359"/>
                </a:lnTo>
                <a:lnTo>
                  <a:pt x="126496" y="128852"/>
                </a:lnTo>
                <a:lnTo>
                  <a:pt x="171357" y="156979"/>
                </a:lnTo>
                <a:lnTo>
                  <a:pt x="176958" y="192925"/>
                </a:lnTo>
                <a:lnTo>
                  <a:pt x="149687" y="219280"/>
                </a:lnTo>
                <a:lnTo>
                  <a:pt x="108826" y="196475"/>
                </a:lnTo>
                <a:lnTo>
                  <a:pt x="104285" y="273980"/>
                </a:lnTo>
                <a:lnTo>
                  <a:pt x="87788" y="272465"/>
                </a:lnTo>
                <a:lnTo>
                  <a:pt x="71338" y="296544"/>
                </a:lnTo>
                <a:lnTo>
                  <a:pt x="27004" y="270071"/>
                </a:lnTo>
                <a:lnTo>
                  <a:pt x="6160" y="292879"/>
                </a:lnTo>
                <a:lnTo>
                  <a:pt x="15430" y="318458"/>
                </a:lnTo>
                <a:lnTo>
                  <a:pt x="0" y="313401"/>
                </a:lnTo>
                <a:lnTo>
                  <a:pt x="34397" y="548079"/>
                </a:lnTo>
                <a:lnTo>
                  <a:pt x="50538" y="562672"/>
                </a:lnTo>
                <a:lnTo>
                  <a:pt x="62215" y="552931"/>
                </a:lnTo>
                <a:lnTo>
                  <a:pt x="61130" y="581166"/>
                </a:lnTo>
                <a:lnTo>
                  <a:pt x="37141" y="569320"/>
                </a:lnTo>
                <a:lnTo>
                  <a:pt x="80390" y="703378"/>
                </a:lnTo>
                <a:lnTo>
                  <a:pt x="90303" y="824101"/>
                </a:lnTo>
                <a:lnTo>
                  <a:pt x="97272" y="841442"/>
                </a:lnTo>
                <a:lnTo>
                  <a:pt x="115695" y="838235"/>
                </a:lnTo>
                <a:lnTo>
                  <a:pt x="97351" y="844127"/>
                </a:lnTo>
                <a:lnTo>
                  <a:pt x="109881" y="892621"/>
                </a:lnTo>
                <a:lnTo>
                  <a:pt x="137116" y="938963"/>
                </a:lnTo>
                <a:lnTo>
                  <a:pt x="166064" y="930717"/>
                </a:lnTo>
                <a:lnTo>
                  <a:pt x="187898" y="959438"/>
                </a:lnTo>
                <a:lnTo>
                  <a:pt x="213995" y="933298"/>
                </a:lnTo>
                <a:lnTo>
                  <a:pt x="234692" y="934258"/>
                </a:lnTo>
                <a:lnTo>
                  <a:pt x="249205" y="894800"/>
                </a:lnTo>
                <a:lnTo>
                  <a:pt x="235095" y="892614"/>
                </a:lnTo>
                <a:lnTo>
                  <a:pt x="253084" y="885081"/>
                </a:lnTo>
                <a:lnTo>
                  <a:pt x="251595" y="863315"/>
                </a:lnTo>
                <a:lnTo>
                  <a:pt x="230055" y="860086"/>
                </a:lnTo>
                <a:lnTo>
                  <a:pt x="222524" y="818858"/>
                </a:lnTo>
                <a:lnTo>
                  <a:pt x="249970" y="801567"/>
                </a:lnTo>
                <a:lnTo>
                  <a:pt x="263789" y="817976"/>
                </a:lnTo>
                <a:lnTo>
                  <a:pt x="280192" y="810077"/>
                </a:lnTo>
                <a:lnTo>
                  <a:pt x="280751" y="793844"/>
                </a:lnTo>
                <a:lnTo>
                  <a:pt x="312383" y="785343"/>
                </a:lnTo>
                <a:lnTo>
                  <a:pt x="314081" y="759630"/>
                </a:lnTo>
                <a:lnTo>
                  <a:pt x="353200" y="775013"/>
                </a:lnTo>
                <a:lnTo>
                  <a:pt x="362257" y="757869"/>
                </a:lnTo>
                <a:lnTo>
                  <a:pt x="416363" y="757048"/>
                </a:lnTo>
                <a:lnTo>
                  <a:pt x="411193" y="680152"/>
                </a:lnTo>
                <a:lnTo>
                  <a:pt x="452437" y="703235"/>
                </a:lnTo>
                <a:lnTo>
                  <a:pt x="515076" y="704436"/>
                </a:lnTo>
                <a:lnTo>
                  <a:pt x="507893" y="662209"/>
                </a:lnTo>
                <a:lnTo>
                  <a:pt x="534480" y="637972"/>
                </a:lnTo>
                <a:lnTo>
                  <a:pt x="557684" y="649733"/>
                </a:lnTo>
                <a:lnTo>
                  <a:pt x="564488" y="617089"/>
                </a:lnTo>
                <a:lnTo>
                  <a:pt x="589277" y="614663"/>
                </a:lnTo>
                <a:lnTo>
                  <a:pt x="593840" y="574041"/>
                </a:lnTo>
                <a:lnTo>
                  <a:pt x="615943" y="578857"/>
                </a:lnTo>
                <a:lnTo>
                  <a:pt x="644794" y="533750"/>
                </a:lnTo>
                <a:lnTo>
                  <a:pt x="651151" y="556274"/>
                </a:lnTo>
                <a:lnTo>
                  <a:pt x="679620" y="556020"/>
                </a:lnTo>
                <a:lnTo>
                  <a:pt x="683078" y="520179"/>
                </a:lnTo>
                <a:lnTo>
                  <a:pt x="702760" y="519007"/>
                </a:lnTo>
                <a:lnTo>
                  <a:pt x="704838" y="497482"/>
                </a:lnTo>
                <a:lnTo>
                  <a:pt x="731846" y="478250"/>
                </a:lnTo>
                <a:lnTo>
                  <a:pt x="706014" y="448096"/>
                </a:lnTo>
                <a:lnTo>
                  <a:pt x="720064" y="407444"/>
                </a:lnTo>
                <a:lnTo>
                  <a:pt x="763251" y="417387"/>
                </a:lnTo>
                <a:lnTo>
                  <a:pt x="763371" y="391312"/>
                </a:lnTo>
                <a:lnTo>
                  <a:pt x="781117" y="384763"/>
                </a:lnTo>
                <a:lnTo>
                  <a:pt x="781489" y="316375"/>
                </a:lnTo>
                <a:lnTo>
                  <a:pt x="855428" y="339123"/>
                </a:lnTo>
                <a:lnTo>
                  <a:pt x="869204" y="370472"/>
                </a:lnTo>
                <a:lnTo>
                  <a:pt x="903806" y="384336"/>
                </a:lnTo>
                <a:lnTo>
                  <a:pt x="911179" y="360796"/>
                </a:lnTo>
                <a:lnTo>
                  <a:pt x="942734" y="378185"/>
                </a:lnTo>
                <a:lnTo>
                  <a:pt x="985272" y="363336"/>
                </a:lnTo>
                <a:lnTo>
                  <a:pt x="1012875" y="393086"/>
                </a:lnTo>
                <a:lnTo>
                  <a:pt x="996326" y="437559"/>
                </a:lnTo>
                <a:lnTo>
                  <a:pt x="1004925" y="481045"/>
                </a:lnTo>
                <a:lnTo>
                  <a:pt x="1032288" y="500534"/>
                </a:lnTo>
                <a:lnTo>
                  <a:pt x="1053720" y="494198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Manipur"/>
          <p:cNvSpPr/>
          <p:nvPr/>
        </p:nvSpPr>
        <p:spPr>
          <a:xfrm>
            <a:off x="10646160" y="3419926"/>
            <a:ext cx="245308" cy="275718"/>
          </a:xfrm>
          <a:custGeom>
            <a:avLst/>
            <a:gdLst/>
            <a:ahLst/>
            <a:cxnLst/>
            <a:rect l="l" t="t" r="r" b="b"/>
            <a:pathLst>
              <a:path w="245308" h="275718">
                <a:moveTo>
                  <a:pt x="66643" y="53443"/>
                </a:moveTo>
                <a:lnTo>
                  <a:pt x="31048" y="130085"/>
                </a:lnTo>
                <a:lnTo>
                  <a:pt x="18927" y="130068"/>
                </a:lnTo>
                <a:lnTo>
                  <a:pt x="0" y="234363"/>
                </a:lnTo>
                <a:lnTo>
                  <a:pt x="38861" y="248039"/>
                </a:lnTo>
                <a:lnTo>
                  <a:pt x="52075" y="235539"/>
                </a:lnTo>
                <a:lnTo>
                  <a:pt x="73736" y="259794"/>
                </a:lnTo>
                <a:lnTo>
                  <a:pt x="108243" y="250383"/>
                </a:lnTo>
                <a:lnTo>
                  <a:pt x="162197" y="275718"/>
                </a:lnTo>
                <a:lnTo>
                  <a:pt x="245308" y="96418"/>
                </a:lnTo>
                <a:lnTo>
                  <a:pt x="221983" y="70020"/>
                </a:lnTo>
                <a:lnTo>
                  <a:pt x="235805" y="35427"/>
                </a:lnTo>
                <a:lnTo>
                  <a:pt x="218902" y="26697"/>
                </a:lnTo>
                <a:lnTo>
                  <a:pt x="224856" y="0"/>
                </a:lnTo>
                <a:lnTo>
                  <a:pt x="186801" y="26871"/>
                </a:lnTo>
                <a:lnTo>
                  <a:pt x="109715" y="21564"/>
                </a:lnTo>
                <a:lnTo>
                  <a:pt x="87593" y="72236"/>
                </a:lnTo>
                <a:lnTo>
                  <a:pt x="66643" y="53443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Meghālaya"/>
          <p:cNvSpPr/>
          <p:nvPr/>
        </p:nvSpPr>
        <p:spPr>
          <a:xfrm>
            <a:off x="10208991" y="3354763"/>
            <a:ext cx="413640" cy="162678"/>
          </a:xfrm>
          <a:custGeom>
            <a:avLst/>
            <a:gdLst/>
            <a:ahLst/>
            <a:cxnLst/>
            <a:rect l="l" t="t" r="r" b="b"/>
            <a:pathLst>
              <a:path w="413640" h="162678">
                <a:moveTo>
                  <a:pt x="361356" y="162678"/>
                </a:moveTo>
                <a:lnTo>
                  <a:pt x="413640" y="134705"/>
                </a:lnTo>
                <a:lnTo>
                  <a:pt x="380659" y="97609"/>
                </a:lnTo>
                <a:lnTo>
                  <a:pt x="392890" y="78884"/>
                </a:lnTo>
                <a:lnTo>
                  <a:pt x="355644" y="54465"/>
                </a:lnTo>
                <a:lnTo>
                  <a:pt x="324088" y="66756"/>
                </a:lnTo>
                <a:lnTo>
                  <a:pt x="333701" y="31381"/>
                </a:lnTo>
                <a:lnTo>
                  <a:pt x="323575" y="26135"/>
                </a:lnTo>
                <a:lnTo>
                  <a:pt x="339700" y="7647"/>
                </a:lnTo>
                <a:lnTo>
                  <a:pt x="291246" y="18147"/>
                </a:lnTo>
                <a:lnTo>
                  <a:pt x="278287" y="0"/>
                </a:lnTo>
                <a:lnTo>
                  <a:pt x="256850" y="32130"/>
                </a:lnTo>
                <a:lnTo>
                  <a:pt x="244282" y="12861"/>
                </a:lnTo>
                <a:lnTo>
                  <a:pt x="237440" y="37041"/>
                </a:lnTo>
                <a:lnTo>
                  <a:pt x="194791" y="59236"/>
                </a:lnTo>
                <a:lnTo>
                  <a:pt x="191104" y="38513"/>
                </a:lnTo>
                <a:lnTo>
                  <a:pt x="164819" y="44635"/>
                </a:lnTo>
                <a:lnTo>
                  <a:pt x="156707" y="25572"/>
                </a:lnTo>
                <a:lnTo>
                  <a:pt x="42043" y="24100"/>
                </a:lnTo>
                <a:lnTo>
                  <a:pt x="10930" y="55892"/>
                </a:lnTo>
                <a:lnTo>
                  <a:pt x="28311" y="76414"/>
                </a:lnTo>
                <a:lnTo>
                  <a:pt x="0" y="109093"/>
                </a:lnTo>
                <a:lnTo>
                  <a:pt x="3344" y="123211"/>
                </a:lnTo>
                <a:lnTo>
                  <a:pt x="87079" y="145639"/>
                </a:lnTo>
                <a:lnTo>
                  <a:pt x="311081" y="139064"/>
                </a:lnTo>
                <a:lnTo>
                  <a:pt x="361356" y="162678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Mizoram"/>
          <p:cNvSpPr/>
          <p:nvPr/>
        </p:nvSpPr>
        <p:spPr>
          <a:xfrm>
            <a:off x="10548218" y="3593333"/>
            <a:ext cx="156273" cy="385082"/>
          </a:xfrm>
          <a:custGeom>
            <a:avLst/>
            <a:gdLst/>
            <a:ahLst/>
            <a:cxnLst/>
            <a:rect l="l" t="t" r="r" b="b"/>
            <a:pathLst>
              <a:path w="156273" h="385082">
                <a:moveTo>
                  <a:pt x="0" y="118835"/>
                </a:moveTo>
                <a:lnTo>
                  <a:pt x="46776" y="379751"/>
                </a:lnTo>
                <a:lnTo>
                  <a:pt x="60122" y="353196"/>
                </a:lnTo>
                <a:lnTo>
                  <a:pt x="88741" y="385082"/>
                </a:lnTo>
                <a:lnTo>
                  <a:pt x="106958" y="347170"/>
                </a:lnTo>
                <a:lnTo>
                  <a:pt x="129708" y="336912"/>
                </a:lnTo>
                <a:lnTo>
                  <a:pt x="114776" y="255998"/>
                </a:lnTo>
                <a:lnTo>
                  <a:pt x="120354" y="218129"/>
                </a:lnTo>
                <a:lnTo>
                  <a:pt x="142390" y="226076"/>
                </a:lnTo>
                <a:lnTo>
                  <a:pt x="155086" y="206969"/>
                </a:lnTo>
                <a:lnTo>
                  <a:pt x="156273" y="88425"/>
                </a:lnTo>
                <a:lnTo>
                  <a:pt x="145775" y="69865"/>
                </a:lnTo>
                <a:lnTo>
                  <a:pt x="97969" y="60994"/>
                </a:lnTo>
                <a:lnTo>
                  <a:pt x="105139" y="19208"/>
                </a:lnTo>
                <a:lnTo>
                  <a:pt x="78087" y="22008"/>
                </a:lnTo>
                <a:lnTo>
                  <a:pt x="68895" y="0"/>
                </a:lnTo>
                <a:lnTo>
                  <a:pt x="29523" y="56588"/>
                </a:lnTo>
                <a:lnTo>
                  <a:pt x="3724" y="40413"/>
                </a:lnTo>
                <a:lnTo>
                  <a:pt x="0" y="118835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Nāgāland"/>
          <p:cNvSpPr/>
          <p:nvPr/>
        </p:nvSpPr>
        <p:spPr>
          <a:xfrm>
            <a:off x="10695220" y="3217956"/>
            <a:ext cx="264081" cy="274198"/>
          </a:xfrm>
          <a:custGeom>
            <a:avLst/>
            <a:gdLst/>
            <a:ahLst/>
            <a:cxnLst/>
            <a:rect l="l" t="t" r="r" b="b"/>
            <a:pathLst>
              <a:path w="264081" h="274198">
                <a:moveTo>
                  <a:pt x="264081" y="52776"/>
                </a:moveTo>
                <a:lnTo>
                  <a:pt x="258410" y="0"/>
                </a:lnTo>
                <a:lnTo>
                  <a:pt x="156935" y="55870"/>
                </a:lnTo>
                <a:lnTo>
                  <a:pt x="137036" y="86219"/>
                </a:lnTo>
                <a:lnTo>
                  <a:pt x="128693" y="73843"/>
                </a:lnTo>
                <a:lnTo>
                  <a:pt x="93344" y="128916"/>
                </a:lnTo>
                <a:lnTo>
                  <a:pt x="90244" y="167059"/>
                </a:lnTo>
                <a:lnTo>
                  <a:pt x="64872" y="183151"/>
                </a:lnTo>
                <a:lnTo>
                  <a:pt x="60714" y="159145"/>
                </a:lnTo>
                <a:lnTo>
                  <a:pt x="0" y="222325"/>
                </a:lnTo>
                <a:lnTo>
                  <a:pt x="20029" y="263347"/>
                </a:lnTo>
                <a:lnTo>
                  <a:pt x="38547" y="274198"/>
                </a:lnTo>
                <a:lnTo>
                  <a:pt x="70277" y="220232"/>
                </a:lnTo>
                <a:lnTo>
                  <a:pt x="137741" y="228841"/>
                </a:lnTo>
                <a:lnTo>
                  <a:pt x="172385" y="200649"/>
                </a:lnTo>
                <a:lnTo>
                  <a:pt x="178582" y="234913"/>
                </a:lnTo>
                <a:lnTo>
                  <a:pt x="217595" y="219491"/>
                </a:lnTo>
                <a:lnTo>
                  <a:pt x="257402" y="143703"/>
                </a:lnTo>
                <a:lnTo>
                  <a:pt x="240239" y="87491"/>
                </a:lnTo>
                <a:lnTo>
                  <a:pt x="264081" y="52776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disha"/>
          <p:cNvSpPr/>
          <p:nvPr/>
        </p:nvSpPr>
        <p:spPr>
          <a:xfrm>
            <a:off x="9043030" y="3884988"/>
            <a:ext cx="843081" cy="708630"/>
          </a:xfrm>
          <a:custGeom>
            <a:avLst/>
            <a:gdLst/>
            <a:ahLst/>
            <a:cxnLst/>
            <a:rect l="l" t="t" r="r" b="b"/>
            <a:pathLst>
              <a:path w="843081" h="708630">
                <a:moveTo>
                  <a:pt x="0" y="708630"/>
                </a:moveTo>
                <a:lnTo>
                  <a:pt x="30625" y="708154"/>
                </a:lnTo>
                <a:lnTo>
                  <a:pt x="87877" y="671299"/>
                </a:lnTo>
                <a:lnTo>
                  <a:pt x="120267" y="682407"/>
                </a:lnTo>
                <a:lnTo>
                  <a:pt x="150249" y="599741"/>
                </a:lnTo>
                <a:lnTo>
                  <a:pt x="171702" y="646310"/>
                </a:lnTo>
                <a:lnTo>
                  <a:pt x="194613" y="614586"/>
                </a:lnTo>
                <a:lnTo>
                  <a:pt x="229415" y="624926"/>
                </a:lnTo>
                <a:lnTo>
                  <a:pt x="223674" y="585178"/>
                </a:lnTo>
                <a:lnTo>
                  <a:pt x="278050" y="555881"/>
                </a:lnTo>
                <a:lnTo>
                  <a:pt x="264878" y="532520"/>
                </a:lnTo>
                <a:lnTo>
                  <a:pt x="285800" y="539100"/>
                </a:lnTo>
                <a:lnTo>
                  <a:pt x="286654" y="518451"/>
                </a:lnTo>
                <a:lnTo>
                  <a:pt x="296240" y="530746"/>
                </a:lnTo>
                <a:lnTo>
                  <a:pt x="308539" y="508067"/>
                </a:lnTo>
                <a:lnTo>
                  <a:pt x="345522" y="560039"/>
                </a:lnTo>
                <a:lnTo>
                  <a:pt x="404766" y="564137"/>
                </a:lnTo>
                <a:lnTo>
                  <a:pt x="418624" y="529067"/>
                </a:lnTo>
                <a:lnTo>
                  <a:pt x="443517" y="528649"/>
                </a:lnTo>
                <a:lnTo>
                  <a:pt x="453208" y="507567"/>
                </a:lnTo>
                <a:lnTo>
                  <a:pt x="466547" y="521005"/>
                </a:lnTo>
                <a:lnTo>
                  <a:pt x="547006" y="445195"/>
                </a:lnTo>
                <a:lnTo>
                  <a:pt x="691748" y="389657"/>
                </a:lnTo>
                <a:lnTo>
                  <a:pt x="746003" y="333960"/>
                </a:lnTo>
                <a:lnTo>
                  <a:pt x="741716" y="305903"/>
                </a:lnTo>
                <a:lnTo>
                  <a:pt x="783741" y="276486"/>
                </a:lnTo>
                <a:lnTo>
                  <a:pt x="749092" y="273812"/>
                </a:lnTo>
                <a:lnTo>
                  <a:pt x="772946" y="260329"/>
                </a:lnTo>
                <a:lnTo>
                  <a:pt x="757099" y="200724"/>
                </a:lnTo>
                <a:lnTo>
                  <a:pt x="785417" y="164861"/>
                </a:lnTo>
                <a:lnTo>
                  <a:pt x="843081" y="143988"/>
                </a:lnTo>
                <a:lnTo>
                  <a:pt x="841009" y="124655"/>
                </a:lnTo>
                <a:lnTo>
                  <a:pt x="799693" y="87755"/>
                </a:lnTo>
                <a:lnTo>
                  <a:pt x="781259" y="104367"/>
                </a:lnTo>
                <a:lnTo>
                  <a:pt x="771185" y="71865"/>
                </a:lnTo>
                <a:lnTo>
                  <a:pt x="644045" y="0"/>
                </a:lnTo>
                <a:lnTo>
                  <a:pt x="624711" y="89110"/>
                </a:lnTo>
                <a:lnTo>
                  <a:pt x="605150" y="85444"/>
                </a:lnTo>
                <a:lnTo>
                  <a:pt x="610880" y="67353"/>
                </a:lnTo>
                <a:lnTo>
                  <a:pt x="593965" y="76546"/>
                </a:lnTo>
                <a:lnTo>
                  <a:pt x="550455" y="60655"/>
                </a:lnTo>
                <a:lnTo>
                  <a:pt x="532046" y="83290"/>
                </a:lnTo>
                <a:lnTo>
                  <a:pt x="497256" y="72348"/>
                </a:lnTo>
                <a:lnTo>
                  <a:pt x="515270" y="40732"/>
                </a:lnTo>
                <a:lnTo>
                  <a:pt x="508374" y="12399"/>
                </a:lnTo>
                <a:lnTo>
                  <a:pt x="400955" y="33506"/>
                </a:lnTo>
                <a:lnTo>
                  <a:pt x="358068" y="6639"/>
                </a:lnTo>
                <a:lnTo>
                  <a:pt x="362039" y="29225"/>
                </a:lnTo>
                <a:lnTo>
                  <a:pt x="300038" y="69315"/>
                </a:lnTo>
                <a:lnTo>
                  <a:pt x="303944" y="106892"/>
                </a:lnTo>
                <a:lnTo>
                  <a:pt x="268920" y="159016"/>
                </a:lnTo>
                <a:lnTo>
                  <a:pt x="278377" y="181531"/>
                </a:lnTo>
                <a:lnTo>
                  <a:pt x="259343" y="177453"/>
                </a:lnTo>
                <a:lnTo>
                  <a:pt x="240303" y="218166"/>
                </a:lnTo>
                <a:lnTo>
                  <a:pt x="172325" y="210851"/>
                </a:lnTo>
                <a:lnTo>
                  <a:pt x="148081" y="259659"/>
                </a:lnTo>
                <a:lnTo>
                  <a:pt x="132214" y="250442"/>
                </a:lnTo>
                <a:lnTo>
                  <a:pt x="138915" y="374768"/>
                </a:lnTo>
                <a:lnTo>
                  <a:pt x="182700" y="384003"/>
                </a:lnTo>
                <a:lnTo>
                  <a:pt x="181581" y="407839"/>
                </a:lnTo>
                <a:lnTo>
                  <a:pt x="165585" y="416672"/>
                </a:lnTo>
                <a:lnTo>
                  <a:pt x="167193" y="403069"/>
                </a:lnTo>
                <a:lnTo>
                  <a:pt x="145391" y="396621"/>
                </a:lnTo>
                <a:lnTo>
                  <a:pt x="131451" y="407721"/>
                </a:lnTo>
                <a:lnTo>
                  <a:pt x="116517" y="382696"/>
                </a:lnTo>
                <a:lnTo>
                  <a:pt x="65756" y="376623"/>
                </a:lnTo>
                <a:lnTo>
                  <a:pt x="63296" y="395384"/>
                </a:lnTo>
                <a:lnTo>
                  <a:pt x="92708" y="414464"/>
                </a:lnTo>
                <a:lnTo>
                  <a:pt x="87655" y="456705"/>
                </a:lnTo>
                <a:lnTo>
                  <a:pt x="109865" y="468667"/>
                </a:lnTo>
                <a:lnTo>
                  <a:pt x="117704" y="544556"/>
                </a:lnTo>
                <a:lnTo>
                  <a:pt x="68919" y="583613"/>
                </a:lnTo>
                <a:lnTo>
                  <a:pt x="78595" y="593616"/>
                </a:lnTo>
                <a:lnTo>
                  <a:pt x="49051" y="628969"/>
                </a:lnTo>
                <a:lnTo>
                  <a:pt x="17918" y="643224"/>
                </a:lnTo>
                <a:lnTo>
                  <a:pt x="0" y="708630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Puducherry"/>
          <p:cNvSpPr/>
          <p:nvPr/>
        </p:nvSpPr>
        <p:spPr>
          <a:xfrm>
            <a:off x="8804553" y="5461179"/>
            <a:ext cx="18519" cy="25588"/>
          </a:xfrm>
          <a:custGeom>
            <a:avLst/>
            <a:gdLst/>
            <a:ahLst/>
            <a:cxnLst/>
            <a:rect l="l" t="t" r="r" b="b"/>
            <a:pathLst>
              <a:path w="18519" h="25588">
                <a:moveTo>
                  <a:pt x="18519" y="25588"/>
                </a:moveTo>
                <a:lnTo>
                  <a:pt x="10191" y="0"/>
                </a:lnTo>
                <a:lnTo>
                  <a:pt x="0" y="18982"/>
                </a:lnTo>
                <a:lnTo>
                  <a:pt x="18519" y="25588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Punjab"/>
          <p:cNvSpPr/>
          <p:nvPr/>
        </p:nvSpPr>
        <p:spPr>
          <a:xfrm>
            <a:off x="8003053" y="2400685"/>
            <a:ext cx="422556" cy="443198"/>
          </a:xfrm>
          <a:custGeom>
            <a:avLst/>
            <a:gdLst/>
            <a:ahLst/>
            <a:cxnLst/>
            <a:rect l="l" t="t" r="r" b="b"/>
            <a:pathLst>
              <a:path w="422556" h="443198">
                <a:moveTo>
                  <a:pt x="88768" y="383385"/>
                </a:moveTo>
                <a:lnTo>
                  <a:pt x="167922" y="387862"/>
                </a:lnTo>
                <a:lnTo>
                  <a:pt x="187701" y="411468"/>
                </a:lnTo>
                <a:lnTo>
                  <a:pt x="186837" y="443198"/>
                </a:lnTo>
                <a:lnTo>
                  <a:pt x="217880" y="403575"/>
                </a:lnTo>
                <a:lnTo>
                  <a:pt x="298743" y="413248"/>
                </a:lnTo>
                <a:lnTo>
                  <a:pt x="326488" y="396871"/>
                </a:lnTo>
                <a:lnTo>
                  <a:pt x="321480" y="351472"/>
                </a:lnTo>
                <a:lnTo>
                  <a:pt x="337281" y="360650"/>
                </a:lnTo>
                <a:lnTo>
                  <a:pt x="351265" y="346144"/>
                </a:lnTo>
                <a:lnTo>
                  <a:pt x="368368" y="363519"/>
                </a:lnTo>
                <a:lnTo>
                  <a:pt x="383582" y="347194"/>
                </a:lnTo>
                <a:lnTo>
                  <a:pt x="369813" y="335665"/>
                </a:lnTo>
                <a:lnTo>
                  <a:pt x="395345" y="311217"/>
                </a:lnTo>
                <a:lnTo>
                  <a:pt x="422556" y="317077"/>
                </a:lnTo>
                <a:lnTo>
                  <a:pt x="420958" y="283774"/>
                </a:lnTo>
                <a:lnTo>
                  <a:pt x="390377" y="263943"/>
                </a:lnTo>
                <a:lnTo>
                  <a:pt x="411400" y="256207"/>
                </a:lnTo>
                <a:lnTo>
                  <a:pt x="379238" y="225752"/>
                </a:lnTo>
                <a:lnTo>
                  <a:pt x="381600" y="192330"/>
                </a:lnTo>
                <a:lnTo>
                  <a:pt x="353613" y="183926"/>
                </a:lnTo>
                <a:lnTo>
                  <a:pt x="344513" y="160314"/>
                </a:lnTo>
                <a:lnTo>
                  <a:pt x="317624" y="179813"/>
                </a:lnTo>
                <a:lnTo>
                  <a:pt x="280315" y="83747"/>
                </a:lnTo>
                <a:lnTo>
                  <a:pt x="236618" y="65881"/>
                </a:lnTo>
                <a:lnTo>
                  <a:pt x="239809" y="40977"/>
                </a:lnTo>
                <a:lnTo>
                  <a:pt x="283690" y="17590"/>
                </a:lnTo>
                <a:lnTo>
                  <a:pt x="270796" y="0"/>
                </a:lnTo>
                <a:lnTo>
                  <a:pt x="228116" y="34865"/>
                </a:lnTo>
                <a:lnTo>
                  <a:pt x="201525" y="24649"/>
                </a:lnTo>
                <a:lnTo>
                  <a:pt x="190411" y="61140"/>
                </a:lnTo>
                <a:lnTo>
                  <a:pt x="137539" y="68273"/>
                </a:lnTo>
                <a:lnTo>
                  <a:pt x="83373" y="118049"/>
                </a:lnTo>
                <a:lnTo>
                  <a:pt x="106414" y="162001"/>
                </a:lnTo>
                <a:lnTo>
                  <a:pt x="86431" y="205872"/>
                </a:lnTo>
                <a:lnTo>
                  <a:pt x="113031" y="211891"/>
                </a:lnTo>
                <a:lnTo>
                  <a:pt x="6708" y="301682"/>
                </a:lnTo>
                <a:lnTo>
                  <a:pt x="12321" y="356929"/>
                </a:lnTo>
                <a:lnTo>
                  <a:pt x="0" y="375269"/>
                </a:lnTo>
                <a:lnTo>
                  <a:pt x="88768" y="383385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ājasthān"/>
          <p:cNvSpPr/>
          <p:nvPr/>
        </p:nvSpPr>
        <p:spPr>
          <a:xfrm>
            <a:off x="7393473" y="2745956"/>
            <a:ext cx="1216970" cy="1065302"/>
          </a:xfrm>
          <a:custGeom>
            <a:avLst/>
            <a:gdLst/>
            <a:ahLst/>
            <a:cxnLst/>
            <a:rect l="l" t="t" r="r" b="b"/>
            <a:pathLst>
              <a:path w="1216970" h="1065302">
                <a:moveTo>
                  <a:pt x="1080074" y="357801"/>
                </a:moveTo>
                <a:lnTo>
                  <a:pt x="1046990" y="354704"/>
                </a:lnTo>
                <a:lnTo>
                  <a:pt x="1052649" y="367202"/>
                </a:lnTo>
                <a:lnTo>
                  <a:pt x="1028400" y="379653"/>
                </a:lnTo>
                <a:lnTo>
                  <a:pt x="1036708" y="307443"/>
                </a:lnTo>
                <a:lnTo>
                  <a:pt x="1019804" y="295025"/>
                </a:lnTo>
                <a:lnTo>
                  <a:pt x="978212" y="333505"/>
                </a:lnTo>
                <a:lnTo>
                  <a:pt x="968185" y="305930"/>
                </a:lnTo>
                <a:lnTo>
                  <a:pt x="942780" y="301358"/>
                </a:lnTo>
                <a:lnTo>
                  <a:pt x="949710" y="323547"/>
                </a:lnTo>
                <a:lnTo>
                  <a:pt x="924157" y="329755"/>
                </a:lnTo>
                <a:lnTo>
                  <a:pt x="932403" y="355455"/>
                </a:lnTo>
                <a:lnTo>
                  <a:pt x="898343" y="350207"/>
                </a:lnTo>
                <a:lnTo>
                  <a:pt x="907956" y="317057"/>
                </a:lnTo>
                <a:lnTo>
                  <a:pt x="894775" y="312115"/>
                </a:lnTo>
                <a:lnTo>
                  <a:pt x="915524" y="305591"/>
                </a:lnTo>
                <a:lnTo>
                  <a:pt x="841583" y="236575"/>
                </a:lnTo>
                <a:lnTo>
                  <a:pt x="820673" y="140676"/>
                </a:lnTo>
                <a:lnTo>
                  <a:pt x="774284" y="144556"/>
                </a:lnTo>
                <a:lnTo>
                  <a:pt x="743127" y="118596"/>
                </a:lnTo>
                <a:lnTo>
                  <a:pt x="708331" y="129963"/>
                </a:lnTo>
                <a:lnTo>
                  <a:pt x="710663" y="66569"/>
                </a:lnTo>
                <a:lnTo>
                  <a:pt x="690956" y="64153"/>
                </a:lnTo>
                <a:lnTo>
                  <a:pt x="698348" y="38114"/>
                </a:lnTo>
                <a:lnTo>
                  <a:pt x="610762" y="33480"/>
                </a:lnTo>
                <a:lnTo>
                  <a:pt x="621550" y="0"/>
                </a:lnTo>
                <a:lnTo>
                  <a:pt x="541841" y="37652"/>
                </a:lnTo>
                <a:lnTo>
                  <a:pt x="479282" y="174702"/>
                </a:lnTo>
                <a:lnTo>
                  <a:pt x="402692" y="212884"/>
                </a:lnTo>
                <a:lnTo>
                  <a:pt x="334297" y="333851"/>
                </a:lnTo>
                <a:lnTo>
                  <a:pt x="192126" y="372060"/>
                </a:lnTo>
                <a:lnTo>
                  <a:pt x="173826" y="366638"/>
                </a:lnTo>
                <a:lnTo>
                  <a:pt x="153013" y="326550"/>
                </a:lnTo>
                <a:lnTo>
                  <a:pt x="122928" y="326349"/>
                </a:lnTo>
                <a:lnTo>
                  <a:pt x="14219" y="449982"/>
                </a:lnTo>
                <a:lnTo>
                  <a:pt x="0" y="506500"/>
                </a:lnTo>
                <a:lnTo>
                  <a:pt x="42577" y="537337"/>
                </a:lnTo>
                <a:lnTo>
                  <a:pt x="95524" y="544338"/>
                </a:lnTo>
                <a:lnTo>
                  <a:pt x="85206" y="635848"/>
                </a:lnTo>
                <a:lnTo>
                  <a:pt x="108589" y="669368"/>
                </a:lnTo>
                <a:lnTo>
                  <a:pt x="162798" y="671097"/>
                </a:lnTo>
                <a:lnTo>
                  <a:pt x="163446" y="716643"/>
                </a:lnTo>
                <a:lnTo>
                  <a:pt x="225417" y="824323"/>
                </a:lnTo>
                <a:lnTo>
                  <a:pt x="327915" y="834239"/>
                </a:lnTo>
                <a:lnTo>
                  <a:pt x="356877" y="818901"/>
                </a:lnTo>
                <a:lnTo>
                  <a:pt x="396491" y="831379"/>
                </a:lnTo>
                <a:lnTo>
                  <a:pt x="382508" y="837785"/>
                </a:lnTo>
                <a:lnTo>
                  <a:pt x="411706" y="863280"/>
                </a:lnTo>
                <a:lnTo>
                  <a:pt x="423020" y="847633"/>
                </a:lnTo>
                <a:lnTo>
                  <a:pt x="474505" y="874860"/>
                </a:lnTo>
                <a:lnTo>
                  <a:pt x="498947" y="850852"/>
                </a:lnTo>
                <a:lnTo>
                  <a:pt x="497461" y="865994"/>
                </a:lnTo>
                <a:lnTo>
                  <a:pt x="517231" y="870876"/>
                </a:lnTo>
                <a:lnTo>
                  <a:pt x="496207" y="896133"/>
                </a:lnTo>
                <a:lnTo>
                  <a:pt x="520489" y="924852"/>
                </a:lnTo>
                <a:lnTo>
                  <a:pt x="536997" y="909570"/>
                </a:lnTo>
                <a:lnTo>
                  <a:pt x="535592" y="956331"/>
                </a:lnTo>
                <a:lnTo>
                  <a:pt x="559305" y="983869"/>
                </a:lnTo>
                <a:lnTo>
                  <a:pt x="577664" y="981721"/>
                </a:lnTo>
                <a:lnTo>
                  <a:pt x="573725" y="1007502"/>
                </a:lnTo>
                <a:lnTo>
                  <a:pt x="620135" y="1017602"/>
                </a:lnTo>
                <a:lnTo>
                  <a:pt x="671025" y="1065302"/>
                </a:lnTo>
                <a:lnTo>
                  <a:pt x="728035" y="1043346"/>
                </a:lnTo>
                <a:lnTo>
                  <a:pt x="696547" y="1025452"/>
                </a:lnTo>
                <a:lnTo>
                  <a:pt x="755036" y="980625"/>
                </a:lnTo>
                <a:lnTo>
                  <a:pt x="761396" y="921344"/>
                </a:lnTo>
                <a:lnTo>
                  <a:pt x="749542" y="891279"/>
                </a:lnTo>
                <a:lnTo>
                  <a:pt x="728806" y="887355"/>
                </a:lnTo>
                <a:lnTo>
                  <a:pt x="743640" y="858831"/>
                </a:lnTo>
                <a:lnTo>
                  <a:pt x="723491" y="852573"/>
                </a:lnTo>
                <a:lnTo>
                  <a:pt x="736117" y="808880"/>
                </a:lnTo>
                <a:lnTo>
                  <a:pt x="748433" y="830600"/>
                </a:lnTo>
                <a:lnTo>
                  <a:pt x="766083" y="815927"/>
                </a:lnTo>
                <a:lnTo>
                  <a:pt x="742961" y="809360"/>
                </a:lnTo>
                <a:lnTo>
                  <a:pt x="742099" y="780547"/>
                </a:lnTo>
                <a:lnTo>
                  <a:pt x="768540" y="799109"/>
                </a:lnTo>
                <a:lnTo>
                  <a:pt x="786789" y="768813"/>
                </a:lnTo>
                <a:lnTo>
                  <a:pt x="810126" y="769784"/>
                </a:lnTo>
                <a:lnTo>
                  <a:pt x="800306" y="794600"/>
                </a:lnTo>
                <a:lnTo>
                  <a:pt x="822772" y="795501"/>
                </a:lnTo>
                <a:lnTo>
                  <a:pt x="794879" y="799205"/>
                </a:lnTo>
                <a:lnTo>
                  <a:pt x="794215" y="820320"/>
                </a:lnTo>
                <a:lnTo>
                  <a:pt x="879305" y="816000"/>
                </a:lnTo>
                <a:lnTo>
                  <a:pt x="889732" y="857259"/>
                </a:lnTo>
                <a:lnTo>
                  <a:pt x="864608" y="866896"/>
                </a:lnTo>
                <a:lnTo>
                  <a:pt x="879709" y="916675"/>
                </a:lnTo>
                <a:lnTo>
                  <a:pt x="827551" y="935284"/>
                </a:lnTo>
                <a:lnTo>
                  <a:pt x="858952" y="961701"/>
                </a:lnTo>
                <a:lnTo>
                  <a:pt x="861598" y="940216"/>
                </a:lnTo>
                <a:lnTo>
                  <a:pt x="893654" y="940609"/>
                </a:lnTo>
                <a:lnTo>
                  <a:pt x="919905" y="912041"/>
                </a:lnTo>
                <a:lnTo>
                  <a:pt x="927985" y="876024"/>
                </a:lnTo>
                <a:lnTo>
                  <a:pt x="931729" y="893863"/>
                </a:lnTo>
                <a:lnTo>
                  <a:pt x="975375" y="901743"/>
                </a:lnTo>
                <a:lnTo>
                  <a:pt x="998612" y="882746"/>
                </a:lnTo>
                <a:lnTo>
                  <a:pt x="1013365" y="907784"/>
                </a:lnTo>
                <a:lnTo>
                  <a:pt x="1033456" y="895551"/>
                </a:lnTo>
                <a:lnTo>
                  <a:pt x="1015361" y="845538"/>
                </a:lnTo>
                <a:lnTo>
                  <a:pt x="1037717" y="856334"/>
                </a:lnTo>
                <a:lnTo>
                  <a:pt x="1050240" y="831503"/>
                </a:lnTo>
                <a:lnTo>
                  <a:pt x="1013454" y="804381"/>
                </a:lnTo>
                <a:lnTo>
                  <a:pt x="1033812" y="795413"/>
                </a:lnTo>
                <a:lnTo>
                  <a:pt x="1020966" y="775546"/>
                </a:lnTo>
                <a:lnTo>
                  <a:pt x="1097091" y="759241"/>
                </a:lnTo>
                <a:lnTo>
                  <a:pt x="1092153" y="714956"/>
                </a:lnTo>
                <a:lnTo>
                  <a:pt x="1069754" y="730213"/>
                </a:lnTo>
                <a:lnTo>
                  <a:pt x="1003304" y="726872"/>
                </a:lnTo>
                <a:lnTo>
                  <a:pt x="979278" y="708360"/>
                </a:lnTo>
                <a:lnTo>
                  <a:pt x="967824" y="670053"/>
                </a:lnTo>
                <a:lnTo>
                  <a:pt x="1044946" y="601012"/>
                </a:lnTo>
                <a:lnTo>
                  <a:pt x="1192101" y="525702"/>
                </a:lnTo>
                <a:lnTo>
                  <a:pt x="1216970" y="489439"/>
                </a:lnTo>
                <a:lnTo>
                  <a:pt x="1182934" y="499837"/>
                </a:lnTo>
                <a:lnTo>
                  <a:pt x="1146115" y="487435"/>
                </a:lnTo>
                <a:lnTo>
                  <a:pt x="1103735" y="515908"/>
                </a:lnTo>
                <a:lnTo>
                  <a:pt x="1099957" y="497665"/>
                </a:lnTo>
                <a:lnTo>
                  <a:pt x="1146441" y="476355"/>
                </a:lnTo>
                <a:lnTo>
                  <a:pt x="1112706" y="467433"/>
                </a:lnTo>
                <a:lnTo>
                  <a:pt x="1135110" y="448359"/>
                </a:lnTo>
                <a:lnTo>
                  <a:pt x="1087869" y="398770"/>
                </a:lnTo>
                <a:lnTo>
                  <a:pt x="1080074" y="357801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Sikkim"/>
          <p:cNvSpPr/>
          <p:nvPr/>
        </p:nvSpPr>
        <p:spPr>
          <a:xfrm>
            <a:off x="9959598" y="3054822"/>
            <a:ext cx="123557" cy="156652"/>
          </a:xfrm>
          <a:custGeom>
            <a:avLst/>
            <a:gdLst/>
            <a:ahLst/>
            <a:cxnLst/>
            <a:rect l="l" t="t" r="r" b="b"/>
            <a:pathLst>
              <a:path w="123557" h="156652">
                <a:moveTo>
                  <a:pt x="0" y="136910"/>
                </a:moveTo>
                <a:lnTo>
                  <a:pt x="57584" y="156652"/>
                </a:lnTo>
                <a:lnTo>
                  <a:pt x="123557" y="127317"/>
                </a:lnTo>
                <a:lnTo>
                  <a:pt x="103713" y="84198"/>
                </a:lnTo>
                <a:lnTo>
                  <a:pt x="120913" y="40667"/>
                </a:lnTo>
                <a:lnTo>
                  <a:pt x="113741" y="17001"/>
                </a:lnTo>
                <a:lnTo>
                  <a:pt x="82427" y="0"/>
                </a:lnTo>
                <a:lnTo>
                  <a:pt x="15818" y="26786"/>
                </a:lnTo>
                <a:lnTo>
                  <a:pt x="25376" y="50479"/>
                </a:lnTo>
                <a:lnTo>
                  <a:pt x="0" y="136910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amil Nādu"/>
          <p:cNvSpPr/>
          <p:nvPr/>
        </p:nvSpPr>
        <p:spPr>
          <a:xfrm>
            <a:off x="8328204" y="5228698"/>
            <a:ext cx="569520" cy="819280"/>
          </a:xfrm>
          <a:custGeom>
            <a:avLst/>
            <a:gdLst/>
            <a:ahLst/>
            <a:cxnLst/>
            <a:rect l="l" t="t" r="r" b="b"/>
            <a:pathLst>
              <a:path w="569520" h="819280">
                <a:moveTo>
                  <a:pt x="494771" y="258491"/>
                </a:moveTo>
                <a:lnTo>
                  <a:pt x="479354" y="239043"/>
                </a:lnTo>
                <a:lnTo>
                  <a:pt x="499420" y="240244"/>
                </a:lnTo>
                <a:lnTo>
                  <a:pt x="556765" y="117101"/>
                </a:lnTo>
                <a:lnTo>
                  <a:pt x="569520" y="37605"/>
                </a:lnTo>
                <a:lnTo>
                  <a:pt x="558721" y="0"/>
                </a:lnTo>
                <a:lnTo>
                  <a:pt x="554979" y="14127"/>
                </a:lnTo>
                <a:lnTo>
                  <a:pt x="521455" y="3430"/>
                </a:lnTo>
                <a:lnTo>
                  <a:pt x="488236" y="53414"/>
                </a:lnTo>
                <a:lnTo>
                  <a:pt x="443312" y="31879"/>
                </a:lnTo>
                <a:lnTo>
                  <a:pt x="443727" y="56290"/>
                </a:lnTo>
                <a:lnTo>
                  <a:pt x="415547" y="58876"/>
                </a:lnTo>
                <a:lnTo>
                  <a:pt x="405602" y="81352"/>
                </a:lnTo>
                <a:lnTo>
                  <a:pt x="343480" y="74125"/>
                </a:lnTo>
                <a:lnTo>
                  <a:pt x="308915" y="140498"/>
                </a:lnTo>
                <a:lnTo>
                  <a:pt x="221826" y="103730"/>
                </a:lnTo>
                <a:lnTo>
                  <a:pt x="208519" y="133186"/>
                </a:lnTo>
                <a:lnTo>
                  <a:pt x="188986" y="134057"/>
                </a:lnTo>
                <a:lnTo>
                  <a:pt x="191469" y="178681"/>
                </a:lnTo>
                <a:lnTo>
                  <a:pt x="171419" y="196344"/>
                </a:lnTo>
                <a:lnTo>
                  <a:pt x="213453" y="215962"/>
                </a:lnTo>
                <a:lnTo>
                  <a:pt x="199621" y="240803"/>
                </a:lnTo>
                <a:lnTo>
                  <a:pt x="174571" y="242017"/>
                </a:lnTo>
                <a:lnTo>
                  <a:pt x="165221" y="269332"/>
                </a:lnTo>
                <a:lnTo>
                  <a:pt x="93310" y="264197"/>
                </a:lnTo>
                <a:lnTo>
                  <a:pt x="84853" y="294166"/>
                </a:lnTo>
                <a:lnTo>
                  <a:pt x="38348" y="277669"/>
                </a:lnTo>
                <a:lnTo>
                  <a:pt x="0" y="297662"/>
                </a:lnTo>
                <a:lnTo>
                  <a:pt x="1812" y="313062"/>
                </a:lnTo>
                <a:lnTo>
                  <a:pt x="43440" y="329335"/>
                </a:lnTo>
                <a:lnTo>
                  <a:pt x="28313" y="353206"/>
                </a:lnTo>
                <a:lnTo>
                  <a:pt x="69296" y="350366"/>
                </a:lnTo>
                <a:lnTo>
                  <a:pt x="78468" y="374861"/>
                </a:lnTo>
                <a:lnTo>
                  <a:pt x="58843" y="393279"/>
                </a:lnTo>
                <a:lnTo>
                  <a:pt x="93218" y="415248"/>
                </a:lnTo>
                <a:lnTo>
                  <a:pt x="82505" y="486935"/>
                </a:lnTo>
                <a:lnTo>
                  <a:pt x="103785" y="499398"/>
                </a:lnTo>
                <a:lnTo>
                  <a:pt x="138634" y="479513"/>
                </a:lnTo>
                <a:lnTo>
                  <a:pt x="146947" y="499564"/>
                </a:lnTo>
                <a:lnTo>
                  <a:pt x="129020" y="589961"/>
                </a:lnTo>
                <a:lnTo>
                  <a:pt x="163155" y="605464"/>
                </a:lnTo>
                <a:lnTo>
                  <a:pt x="126415" y="678264"/>
                </a:lnTo>
                <a:lnTo>
                  <a:pt x="145351" y="749094"/>
                </a:lnTo>
                <a:lnTo>
                  <a:pt x="119591" y="786898"/>
                </a:lnTo>
                <a:lnTo>
                  <a:pt x="149725" y="812480"/>
                </a:lnTo>
                <a:lnTo>
                  <a:pt x="183043" y="819280"/>
                </a:lnTo>
                <a:lnTo>
                  <a:pt x="253737" y="774926"/>
                </a:lnTo>
                <a:lnTo>
                  <a:pt x="270885" y="692137"/>
                </a:lnTo>
                <a:lnTo>
                  <a:pt x="301550" y="664655"/>
                </a:lnTo>
                <a:lnTo>
                  <a:pt x="378118" y="640547"/>
                </a:lnTo>
                <a:lnTo>
                  <a:pt x="442957" y="657430"/>
                </a:lnTo>
                <a:lnTo>
                  <a:pt x="428634" y="633655"/>
                </a:lnTo>
                <a:lnTo>
                  <a:pt x="392227" y="636971"/>
                </a:lnTo>
                <a:lnTo>
                  <a:pt x="368947" y="608374"/>
                </a:lnTo>
                <a:lnTo>
                  <a:pt x="419855" y="526318"/>
                </a:lnTo>
                <a:lnTo>
                  <a:pt x="424125" y="493018"/>
                </a:lnTo>
                <a:lnTo>
                  <a:pt x="504938" y="487016"/>
                </a:lnTo>
                <a:lnTo>
                  <a:pt x="501103" y="408751"/>
                </a:lnTo>
                <a:lnTo>
                  <a:pt x="482544" y="389487"/>
                </a:lnTo>
                <a:lnTo>
                  <a:pt x="501330" y="385408"/>
                </a:lnTo>
                <a:lnTo>
                  <a:pt x="493215" y="265668"/>
                </a:lnTo>
                <a:lnTo>
                  <a:pt x="481656" y="264764"/>
                </a:lnTo>
                <a:lnTo>
                  <a:pt x="494771" y="258491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langāna"/>
          <p:cNvSpPr/>
          <p:nvPr/>
        </p:nvSpPr>
        <p:spPr>
          <a:xfrm>
            <a:off x="8466930" y="4281000"/>
            <a:ext cx="565931" cy="608715"/>
          </a:xfrm>
          <a:custGeom>
            <a:avLst/>
            <a:gdLst/>
            <a:ahLst/>
            <a:cxnLst/>
            <a:rect l="l" t="t" r="r" b="b"/>
            <a:pathLst>
              <a:path w="565931" h="608715">
                <a:moveTo>
                  <a:pt x="43694" y="242169"/>
                </a:moveTo>
                <a:lnTo>
                  <a:pt x="44026" y="280396"/>
                </a:lnTo>
                <a:lnTo>
                  <a:pt x="58149" y="290477"/>
                </a:lnTo>
                <a:lnTo>
                  <a:pt x="28700" y="347843"/>
                </a:lnTo>
                <a:lnTo>
                  <a:pt x="62757" y="363857"/>
                </a:lnTo>
                <a:lnTo>
                  <a:pt x="38377" y="370694"/>
                </a:lnTo>
                <a:lnTo>
                  <a:pt x="19985" y="401792"/>
                </a:lnTo>
                <a:lnTo>
                  <a:pt x="36927" y="432903"/>
                </a:lnTo>
                <a:lnTo>
                  <a:pt x="32061" y="494888"/>
                </a:lnTo>
                <a:lnTo>
                  <a:pt x="0" y="513724"/>
                </a:lnTo>
                <a:lnTo>
                  <a:pt x="49708" y="533050"/>
                </a:lnTo>
                <a:lnTo>
                  <a:pt x="35744" y="578753"/>
                </a:lnTo>
                <a:lnTo>
                  <a:pt x="58377" y="601303"/>
                </a:lnTo>
                <a:lnTo>
                  <a:pt x="124372" y="608715"/>
                </a:lnTo>
                <a:lnTo>
                  <a:pt x="162301" y="573107"/>
                </a:lnTo>
                <a:lnTo>
                  <a:pt x="214589" y="581117"/>
                </a:lnTo>
                <a:lnTo>
                  <a:pt x="245612" y="548416"/>
                </a:lnTo>
                <a:lnTo>
                  <a:pt x="274282" y="550328"/>
                </a:lnTo>
                <a:lnTo>
                  <a:pt x="279861" y="499814"/>
                </a:lnTo>
                <a:lnTo>
                  <a:pt x="351476" y="475191"/>
                </a:lnTo>
                <a:lnTo>
                  <a:pt x="375816" y="489352"/>
                </a:lnTo>
                <a:lnTo>
                  <a:pt x="392550" y="464605"/>
                </a:lnTo>
                <a:lnTo>
                  <a:pt x="385181" y="447695"/>
                </a:lnTo>
                <a:lnTo>
                  <a:pt x="409978" y="428431"/>
                </a:lnTo>
                <a:lnTo>
                  <a:pt x="435455" y="462252"/>
                </a:lnTo>
                <a:lnTo>
                  <a:pt x="461740" y="469631"/>
                </a:lnTo>
                <a:lnTo>
                  <a:pt x="466130" y="447155"/>
                </a:lnTo>
                <a:lnTo>
                  <a:pt x="433097" y="438576"/>
                </a:lnTo>
                <a:lnTo>
                  <a:pt x="439416" y="421346"/>
                </a:lnTo>
                <a:lnTo>
                  <a:pt x="447147" y="430522"/>
                </a:lnTo>
                <a:lnTo>
                  <a:pt x="463094" y="412154"/>
                </a:lnTo>
                <a:lnTo>
                  <a:pt x="499831" y="429037"/>
                </a:lnTo>
                <a:lnTo>
                  <a:pt x="510019" y="402203"/>
                </a:lnTo>
                <a:lnTo>
                  <a:pt x="545344" y="400620"/>
                </a:lnTo>
                <a:lnTo>
                  <a:pt x="565931" y="379094"/>
                </a:lnTo>
                <a:lnTo>
                  <a:pt x="501228" y="345163"/>
                </a:lnTo>
                <a:lnTo>
                  <a:pt x="505403" y="325190"/>
                </a:lnTo>
                <a:lnTo>
                  <a:pt x="535690" y="319767"/>
                </a:lnTo>
                <a:lnTo>
                  <a:pt x="522394" y="315853"/>
                </a:lnTo>
                <a:lnTo>
                  <a:pt x="518348" y="259055"/>
                </a:lnTo>
                <a:lnTo>
                  <a:pt x="484808" y="259289"/>
                </a:lnTo>
                <a:lnTo>
                  <a:pt x="484532" y="224116"/>
                </a:lnTo>
                <a:lnTo>
                  <a:pt x="454052" y="193289"/>
                </a:lnTo>
                <a:lnTo>
                  <a:pt x="430771" y="196920"/>
                </a:lnTo>
                <a:lnTo>
                  <a:pt x="421331" y="178024"/>
                </a:lnTo>
                <a:lnTo>
                  <a:pt x="399130" y="184159"/>
                </a:lnTo>
                <a:lnTo>
                  <a:pt x="371892" y="164880"/>
                </a:lnTo>
                <a:lnTo>
                  <a:pt x="363168" y="121184"/>
                </a:lnTo>
                <a:lnTo>
                  <a:pt x="379717" y="76711"/>
                </a:lnTo>
                <a:lnTo>
                  <a:pt x="348630" y="45786"/>
                </a:lnTo>
                <a:lnTo>
                  <a:pt x="309576" y="61810"/>
                </a:lnTo>
                <a:lnTo>
                  <a:pt x="278021" y="44421"/>
                </a:lnTo>
                <a:lnTo>
                  <a:pt x="270648" y="67961"/>
                </a:lnTo>
                <a:lnTo>
                  <a:pt x="236046" y="54097"/>
                </a:lnTo>
                <a:lnTo>
                  <a:pt x="222270" y="22748"/>
                </a:lnTo>
                <a:lnTo>
                  <a:pt x="148331" y="0"/>
                </a:lnTo>
                <a:lnTo>
                  <a:pt x="147959" y="68388"/>
                </a:lnTo>
                <a:lnTo>
                  <a:pt x="130213" y="74937"/>
                </a:lnTo>
                <a:lnTo>
                  <a:pt x="130093" y="101012"/>
                </a:lnTo>
                <a:lnTo>
                  <a:pt x="86906" y="91069"/>
                </a:lnTo>
                <a:lnTo>
                  <a:pt x="72856" y="131721"/>
                </a:lnTo>
                <a:lnTo>
                  <a:pt x="98688" y="161875"/>
                </a:lnTo>
                <a:lnTo>
                  <a:pt x="71680" y="181107"/>
                </a:lnTo>
                <a:lnTo>
                  <a:pt x="69602" y="202632"/>
                </a:lnTo>
                <a:lnTo>
                  <a:pt x="49920" y="203804"/>
                </a:lnTo>
                <a:lnTo>
                  <a:pt x="43694" y="242169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ripura"/>
          <p:cNvSpPr/>
          <p:nvPr/>
        </p:nvSpPr>
        <p:spPr>
          <a:xfrm>
            <a:off x="10394703" y="3592398"/>
            <a:ext cx="162734" cy="237084"/>
          </a:xfrm>
          <a:custGeom>
            <a:avLst/>
            <a:gdLst/>
            <a:ahLst/>
            <a:cxnLst/>
            <a:rect l="l" t="t" r="r" b="b"/>
            <a:pathLst>
              <a:path w="162734" h="237084">
                <a:moveTo>
                  <a:pt x="91205" y="152732"/>
                </a:moveTo>
                <a:lnTo>
                  <a:pt x="109443" y="163740"/>
                </a:lnTo>
                <a:lnTo>
                  <a:pt x="111010" y="117762"/>
                </a:lnTo>
                <a:lnTo>
                  <a:pt x="148271" y="130569"/>
                </a:lnTo>
                <a:lnTo>
                  <a:pt x="160611" y="98971"/>
                </a:lnTo>
                <a:lnTo>
                  <a:pt x="162734" y="51920"/>
                </a:lnTo>
                <a:lnTo>
                  <a:pt x="143393" y="42426"/>
                </a:lnTo>
                <a:lnTo>
                  <a:pt x="152502" y="20611"/>
                </a:lnTo>
                <a:lnTo>
                  <a:pt x="140034" y="0"/>
                </a:lnTo>
                <a:lnTo>
                  <a:pt x="139410" y="16215"/>
                </a:lnTo>
                <a:lnTo>
                  <a:pt x="106023" y="28224"/>
                </a:lnTo>
                <a:lnTo>
                  <a:pt x="105446" y="61493"/>
                </a:lnTo>
                <a:lnTo>
                  <a:pt x="81671" y="42127"/>
                </a:lnTo>
                <a:lnTo>
                  <a:pt x="83009" y="57565"/>
                </a:lnTo>
                <a:lnTo>
                  <a:pt x="69995" y="44118"/>
                </a:lnTo>
                <a:lnTo>
                  <a:pt x="58736" y="67631"/>
                </a:lnTo>
                <a:lnTo>
                  <a:pt x="30372" y="62941"/>
                </a:lnTo>
                <a:lnTo>
                  <a:pt x="0" y="117236"/>
                </a:lnTo>
                <a:lnTo>
                  <a:pt x="26316" y="212726"/>
                </a:lnTo>
                <a:lnTo>
                  <a:pt x="36059" y="218304"/>
                </a:lnTo>
                <a:lnTo>
                  <a:pt x="34876" y="185419"/>
                </a:lnTo>
                <a:lnTo>
                  <a:pt x="63995" y="237084"/>
                </a:lnTo>
                <a:lnTo>
                  <a:pt x="93939" y="214077"/>
                </a:lnTo>
                <a:lnTo>
                  <a:pt x="91205" y="152732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Uttar Pradesh"/>
          <p:cNvSpPr/>
          <p:nvPr/>
        </p:nvSpPr>
        <p:spPr>
          <a:xfrm>
            <a:off x="8445886" y="2716205"/>
            <a:ext cx="1045629" cy="974121"/>
          </a:xfrm>
          <a:custGeom>
            <a:avLst/>
            <a:gdLst/>
            <a:ahLst/>
            <a:cxnLst/>
            <a:rect l="l" t="t" r="r" b="b"/>
            <a:pathLst>
              <a:path w="1045629" h="974121">
                <a:moveTo>
                  <a:pt x="68142" y="0"/>
                </a:moveTo>
                <a:lnTo>
                  <a:pt x="14405" y="72551"/>
                </a:lnTo>
                <a:lnTo>
                  <a:pt x="0" y="120663"/>
                </a:lnTo>
                <a:lnTo>
                  <a:pt x="15986" y="238736"/>
                </a:lnTo>
                <a:lnTo>
                  <a:pt x="64598" y="321680"/>
                </a:lnTo>
                <a:lnTo>
                  <a:pt x="62687" y="367685"/>
                </a:lnTo>
                <a:lnTo>
                  <a:pt x="27555" y="387745"/>
                </a:lnTo>
                <a:lnTo>
                  <a:pt x="32280" y="416560"/>
                </a:lnTo>
                <a:lnTo>
                  <a:pt x="82697" y="478110"/>
                </a:lnTo>
                <a:lnTo>
                  <a:pt x="60293" y="497184"/>
                </a:lnTo>
                <a:lnTo>
                  <a:pt x="94028" y="506106"/>
                </a:lnTo>
                <a:lnTo>
                  <a:pt x="43471" y="532450"/>
                </a:lnTo>
                <a:lnTo>
                  <a:pt x="52125" y="545668"/>
                </a:lnTo>
                <a:lnTo>
                  <a:pt x="93599" y="517210"/>
                </a:lnTo>
                <a:lnTo>
                  <a:pt x="130521" y="529588"/>
                </a:lnTo>
                <a:lnTo>
                  <a:pt x="158008" y="515143"/>
                </a:lnTo>
                <a:lnTo>
                  <a:pt x="162896" y="534920"/>
                </a:lnTo>
                <a:lnTo>
                  <a:pt x="177112" y="526708"/>
                </a:lnTo>
                <a:lnTo>
                  <a:pt x="265998" y="555886"/>
                </a:lnTo>
                <a:lnTo>
                  <a:pt x="284055" y="590697"/>
                </a:lnTo>
                <a:lnTo>
                  <a:pt x="231120" y="693573"/>
                </a:lnTo>
                <a:lnTo>
                  <a:pt x="239268" y="713001"/>
                </a:lnTo>
                <a:lnTo>
                  <a:pt x="188285" y="721595"/>
                </a:lnTo>
                <a:lnTo>
                  <a:pt x="169134" y="749427"/>
                </a:lnTo>
                <a:lnTo>
                  <a:pt x="190315" y="781226"/>
                </a:lnTo>
                <a:lnTo>
                  <a:pt x="150254" y="826172"/>
                </a:lnTo>
                <a:lnTo>
                  <a:pt x="175033" y="910228"/>
                </a:lnTo>
                <a:lnTo>
                  <a:pt x="198674" y="897044"/>
                </a:lnTo>
                <a:lnTo>
                  <a:pt x="236643" y="928537"/>
                </a:lnTo>
                <a:lnTo>
                  <a:pt x="261382" y="903046"/>
                </a:lnTo>
                <a:lnTo>
                  <a:pt x="249164" y="859207"/>
                </a:lnTo>
                <a:lnTo>
                  <a:pt x="230996" y="865345"/>
                </a:lnTo>
                <a:lnTo>
                  <a:pt x="236232" y="833879"/>
                </a:lnTo>
                <a:lnTo>
                  <a:pt x="214337" y="811979"/>
                </a:lnTo>
                <a:lnTo>
                  <a:pt x="206897" y="767856"/>
                </a:lnTo>
                <a:lnTo>
                  <a:pt x="187098" y="763247"/>
                </a:lnTo>
                <a:lnTo>
                  <a:pt x="218000" y="739833"/>
                </a:lnTo>
                <a:lnTo>
                  <a:pt x="234126" y="752965"/>
                </a:lnTo>
                <a:lnTo>
                  <a:pt x="229060" y="731801"/>
                </a:lnTo>
                <a:lnTo>
                  <a:pt x="243753" y="741814"/>
                </a:lnTo>
                <a:lnTo>
                  <a:pt x="256939" y="722488"/>
                </a:lnTo>
                <a:lnTo>
                  <a:pt x="263858" y="749831"/>
                </a:lnTo>
                <a:lnTo>
                  <a:pt x="235947" y="761480"/>
                </a:lnTo>
                <a:lnTo>
                  <a:pt x="244515" y="771514"/>
                </a:lnTo>
                <a:lnTo>
                  <a:pt x="259881" y="754154"/>
                </a:lnTo>
                <a:lnTo>
                  <a:pt x="248772" y="782137"/>
                </a:lnTo>
                <a:lnTo>
                  <a:pt x="267166" y="764757"/>
                </a:lnTo>
                <a:lnTo>
                  <a:pt x="283469" y="789330"/>
                </a:lnTo>
                <a:lnTo>
                  <a:pt x="308769" y="785349"/>
                </a:lnTo>
                <a:lnTo>
                  <a:pt x="306856" y="755262"/>
                </a:lnTo>
                <a:lnTo>
                  <a:pt x="333816" y="765829"/>
                </a:lnTo>
                <a:lnTo>
                  <a:pt x="321467" y="789807"/>
                </a:lnTo>
                <a:lnTo>
                  <a:pt x="384641" y="791301"/>
                </a:lnTo>
                <a:lnTo>
                  <a:pt x="383233" y="770493"/>
                </a:lnTo>
                <a:lnTo>
                  <a:pt x="440357" y="742365"/>
                </a:lnTo>
                <a:lnTo>
                  <a:pt x="463597" y="779149"/>
                </a:lnTo>
                <a:lnTo>
                  <a:pt x="441711" y="801785"/>
                </a:lnTo>
                <a:lnTo>
                  <a:pt x="466087" y="793946"/>
                </a:lnTo>
                <a:lnTo>
                  <a:pt x="470138" y="809545"/>
                </a:lnTo>
                <a:lnTo>
                  <a:pt x="470667" y="790704"/>
                </a:lnTo>
                <a:lnTo>
                  <a:pt x="511307" y="797478"/>
                </a:lnTo>
                <a:lnTo>
                  <a:pt x="501364" y="786500"/>
                </a:lnTo>
                <a:lnTo>
                  <a:pt x="526327" y="777608"/>
                </a:lnTo>
                <a:lnTo>
                  <a:pt x="516285" y="817228"/>
                </a:lnTo>
                <a:lnTo>
                  <a:pt x="561633" y="822452"/>
                </a:lnTo>
                <a:lnTo>
                  <a:pt x="580732" y="780884"/>
                </a:lnTo>
                <a:lnTo>
                  <a:pt x="610317" y="794875"/>
                </a:lnTo>
                <a:lnTo>
                  <a:pt x="622428" y="777177"/>
                </a:lnTo>
                <a:lnTo>
                  <a:pt x="626999" y="797254"/>
                </a:lnTo>
                <a:lnTo>
                  <a:pt x="667909" y="804736"/>
                </a:lnTo>
                <a:lnTo>
                  <a:pt x="675970" y="831479"/>
                </a:lnTo>
                <a:lnTo>
                  <a:pt x="708973" y="832648"/>
                </a:lnTo>
                <a:lnTo>
                  <a:pt x="722109" y="864627"/>
                </a:lnTo>
                <a:lnTo>
                  <a:pt x="738399" y="866691"/>
                </a:lnTo>
                <a:lnTo>
                  <a:pt x="740256" y="850046"/>
                </a:lnTo>
                <a:lnTo>
                  <a:pt x="787933" y="859134"/>
                </a:lnTo>
                <a:lnTo>
                  <a:pt x="772941" y="936380"/>
                </a:lnTo>
                <a:lnTo>
                  <a:pt x="812041" y="974121"/>
                </a:lnTo>
                <a:lnTo>
                  <a:pt x="848051" y="966662"/>
                </a:lnTo>
                <a:lnTo>
                  <a:pt x="882582" y="900513"/>
                </a:lnTo>
                <a:lnTo>
                  <a:pt x="874228" y="880757"/>
                </a:lnTo>
                <a:lnTo>
                  <a:pt x="895139" y="861953"/>
                </a:lnTo>
                <a:lnTo>
                  <a:pt x="868779" y="824982"/>
                </a:lnTo>
                <a:lnTo>
                  <a:pt x="868733" y="775855"/>
                </a:lnTo>
                <a:lnTo>
                  <a:pt x="936464" y="740825"/>
                </a:lnTo>
                <a:lnTo>
                  <a:pt x="972203" y="698039"/>
                </a:lnTo>
                <a:lnTo>
                  <a:pt x="1045629" y="697003"/>
                </a:lnTo>
                <a:lnTo>
                  <a:pt x="959046" y="630204"/>
                </a:lnTo>
                <a:lnTo>
                  <a:pt x="980765" y="620409"/>
                </a:lnTo>
                <a:lnTo>
                  <a:pt x="982241" y="601064"/>
                </a:lnTo>
                <a:lnTo>
                  <a:pt x="945014" y="578910"/>
                </a:lnTo>
                <a:lnTo>
                  <a:pt x="969721" y="560988"/>
                </a:lnTo>
                <a:lnTo>
                  <a:pt x="1015889" y="562820"/>
                </a:lnTo>
                <a:lnTo>
                  <a:pt x="991071" y="546123"/>
                </a:lnTo>
                <a:lnTo>
                  <a:pt x="992925" y="528535"/>
                </a:lnTo>
                <a:lnTo>
                  <a:pt x="966087" y="523821"/>
                </a:lnTo>
                <a:lnTo>
                  <a:pt x="947457" y="459132"/>
                </a:lnTo>
                <a:lnTo>
                  <a:pt x="904403" y="437083"/>
                </a:lnTo>
                <a:lnTo>
                  <a:pt x="873010" y="435568"/>
                </a:lnTo>
                <a:lnTo>
                  <a:pt x="863277" y="457791"/>
                </a:lnTo>
                <a:lnTo>
                  <a:pt x="845339" y="439373"/>
                </a:lnTo>
                <a:lnTo>
                  <a:pt x="782567" y="432096"/>
                </a:lnTo>
                <a:lnTo>
                  <a:pt x="778881" y="399206"/>
                </a:lnTo>
                <a:lnTo>
                  <a:pt x="742987" y="405675"/>
                </a:lnTo>
                <a:lnTo>
                  <a:pt x="690463" y="369305"/>
                </a:lnTo>
                <a:lnTo>
                  <a:pt x="664801" y="379220"/>
                </a:lnTo>
                <a:lnTo>
                  <a:pt x="485053" y="256115"/>
                </a:lnTo>
                <a:lnTo>
                  <a:pt x="475325" y="275425"/>
                </a:lnTo>
                <a:lnTo>
                  <a:pt x="420223" y="234266"/>
                </a:lnTo>
                <a:lnTo>
                  <a:pt x="397469" y="249955"/>
                </a:lnTo>
                <a:lnTo>
                  <a:pt x="378617" y="225330"/>
                </a:lnTo>
                <a:lnTo>
                  <a:pt x="324269" y="228523"/>
                </a:lnTo>
                <a:lnTo>
                  <a:pt x="282904" y="188778"/>
                </a:lnTo>
                <a:lnTo>
                  <a:pt x="252368" y="189926"/>
                </a:lnTo>
                <a:lnTo>
                  <a:pt x="226365" y="162813"/>
                </a:lnTo>
                <a:lnTo>
                  <a:pt x="257349" y="143119"/>
                </a:lnTo>
                <a:lnTo>
                  <a:pt x="212398" y="125288"/>
                </a:lnTo>
                <a:lnTo>
                  <a:pt x="196228" y="99185"/>
                </a:lnTo>
                <a:lnTo>
                  <a:pt x="173336" y="89676"/>
                </a:lnTo>
                <a:lnTo>
                  <a:pt x="129845" y="121882"/>
                </a:lnTo>
                <a:lnTo>
                  <a:pt x="119517" y="102234"/>
                </a:lnTo>
                <a:lnTo>
                  <a:pt x="99026" y="106159"/>
                </a:lnTo>
                <a:lnTo>
                  <a:pt x="89920" y="65895"/>
                </a:lnTo>
                <a:lnTo>
                  <a:pt x="121549" y="23138"/>
                </a:lnTo>
                <a:lnTo>
                  <a:pt x="68142" y="0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Uttarākhand"/>
          <p:cNvSpPr/>
          <p:nvPr/>
        </p:nvSpPr>
        <p:spPr>
          <a:xfrm>
            <a:off x="8513513" y="2558839"/>
            <a:ext cx="479117" cy="407321"/>
          </a:xfrm>
          <a:custGeom>
            <a:avLst/>
            <a:gdLst/>
            <a:ahLst/>
            <a:cxnLst/>
            <a:rect l="l" t="t" r="r" b="b"/>
            <a:pathLst>
              <a:path w="479117" h="407321">
                <a:moveTo>
                  <a:pt x="345202" y="390329"/>
                </a:moveTo>
                <a:lnTo>
                  <a:pt x="356218" y="350646"/>
                </a:lnTo>
                <a:lnTo>
                  <a:pt x="377441" y="335327"/>
                </a:lnTo>
                <a:lnTo>
                  <a:pt x="369719" y="299873"/>
                </a:lnTo>
                <a:lnTo>
                  <a:pt x="392861" y="276767"/>
                </a:lnTo>
                <a:lnTo>
                  <a:pt x="387146" y="254221"/>
                </a:lnTo>
                <a:lnTo>
                  <a:pt x="479117" y="179850"/>
                </a:lnTo>
                <a:lnTo>
                  <a:pt x="365630" y="129491"/>
                </a:lnTo>
                <a:lnTo>
                  <a:pt x="368864" y="103353"/>
                </a:lnTo>
                <a:lnTo>
                  <a:pt x="317469" y="71495"/>
                </a:lnTo>
                <a:lnTo>
                  <a:pt x="256761" y="63837"/>
                </a:lnTo>
                <a:lnTo>
                  <a:pt x="211016" y="0"/>
                </a:lnTo>
                <a:lnTo>
                  <a:pt x="181252" y="24989"/>
                </a:lnTo>
                <a:lnTo>
                  <a:pt x="198943" y="51002"/>
                </a:lnTo>
                <a:lnTo>
                  <a:pt x="110508" y="24670"/>
                </a:lnTo>
                <a:lnTo>
                  <a:pt x="45203" y="44988"/>
                </a:lnTo>
                <a:lnTo>
                  <a:pt x="18205" y="102467"/>
                </a:lnTo>
                <a:lnTo>
                  <a:pt x="34095" y="140843"/>
                </a:lnTo>
                <a:lnTo>
                  <a:pt x="0" y="155415"/>
                </a:lnTo>
                <a:lnTo>
                  <a:pt x="53922" y="180504"/>
                </a:lnTo>
                <a:lnTo>
                  <a:pt x="23216" y="220459"/>
                </a:lnTo>
                <a:lnTo>
                  <a:pt x="27533" y="259313"/>
                </a:lnTo>
                <a:lnTo>
                  <a:pt x="51890" y="259600"/>
                </a:lnTo>
                <a:lnTo>
                  <a:pt x="62218" y="279248"/>
                </a:lnTo>
                <a:lnTo>
                  <a:pt x="118567" y="251841"/>
                </a:lnTo>
                <a:lnTo>
                  <a:pt x="144771" y="282654"/>
                </a:lnTo>
                <a:lnTo>
                  <a:pt x="189722" y="300485"/>
                </a:lnTo>
                <a:lnTo>
                  <a:pt x="158738" y="320179"/>
                </a:lnTo>
                <a:lnTo>
                  <a:pt x="184778" y="347321"/>
                </a:lnTo>
                <a:lnTo>
                  <a:pt x="215277" y="346144"/>
                </a:lnTo>
                <a:lnTo>
                  <a:pt x="258704" y="386588"/>
                </a:lnTo>
                <a:lnTo>
                  <a:pt x="312550" y="383196"/>
                </a:lnTo>
                <a:lnTo>
                  <a:pt x="329842" y="407321"/>
                </a:lnTo>
                <a:lnTo>
                  <a:pt x="345202" y="390329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West Bengal"/>
          <p:cNvSpPr/>
          <p:nvPr/>
        </p:nvSpPr>
        <p:spPr>
          <a:xfrm>
            <a:off x="9655611" y="3191732"/>
            <a:ext cx="561474" cy="844136"/>
          </a:xfrm>
          <a:custGeom>
            <a:avLst/>
            <a:gdLst/>
            <a:ahLst/>
            <a:cxnLst/>
            <a:rect l="l" t="t" r="r" b="b"/>
            <a:pathLst>
              <a:path w="561474" h="844136">
                <a:moveTo>
                  <a:pt x="303987" y="0"/>
                </a:moveTo>
                <a:lnTo>
                  <a:pt x="327842" y="65723"/>
                </a:lnTo>
                <a:lnTo>
                  <a:pt x="316530" y="98610"/>
                </a:lnTo>
                <a:lnTo>
                  <a:pt x="334171" y="95631"/>
                </a:lnTo>
                <a:lnTo>
                  <a:pt x="343548" y="128562"/>
                </a:lnTo>
                <a:lnTo>
                  <a:pt x="275733" y="191622"/>
                </a:lnTo>
                <a:lnTo>
                  <a:pt x="308816" y="225313"/>
                </a:lnTo>
                <a:lnTo>
                  <a:pt x="312599" y="254485"/>
                </a:lnTo>
                <a:lnTo>
                  <a:pt x="285869" y="252432"/>
                </a:lnTo>
                <a:lnTo>
                  <a:pt x="269616" y="268178"/>
                </a:lnTo>
                <a:lnTo>
                  <a:pt x="280693" y="290646"/>
                </a:lnTo>
                <a:lnTo>
                  <a:pt x="261964" y="291673"/>
                </a:lnTo>
                <a:lnTo>
                  <a:pt x="296712" y="339415"/>
                </a:lnTo>
                <a:lnTo>
                  <a:pt x="276689" y="365820"/>
                </a:lnTo>
                <a:lnTo>
                  <a:pt x="289307" y="391967"/>
                </a:lnTo>
                <a:lnTo>
                  <a:pt x="270317" y="392270"/>
                </a:lnTo>
                <a:lnTo>
                  <a:pt x="274424" y="422211"/>
                </a:lnTo>
                <a:lnTo>
                  <a:pt x="251917" y="441375"/>
                </a:lnTo>
                <a:lnTo>
                  <a:pt x="259715" y="457139"/>
                </a:lnTo>
                <a:lnTo>
                  <a:pt x="232354" y="461809"/>
                </a:lnTo>
                <a:lnTo>
                  <a:pt x="227156" y="481763"/>
                </a:lnTo>
                <a:lnTo>
                  <a:pt x="197435" y="472677"/>
                </a:lnTo>
                <a:lnTo>
                  <a:pt x="196782" y="505402"/>
                </a:lnTo>
                <a:lnTo>
                  <a:pt x="136510" y="503655"/>
                </a:lnTo>
                <a:lnTo>
                  <a:pt x="135660" y="525830"/>
                </a:lnTo>
                <a:lnTo>
                  <a:pt x="88930" y="534665"/>
                </a:lnTo>
                <a:lnTo>
                  <a:pt x="67922" y="567197"/>
                </a:lnTo>
                <a:lnTo>
                  <a:pt x="30791" y="541172"/>
                </a:lnTo>
                <a:lnTo>
                  <a:pt x="32469" y="555988"/>
                </a:lnTo>
                <a:lnTo>
                  <a:pt x="7087" y="557689"/>
                </a:lnTo>
                <a:lnTo>
                  <a:pt x="0" y="588595"/>
                </a:lnTo>
                <a:lnTo>
                  <a:pt x="50668" y="627889"/>
                </a:lnTo>
                <a:lnTo>
                  <a:pt x="100722" y="630252"/>
                </a:lnTo>
                <a:lnTo>
                  <a:pt x="83049" y="659869"/>
                </a:lnTo>
                <a:lnTo>
                  <a:pt x="131023" y="692006"/>
                </a:lnTo>
                <a:lnTo>
                  <a:pt x="147961" y="733557"/>
                </a:lnTo>
                <a:lnTo>
                  <a:pt x="124929" y="756034"/>
                </a:lnTo>
                <a:lnTo>
                  <a:pt x="167354" y="772282"/>
                </a:lnTo>
                <a:lnTo>
                  <a:pt x="168678" y="797623"/>
                </a:lnTo>
                <a:lnTo>
                  <a:pt x="196115" y="784349"/>
                </a:lnTo>
                <a:lnTo>
                  <a:pt x="230785" y="836189"/>
                </a:lnTo>
                <a:lnTo>
                  <a:pt x="275123" y="821398"/>
                </a:lnTo>
                <a:lnTo>
                  <a:pt x="300083" y="797243"/>
                </a:lnTo>
                <a:lnTo>
                  <a:pt x="300951" y="766642"/>
                </a:lnTo>
                <a:lnTo>
                  <a:pt x="325121" y="766265"/>
                </a:lnTo>
                <a:lnTo>
                  <a:pt x="301291" y="741248"/>
                </a:lnTo>
                <a:lnTo>
                  <a:pt x="327298" y="749981"/>
                </a:lnTo>
                <a:lnTo>
                  <a:pt x="337938" y="844136"/>
                </a:lnTo>
                <a:lnTo>
                  <a:pt x="338146" y="783582"/>
                </a:lnTo>
                <a:lnTo>
                  <a:pt x="345114" y="798900"/>
                </a:lnTo>
                <a:lnTo>
                  <a:pt x="350548" y="782216"/>
                </a:lnTo>
                <a:lnTo>
                  <a:pt x="354799" y="808526"/>
                </a:lnTo>
                <a:lnTo>
                  <a:pt x="355687" y="777317"/>
                </a:lnTo>
                <a:lnTo>
                  <a:pt x="367118" y="792714"/>
                </a:lnTo>
                <a:lnTo>
                  <a:pt x="378661" y="770263"/>
                </a:lnTo>
                <a:lnTo>
                  <a:pt x="370663" y="795996"/>
                </a:lnTo>
                <a:lnTo>
                  <a:pt x="384132" y="793525"/>
                </a:lnTo>
                <a:lnTo>
                  <a:pt x="391784" y="740949"/>
                </a:lnTo>
                <a:lnTo>
                  <a:pt x="390342" y="785085"/>
                </a:lnTo>
                <a:lnTo>
                  <a:pt x="407329" y="755833"/>
                </a:lnTo>
                <a:lnTo>
                  <a:pt x="406730" y="783742"/>
                </a:lnTo>
                <a:lnTo>
                  <a:pt x="426734" y="788241"/>
                </a:lnTo>
                <a:lnTo>
                  <a:pt x="438661" y="761502"/>
                </a:lnTo>
                <a:lnTo>
                  <a:pt x="430785" y="785562"/>
                </a:lnTo>
                <a:lnTo>
                  <a:pt x="441474" y="792452"/>
                </a:lnTo>
                <a:lnTo>
                  <a:pt x="453656" y="754003"/>
                </a:lnTo>
                <a:lnTo>
                  <a:pt x="419107" y="627268"/>
                </a:lnTo>
                <a:lnTo>
                  <a:pt x="439640" y="596705"/>
                </a:lnTo>
                <a:lnTo>
                  <a:pt x="401440" y="590637"/>
                </a:lnTo>
                <a:lnTo>
                  <a:pt x="412691" y="554561"/>
                </a:lnTo>
                <a:lnTo>
                  <a:pt x="379214" y="531839"/>
                </a:lnTo>
                <a:lnTo>
                  <a:pt x="381605" y="500164"/>
                </a:lnTo>
                <a:lnTo>
                  <a:pt x="408414" y="481999"/>
                </a:lnTo>
                <a:lnTo>
                  <a:pt x="403776" y="438198"/>
                </a:lnTo>
                <a:lnTo>
                  <a:pt x="328206" y="408318"/>
                </a:lnTo>
                <a:lnTo>
                  <a:pt x="305315" y="376688"/>
                </a:lnTo>
                <a:lnTo>
                  <a:pt x="320974" y="339685"/>
                </a:lnTo>
                <a:lnTo>
                  <a:pt x="357030" y="338255"/>
                </a:lnTo>
                <a:lnTo>
                  <a:pt x="363125" y="300477"/>
                </a:lnTo>
                <a:lnTo>
                  <a:pt x="429422" y="305452"/>
                </a:lnTo>
                <a:lnTo>
                  <a:pt x="441624" y="285378"/>
                </a:lnTo>
                <a:lnTo>
                  <a:pt x="418266" y="275881"/>
                </a:lnTo>
                <a:lnTo>
                  <a:pt x="414277" y="252014"/>
                </a:lnTo>
                <a:lnTo>
                  <a:pt x="376681" y="254227"/>
                </a:lnTo>
                <a:lnTo>
                  <a:pt x="313966" y="193312"/>
                </a:lnTo>
                <a:lnTo>
                  <a:pt x="326687" y="158545"/>
                </a:lnTo>
                <a:lnTo>
                  <a:pt x="374232" y="127026"/>
                </a:lnTo>
                <a:lnTo>
                  <a:pt x="347842" y="108797"/>
                </a:lnTo>
                <a:lnTo>
                  <a:pt x="358678" y="86489"/>
                </a:lnTo>
                <a:lnTo>
                  <a:pt x="404921" y="129128"/>
                </a:lnTo>
                <a:lnTo>
                  <a:pt x="393877" y="142318"/>
                </a:lnTo>
                <a:lnTo>
                  <a:pt x="447479" y="144821"/>
                </a:lnTo>
                <a:lnTo>
                  <a:pt x="428071" y="125891"/>
                </a:lnTo>
                <a:lnTo>
                  <a:pt x="435561" y="112479"/>
                </a:lnTo>
                <a:lnTo>
                  <a:pt x="453756" y="122552"/>
                </a:lnTo>
                <a:lnTo>
                  <a:pt x="461906" y="160170"/>
                </a:lnTo>
                <a:lnTo>
                  <a:pt x="517318" y="186150"/>
                </a:lnTo>
                <a:lnTo>
                  <a:pt x="528236" y="146639"/>
                </a:lnTo>
                <a:lnTo>
                  <a:pt x="542432" y="155187"/>
                </a:lnTo>
                <a:lnTo>
                  <a:pt x="540099" y="135039"/>
                </a:lnTo>
                <a:lnTo>
                  <a:pt x="559004" y="123512"/>
                </a:lnTo>
                <a:lnTo>
                  <a:pt x="561474" y="93695"/>
                </a:lnTo>
                <a:lnTo>
                  <a:pt x="558272" y="76607"/>
                </a:lnTo>
                <a:lnTo>
                  <a:pt x="516259" y="59503"/>
                </a:lnTo>
                <a:lnTo>
                  <a:pt x="457962" y="60370"/>
                </a:lnTo>
                <a:lnTo>
                  <a:pt x="422479" y="39874"/>
                </a:lnTo>
                <a:lnTo>
                  <a:pt x="412638" y="10862"/>
                </a:lnTo>
                <a:lnTo>
                  <a:pt x="378795" y="4125"/>
                </a:lnTo>
                <a:lnTo>
                  <a:pt x="361571" y="19742"/>
                </a:lnTo>
                <a:lnTo>
                  <a:pt x="303987" y="0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 · WASH</a:t>
            </a:r>
            <a:endParaRPr lang="en-US" sz="120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831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WASH — Swachh Bharat cut open defecation from 73% to 7%; piped water expanding rapidly</a:t>
            </a:r>
            <a:endParaRPr lang="en-US" sz="1700"/>
          </a:p>
        </p:txBody>
      </p:sp>
      <p:sp>
        <p:nvSpPr>
          <p:cNvPr id="4" name="Shape 2"/>
          <p:cNvSpPr/>
          <p:nvPr/>
        </p:nvSpPr>
        <p:spPr>
          <a:xfrm>
            <a:off x="512064" y="1005840"/>
            <a:ext cx="502920" cy="0"/>
          </a:xfrm>
          <a:prstGeom prst="line">
            <a:avLst/>
          </a:prstGeom>
          <a:noFill/>
          <a:ln w="31750">
            <a:solidFill>
              <a:srgbClr val="AD83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02920" y="1188720"/>
            <a:ext cx="1975104" cy="115214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1975104" cy="41148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12648" y="1261872"/>
            <a:ext cx="1755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7%</a:t>
            </a:r>
            <a:endParaRPr lang="en-US" sz="1900"/>
          </a:p>
        </p:txBody>
      </p:sp>
      <p:sp>
        <p:nvSpPr>
          <p:cNvPr id="8" name="Text 6"/>
          <p:cNvSpPr/>
          <p:nvPr/>
        </p:nvSpPr>
        <p:spPr>
          <a:xfrm>
            <a:off x="612648" y="1609344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Open defecation</a:t>
            </a:r>
            <a:endParaRPr lang="en-US" sz="1200"/>
          </a:p>
        </p:txBody>
      </p:sp>
      <p:sp>
        <p:nvSpPr>
          <p:cNvPr id="9" name="Text 7"/>
          <p:cNvSpPr/>
          <p:nvPr/>
        </p:nvSpPr>
        <p:spPr>
          <a:xfrm>
            <a:off x="612648" y="1828800"/>
            <a:ext cx="17556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Down from 73% in 2000</a:t>
            </a:r>
            <a:endParaRPr lang="en-US" sz="1200"/>
          </a:p>
        </p:txBody>
      </p:sp>
      <p:sp>
        <p:nvSpPr>
          <p:cNvPr id="10" name="Shape 8"/>
          <p:cNvSpPr/>
          <p:nvPr/>
        </p:nvSpPr>
        <p:spPr>
          <a:xfrm>
            <a:off x="2606040" y="1188720"/>
            <a:ext cx="1975104" cy="115214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2606040" y="1188720"/>
            <a:ext cx="1975104" cy="41148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2715768" y="1261872"/>
            <a:ext cx="1755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~96%</a:t>
            </a:r>
            <a:endParaRPr lang="en-US" sz="1900"/>
          </a:p>
        </p:txBody>
      </p:sp>
      <p:sp>
        <p:nvSpPr>
          <p:cNvPr id="13" name="Text 11"/>
          <p:cNvSpPr/>
          <p:nvPr/>
        </p:nvSpPr>
        <p:spPr>
          <a:xfrm>
            <a:off x="2715768" y="1609344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Basic drinking water</a:t>
            </a:r>
            <a:endParaRPr lang="en-US" sz="1200"/>
          </a:p>
        </p:txBody>
      </p:sp>
      <p:sp>
        <p:nvSpPr>
          <p:cNvPr id="14" name="Text 12"/>
          <p:cNvSpPr/>
          <p:nvPr/>
        </p:nvSpPr>
        <p:spPr>
          <a:xfrm>
            <a:off x="2715768" y="1828800"/>
            <a:ext cx="17556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JMP · safely managed ~76%</a:t>
            </a:r>
            <a:endParaRPr lang="en-US" sz="1200"/>
          </a:p>
        </p:txBody>
      </p:sp>
      <p:sp>
        <p:nvSpPr>
          <p:cNvPr id="15" name="Shape 13"/>
          <p:cNvSpPr/>
          <p:nvPr/>
        </p:nvSpPr>
        <p:spPr>
          <a:xfrm>
            <a:off x="4709160" y="1188720"/>
            <a:ext cx="1975104" cy="115214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4709160" y="1188720"/>
            <a:ext cx="1975104" cy="41148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818888" y="1261872"/>
            <a:ext cx="1755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~90%</a:t>
            </a:r>
            <a:endParaRPr lang="en-US" sz="1900"/>
          </a:p>
        </p:txBody>
      </p:sp>
      <p:sp>
        <p:nvSpPr>
          <p:cNvPr id="18" name="Text 16"/>
          <p:cNvSpPr/>
          <p:nvPr/>
        </p:nvSpPr>
        <p:spPr>
          <a:xfrm>
            <a:off x="4818888" y="1609344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Basic hygiene</a:t>
            </a:r>
            <a:endParaRPr lang="en-US" sz="1200"/>
          </a:p>
        </p:txBody>
      </p:sp>
      <p:sp>
        <p:nvSpPr>
          <p:cNvPr id="19" name="Text 17"/>
          <p:cNvSpPr/>
          <p:nvPr/>
        </p:nvSpPr>
        <p:spPr>
          <a:xfrm>
            <a:off x="4818888" y="1828800"/>
            <a:ext cx="17556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Soap &amp; water access</a:t>
            </a:r>
            <a:endParaRPr lang="en-US" sz="1200"/>
          </a:p>
        </p:txBody>
      </p:sp>
      <p:sp>
        <p:nvSpPr>
          <p:cNvPr id="20" name="Text 18"/>
          <p:cNvSpPr/>
          <p:nvPr/>
        </p:nvSpPr>
        <p:spPr>
          <a:xfrm>
            <a:off x="502920" y="2432304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KEY INSIGHTS</a:t>
            </a:r>
            <a:endParaRPr lang="en-US" sz="1200"/>
          </a:p>
        </p:txBody>
      </p:sp>
      <p:sp>
        <p:nvSpPr>
          <p:cNvPr id="21" name="Text 19"/>
          <p:cNvSpPr/>
          <p:nvPr/>
        </p:nvSpPr>
        <p:spPr>
          <a:xfrm>
            <a:off x="658368" y="2688336"/>
            <a:ext cx="598932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Since 2000, 676 million people stopped open defecation—the largest WASH shift ever recorded globally.</a:t>
            </a:r>
            <a:endParaRPr lang="en-US" sz="1200"/>
          </a:p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Rural sanitation improved dramatically; urban OD now eliminated (0%). Basic water coverage at 96%, safely managed 76%.</a:t>
            </a:r>
            <a:endParaRPr lang="en-US" sz="1200"/>
          </a:p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Faecal sludge treatment and rural water quality are weak links; interstate variation persists.</a:t>
            </a:r>
            <a:endParaRPr lang="en-US" sz="1200"/>
          </a:p>
        </p:txBody>
      </p:sp>
      <p:sp>
        <p:nvSpPr>
          <p:cNvPr id="22" name="Shape 20"/>
          <p:cNvSpPr/>
          <p:nvPr/>
        </p:nvSpPr>
        <p:spPr>
          <a:xfrm>
            <a:off x="502920" y="4663440"/>
            <a:ext cx="6172200" cy="1591056"/>
          </a:xfrm>
          <a:prstGeom prst="rect">
            <a:avLst/>
          </a:prstGeom>
          <a:solidFill>
            <a:srgbClr val="F4F1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502920" y="4663440"/>
            <a:ext cx="45720" cy="1591056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694944" y="475488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POTENTIAL INTERVENTIONS</a:t>
            </a:r>
            <a:endParaRPr lang="en-US" sz="1200"/>
          </a:p>
        </p:txBody>
      </p:sp>
      <p:sp>
        <p:nvSpPr>
          <p:cNvPr id="25" name="Text 23"/>
          <p:cNvSpPr/>
          <p:nvPr/>
        </p:nvSpPr>
        <p:spPr>
          <a:xfrm>
            <a:off x="713232" y="5029200"/>
            <a:ext cx="219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▸</a:t>
            </a:r>
            <a:endParaRPr lang="en-US" sz="1200"/>
          </a:p>
        </p:txBody>
      </p:sp>
      <p:sp>
        <p:nvSpPr>
          <p:cNvPr id="26" name="Text 24"/>
          <p:cNvSpPr/>
          <p:nvPr/>
        </p:nvSpPr>
        <p:spPr>
          <a:xfrm>
            <a:off x="932688" y="5029200"/>
            <a:ext cx="5632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Jeevan Mission: functional tap connections to all rural households.</a:t>
            </a:r>
            <a:endParaRPr lang="en-US" sz="1200"/>
          </a:p>
        </p:txBody>
      </p:sp>
      <p:sp>
        <p:nvSpPr>
          <p:cNvPr id="27" name="Text 25"/>
          <p:cNvSpPr/>
          <p:nvPr/>
        </p:nvSpPr>
        <p:spPr>
          <a:xfrm>
            <a:off x="713232" y="5394960"/>
            <a:ext cx="219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▸</a:t>
            </a:r>
            <a:endParaRPr lang="en-US" sz="1200"/>
          </a:p>
        </p:txBody>
      </p:sp>
      <p:sp>
        <p:nvSpPr>
          <p:cNvPr id="28" name="Text 26"/>
          <p:cNvSpPr/>
          <p:nvPr/>
        </p:nvSpPr>
        <p:spPr>
          <a:xfrm>
            <a:off x="932688" y="5394960"/>
            <a:ext cx="5632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Faecal sludge management and septage treatment infrastructure.</a:t>
            </a:r>
            <a:endParaRPr lang="en-US" sz="1200"/>
          </a:p>
        </p:txBody>
      </p:sp>
      <p:sp>
        <p:nvSpPr>
          <p:cNvPr id="29" name="Text 27"/>
          <p:cNvSpPr/>
          <p:nvPr/>
        </p:nvSpPr>
        <p:spPr>
          <a:xfrm>
            <a:off x="713232" y="5760720"/>
            <a:ext cx="219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▸</a:t>
            </a:r>
            <a:endParaRPr lang="en-US" sz="1200"/>
          </a:p>
        </p:txBody>
      </p:sp>
      <p:sp>
        <p:nvSpPr>
          <p:cNvPr id="30" name="Text 28"/>
          <p:cNvSpPr/>
          <p:nvPr/>
        </p:nvSpPr>
        <p:spPr>
          <a:xfrm>
            <a:off x="932688" y="5760720"/>
            <a:ext cx="5632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Behaviour change and water quality monitoring in rural areas.</a:t>
            </a:r>
            <a:endParaRPr lang="en-US" sz="1200"/>
          </a:p>
        </p:txBody>
      </p:sp>
      <p:sp>
        <p:nvSpPr>
          <p:cNvPr id="31" name="Text 29"/>
          <p:cNvSpPr/>
          <p:nvPr/>
        </p:nvSpPr>
        <p:spPr>
          <a:xfrm>
            <a:off x="6903720" y="120700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Without basic water (%)</a:t>
            </a:r>
            <a:endParaRPr lang="en-US" sz="1200"/>
          </a:p>
        </p:txBody>
      </p:sp>
      <p:sp>
        <p:nvSpPr>
          <p:cNvPr id="32" name="Text 30"/>
          <p:cNvSpPr/>
          <p:nvPr/>
        </p:nvSpPr>
        <p:spPr>
          <a:xfrm>
            <a:off x="6903720" y="1463040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JMP WHO/UNICEF pattern (est.)</a:t>
            </a:r>
            <a:endParaRPr lang="en-US" sz="1200"/>
          </a:p>
        </p:txBody>
      </p:sp>
      <p:sp>
        <p:nvSpPr>
          <p:cNvPr id="34" name="Shape 31"/>
          <p:cNvSpPr/>
          <p:nvPr/>
        </p:nvSpPr>
        <p:spPr>
          <a:xfrm>
            <a:off x="502920" y="6400800"/>
            <a:ext cx="11185855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2"/>
          <p:cNvSpPr/>
          <p:nvPr/>
        </p:nvSpPr>
        <p:spPr>
          <a:xfrm>
            <a:off x="502920" y="6446520"/>
            <a:ext cx="8961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WHO/UNICEF JMP 2025 · Swachh Bharat Mission · MoJS</a:t>
            </a:r>
            <a:endParaRPr lang="en-US" sz="1200"/>
          </a:p>
        </p:txBody>
      </p:sp>
      <p:sp>
        <p:nvSpPr>
          <p:cNvPr id="36" name="Text 33"/>
          <p:cNvSpPr/>
          <p:nvPr/>
        </p:nvSpPr>
        <p:spPr>
          <a:xfrm>
            <a:off x="9905695" y="644652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ODA</a:t>
            </a: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15 / 23</a:t>
            </a:r>
            <a:endParaRPr lang="en-US" sz="1200"/>
          </a:p>
        </p:txBody>
      </p:sp>
      <p:sp>
        <p:nvSpPr>
          <p:cNvPr id="33" name="Andaman and Nicobar Islands"/>
          <p:cNvSpPr/>
          <p:nvPr/>
        </p:nvSpPr>
        <p:spPr>
          <a:xfrm>
            <a:off x="10606154" y="5323986"/>
            <a:ext cx="40156" cy="92050"/>
          </a:xfrm>
          <a:custGeom>
            <a:avLst/>
            <a:gdLst/>
            <a:ahLst/>
            <a:cxnLst/>
            <a:rect l="l" t="t" r="r" b="b"/>
            <a:pathLst>
              <a:path w="40156" h="92050">
                <a:moveTo>
                  <a:pt x="21573" y="78136"/>
                </a:moveTo>
                <a:lnTo>
                  <a:pt x="12167" y="68018"/>
                </a:lnTo>
                <a:lnTo>
                  <a:pt x="31912" y="77658"/>
                </a:lnTo>
                <a:lnTo>
                  <a:pt x="40156" y="57578"/>
                </a:lnTo>
                <a:lnTo>
                  <a:pt x="29475" y="0"/>
                </a:lnTo>
                <a:lnTo>
                  <a:pt x="13714" y="24410"/>
                </a:lnTo>
                <a:lnTo>
                  <a:pt x="5295" y="15059"/>
                </a:lnTo>
                <a:lnTo>
                  <a:pt x="13147" y="51756"/>
                </a:lnTo>
                <a:lnTo>
                  <a:pt x="12362" y="38257"/>
                </a:lnTo>
                <a:lnTo>
                  <a:pt x="0" y="47430"/>
                </a:lnTo>
                <a:lnTo>
                  <a:pt x="3613" y="92050"/>
                </a:lnTo>
                <a:lnTo>
                  <a:pt x="29767" y="88519"/>
                </a:lnTo>
                <a:lnTo>
                  <a:pt x="21573" y="78136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Andhra Pradesh"/>
          <p:cNvSpPr/>
          <p:nvPr/>
        </p:nvSpPr>
        <p:spPr>
          <a:xfrm>
            <a:off x="8401720" y="4393055"/>
            <a:ext cx="1105248" cy="976139"/>
          </a:xfrm>
          <a:custGeom>
            <a:avLst/>
            <a:gdLst/>
            <a:ahLst/>
            <a:cxnLst/>
            <a:rect l="l" t="t" r="r" b="b"/>
            <a:pathLst>
              <a:path w="1105248" h="976139">
                <a:moveTo>
                  <a:pt x="485131" y="835764"/>
                </a:moveTo>
                <a:lnTo>
                  <a:pt x="465596" y="748341"/>
                </a:lnTo>
                <a:lnTo>
                  <a:pt x="475123" y="683205"/>
                </a:lnTo>
                <a:lnTo>
                  <a:pt x="454491" y="609460"/>
                </a:lnTo>
                <a:lnTo>
                  <a:pt x="487333" y="518771"/>
                </a:lnTo>
                <a:lnTo>
                  <a:pt x="542230" y="489271"/>
                </a:lnTo>
                <a:lnTo>
                  <a:pt x="578062" y="514499"/>
                </a:lnTo>
                <a:lnTo>
                  <a:pt x="628740" y="426859"/>
                </a:lnTo>
                <a:lnTo>
                  <a:pt x="686276" y="426407"/>
                </a:lnTo>
                <a:lnTo>
                  <a:pt x="768378" y="388811"/>
                </a:lnTo>
                <a:lnTo>
                  <a:pt x="769186" y="314389"/>
                </a:lnTo>
                <a:lnTo>
                  <a:pt x="1019698" y="126907"/>
                </a:lnTo>
                <a:lnTo>
                  <a:pt x="1105248" y="17225"/>
                </a:lnTo>
                <a:lnTo>
                  <a:pt x="1100069" y="528"/>
                </a:lnTo>
                <a:lnTo>
                  <a:pt x="1084078" y="4515"/>
                </a:lnTo>
                <a:lnTo>
                  <a:pt x="1094512" y="12895"/>
                </a:lnTo>
                <a:lnTo>
                  <a:pt x="1084827" y="20582"/>
                </a:lnTo>
                <a:lnTo>
                  <a:pt x="1059934" y="21000"/>
                </a:lnTo>
                <a:lnTo>
                  <a:pt x="1049327" y="53819"/>
                </a:lnTo>
                <a:lnTo>
                  <a:pt x="1014262" y="60470"/>
                </a:lnTo>
                <a:lnTo>
                  <a:pt x="986832" y="51972"/>
                </a:lnTo>
                <a:lnTo>
                  <a:pt x="973199" y="21601"/>
                </a:lnTo>
                <a:lnTo>
                  <a:pt x="967751" y="35420"/>
                </a:lnTo>
                <a:lnTo>
                  <a:pt x="949849" y="0"/>
                </a:lnTo>
                <a:lnTo>
                  <a:pt x="937550" y="22679"/>
                </a:lnTo>
                <a:lnTo>
                  <a:pt x="927964" y="10384"/>
                </a:lnTo>
                <a:lnTo>
                  <a:pt x="927110" y="31033"/>
                </a:lnTo>
                <a:lnTo>
                  <a:pt x="906188" y="24453"/>
                </a:lnTo>
                <a:lnTo>
                  <a:pt x="919360" y="47814"/>
                </a:lnTo>
                <a:lnTo>
                  <a:pt x="864984" y="77111"/>
                </a:lnTo>
                <a:lnTo>
                  <a:pt x="870725" y="116859"/>
                </a:lnTo>
                <a:lnTo>
                  <a:pt x="835923" y="106519"/>
                </a:lnTo>
                <a:lnTo>
                  <a:pt x="813012" y="138243"/>
                </a:lnTo>
                <a:lnTo>
                  <a:pt x="791559" y="91674"/>
                </a:lnTo>
                <a:lnTo>
                  <a:pt x="761577" y="174340"/>
                </a:lnTo>
                <a:lnTo>
                  <a:pt x="729187" y="163232"/>
                </a:lnTo>
                <a:lnTo>
                  <a:pt x="671935" y="200087"/>
                </a:lnTo>
                <a:lnTo>
                  <a:pt x="609468" y="194935"/>
                </a:lnTo>
                <a:lnTo>
                  <a:pt x="594517" y="213522"/>
                </a:lnTo>
                <a:lnTo>
                  <a:pt x="576471" y="209240"/>
                </a:lnTo>
                <a:lnTo>
                  <a:pt x="566438" y="233108"/>
                </a:lnTo>
                <a:lnTo>
                  <a:pt x="631141" y="267039"/>
                </a:lnTo>
                <a:lnTo>
                  <a:pt x="610554" y="288565"/>
                </a:lnTo>
                <a:lnTo>
                  <a:pt x="575229" y="290148"/>
                </a:lnTo>
                <a:lnTo>
                  <a:pt x="565041" y="316982"/>
                </a:lnTo>
                <a:lnTo>
                  <a:pt x="528304" y="300099"/>
                </a:lnTo>
                <a:lnTo>
                  <a:pt x="512357" y="318467"/>
                </a:lnTo>
                <a:lnTo>
                  <a:pt x="504626" y="309291"/>
                </a:lnTo>
                <a:lnTo>
                  <a:pt x="498307" y="326521"/>
                </a:lnTo>
                <a:lnTo>
                  <a:pt x="531340" y="335100"/>
                </a:lnTo>
                <a:lnTo>
                  <a:pt x="526950" y="357576"/>
                </a:lnTo>
                <a:lnTo>
                  <a:pt x="500665" y="350197"/>
                </a:lnTo>
                <a:lnTo>
                  <a:pt x="475188" y="316376"/>
                </a:lnTo>
                <a:lnTo>
                  <a:pt x="450391" y="335640"/>
                </a:lnTo>
                <a:lnTo>
                  <a:pt x="457760" y="352550"/>
                </a:lnTo>
                <a:lnTo>
                  <a:pt x="442870" y="376158"/>
                </a:lnTo>
                <a:lnTo>
                  <a:pt x="416686" y="363136"/>
                </a:lnTo>
                <a:lnTo>
                  <a:pt x="345071" y="387759"/>
                </a:lnTo>
                <a:lnTo>
                  <a:pt x="339492" y="438273"/>
                </a:lnTo>
                <a:lnTo>
                  <a:pt x="310822" y="436361"/>
                </a:lnTo>
                <a:lnTo>
                  <a:pt x="279799" y="469062"/>
                </a:lnTo>
                <a:lnTo>
                  <a:pt x="227511" y="461052"/>
                </a:lnTo>
                <a:lnTo>
                  <a:pt x="189582" y="496660"/>
                </a:lnTo>
                <a:lnTo>
                  <a:pt x="67008" y="477510"/>
                </a:lnTo>
                <a:lnTo>
                  <a:pt x="37211" y="493283"/>
                </a:lnTo>
                <a:lnTo>
                  <a:pt x="50392" y="522095"/>
                </a:lnTo>
                <a:lnTo>
                  <a:pt x="28947" y="547116"/>
                </a:lnTo>
                <a:lnTo>
                  <a:pt x="55966" y="595909"/>
                </a:lnTo>
                <a:lnTo>
                  <a:pt x="43962" y="620578"/>
                </a:lnTo>
                <a:lnTo>
                  <a:pt x="1621" y="609783"/>
                </a:lnTo>
                <a:lnTo>
                  <a:pt x="14489" y="630784"/>
                </a:lnTo>
                <a:lnTo>
                  <a:pt x="0" y="680875"/>
                </a:lnTo>
                <a:lnTo>
                  <a:pt x="29055" y="698309"/>
                </a:lnTo>
                <a:lnTo>
                  <a:pt x="16592" y="711686"/>
                </a:lnTo>
                <a:lnTo>
                  <a:pt x="24241" y="734240"/>
                </a:lnTo>
                <a:lnTo>
                  <a:pt x="72226" y="719987"/>
                </a:lnTo>
                <a:lnTo>
                  <a:pt x="86908" y="741072"/>
                </a:lnTo>
                <a:lnTo>
                  <a:pt x="88826" y="720338"/>
                </a:lnTo>
                <a:lnTo>
                  <a:pt x="104146" y="743227"/>
                </a:lnTo>
                <a:lnTo>
                  <a:pt x="81247" y="751183"/>
                </a:lnTo>
                <a:lnTo>
                  <a:pt x="87759" y="787451"/>
                </a:lnTo>
                <a:lnTo>
                  <a:pt x="77164" y="766275"/>
                </a:lnTo>
                <a:lnTo>
                  <a:pt x="53206" y="770578"/>
                </a:lnTo>
                <a:lnTo>
                  <a:pt x="35773" y="744378"/>
                </a:lnTo>
                <a:lnTo>
                  <a:pt x="17937" y="745703"/>
                </a:lnTo>
                <a:lnTo>
                  <a:pt x="38310" y="780688"/>
                </a:lnTo>
                <a:lnTo>
                  <a:pt x="32108" y="808404"/>
                </a:lnTo>
                <a:lnTo>
                  <a:pt x="56505" y="806276"/>
                </a:lnTo>
                <a:lnTo>
                  <a:pt x="58120" y="781919"/>
                </a:lnTo>
                <a:lnTo>
                  <a:pt x="92436" y="794154"/>
                </a:lnTo>
                <a:lnTo>
                  <a:pt x="95595" y="818180"/>
                </a:lnTo>
                <a:lnTo>
                  <a:pt x="131881" y="809401"/>
                </a:lnTo>
                <a:lnTo>
                  <a:pt x="147007" y="779003"/>
                </a:lnTo>
                <a:lnTo>
                  <a:pt x="169293" y="777395"/>
                </a:lnTo>
                <a:lnTo>
                  <a:pt x="164509" y="796523"/>
                </a:lnTo>
                <a:lnTo>
                  <a:pt x="186914" y="791218"/>
                </a:lnTo>
                <a:lnTo>
                  <a:pt x="183082" y="824030"/>
                </a:lnTo>
                <a:lnTo>
                  <a:pt x="226615" y="832266"/>
                </a:lnTo>
                <a:lnTo>
                  <a:pt x="223246" y="870466"/>
                </a:lnTo>
                <a:lnTo>
                  <a:pt x="252356" y="878128"/>
                </a:lnTo>
                <a:lnTo>
                  <a:pt x="227956" y="928188"/>
                </a:lnTo>
                <a:lnTo>
                  <a:pt x="235379" y="939906"/>
                </a:lnTo>
                <a:lnTo>
                  <a:pt x="220053" y="929021"/>
                </a:lnTo>
                <a:lnTo>
                  <a:pt x="198854" y="966032"/>
                </a:lnTo>
                <a:lnTo>
                  <a:pt x="235406" y="976139"/>
                </a:lnTo>
                <a:lnTo>
                  <a:pt x="269964" y="909768"/>
                </a:lnTo>
                <a:lnTo>
                  <a:pt x="332086" y="916995"/>
                </a:lnTo>
                <a:lnTo>
                  <a:pt x="342031" y="894519"/>
                </a:lnTo>
                <a:lnTo>
                  <a:pt x="370211" y="891933"/>
                </a:lnTo>
                <a:lnTo>
                  <a:pt x="369796" y="867522"/>
                </a:lnTo>
                <a:lnTo>
                  <a:pt x="414720" y="889057"/>
                </a:lnTo>
                <a:lnTo>
                  <a:pt x="447939" y="839073"/>
                </a:lnTo>
                <a:lnTo>
                  <a:pt x="481463" y="849770"/>
                </a:lnTo>
                <a:lnTo>
                  <a:pt x="485131" y="835764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Arunāchal Pradesh"/>
          <p:cNvSpPr/>
          <p:nvPr/>
        </p:nvSpPr>
        <p:spPr>
          <a:xfrm>
            <a:off x="10448660" y="2856140"/>
            <a:ext cx="812193" cy="414592"/>
          </a:xfrm>
          <a:custGeom>
            <a:avLst/>
            <a:gdLst/>
            <a:ahLst/>
            <a:cxnLst/>
            <a:rect l="l" t="t" r="r" b="b"/>
            <a:pathLst>
              <a:path w="812193" h="414592">
                <a:moveTo>
                  <a:pt x="510641" y="414592"/>
                </a:moveTo>
                <a:lnTo>
                  <a:pt x="537876" y="411970"/>
                </a:lnTo>
                <a:lnTo>
                  <a:pt x="648384" y="325577"/>
                </a:lnTo>
                <a:lnTo>
                  <a:pt x="714249" y="311627"/>
                </a:lnTo>
                <a:lnTo>
                  <a:pt x="737792" y="340231"/>
                </a:lnTo>
                <a:lnTo>
                  <a:pt x="778155" y="347025"/>
                </a:lnTo>
                <a:lnTo>
                  <a:pt x="739950" y="276756"/>
                </a:lnTo>
                <a:lnTo>
                  <a:pt x="790204" y="232707"/>
                </a:lnTo>
                <a:lnTo>
                  <a:pt x="808537" y="234733"/>
                </a:lnTo>
                <a:lnTo>
                  <a:pt x="812193" y="215627"/>
                </a:lnTo>
                <a:lnTo>
                  <a:pt x="797352" y="207644"/>
                </a:lnTo>
                <a:lnTo>
                  <a:pt x="810231" y="189207"/>
                </a:lnTo>
                <a:lnTo>
                  <a:pt x="708511" y="149223"/>
                </a:lnTo>
                <a:lnTo>
                  <a:pt x="671791" y="167285"/>
                </a:lnTo>
                <a:lnTo>
                  <a:pt x="653051" y="156934"/>
                </a:lnTo>
                <a:lnTo>
                  <a:pt x="701902" y="102384"/>
                </a:lnTo>
                <a:lnTo>
                  <a:pt x="689451" y="57344"/>
                </a:lnTo>
                <a:lnTo>
                  <a:pt x="639773" y="83192"/>
                </a:lnTo>
                <a:lnTo>
                  <a:pt x="632638" y="57487"/>
                </a:lnTo>
                <a:lnTo>
                  <a:pt x="671204" y="30777"/>
                </a:lnTo>
                <a:lnTo>
                  <a:pt x="650550" y="33940"/>
                </a:lnTo>
                <a:lnTo>
                  <a:pt x="629007" y="0"/>
                </a:lnTo>
                <a:lnTo>
                  <a:pt x="561356" y="29789"/>
                </a:lnTo>
                <a:lnTo>
                  <a:pt x="540346" y="63552"/>
                </a:lnTo>
                <a:lnTo>
                  <a:pt x="450551" y="44190"/>
                </a:lnTo>
                <a:lnTo>
                  <a:pt x="427126" y="16642"/>
                </a:lnTo>
                <a:lnTo>
                  <a:pt x="369830" y="56144"/>
                </a:lnTo>
                <a:lnTo>
                  <a:pt x="329774" y="117752"/>
                </a:lnTo>
                <a:lnTo>
                  <a:pt x="248256" y="122405"/>
                </a:lnTo>
                <a:lnTo>
                  <a:pt x="231851" y="168192"/>
                </a:lnTo>
                <a:lnTo>
                  <a:pt x="158201" y="199201"/>
                </a:lnTo>
                <a:lnTo>
                  <a:pt x="165421" y="219585"/>
                </a:lnTo>
                <a:lnTo>
                  <a:pt x="140645" y="244720"/>
                </a:lnTo>
                <a:lnTo>
                  <a:pt x="92200" y="239015"/>
                </a:lnTo>
                <a:lnTo>
                  <a:pt x="51822" y="260481"/>
                </a:lnTo>
                <a:lnTo>
                  <a:pt x="0" y="239476"/>
                </a:lnTo>
                <a:lnTo>
                  <a:pt x="14228" y="294864"/>
                </a:lnTo>
                <a:lnTo>
                  <a:pt x="65595" y="295642"/>
                </a:lnTo>
                <a:lnTo>
                  <a:pt x="79638" y="324355"/>
                </a:lnTo>
                <a:lnTo>
                  <a:pt x="66748" y="355557"/>
                </a:lnTo>
                <a:lnTo>
                  <a:pt x="89774" y="383604"/>
                </a:lnTo>
                <a:lnTo>
                  <a:pt x="155922" y="362454"/>
                </a:lnTo>
                <a:lnTo>
                  <a:pt x="204304" y="380103"/>
                </a:lnTo>
                <a:lnTo>
                  <a:pt x="292690" y="372111"/>
                </a:lnTo>
                <a:lnTo>
                  <a:pt x="376905" y="289434"/>
                </a:lnTo>
                <a:lnTo>
                  <a:pt x="372656" y="272740"/>
                </a:lnTo>
                <a:lnTo>
                  <a:pt x="403698" y="284299"/>
                </a:lnTo>
                <a:lnTo>
                  <a:pt x="562056" y="224686"/>
                </a:lnTo>
                <a:lnTo>
                  <a:pt x="612741" y="223476"/>
                </a:lnTo>
                <a:lnTo>
                  <a:pt x="582410" y="259569"/>
                </a:lnTo>
                <a:lnTo>
                  <a:pt x="595183" y="304250"/>
                </a:lnTo>
                <a:lnTo>
                  <a:pt x="619174" y="312708"/>
                </a:lnTo>
                <a:lnTo>
                  <a:pt x="601819" y="329073"/>
                </a:lnTo>
                <a:lnTo>
                  <a:pt x="548746" y="328065"/>
                </a:lnTo>
                <a:lnTo>
                  <a:pt x="541005" y="347858"/>
                </a:lnTo>
                <a:lnTo>
                  <a:pt x="505469" y="361658"/>
                </a:lnTo>
                <a:lnTo>
                  <a:pt x="510641" y="414592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Assam"/>
          <p:cNvSpPr/>
          <p:nvPr/>
        </p:nvSpPr>
        <p:spPr>
          <a:xfrm>
            <a:off x="10192768" y="3079657"/>
            <a:ext cx="875066" cy="571124"/>
          </a:xfrm>
          <a:custGeom>
            <a:avLst/>
            <a:gdLst/>
            <a:ahLst/>
            <a:cxnLst/>
            <a:rect l="l" t="t" r="r" b="b"/>
            <a:pathLst>
              <a:path w="875066" h="571124">
                <a:moveTo>
                  <a:pt x="761095" y="139001"/>
                </a:moveTo>
                <a:lnTo>
                  <a:pt x="796897" y="124341"/>
                </a:lnTo>
                <a:lnTo>
                  <a:pt x="804638" y="104548"/>
                </a:lnTo>
                <a:lnTo>
                  <a:pt x="857711" y="105556"/>
                </a:lnTo>
                <a:lnTo>
                  <a:pt x="875066" y="89191"/>
                </a:lnTo>
                <a:lnTo>
                  <a:pt x="851075" y="80733"/>
                </a:lnTo>
                <a:lnTo>
                  <a:pt x="838302" y="36052"/>
                </a:lnTo>
                <a:lnTo>
                  <a:pt x="868696" y="0"/>
                </a:lnTo>
                <a:lnTo>
                  <a:pt x="817948" y="1169"/>
                </a:lnTo>
                <a:lnTo>
                  <a:pt x="659590" y="60782"/>
                </a:lnTo>
                <a:lnTo>
                  <a:pt x="628548" y="49223"/>
                </a:lnTo>
                <a:lnTo>
                  <a:pt x="632797" y="65917"/>
                </a:lnTo>
                <a:lnTo>
                  <a:pt x="538411" y="151055"/>
                </a:lnTo>
                <a:lnTo>
                  <a:pt x="460196" y="156586"/>
                </a:lnTo>
                <a:lnTo>
                  <a:pt x="411814" y="138937"/>
                </a:lnTo>
                <a:lnTo>
                  <a:pt x="326480" y="166563"/>
                </a:lnTo>
                <a:lnTo>
                  <a:pt x="303799" y="155792"/>
                </a:lnTo>
                <a:lnTo>
                  <a:pt x="275786" y="172514"/>
                </a:lnTo>
                <a:lnTo>
                  <a:pt x="141034" y="178239"/>
                </a:lnTo>
                <a:lnTo>
                  <a:pt x="90991" y="158483"/>
                </a:lnTo>
                <a:lnTo>
                  <a:pt x="22185" y="183250"/>
                </a:lnTo>
                <a:lnTo>
                  <a:pt x="21847" y="235587"/>
                </a:lnTo>
                <a:lnTo>
                  <a:pt x="0" y="264469"/>
                </a:lnTo>
                <a:lnTo>
                  <a:pt x="26124" y="301132"/>
                </a:lnTo>
                <a:lnTo>
                  <a:pt x="21128" y="372553"/>
                </a:lnTo>
                <a:lnTo>
                  <a:pt x="44534" y="351520"/>
                </a:lnTo>
                <a:lnTo>
                  <a:pt x="27153" y="330998"/>
                </a:lnTo>
                <a:lnTo>
                  <a:pt x="62653" y="297902"/>
                </a:lnTo>
                <a:lnTo>
                  <a:pt x="172930" y="300678"/>
                </a:lnTo>
                <a:lnTo>
                  <a:pt x="181042" y="319741"/>
                </a:lnTo>
                <a:lnTo>
                  <a:pt x="207327" y="313619"/>
                </a:lnTo>
                <a:lnTo>
                  <a:pt x="211014" y="334342"/>
                </a:lnTo>
                <a:lnTo>
                  <a:pt x="253663" y="312147"/>
                </a:lnTo>
                <a:lnTo>
                  <a:pt x="260505" y="287967"/>
                </a:lnTo>
                <a:lnTo>
                  <a:pt x="273073" y="307236"/>
                </a:lnTo>
                <a:lnTo>
                  <a:pt x="294510" y="275106"/>
                </a:lnTo>
                <a:lnTo>
                  <a:pt x="307469" y="293253"/>
                </a:lnTo>
                <a:lnTo>
                  <a:pt x="356755" y="283130"/>
                </a:lnTo>
                <a:lnTo>
                  <a:pt x="339798" y="301241"/>
                </a:lnTo>
                <a:lnTo>
                  <a:pt x="349924" y="306487"/>
                </a:lnTo>
                <a:lnTo>
                  <a:pt x="340311" y="341862"/>
                </a:lnTo>
                <a:lnTo>
                  <a:pt x="371867" y="329571"/>
                </a:lnTo>
                <a:lnTo>
                  <a:pt x="409113" y="353990"/>
                </a:lnTo>
                <a:lnTo>
                  <a:pt x="396882" y="372715"/>
                </a:lnTo>
                <a:lnTo>
                  <a:pt x="429874" y="409929"/>
                </a:lnTo>
                <a:lnTo>
                  <a:pt x="385244" y="426030"/>
                </a:lnTo>
                <a:lnTo>
                  <a:pt x="386253" y="461408"/>
                </a:lnTo>
                <a:lnTo>
                  <a:pt x="351053" y="457045"/>
                </a:lnTo>
                <a:lnTo>
                  <a:pt x="359671" y="481535"/>
                </a:lnTo>
                <a:lnTo>
                  <a:pt x="345328" y="555167"/>
                </a:lnTo>
                <a:lnTo>
                  <a:pt x="377198" y="553422"/>
                </a:lnTo>
                <a:lnTo>
                  <a:pt x="383144" y="571124"/>
                </a:lnTo>
                <a:lnTo>
                  <a:pt x="424345" y="513676"/>
                </a:lnTo>
                <a:lnTo>
                  <a:pt x="433567" y="535698"/>
                </a:lnTo>
                <a:lnTo>
                  <a:pt x="462931" y="529815"/>
                </a:lnTo>
                <a:lnTo>
                  <a:pt x="472319" y="470337"/>
                </a:lnTo>
                <a:lnTo>
                  <a:pt x="522321" y="396661"/>
                </a:lnTo>
                <a:lnTo>
                  <a:pt x="502406" y="360708"/>
                </a:lnTo>
                <a:lnTo>
                  <a:pt x="563166" y="297444"/>
                </a:lnTo>
                <a:lnTo>
                  <a:pt x="567324" y="321450"/>
                </a:lnTo>
                <a:lnTo>
                  <a:pt x="592696" y="305358"/>
                </a:lnTo>
                <a:lnTo>
                  <a:pt x="595796" y="267215"/>
                </a:lnTo>
                <a:lnTo>
                  <a:pt x="631145" y="212142"/>
                </a:lnTo>
                <a:lnTo>
                  <a:pt x="639488" y="224518"/>
                </a:lnTo>
                <a:lnTo>
                  <a:pt x="659387" y="194169"/>
                </a:lnTo>
                <a:lnTo>
                  <a:pt x="761095" y="139001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Bihār"/>
          <p:cNvSpPr/>
          <p:nvPr/>
        </p:nvSpPr>
        <p:spPr>
          <a:xfrm>
            <a:off x="9309490" y="3145953"/>
            <a:ext cx="689564" cy="482444"/>
          </a:xfrm>
          <a:custGeom>
            <a:avLst/>
            <a:gdLst/>
            <a:ahLst/>
            <a:cxnLst/>
            <a:rect l="l" t="t" r="r" b="b"/>
            <a:pathLst>
              <a:path w="689564" h="482444">
                <a:moveTo>
                  <a:pt x="25350" y="446752"/>
                </a:moveTo>
                <a:lnTo>
                  <a:pt x="76504" y="445743"/>
                </a:lnTo>
                <a:lnTo>
                  <a:pt x="95290" y="429234"/>
                </a:lnTo>
                <a:lnTo>
                  <a:pt x="109137" y="453908"/>
                </a:lnTo>
                <a:lnTo>
                  <a:pt x="135293" y="441522"/>
                </a:lnTo>
                <a:lnTo>
                  <a:pt x="162850" y="482444"/>
                </a:lnTo>
                <a:lnTo>
                  <a:pt x="205221" y="445977"/>
                </a:lnTo>
                <a:lnTo>
                  <a:pt x="219308" y="469623"/>
                </a:lnTo>
                <a:lnTo>
                  <a:pt x="244939" y="469597"/>
                </a:lnTo>
                <a:lnTo>
                  <a:pt x="283965" y="442301"/>
                </a:lnTo>
                <a:lnTo>
                  <a:pt x="325119" y="438760"/>
                </a:lnTo>
                <a:lnTo>
                  <a:pt x="334631" y="402667"/>
                </a:lnTo>
                <a:lnTo>
                  <a:pt x="378751" y="408793"/>
                </a:lnTo>
                <a:lnTo>
                  <a:pt x="432685" y="470283"/>
                </a:lnTo>
                <a:lnTo>
                  <a:pt x="454656" y="434404"/>
                </a:lnTo>
                <a:lnTo>
                  <a:pt x="498004" y="443810"/>
                </a:lnTo>
                <a:lnTo>
                  <a:pt x="501239" y="427778"/>
                </a:lnTo>
                <a:lnTo>
                  <a:pt x="516647" y="434345"/>
                </a:lnTo>
                <a:lnTo>
                  <a:pt x="529761" y="373029"/>
                </a:lnTo>
                <a:lnTo>
                  <a:pt x="554931" y="342533"/>
                </a:lnTo>
                <a:lnTo>
                  <a:pt x="575783" y="346897"/>
                </a:lnTo>
                <a:lnTo>
                  <a:pt x="590451" y="323753"/>
                </a:lnTo>
                <a:lnTo>
                  <a:pt x="622920" y="339799"/>
                </a:lnTo>
                <a:lnTo>
                  <a:pt x="618565" y="308852"/>
                </a:lnTo>
                <a:lnTo>
                  <a:pt x="637959" y="295454"/>
                </a:lnTo>
                <a:lnTo>
                  <a:pt x="658193" y="303717"/>
                </a:lnTo>
                <a:lnTo>
                  <a:pt x="654937" y="271092"/>
                </a:lnTo>
                <a:lnTo>
                  <a:pt x="621854" y="237401"/>
                </a:lnTo>
                <a:lnTo>
                  <a:pt x="689564" y="174586"/>
                </a:lnTo>
                <a:lnTo>
                  <a:pt x="680292" y="141410"/>
                </a:lnTo>
                <a:lnTo>
                  <a:pt x="661640" y="144921"/>
                </a:lnTo>
                <a:lnTo>
                  <a:pt x="650720" y="172344"/>
                </a:lnTo>
                <a:lnTo>
                  <a:pt x="632601" y="153979"/>
                </a:lnTo>
                <a:lnTo>
                  <a:pt x="556693" y="174742"/>
                </a:lnTo>
                <a:lnTo>
                  <a:pt x="522195" y="159362"/>
                </a:lnTo>
                <a:lnTo>
                  <a:pt x="519372" y="139099"/>
                </a:lnTo>
                <a:lnTo>
                  <a:pt x="472210" y="163589"/>
                </a:lnTo>
                <a:lnTo>
                  <a:pt x="417185" y="134180"/>
                </a:lnTo>
                <a:lnTo>
                  <a:pt x="374872" y="127195"/>
                </a:lnTo>
                <a:lnTo>
                  <a:pt x="350312" y="141796"/>
                </a:lnTo>
                <a:lnTo>
                  <a:pt x="320576" y="96429"/>
                </a:lnTo>
                <a:lnTo>
                  <a:pt x="261960" y="113520"/>
                </a:lnTo>
                <a:lnTo>
                  <a:pt x="258998" y="96754"/>
                </a:lnTo>
                <a:lnTo>
                  <a:pt x="183215" y="70444"/>
                </a:lnTo>
                <a:lnTo>
                  <a:pt x="180013" y="26735"/>
                </a:lnTo>
                <a:lnTo>
                  <a:pt x="134865" y="20297"/>
                </a:lnTo>
                <a:lnTo>
                  <a:pt x="114469" y="0"/>
                </a:lnTo>
                <a:lnTo>
                  <a:pt x="73098" y="10385"/>
                </a:lnTo>
                <a:lnTo>
                  <a:pt x="102483" y="94073"/>
                </a:lnTo>
                <a:lnTo>
                  <a:pt x="129321" y="98787"/>
                </a:lnTo>
                <a:lnTo>
                  <a:pt x="127467" y="116375"/>
                </a:lnTo>
                <a:lnTo>
                  <a:pt x="152285" y="133072"/>
                </a:lnTo>
                <a:lnTo>
                  <a:pt x="106117" y="131240"/>
                </a:lnTo>
                <a:lnTo>
                  <a:pt x="81410" y="149162"/>
                </a:lnTo>
                <a:lnTo>
                  <a:pt x="118637" y="171316"/>
                </a:lnTo>
                <a:lnTo>
                  <a:pt x="117161" y="190661"/>
                </a:lnTo>
                <a:lnTo>
                  <a:pt x="95442" y="200456"/>
                </a:lnTo>
                <a:lnTo>
                  <a:pt x="182025" y="267255"/>
                </a:lnTo>
                <a:lnTo>
                  <a:pt x="108599" y="268291"/>
                </a:lnTo>
                <a:lnTo>
                  <a:pt x="72860" y="311077"/>
                </a:lnTo>
                <a:lnTo>
                  <a:pt x="5129" y="346107"/>
                </a:lnTo>
                <a:lnTo>
                  <a:pt x="0" y="373336"/>
                </a:lnTo>
                <a:lnTo>
                  <a:pt x="31538" y="432145"/>
                </a:lnTo>
                <a:lnTo>
                  <a:pt x="25350" y="446752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Chandīgarh"/>
          <p:cNvSpPr/>
          <p:nvPr/>
        </p:nvSpPr>
        <p:spPr>
          <a:xfrm>
            <a:off x="8393430" y="2662903"/>
            <a:ext cx="18377" cy="13153"/>
          </a:xfrm>
          <a:custGeom>
            <a:avLst/>
            <a:gdLst/>
            <a:ahLst/>
            <a:cxnLst/>
            <a:rect l="l" t="t" r="r" b="b"/>
            <a:pathLst>
              <a:path w="18377" h="13153">
                <a:moveTo>
                  <a:pt x="18377" y="0"/>
                </a:moveTo>
                <a:lnTo>
                  <a:pt x="0" y="1725"/>
                </a:lnTo>
                <a:lnTo>
                  <a:pt x="13663" y="13153"/>
                </a:lnTo>
                <a:lnTo>
                  <a:pt x="18377" y="0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Chhattīsgarh"/>
          <p:cNvSpPr/>
          <p:nvPr/>
        </p:nvSpPr>
        <p:spPr>
          <a:xfrm>
            <a:off x="8887492" y="3655309"/>
            <a:ext cx="570991" cy="942082"/>
          </a:xfrm>
          <a:custGeom>
            <a:avLst/>
            <a:gdLst/>
            <a:ahLst/>
            <a:cxnLst/>
            <a:rect l="l" t="t" r="r" b="b"/>
            <a:pathLst>
              <a:path w="570991" h="942082">
                <a:moveTo>
                  <a:pt x="0" y="803514"/>
                </a:moveTo>
                <a:lnTo>
                  <a:pt x="63970" y="849807"/>
                </a:lnTo>
                <a:lnTo>
                  <a:pt x="65369" y="886008"/>
                </a:lnTo>
                <a:lnTo>
                  <a:pt x="97786" y="884746"/>
                </a:lnTo>
                <a:lnTo>
                  <a:pt x="101843" y="941566"/>
                </a:lnTo>
                <a:lnTo>
                  <a:pt x="155161" y="942082"/>
                </a:lnTo>
                <a:lnTo>
                  <a:pt x="173456" y="872903"/>
                </a:lnTo>
                <a:lnTo>
                  <a:pt x="204589" y="858648"/>
                </a:lnTo>
                <a:lnTo>
                  <a:pt x="234133" y="823295"/>
                </a:lnTo>
                <a:lnTo>
                  <a:pt x="224457" y="813292"/>
                </a:lnTo>
                <a:lnTo>
                  <a:pt x="273242" y="774235"/>
                </a:lnTo>
                <a:lnTo>
                  <a:pt x="265403" y="698346"/>
                </a:lnTo>
                <a:lnTo>
                  <a:pt x="243193" y="686384"/>
                </a:lnTo>
                <a:lnTo>
                  <a:pt x="248246" y="644143"/>
                </a:lnTo>
                <a:lnTo>
                  <a:pt x="218834" y="625063"/>
                </a:lnTo>
                <a:lnTo>
                  <a:pt x="221294" y="606302"/>
                </a:lnTo>
                <a:lnTo>
                  <a:pt x="272055" y="612375"/>
                </a:lnTo>
                <a:lnTo>
                  <a:pt x="286989" y="637400"/>
                </a:lnTo>
                <a:lnTo>
                  <a:pt x="300929" y="626300"/>
                </a:lnTo>
                <a:lnTo>
                  <a:pt x="322731" y="632748"/>
                </a:lnTo>
                <a:lnTo>
                  <a:pt x="321123" y="646351"/>
                </a:lnTo>
                <a:lnTo>
                  <a:pt x="337119" y="637518"/>
                </a:lnTo>
                <a:lnTo>
                  <a:pt x="338238" y="613682"/>
                </a:lnTo>
                <a:lnTo>
                  <a:pt x="294453" y="604447"/>
                </a:lnTo>
                <a:lnTo>
                  <a:pt x="287752" y="480121"/>
                </a:lnTo>
                <a:lnTo>
                  <a:pt x="303619" y="489338"/>
                </a:lnTo>
                <a:lnTo>
                  <a:pt x="327863" y="440530"/>
                </a:lnTo>
                <a:lnTo>
                  <a:pt x="395841" y="447845"/>
                </a:lnTo>
                <a:lnTo>
                  <a:pt x="414881" y="407132"/>
                </a:lnTo>
                <a:lnTo>
                  <a:pt x="433915" y="411210"/>
                </a:lnTo>
                <a:lnTo>
                  <a:pt x="424458" y="388695"/>
                </a:lnTo>
                <a:lnTo>
                  <a:pt x="459482" y="336571"/>
                </a:lnTo>
                <a:lnTo>
                  <a:pt x="455820" y="298550"/>
                </a:lnTo>
                <a:lnTo>
                  <a:pt x="517577" y="258904"/>
                </a:lnTo>
                <a:lnTo>
                  <a:pt x="517443" y="228816"/>
                </a:lnTo>
                <a:lnTo>
                  <a:pt x="546635" y="214762"/>
                </a:lnTo>
                <a:lnTo>
                  <a:pt x="570991" y="176152"/>
                </a:lnTo>
                <a:lnTo>
                  <a:pt x="536829" y="170254"/>
                </a:lnTo>
                <a:lnTo>
                  <a:pt x="520561" y="141790"/>
                </a:lnTo>
                <a:lnTo>
                  <a:pt x="526474" y="115327"/>
                </a:lnTo>
                <a:lnTo>
                  <a:pt x="511059" y="108755"/>
                </a:lnTo>
                <a:lnTo>
                  <a:pt x="518425" y="70395"/>
                </a:lnTo>
                <a:lnTo>
                  <a:pt x="484621" y="73900"/>
                </a:lnTo>
                <a:lnTo>
                  <a:pt x="437621" y="3095"/>
                </a:lnTo>
                <a:lnTo>
                  <a:pt x="422168" y="0"/>
                </a:lnTo>
                <a:lnTo>
                  <a:pt x="397245" y="33002"/>
                </a:lnTo>
                <a:lnTo>
                  <a:pt x="350189" y="21545"/>
                </a:lnTo>
                <a:lnTo>
                  <a:pt x="311796" y="48102"/>
                </a:lnTo>
                <a:lnTo>
                  <a:pt x="184943" y="30412"/>
                </a:lnTo>
                <a:lnTo>
                  <a:pt x="197058" y="57420"/>
                </a:lnTo>
                <a:lnTo>
                  <a:pt x="180548" y="77717"/>
                </a:lnTo>
                <a:lnTo>
                  <a:pt x="187523" y="93139"/>
                </a:lnTo>
                <a:lnTo>
                  <a:pt x="228545" y="85581"/>
                </a:lnTo>
                <a:lnTo>
                  <a:pt x="266028" y="116750"/>
                </a:lnTo>
                <a:lnTo>
                  <a:pt x="261514" y="143727"/>
                </a:lnTo>
                <a:lnTo>
                  <a:pt x="231171" y="153303"/>
                </a:lnTo>
                <a:lnTo>
                  <a:pt x="186815" y="234049"/>
                </a:lnTo>
                <a:lnTo>
                  <a:pt x="116083" y="249043"/>
                </a:lnTo>
                <a:lnTo>
                  <a:pt x="101548" y="304924"/>
                </a:lnTo>
                <a:lnTo>
                  <a:pt x="87940" y="298003"/>
                </a:lnTo>
                <a:lnTo>
                  <a:pt x="62766" y="357099"/>
                </a:lnTo>
                <a:lnTo>
                  <a:pt x="56320" y="419036"/>
                </a:lnTo>
                <a:lnTo>
                  <a:pt x="26474" y="437576"/>
                </a:lnTo>
                <a:lnTo>
                  <a:pt x="20964" y="462376"/>
                </a:lnTo>
                <a:lnTo>
                  <a:pt x="37831" y="473345"/>
                </a:lnTo>
                <a:lnTo>
                  <a:pt x="43588" y="510711"/>
                </a:lnTo>
                <a:lnTo>
                  <a:pt x="28822" y="520593"/>
                </a:lnTo>
                <a:lnTo>
                  <a:pt x="49710" y="523572"/>
                </a:lnTo>
                <a:lnTo>
                  <a:pt x="48948" y="563265"/>
                </a:lnTo>
                <a:lnTo>
                  <a:pt x="16947" y="576346"/>
                </a:lnTo>
                <a:lnTo>
                  <a:pt x="39319" y="602188"/>
                </a:lnTo>
                <a:lnTo>
                  <a:pt x="17842" y="643327"/>
                </a:lnTo>
                <a:lnTo>
                  <a:pt x="37862" y="640021"/>
                </a:lnTo>
                <a:lnTo>
                  <a:pt x="86615" y="690246"/>
                </a:lnTo>
                <a:lnTo>
                  <a:pt x="67046" y="718939"/>
                </a:lnTo>
                <a:lnTo>
                  <a:pt x="41588" y="702114"/>
                </a:lnTo>
                <a:lnTo>
                  <a:pt x="16751" y="725619"/>
                </a:lnTo>
                <a:lnTo>
                  <a:pt x="0" y="803514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Delhi"/>
          <p:cNvSpPr/>
          <p:nvPr/>
        </p:nvSpPr>
        <p:spPr>
          <a:xfrm>
            <a:off x="8418186" y="2946014"/>
            <a:ext cx="61334" cy="67644"/>
          </a:xfrm>
          <a:custGeom>
            <a:avLst/>
            <a:gdLst/>
            <a:ahLst/>
            <a:cxnLst/>
            <a:rect l="l" t="t" r="r" b="b"/>
            <a:pathLst>
              <a:path w="61334" h="67644">
                <a:moveTo>
                  <a:pt x="45134" y="0"/>
                </a:moveTo>
                <a:lnTo>
                  <a:pt x="9262" y="5906"/>
                </a:lnTo>
                <a:lnTo>
                  <a:pt x="0" y="53306"/>
                </a:lnTo>
                <a:lnTo>
                  <a:pt x="29096" y="51318"/>
                </a:lnTo>
                <a:lnTo>
                  <a:pt x="40225" y="67644"/>
                </a:lnTo>
                <a:lnTo>
                  <a:pt x="61334" y="54892"/>
                </a:lnTo>
                <a:lnTo>
                  <a:pt x="45134" y="0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Dādra and Nagar Haveli and Damān and Diu"/>
          <p:cNvSpPr/>
          <p:nvPr/>
        </p:nvSpPr>
        <p:spPr>
          <a:xfrm>
            <a:off x="7868181" y="4214419"/>
            <a:ext cx="41330" cy="43773"/>
          </a:xfrm>
          <a:custGeom>
            <a:avLst/>
            <a:gdLst/>
            <a:ahLst/>
            <a:cxnLst/>
            <a:rect l="l" t="t" r="r" b="b"/>
            <a:pathLst>
              <a:path w="41330" h="43773">
                <a:moveTo>
                  <a:pt x="41330" y="35808"/>
                </a:moveTo>
                <a:lnTo>
                  <a:pt x="35498" y="22717"/>
                </a:lnTo>
                <a:lnTo>
                  <a:pt x="20535" y="29634"/>
                </a:lnTo>
                <a:lnTo>
                  <a:pt x="35304" y="10728"/>
                </a:lnTo>
                <a:lnTo>
                  <a:pt x="25559" y="0"/>
                </a:lnTo>
                <a:lnTo>
                  <a:pt x="0" y="12670"/>
                </a:lnTo>
                <a:lnTo>
                  <a:pt x="17644" y="43773"/>
                </a:lnTo>
                <a:lnTo>
                  <a:pt x="41330" y="35808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Goa"/>
          <p:cNvSpPr/>
          <p:nvPr/>
        </p:nvSpPr>
        <p:spPr>
          <a:xfrm>
            <a:off x="7973866" y="4895017"/>
            <a:ext cx="91552" cy="133368"/>
          </a:xfrm>
          <a:custGeom>
            <a:avLst/>
            <a:gdLst/>
            <a:ahLst/>
            <a:cxnLst/>
            <a:rect l="l" t="t" r="r" b="b"/>
            <a:pathLst>
              <a:path w="91552" h="133368">
                <a:moveTo>
                  <a:pt x="0" y="11007"/>
                </a:moveTo>
                <a:lnTo>
                  <a:pt x="15583" y="50492"/>
                </a:lnTo>
                <a:lnTo>
                  <a:pt x="36157" y="54629"/>
                </a:lnTo>
                <a:lnTo>
                  <a:pt x="14903" y="58103"/>
                </a:lnTo>
                <a:lnTo>
                  <a:pt x="30398" y="70003"/>
                </a:lnTo>
                <a:lnTo>
                  <a:pt x="32805" y="106806"/>
                </a:lnTo>
                <a:lnTo>
                  <a:pt x="54186" y="133368"/>
                </a:lnTo>
                <a:lnTo>
                  <a:pt x="79911" y="125683"/>
                </a:lnTo>
                <a:lnTo>
                  <a:pt x="79767" y="80929"/>
                </a:lnTo>
                <a:lnTo>
                  <a:pt x="91552" y="75497"/>
                </a:lnTo>
                <a:lnTo>
                  <a:pt x="79644" y="21416"/>
                </a:lnTo>
                <a:lnTo>
                  <a:pt x="43676" y="28253"/>
                </a:lnTo>
                <a:lnTo>
                  <a:pt x="25078" y="0"/>
                </a:lnTo>
                <a:lnTo>
                  <a:pt x="0" y="11007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Gujarāt"/>
          <p:cNvSpPr/>
          <p:nvPr/>
        </p:nvSpPr>
        <p:spPr>
          <a:xfrm>
            <a:off x="7204459" y="3564857"/>
            <a:ext cx="880356" cy="683221"/>
          </a:xfrm>
          <a:custGeom>
            <a:avLst/>
            <a:gdLst/>
            <a:ahLst/>
            <a:cxnLst/>
            <a:rect l="l" t="t" r="r" b="b"/>
            <a:pathLst>
              <a:path w="880356" h="683221">
                <a:moveTo>
                  <a:pt x="670564" y="672190"/>
                </a:moveTo>
                <a:lnTo>
                  <a:pt x="664382" y="661367"/>
                </a:lnTo>
                <a:lnTo>
                  <a:pt x="689236" y="649555"/>
                </a:lnTo>
                <a:lnTo>
                  <a:pt x="699026" y="660290"/>
                </a:lnTo>
                <a:lnTo>
                  <a:pt x="684822" y="679680"/>
                </a:lnTo>
                <a:lnTo>
                  <a:pt x="733598" y="673748"/>
                </a:lnTo>
                <a:lnTo>
                  <a:pt x="738139" y="596243"/>
                </a:lnTo>
                <a:lnTo>
                  <a:pt x="779000" y="619048"/>
                </a:lnTo>
                <a:lnTo>
                  <a:pt x="806363" y="592545"/>
                </a:lnTo>
                <a:lnTo>
                  <a:pt x="800670" y="556747"/>
                </a:lnTo>
                <a:lnTo>
                  <a:pt x="755809" y="528620"/>
                </a:lnTo>
                <a:lnTo>
                  <a:pt x="788837" y="528127"/>
                </a:lnTo>
                <a:lnTo>
                  <a:pt x="805878" y="493653"/>
                </a:lnTo>
                <a:lnTo>
                  <a:pt x="858763" y="479682"/>
                </a:lnTo>
                <a:lnTo>
                  <a:pt x="793863" y="479773"/>
                </a:lnTo>
                <a:lnTo>
                  <a:pt x="786062" y="431002"/>
                </a:lnTo>
                <a:lnTo>
                  <a:pt x="834724" y="412514"/>
                </a:lnTo>
                <a:lnTo>
                  <a:pt x="823351" y="351905"/>
                </a:lnTo>
                <a:lnTo>
                  <a:pt x="854666" y="346021"/>
                </a:lnTo>
                <a:lnTo>
                  <a:pt x="819678" y="324998"/>
                </a:lnTo>
                <a:lnTo>
                  <a:pt x="866854" y="310093"/>
                </a:lnTo>
                <a:lnTo>
                  <a:pt x="880356" y="277123"/>
                </a:lnTo>
                <a:lnTo>
                  <a:pt x="829158" y="211711"/>
                </a:lnTo>
                <a:lnTo>
                  <a:pt x="762739" y="188601"/>
                </a:lnTo>
                <a:lnTo>
                  <a:pt x="766678" y="162820"/>
                </a:lnTo>
                <a:lnTo>
                  <a:pt x="748319" y="164968"/>
                </a:lnTo>
                <a:lnTo>
                  <a:pt x="724606" y="137430"/>
                </a:lnTo>
                <a:lnTo>
                  <a:pt x="726011" y="90669"/>
                </a:lnTo>
                <a:lnTo>
                  <a:pt x="709503" y="105951"/>
                </a:lnTo>
                <a:lnTo>
                  <a:pt x="685221" y="77232"/>
                </a:lnTo>
                <a:lnTo>
                  <a:pt x="706245" y="51975"/>
                </a:lnTo>
                <a:lnTo>
                  <a:pt x="686475" y="47093"/>
                </a:lnTo>
                <a:lnTo>
                  <a:pt x="688326" y="32199"/>
                </a:lnTo>
                <a:lnTo>
                  <a:pt x="663519" y="55959"/>
                </a:lnTo>
                <a:lnTo>
                  <a:pt x="612034" y="28732"/>
                </a:lnTo>
                <a:lnTo>
                  <a:pt x="600720" y="44379"/>
                </a:lnTo>
                <a:lnTo>
                  <a:pt x="571522" y="18884"/>
                </a:lnTo>
                <a:lnTo>
                  <a:pt x="585505" y="12478"/>
                </a:lnTo>
                <a:lnTo>
                  <a:pt x="545891" y="0"/>
                </a:lnTo>
                <a:lnTo>
                  <a:pt x="516929" y="15338"/>
                </a:lnTo>
                <a:lnTo>
                  <a:pt x="412289" y="3371"/>
                </a:lnTo>
                <a:lnTo>
                  <a:pt x="397174" y="25187"/>
                </a:lnTo>
                <a:lnTo>
                  <a:pt x="415773" y="45721"/>
                </a:lnTo>
                <a:lnTo>
                  <a:pt x="374923" y="72483"/>
                </a:lnTo>
                <a:lnTo>
                  <a:pt x="339523" y="68752"/>
                </a:lnTo>
                <a:lnTo>
                  <a:pt x="339802" y="43281"/>
                </a:lnTo>
                <a:lnTo>
                  <a:pt x="275669" y="62277"/>
                </a:lnTo>
                <a:lnTo>
                  <a:pt x="263923" y="80755"/>
                </a:lnTo>
                <a:lnTo>
                  <a:pt x="223260" y="80769"/>
                </a:lnTo>
                <a:lnTo>
                  <a:pt x="204237" y="62570"/>
                </a:lnTo>
                <a:lnTo>
                  <a:pt x="122423" y="72986"/>
                </a:lnTo>
                <a:lnTo>
                  <a:pt x="114417" y="61114"/>
                </a:lnTo>
                <a:lnTo>
                  <a:pt x="103226" y="74523"/>
                </a:lnTo>
                <a:lnTo>
                  <a:pt x="97896" y="58896"/>
                </a:lnTo>
                <a:lnTo>
                  <a:pt x="87746" y="110583"/>
                </a:lnTo>
                <a:lnTo>
                  <a:pt x="34773" y="108565"/>
                </a:lnTo>
                <a:lnTo>
                  <a:pt x="12343" y="124936"/>
                </a:lnTo>
                <a:lnTo>
                  <a:pt x="0" y="163613"/>
                </a:lnTo>
                <a:lnTo>
                  <a:pt x="49999" y="178241"/>
                </a:lnTo>
                <a:lnTo>
                  <a:pt x="38838" y="192839"/>
                </a:lnTo>
                <a:lnTo>
                  <a:pt x="69283" y="206303"/>
                </a:lnTo>
                <a:lnTo>
                  <a:pt x="58422" y="218656"/>
                </a:lnTo>
                <a:lnTo>
                  <a:pt x="71338" y="210692"/>
                </a:lnTo>
                <a:lnTo>
                  <a:pt x="71037" y="230125"/>
                </a:lnTo>
                <a:lnTo>
                  <a:pt x="149205" y="279802"/>
                </a:lnTo>
                <a:lnTo>
                  <a:pt x="220676" y="284544"/>
                </a:lnTo>
                <a:lnTo>
                  <a:pt x="271770" y="267372"/>
                </a:lnTo>
                <a:lnTo>
                  <a:pt x="301686" y="224199"/>
                </a:lnTo>
                <a:lnTo>
                  <a:pt x="358995" y="223558"/>
                </a:lnTo>
                <a:lnTo>
                  <a:pt x="277789" y="322301"/>
                </a:lnTo>
                <a:lnTo>
                  <a:pt x="242529" y="340968"/>
                </a:lnTo>
                <a:lnTo>
                  <a:pt x="223153" y="332513"/>
                </a:lnTo>
                <a:lnTo>
                  <a:pt x="212721" y="351170"/>
                </a:lnTo>
                <a:lnTo>
                  <a:pt x="143632" y="375699"/>
                </a:lnTo>
                <a:lnTo>
                  <a:pt x="148934" y="341865"/>
                </a:lnTo>
                <a:lnTo>
                  <a:pt x="126903" y="346600"/>
                </a:lnTo>
                <a:lnTo>
                  <a:pt x="131399" y="332988"/>
                </a:lnTo>
                <a:lnTo>
                  <a:pt x="113152" y="358338"/>
                </a:lnTo>
                <a:lnTo>
                  <a:pt x="282432" y="545841"/>
                </a:lnTo>
                <a:lnTo>
                  <a:pt x="374212" y="600021"/>
                </a:lnTo>
                <a:lnTo>
                  <a:pt x="552925" y="524450"/>
                </a:lnTo>
                <a:lnTo>
                  <a:pt x="580139" y="460780"/>
                </a:lnTo>
                <a:lnTo>
                  <a:pt x="559872" y="433572"/>
                </a:lnTo>
                <a:lnTo>
                  <a:pt x="589094" y="357676"/>
                </a:lnTo>
                <a:lnTo>
                  <a:pt x="596566" y="373541"/>
                </a:lnTo>
                <a:lnTo>
                  <a:pt x="608824" y="356889"/>
                </a:lnTo>
                <a:lnTo>
                  <a:pt x="642066" y="370227"/>
                </a:lnTo>
                <a:lnTo>
                  <a:pt x="667511" y="358646"/>
                </a:lnTo>
                <a:lnTo>
                  <a:pt x="642391" y="378809"/>
                </a:lnTo>
                <a:lnTo>
                  <a:pt x="617776" y="375346"/>
                </a:lnTo>
                <a:lnTo>
                  <a:pt x="607737" y="414634"/>
                </a:lnTo>
                <a:lnTo>
                  <a:pt x="629761" y="411455"/>
                </a:lnTo>
                <a:lnTo>
                  <a:pt x="610488" y="452854"/>
                </a:lnTo>
                <a:lnTo>
                  <a:pt x="649188" y="455893"/>
                </a:lnTo>
                <a:lnTo>
                  <a:pt x="622184" y="466729"/>
                </a:lnTo>
                <a:lnTo>
                  <a:pt x="639400" y="473660"/>
                </a:lnTo>
                <a:lnTo>
                  <a:pt x="620212" y="506725"/>
                </a:lnTo>
                <a:lnTo>
                  <a:pt x="662543" y="617390"/>
                </a:lnTo>
                <a:lnTo>
                  <a:pt x="639414" y="683221"/>
                </a:lnTo>
                <a:lnTo>
                  <a:pt x="670564" y="672190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Haryāna"/>
          <p:cNvSpPr/>
          <p:nvPr/>
        </p:nvSpPr>
        <p:spPr>
          <a:xfrm>
            <a:off x="8084909" y="2640290"/>
            <a:ext cx="433041" cy="485323"/>
          </a:xfrm>
          <a:custGeom>
            <a:avLst/>
            <a:gdLst/>
            <a:ahLst/>
            <a:cxnLst/>
            <a:rect l="l" t="t" r="r" b="b"/>
            <a:pathLst>
              <a:path w="433041" h="485323">
                <a:moveTo>
                  <a:pt x="397187" y="357161"/>
                </a:moveTo>
                <a:lnTo>
                  <a:pt x="373502" y="373368"/>
                </a:lnTo>
                <a:lnTo>
                  <a:pt x="327134" y="346831"/>
                </a:lnTo>
                <a:lnTo>
                  <a:pt x="341559" y="340000"/>
                </a:lnTo>
                <a:lnTo>
                  <a:pt x="342539" y="311630"/>
                </a:lnTo>
                <a:lnTo>
                  <a:pt x="380937" y="302237"/>
                </a:lnTo>
                <a:lnTo>
                  <a:pt x="365942" y="171048"/>
                </a:lnTo>
                <a:lnTo>
                  <a:pt x="433041" y="80227"/>
                </a:lnTo>
                <a:lnTo>
                  <a:pt x="378533" y="65864"/>
                </a:lnTo>
                <a:lnTo>
                  <a:pt x="372502" y="33147"/>
                </a:lnTo>
                <a:lnTo>
                  <a:pt x="337837" y="776"/>
                </a:lnTo>
                <a:lnTo>
                  <a:pt x="318340" y="0"/>
                </a:lnTo>
                <a:lnTo>
                  <a:pt x="340589" y="77652"/>
                </a:lnTo>
                <a:lnTo>
                  <a:pt x="313489" y="71612"/>
                </a:lnTo>
                <a:lnTo>
                  <a:pt x="287957" y="96060"/>
                </a:lnTo>
                <a:lnTo>
                  <a:pt x="301726" y="107589"/>
                </a:lnTo>
                <a:lnTo>
                  <a:pt x="286512" y="123914"/>
                </a:lnTo>
                <a:lnTo>
                  <a:pt x="269409" y="106539"/>
                </a:lnTo>
                <a:lnTo>
                  <a:pt x="255425" y="121045"/>
                </a:lnTo>
                <a:lnTo>
                  <a:pt x="239624" y="111867"/>
                </a:lnTo>
                <a:lnTo>
                  <a:pt x="244632" y="157266"/>
                </a:lnTo>
                <a:lnTo>
                  <a:pt x="216887" y="173643"/>
                </a:lnTo>
                <a:lnTo>
                  <a:pt x="136024" y="163970"/>
                </a:lnTo>
                <a:lnTo>
                  <a:pt x="104981" y="203593"/>
                </a:lnTo>
                <a:lnTo>
                  <a:pt x="105845" y="171863"/>
                </a:lnTo>
                <a:lnTo>
                  <a:pt x="86066" y="148257"/>
                </a:lnTo>
                <a:lnTo>
                  <a:pt x="5758" y="145697"/>
                </a:lnTo>
                <a:lnTo>
                  <a:pt x="0" y="173257"/>
                </a:lnTo>
                <a:lnTo>
                  <a:pt x="19227" y="172235"/>
                </a:lnTo>
                <a:lnTo>
                  <a:pt x="16895" y="235629"/>
                </a:lnTo>
                <a:lnTo>
                  <a:pt x="51691" y="224262"/>
                </a:lnTo>
                <a:lnTo>
                  <a:pt x="82848" y="250222"/>
                </a:lnTo>
                <a:lnTo>
                  <a:pt x="129237" y="246342"/>
                </a:lnTo>
                <a:lnTo>
                  <a:pt x="150147" y="342241"/>
                </a:lnTo>
                <a:lnTo>
                  <a:pt x="224088" y="411257"/>
                </a:lnTo>
                <a:lnTo>
                  <a:pt x="202371" y="420650"/>
                </a:lnTo>
                <a:lnTo>
                  <a:pt x="216520" y="422723"/>
                </a:lnTo>
                <a:lnTo>
                  <a:pt x="201509" y="444205"/>
                </a:lnTo>
                <a:lnTo>
                  <a:pt x="209075" y="457410"/>
                </a:lnTo>
                <a:lnTo>
                  <a:pt x="241020" y="461060"/>
                </a:lnTo>
                <a:lnTo>
                  <a:pt x="232721" y="435421"/>
                </a:lnTo>
                <a:lnTo>
                  <a:pt x="258274" y="429213"/>
                </a:lnTo>
                <a:lnTo>
                  <a:pt x="251344" y="407024"/>
                </a:lnTo>
                <a:lnTo>
                  <a:pt x="276749" y="411596"/>
                </a:lnTo>
                <a:lnTo>
                  <a:pt x="286776" y="439171"/>
                </a:lnTo>
                <a:lnTo>
                  <a:pt x="328368" y="400691"/>
                </a:lnTo>
                <a:lnTo>
                  <a:pt x="345272" y="413109"/>
                </a:lnTo>
                <a:lnTo>
                  <a:pt x="336967" y="485323"/>
                </a:lnTo>
                <a:lnTo>
                  <a:pt x="361213" y="472868"/>
                </a:lnTo>
                <a:lnTo>
                  <a:pt x="355554" y="460370"/>
                </a:lnTo>
                <a:lnTo>
                  <a:pt x="407769" y="455509"/>
                </a:lnTo>
                <a:lnTo>
                  <a:pt x="424824" y="440703"/>
                </a:lnTo>
                <a:lnTo>
                  <a:pt x="415026" y="420720"/>
                </a:lnTo>
                <a:lnTo>
                  <a:pt x="425575" y="397595"/>
                </a:lnTo>
                <a:lnTo>
                  <a:pt x="397187" y="357161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Himāchal Pradesh"/>
          <p:cNvSpPr/>
          <p:nvPr/>
        </p:nvSpPr>
        <p:spPr>
          <a:xfrm>
            <a:off x="8239671" y="2289373"/>
            <a:ext cx="472785" cy="426832"/>
          </a:xfrm>
          <a:custGeom>
            <a:avLst/>
            <a:gdLst/>
            <a:ahLst/>
            <a:cxnLst/>
            <a:rect l="l" t="t" r="r" b="b"/>
            <a:pathLst>
              <a:path w="472785" h="426832">
                <a:moveTo>
                  <a:pt x="274357" y="426832"/>
                </a:moveTo>
                <a:lnTo>
                  <a:pt x="307937" y="410309"/>
                </a:lnTo>
                <a:lnTo>
                  <a:pt x="292047" y="371933"/>
                </a:lnTo>
                <a:lnTo>
                  <a:pt x="319402" y="314216"/>
                </a:lnTo>
                <a:lnTo>
                  <a:pt x="384350" y="294136"/>
                </a:lnTo>
                <a:lnTo>
                  <a:pt x="472785" y="320468"/>
                </a:lnTo>
                <a:lnTo>
                  <a:pt x="436882" y="282232"/>
                </a:lnTo>
                <a:lnTo>
                  <a:pt x="433112" y="260319"/>
                </a:lnTo>
                <a:lnTo>
                  <a:pt x="450354" y="246129"/>
                </a:lnTo>
                <a:lnTo>
                  <a:pt x="430738" y="221054"/>
                </a:lnTo>
                <a:lnTo>
                  <a:pt x="441238" y="188593"/>
                </a:lnTo>
                <a:lnTo>
                  <a:pt x="396058" y="151463"/>
                </a:lnTo>
                <a:lnTo>
                  <a:pt x="407124" y="125766"/>
                </a:lnTo>
                <a:lnTo>
                  <a:pt x="396015" y="112782"/>
                </a:lnTo>
                <a:lnTo>
                  <a:pt x="373867" y="112378"/>
                </a:lnTo>
                <a:lnTo>
                  <a:pt x="386786" y="74662"/>
                </a:lnTo>
                <a:lnTo>
                  <a:pt x="335263" y="95112"/>
                </a:lnTo>
                <a:lnTo>
                  <a:pt x="289101" y="40039"/>
                </a:lnTo>
                <a:lnTo>
                  <a:pt x="241512" y="65698"/>
                </a:lnTo>
                <a:lnTo>
                  <a:pt x="185306" y="34102"/>
                </a:lnTo>
                <a:lnTo>
                  <a:pt x="165850" y="0"/>
                </a:lnTo>
                <a:lnTo>
                  <a:pt x="112899" y="10517"/>
                </a:lnTo>
                <a:lnTo>
                  <a:pt x="49730" y="57252"/>
                </a:lnTo>
                <a:lnTo>
                  <a:pt x="34277" y="48905"/>
                </a:lnTo>
                <a:lnTo>
                  <a:pt x="47348" y="90913"/>
                </a:lnTo>
                <a:lnTo>
                  <a:pt x="33024" y="110997"/>
                </a:lnTo>
                <a:lnTo>
                  <a:pt x="47312" y="128300"/>
                </a:lnTo>
                <a:lnTo>
                  <a:pt x="3191" y="152289"/>
                </a:lnTo>
                <a:lnTo>
                  <a:pt x="0" y="177193"/>
                </a:lnTo>
                <a:lnTo>
                  <a:pt x="43697" y="195059"/>
                </a:lnTo>
                <a:lnTo>
                  <a:pt x="81006" y="291125"/>
                </a:lnTo>
                <a:lnTo>
                  <a:pt x="108059" y="271658"/>
                </a:lnTo>
                <a:lnTo>
                  <a:pt x="116995" y="295238"/>
                </a:lnTo>
                <a:lnTo>
                  <a:pt x="144982" y="303642"/>
                </a:lnTo>
                <a:lnTo>
                  <a:pt x="142620" y="337064"/>
                </a:lnTo>
                <a:lnTo>
                  <a:pt x="216912" y="383015"/>
                </a:lnTo>
                <a:lnTo>
                  <a:pt x="223771" y="416781"/>
                </a:lnTo>
                <a:lnTo>
                  <a:pt x="274357" y="426832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Jammu and Kashmīr"/>
          <p:cNvSpPr/>
          <p:nvPr/>
        </p:nvSpPr>
        <p:spPr>
          <a:xfrm>
            <a:off x="7934357" y="2013147"/>
            <a:ext cx="464855" cy="422618"/>
          </a:xfrm>
          <a:custGeom>
            <a:avLst/>
            <a:gdLst/>
            <a:ahLst/>
            <a:cxnLst/>
            <a:rect l="l" t="t" r="r" b="b"/>
            <a:pathLst>
              <a:path w="464855" h="422618">
                <a:moveTo>
                  <a:pt x="102947" y="0"/>
                </a:moveTo>
                <a:lnTo>
                  <a:pt x="88547" y="34384"/>
                </a:lnTo>
                <a:lnTo>
                  <a:pt x="49741" y="47890"/>
                </a:lnTo>
                <a:lnTo>
                  <a:pt x="36003" y="80560"/>
                </a:lnTo>
                <a:lnTo>
                  <a:pt x="7879" y="79670"/>
                </a:lnTo>
                <a:lnTo>
                  <a:pt x="0" y="109456"/>
                </a:lnTo>
                <a:lnTo>
                  <a:pt x="27563" y="182639"/>
                </a:lnTo>
                <a:lnTo>
                  <a:pt x="32824" y="301214"/>
                </a:lnTo>
                <a:lnTo>
                  <a:pt x="54778" y="319746"/>
                </a:lnTo>
                <a:lnTo>
                  <a:pt x="78577" y="316580"/>
                </a:lnTo>
                <a:lnTo>
                  <a:pt x="135688" y="350601"/>
                </a:lnTo>
                <a:lnTo>
                  <a:pt x="182036" y="338190"/>
                </a:lnTo>
                <a:lnTo>
                  <a:pt x="179741" y="391296"/>
                </a:lnTo>
                <a:lnTo>
                  <a:pt x="226663" y="389738"/>
                </a:lnTo>
                <a:lnTo>
                  <a:pt x="295730" y="422618"/>
                </a:lnTo>
                <a:lnTo>
                  <a:pt x="351793" y="369528"/>
                </a:lnTo>
                <a:lnTo>
                  <a:pt x="339591" y="325131"/>
                </a:lnTo>
                <a:lnTo>
                  <a:pt x="355044" y="333478"/>
                </a:lnTo>
                <a:lnTo>
                  <a:pt x="418213" y="286743"/>
                </a:lnTo>
                <a:lnTo>
                  <a:pt x="464855" y="287830"/>
                </a:lnTo>
                <a:lnTo>
                  <a:pt x="448155" y="249380"/>
                </a:lnTo>
                <a:lnTo>
                  <a:pt x="410886" y="224340"/>
                </a:lnTo>
                <a:lnTo>
                  <a:pt x="389874" y="229825"/>
                </a:lnTo>
                <a:lnTo>
                  <a:pt x="398179" y="203155"/>
                </a:lnTo>
                <a:lnTo>
                  <a:pt x="364823" y="168207"/>
                </a:lnTo>
                <a:lnTo>
                  <a:pt x="338235" y="171746"/>
                </a:lnTo>
                <a:lnTo>
                  <a:pt x="318105" y="135845"/>
                </a:lnTo>
                <a:lnTo>
                  <a:pt x="277685" y="121579"/>
                </a:lnTo>
                <a:lnTo>
                  <a:pt x="253416" y="44209"/>
                </a:lnTo>
                <a:lnTo>
                  <a:pt x="232999" y="30358"/>
                </a:lnTo>
                <a:lnTo>
                  <a:pt x="210487" y="49375"/>
                </a:lnTo>
                <a:lnTo>
                  <a:pt x="164249" y="31071"/>
                </a:lnTo>
                <a:lnTo>
                  <a:pt x="153466" y="125"/>
                </a:lnTo>
                <a:lnTo>
                  <a:pt x="102947" y="0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Jhārkhand"/>
          <p:cNvSpPr/>
          <p:nvPr/>
        </p:nvSpPr>
        <p:spPr>
          <a:xfrm>
            <a:off x="9310825" y="3469706"/>
            <a:ext cx="640984" cy="504392"/>
          </a:xfrm>
          <a:custGeom>
            <a:avLst/>
            <a:gdLst/>
            <a:ahLst/>
            <a:cxnLst/>
            <a:rect l="l" t="t" r="r" b="b"/>
            <a:pathLst>
              <a:path w="640984" h="504392">
                <a:moveTo>
                  <a:pt x="0" y="186250"/>
                </a:moveTo>
                <a:lnTo>
                  <a:pt x="51991" y="228178"/>
                </a:lnTo>
                <a:lnTo>
                  <a:pt x="61681" y="259793"/>
                </a:lnTo>
                <a:lnTo>
                  <a:pt x="95092" y="255998"/>
                </a:lnTo>
                <a:lnTo>
                  <a:pt x="97983" y="329810"/>
                </a:lnTo>
                <a:lnTo>
                  <a:pt x="113496" y="355857"/>
                </a:lnTo>
                <a:lnTo>
                  <a:pt x="147614" y="359771"/>
                </a:lnTo>
                <a:lnTo>
                  <a:pt x="94031" y="421571"/>
                </a:lnTo>
                <a:lnTo>
                  <a:pt x="133160" y="448788"/>
                </a:lnTo>
                <a:lnTo>
                  <a:pt x="240579" y="427681"/>
                </a:lnTo>
                <a:lnTo>
                  <a:pt x="247475" y="456014"/>
                </a:lnTo>
                <a:lnTo>
                  <a:pt x="229461" y="487630"/>
                </a:lnTo>
                <a:lnTo>
                  <a:pt x="264251" y="498572"/>
                </a:lnTo>
                <a:lnTo>
                  <a:pt x="282660" y="475937"/>
                </a:lnTo>
                <a:lnTo>
                  <a:pt x="326170" y="491828"/>
                </a:lnTo>
                <a:lnTo>
                  <a:pt x="343085" y="482635"/>
                </a:lnTo>
                <a:lnTo>
                  <a:pt x="337355" y="500726"/>
                </a:lnTo>
                <a:lnTo>
                  <a:pt x="356916" y="504392"/>
                </a:lnTo>
                <a:lnTo>
                  <a:pt x="376049" y="415254"/>
                </a:lnTo>
                <a:lnTo>
                  <a:pt x="430652" y="454703"/>
                </a:lnTo>
                <a:lnTo>
                  <a:pt x="473770" y="468459"/>
                </a:lnTo>
                <a:lnTo>
                  <a:pt x="493029" y="457417"/>
                </a:lnTo>
                <a:lnTo>
                  <a:pt x="475809" y="414032"/>
                </a:lnTo>
                <a:lnTo>
                  <a:pt x="427835" y="381895"/>
                </a:lnTo>
                <a:lnTo>
                  <a:pt x="445508" y="352278"/>
                </a:lnTo>
                <a:lnTo>
                  <a:pt x="400643" y="351467"/>
                </a:lnTo>
                <a:lnTo>
                  <a:pt x="355103" y="327521"/>
                </a:lnTo>
                <a:lnTo>
                  <a:pt x="351873" y="279715"/>
                </a:lnTo>
                <a:lnTo>
                  <a:pt x="377255" y="278014"/>
                </a:lnTo>
                <a:lnTo>
                  <a:pt x="376937" y="263183"/>
                </a:lnTo>
                <a:lnTo>
                  <a:pt x="412708" y="289223"/>
                </a:lnTo>
                <a:lnTo>
                  <a:pt x="433716" y="256691"/>
                </a:lnTo>
                <a:lnTo>
                  <a:pt x="480446" y="247856"/>
                </a:lnTo>
                <a:lnTo>
                  <a:pt x="481296" y="225681"/>
                </a:lnTo>
                <a:lnTo>
                  <a:pt x="541568" y="227428"/>
                </a:lnTo>
                <a:lnTo>
                  <a:pt x="542221" y="194703"/>
                </a:lnTo>
                <a:lnTo>
                  <a:pt x="571942" y="203789"/>
                </a:lnTo>
                <a:lnTo>
                  <a:pt x="577140" y="183835"/>
                </a:lnTo>
                <a:lnTo>
                  <a:pt x="604501" y="179165"/>
                </a:lnTo>
                <a:lnTo>
                  <a:pt x="596703" y="163401"/>
                </a:lnTo>
                <a:lnTo>
                  <a:pt x="619210" y="144237"/>
                </a:lnTo>
                <a:lnTo>
                  <a:pt x="615103" y="114296"/>
                </a:lnTo>
                <a:lnTo>
                  <a:pt x="634093" y="113993"/>
                </a:lnTo>
                <a:lnTo>
                  <a:pt x="621475" y="87846"/>
                </a:lnTo>
                <a:lnTo>
                  <a:pt x="640984" y="57128"/>
                </a:lnTo>
                <a:lnTo>
                  <a:pt x="589116" y="0"/>
                </a:lnTo>
                <a:lnTo>
                  <a:pt x="529058" y="48268"/>
                </a:lnTo>
                <a:lnTo>
                  <a:pt x="515312" y="110592"/>
                </a:lnTo>
                <a:lnTo>
                  <a:pt x="453321" y="110651"/>
                </a:lnTo>
                <a:lnTo>
                  <a:pt x="431422" y="146522"/>
                </a:lnTo>
                <a:lnTo>
                  <a:pt x="377416" y="85040"/>
                </a:lnTo>
                <a:lnTo>
                  <a:pt x="333296" y="78914"/>
                </a:lnTo>
                <a:lnTo>
                  <a:pt x="323784" y="115007"/>
                </a:lnTo>
                <a:lnTo>
                  <a:pt x="282630" y="118548"/>
                </a:lnTo>
                <a:lnTo>
                  <a:pt x="243604" y="145844"/>
                </a:lnTo>
                <a:lnTo>
                  <a:pt x="217973" y="145870"/>
                </a:lnTo>
                <a:lnTo>
                  <a:pt x="203886" y="122224"/>
                </a:lnTo>
                <a:lnTo>
                  <a:pt x="161515" y="158691"/>
                </a:lnTo>
                <a:lnTo>
                  <a:pt x="133958" y="117769"/>
                </a:lnTo>
                <a:lnTo>
                  <a:pt x="107802" y="130155"/>
                </a:lnTo>
                <a:lnTo>
                  <a:pt x="93955" y="105481"/>
                </a:lnTo>
                <a:lnTo>
                  <a:pt x="75169" y="121990"/>
                </a:lnTo>
                <a:lnTo>
                  <a:pt x="9921" y="126281"/>
                </a:lnTo>
                <a:lnTo>
                  <a:pt x="17643" y="147012"/>
                </a:lnTo>
                <a:lnTo>
                  <a:pt x="0" y="186250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Karnātaka"/>
          <p:cNvSpPr/>
          <p:nvPr/>
        </p:nvSpPr>
        <p:spPr>
          <a:xfrm>
            <a:off x="8031698" y="4499339"/>
            <a:ext cx="622378" cy="1023151"/>
          </a:xfrm>
          <a:custGeom>
            <a:avLst/>
            <a:gdLst/>
            <a:ahLst/>
            <a:cxnLst/>
            <a:rect l="l" t="t" r="r" b="b"/>
            <a:pathLst>
              <a:path w="622378" h="1023151">
                <a:moveTo>
                  <a:pt x="3511" y="417878"/>
                </a:moveTo>
                <a:lnTo>
                  <a:pt x="21812" y="417094"/>
                </a:lnTo>
                <a:lnTo>
                  <a:pt x="33720" y="471175"/>
                </a:lnTo>
                <a:lnTo>
                  <a:pt x="21935" y="476607"/>
                </a:lnTo>
                <a:lnTo>
                  <a:pt x="28188" y="509050"/>
                </a:lnTo>
                <a:lnTo>
                  <a:pt x="0" y="544434"/>
                </a:lnTo>
                <a:lnTo>
                  <a:pt x="23556" y="557114"/>
                </a:lnTo>
                <a:lnTo>
                  <a:pt x="71603" y="684340"/>
                </a:lnTo>
                <a:lnTo>
                  <a:pt x="104390" y="844292"/>
                </a:lnTo>
                <a:lnTo>
                  <a:pt x="170773" y="874394"/>
                </a:lnTo>
                <a:lnTo>
                  <a:pt x="182944" y="919776"/>
                </a:lnTo>
                <a:lnTo>
                  <a:pt x="244490" y="969140"/>
                </a:lnTo>
                <a:lnTo>
                  <a:pt x="279659" y="966174"/>
                </a:lnTo>
                <a:lnTo>
                  <a:pt x="280699" y="985341"/>
                </a:lnTo>
                <a:lnTo>
                  <a:pt x="349078" y="1021568"/>
                </a:lnTo>
                <a:lnTo>
                  <a:pt x="382279" y="1023151"/>
                </a:lnTo>
                <a:lnTo>
                  <a:pt x="400201" y="991077"/>
                </a:lnTo>
                <a:lnTo>
                  <a:pt x="418856" y="1004628"/>
                </a:lnTo>
                <a:lnTo>
                  <a:pt x="437159" y="990904"/>
                </a:lnTo>
                <a:lnTo>
                  <a:pt x="461727" y="998691"/>
                </a:lnTo>
                <a:lnTo>
                  <a:pt x="470991" y="971458"/>
                </a:lnTo>
                <a:lnTo>
                  <a:pt x="496127" y="970162"/>
                </a:lnTo>
                <a:lnTo>
                  <a:pt x="510117" y="946036"/>
                </a:lnTo>
                <a:lnTo>
                  <a:pt x="467928" y="931968"/>
                </a:lnTo>
                <a:lnTo>
                  <a:pt x="487975" y="908040"/>
                </a:lnTo>
                <a:lnTo>
                  <a:pt x="485492" y="863416"/>
                </a:lnTo>
                <a:lnTo>
                  <a:pt x="505025" y="862545"/>
                </a:lnTo>
                <a:lnTo>
                  <a:pt x="518332" y="833089"/>
                </a:lnTo>
                <a:lnTo>
                  <a:pt x="573022" y="849460"/>
                </a:lnTo>
                <a:lnTo>
                  <a:pt x="590321" y="822580"/>
                </a:lnTo>
                <a:lnTo>
                  <a:pt x="605401" y="833622"/>
                </a:lnTo>
                <a:lnTo>
                  <a:pt x="597978" y="821904"/>
                </a:lnTo>
                <a:lnTo>
                  <a:pt x="622378" y="771844"/>
                </a:lnTo>
                <a:lnTo>
                  <a:pt x="593268" y="764182"/>
                </a:lnTo>
                <a:lnTo>
                  <a:pt x="596746" y="726077"/>
                </a:lnTo>
                <a:lnTo>
                  <a:pt x="553104" y="717746"/>
                </a:lnTo>
                <a:lnTo>
                  <a:pt x="558163" y="687552"/>
                </a:lnTo>
                <a:lnTo>
                  <a:pt x="534531" y="690239"/>
                </a:lnTo>
                <a:lnTo>
                  <a:pt x="537170" y="670421"/>
                </a:lnTo>
                <a:lnTo>
                  <a:pt x="475297" y="710591"/>
                </a:lnTo>
                <a:lnTo>
                  <a:pt x="462458" y="687870"/>
                </a:lnTo>
                <a:lnTo>
                  <a:pt x="428142" y="675635"/>
                </a:lnTo>
                <a:lnTo>
                  <a:pt x="426527" y="699992"/>
                </a:lnTo>
                <a:lnTo>
                  <a:pt x="402356" y="702445"/>
                </a:lnTo>
                <a:lnTo>
                  <a:pt x="408332" y="674404"/>
                </a:lnTo>
                <a:lnTo>
                  <a:pt x="387959" y="639419"/>
                </a:lnTo>
                <a:lnTo>
                  <a:pt x="405795" y="638094"/>
                </a:lnTo>
                <a:lnTo>
                  <a:pt x="423228" y="664294"/>
                </a:lnTo>
                <a:lnTo>
                  <a:pt x="447186" y="659991"/>
                </a:lnTo>
                <a:lnTo>
                  <a:pt x="457958" y="681143"/>
                </a:lnTo>
                <a:lnTo>
                  <a:pt x="451221" y="645066"/>
                </a:lnTo>
                <a:lnTo>
                  <a:pt x="472289" y="641016"/>
                </a:lnTo>
                <a:lnTo>
                  <a:pt x="472339" y="625099"/>
                </a:lnTo>
                <a:lnTo>
                  <a:pt x="456959" y="614340"/>
                </a:lnTo>
                <a:lnTo>
                  <a:pt x="456846" y="634779"/>
                </a:lnTo>
                <a:lnTo>
                  <a:pt x="424353" y="613404"/>
                </a:lnTo>
                <a:lnTo>
                  <a:pt x="417486" y="631643"/>
                </a:lnTo>
                <a:lnTo>
                  <a:pt x="394263" y="627956"/>
                </a:lnTo>
                <a:lnTo>
                  <a:pt x="386614" y="605402"/>
                </a:lnTo>
                <a:lnTo>
                  <a:pt x="399077" y="592025"/>
                </a:lnTo>
                <a:lnTo>
                  <a:pt x="370022" y="574591"/>
                </a:lnTo>
                <a:lnTo>
                  <a:pt x="384511" y="524500"/>
                </a:lnTo>
                <a:lnTo>
                  <a:pt x="371643" y="503499"/>
                </a:lnTo>
                <a:lnTo>
                  <a:pt x="413984" y="514294"/>
                </a:lnTo>
                <a:lnTo>
                  <a:pt x="425988" y="489625"/>
                </a:lnTo>
                <a:lnTo>
                  <a:pt x="398969" y="440832"/>
                </a:lnTo>
                <a:lnTo>
                  <a:pt x="420414" y="415811"/>
                </a:lnTo>
                <a:lnTo>
                  <a:pt x="407084" y="387293"/>
                </a:lnTo>
                <a:lnTo>
                  <a:pt x="428226" y="372393"/>
                </a:lnTo>
                <a:lnTo>
                  <a:pt x="473668" y="376863"/>
                </a:lnTo>
                <a:lnTo>
                  <a:pt x="470431" y="327845"/>
                </a:lnTo>
                <a:lnTo>
                  <a:pt x="485351" y="322183"/>
                </a:lnTo>
                <a:lnTo>
                  <a:pt x="435232" y="295385"/>
                </a:lnTo>
                <a:lnTo>
                  <a:pt x="467293" y="276549"/>
                </a:lnTo>
                <a:lnTo>
                  <a:pt x="472159" y="214564"/>
                </a:lnTo>
                <a:lnTo>
                  <a:pt x="455217" y="183453"/>
                </a:lnTo>
                <a:lnTo>
                  <a:pt x="498458" y="142420"/>
                </a:lnTo>
                <a:lnTo>
                  <a:pt x="463932" y="129504"/>
                </a:lnTo>
                <a:lnTo>
                  <a:pt x="493392" y="72055"/>
                </a:lnTo>
                <a:lnTo>
                  <a:pt x="478406" y="59025"/>
                </a:lnTo>
                <a:lnTo>
                  <a:pt x="486408" y="25408"/>
                </a:lnTo>
                <a:lnTo>
                  <a:pt x="453225" y="21560"/>
                </a:lnTo>
                <a:lnTo>
                  <a:pt x="453204" y="0"/>
                </a:lnTo>
                <a:lnTo>
                  <a:pt x="418017" y="44143"/>
                </a:lnTo>
                <a:lnTo>
                  <a:pt x="395914" y="39327"/>
                </a:lnTo>
                <a:lnTo>
                  <a:pt x="391351" y="79949"/>
                </a:lnTo>
                <a:lnTo>
                  <a:pt x="366562" y="82375"/>
                </a:lnTo>
                <a:lnTo>
                  <a:pt x="359758" y="115019"/>
                </a:lnTo>
                <a:lnTo>
                  <a:pt x="336554" y="103258"/>
                </a:lnTo>
                <a:lnTo>
                  <a:pt x="309967" y="127495"/>
                </a:lnTo>
                <a:lnTo>
                  <a:pt x="317150" y="169722"/>
                </a:lnTo>
                <a:lnTo>
                  <a:pt x="254511" y="168521"/>
                </a:lnTo>
                <a:lnTo>
                  <a:pt x="213267" y="145438"/>
                </a:lnTo>
                <a:lnTo>
                  <a:pt x="218437" y="222334"/>
                </a:lnTo>
                <a:lnTo>
                  <a:pt x="164331" y="223155"/>
                </a:lnTo>
                <a:lnTo>
                  <a:pt x="155274" y="240299"/>
                </a:lnTo>
                <a:lnTo>
                  <a:pt x="116155" y="224916"/>
                </a:lnTo>
                <a:lnTo>
                  <a:pt x="114457" y="250629"/>
                </a:lnTo>
                <a:lnTo>
                  <a:pt x="82825" y="259130"/>
                </a:lnTo>
                <a:lnTo>
                  <a:pt x="82266" y="275363"/>
                </a:lnTo>
                <a:lnTo>
                  <a:pt x="65863" y="283262"/>
                </a:lnTo>
                <a:lnTo>
                  <a:pt x="52044" y="266853"/>
                </a:lnTo>
                <a:lnTo>
                  <a:pt x="24598" y="284144"/>
                </a:lnTo>
                <a:lnTo>
                  <a:pt x="32129" y="325372"/>
                </a:lnTo>
                <a:lnTo>
                  <a:pt x="57351" y="337337"/>
                </a:lnTo>
                <a:lnTo>
                  <a:pt x="37169" y="357900"/>
                </a:lnTo>
                <a:lnTo>
                  <a:pt x="51280" y="359542"/>
                </a:lnTo>
                <a:lnTo>
                  <a:pt x="38021" y="397905"/>
                </a:lnTo>
                <a:lnTo>
                  <a:pt x="3511" y="417878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Kerala"/>
          <p:cNvSpPr/>
          <p:nvPr/>
        </p:nvSpPr>
        <p:spPr>
          <a:xfrm>
            <a:off x="8139098" y="5344167"/>
            <a:ext cx="352261" cy="667486"/>
          </a:xfrm>
          <a:custGeom>
            <a:avLst/>
            <a:gdLst/>
            <a:ahLst/>
            <a:cxnLst/>
            <a:rect l="l" t="t" r="r" b="b"/>
            <a:pathLst>
              <a:path w="352261" h="667486">
                <a:moveTo>
                  <a:pt x="92509" y="163866"/>
                </a:moveTo>
                <a:lnTo>
                  <a:pt x="170595" y="359732"/>
                </a:lnTo>
                <a:lnTo>
                  <a:pt x="232181" y="579780"/>
                </a:lnTo>
                <a:lnTo>
                  <a:pt x="292345" y="658222"/>
                </a:lnTo>
                <a:lnTo>
                  <a:pt x="319475" y="667486"/>
                </a:lnTo>
                <a:lnTo>
                  <a:pt x="334457" y="633625"/>
                </a:lnTo>
                <a:lnTo>
                  <a:pt x="315521" y="562795"/>
                </a:lnTo>
                <a:lnTo>
                  <a:pt x="352261" y="489995"/>
                </a:lnTo>
                <a:lnTo>
                  <a:pt x="318126" y="474492"/>
                </a:lnTo>
                <a:lnTo>
                  <a:pt x="332939" y="422046"/>
                </a:lnTo>
                <a:lnTo>
                  <a:pt x="327740" y="364044"/>
                </a:lnTo>
                <a:lnTo>
                  <a:pt x="292891" y="383929"/>
                </a:lnTo>
                <a:lnTo>
                  <a:pt x="271611" y="371466"/>
                </a:lnTo>
                <a:lnTo>
                  <a:pt x="282324" y="299779"/>
                </a:lnTo>
                <a:lnTo>
                  <a:pt x="247949" y="277810"/>
                </a:lnTo>
                <a:lnTo>
                  <a:pt x="267574" y="259392"/>
                </a:lnTo>
                <a:lnTo>
                  <a:pt x="258402" y="234897"/>
                </a:lnTo>
                <a:lnTo>
                  <a:pt x="220164" y="239422"/>
                </a:lnTo>
                <a:lnTo>
                  <a:pt x="232546" y="213866"/>
                </a:lnTo>
                <a:lnTo>
                  <a:pt x="190918" y="197593"/>
                </a:lnTo>
                <a:lnTo>
                  <a:pt x="189133" y="182163"/>
                </a:lnTo>
                <a:lnTo>
                  <a:pt x="218086" y="171365"/>
                </a:lnTo>
                <a:lnTo>
                  <a:pt x="214043" y="154166"/>
                </a:lnTo>
                <a:lnTo>
                  <a:pt x="173299" y="140513"/>
                </a:lnTo>
                <a:lnTo>
                  <a:pt x="172259" y="121346"/>
                </a:lnTo>
                <a:lnTo>
                  <a:pt x="137090" y="124312"/>
                </a:lnTo>
                <a:lnTo>
                  <a:pt x="75544" y="74948"/>
                </a:lnTo>
                <a:lnTo>
                  <a:pt x="63373" y="29566"/>
                </a:lnTo>
                <a:lnTo>
                  <a:pt x="24659" y="18657"/>
                </a:lnTo>
                <a:lnTo>
                  <a:pt x="18643" y="0"/>
                </a:lnTo>
                <a:lnTo>
                  <a:pt x="0" y="4705"/>
                </a:lnTo>
                <a:lnTo>
                  <a:pt x="46070" y="117233"/>
                </a:lnTo>
                <a:lnTo>
                  <a:pt x="92509" y="163866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Ladākh"/>
          <p:cNvSpPr/>
          <p:nvPr/>
        </p:nvSpPr>
        <p:spPr>
          <a:xfrm>
            <a:off x="7818143" y="1719089"/>
            <a:ext cx="1076839" cy="707480"/>
          </a:xfrm>
          <a:custGeom>
            <a:avLst/>
            <a:gdLst/>
            <a:ahLst/>
            <a:cxnLst/>
            <a:rect l="l" t="t" r="r" b="b"/>
            <a:pathLst>
              <a:path w="1076839" h="707480">
                <a:moveTo>
                  <a:pt x="219161" y="294058"/>
                </a:moveTo>
                <a:lnTo>
                  <a:pt x="269680" y="294183"/>
                </a:lnTo>
                <a:lnTo>
                  <a:pt x="280463" y="325129"/>
                </a:lnTo>
                <a:lnTo>
                  <a:pt x="326701" y="343433"/>
                </a:lnTo>
                <a:lnTo>
                  <a:pt x="349213" y="324416"/>
                </a:lnTo>
                <a:lnTo>
                  <a:pt x="369630" y="338267"/>
                </a:lnTo>
                <a:lnTo>
                  <a:pt x="393899" y="415637"/>
                </a:lnTo>
                <a:lnTo>
                  <a:pt x="434319" y="429903"/>
                </a:lnTo>
                <a:lnTo>
                  <a:pt x="454449" y="465804"/>
                </a:lnTo>
                <a:lnTo>
                  <a:pt x="481037" y="462265"/>
                </a:lnTo>
                <a:lnTo>
                  <a:pt x="514393" y="497213"/>
                </a:lnTo>
                <a:lnTo>
                  <a:pt x="506088" y="523883"/>
                </a:lnTo>
                <a:lnTo>
                  <a:pt x="527100" y="518398"/>
                </a:lnTo>
                <a:lnTo>
                  <a:pt x="564369" y="543438"/>
                </a:lnTo>
                <a:lnTo>
                  <a:pt x="612187" y="608570"/>
                </a:lnTo>
                <a:lnTo>
                  <a:pt x="664580" y="636177"/>
                </a:lnTo>
                <a:lnTo>
                  <a:pt x="714861" y="611240"/>
                </a:lnTo>
                <a:lnTo>
                  <a:pt x="756908" y="665434"/>
                </a:lnTo>
                <a:lnTo>
                  <a:pt x="808289" y="644920"/>
                </a:lnTo>
                <a:lnTo>
                  <a:pt x="799803" y="687448"/>
                </a:lnTo>
                <a:lnTo>
                  <a:pt x="860907" y="653894"/>
                </a:lnTo>
                <a:lnTo>
                  <a:pt x="868952" y="692453"/>
                </a:lnTo>
                <a:lnTo>
                  <a:pt x="890855" y="707480"/>
                </a:lnTo>
                <a:lnTo>
                  <a:pt x="937286" y="669463"/>
                </a:lnTo>
                <a:lnTo>
                  <a:pt x="954924" y="678450"/>
                </a:lnTo>
                <a:lnTo>
                  <a:pt x="979719" y="647578"/>
                </a:lnTo>
                <a:lnTo>
                  <a:pt x="938840" y="606874"/>
                </a:lnTo>
                <a:lnTo>
                  <a:pt x="955657" y="569810"/>
                </a:lnTo>
                <a:lnTo>
                  <a:pt x="886459" y="551792"/>
                </a:lnTo>
                <a:lnTo>
                  <a:pt x="881341" y="514297"/>
                </a:lnTo>
                <a:lnTo>
                  <a:pt x="907699" y="516602"/>
                </a:lnTo>
                <a:lnTo>
                  <a:pt x="879893" y="462770"/>
                </a:lnTo>
                <a:lnTo>
                  <a:pt x="916583" y="448544"/>
                </a:lnTo>
                <a:lnTo>
                  <a:pt x="952930" y="455989"/>
                </a:lnTo>
                <a:lnTo>
                  <a:pt x="974865" y="417380"/>
                </a:lnTo>
                <a:lnTo>
                  <a:pt x="963282" y="388630"/>
                </a:lnTo>
                <a:lnTo>
                  <a:pt x="1002816" y="387021"/>
                </a:lnTo>
                <a:lnTo>
                  <a:pt x="1000307" y="365746"/>
                </a:lnTo>
                <a:lnTo>
                  <a:pt x="1040894" y="352733"/>
                </a:lnTo>
                <a:lnTo>
                  <a:pt x="1076839" y="239626"/>
                </a:lnTo>
                <a:lnTo>
                  <a:pt x="1031219" y="185122"/>
                </a:lnTo>
                <a:lnTo>
                  <a:pt x="994992" y="190458"/>
                </a:lnTo>
                <a:lnTo>
                  <a:pt x="945219" y="161611"/>
                </a:lnTo>
                <a:lnTo>
                  <a:pt x="922704" y="164075"/>
                </a:lnTo>
                <a:lnTo>
                  <a:pt x="911222" y="185353"/>
                </a:lnTo>
                <a:lnTo>
                  <a:pt x="813008" y="192952"/>
                </a:lnTo>
                <a:lnTo>
                  <a:pt x="773422" y="229737"/>
                </a:lnTo>
                <a:lnTo>
                  <a:pt x="747829" y="219572"/>
                </a:lnTo>
                <a:lnTo>
                  <a:pt x="751991" y="242127"/>
                </a:lnTo>
                <a:lnTo>
                  <a:pt x="668828" y="239044"/>
                </a:lnTo>
                <a:lnTo>
                  <a:pt x="660562" y="230048"/>
                </a:lnTo>
                <a:lnTo>
                  <a:pt x="683321" y="230763"/>
                </a:lnTo>
                <a:lnTo>
                  <a:pt x="665576" y="203045"/>
                </a:lnTo>
                <a:lnTo>
                  <a:pt x="589886" y="184078"/>
                </a:lnTo>
                <a:lnTo>
                  <a:pt x="577559" y="167865"/>
                </a:lnTo>
                <a:lnTo>
                  <a:pt x="588509" y="153771"/>
                </a:lnTo>
                <a:lnTo>
                  <a:pt x="566714" y="133447"/>
                </a:lnTo>
                <a:lnTo>
                  <a:pt x="445547" y="75344"/>
                </a:lnTo>
                <a:lnTo>
                  <a:pt x="386623" y="3831"/>
                </a:lnTo>
                <a:lnTo>
                  <a:pt x="328242" y="25681"/>
                </a:lnTo>
                <a:lnTo>
                  <a:pt x="296918" y="0"/>
                </a:lnTo>
                <a:lnTo>
                  <a:pt x="280683" y="19337"/>
                </a:lnTo>
                <a:lnTo>
                  <a:pt x="260083" y="13153"/>
                </a:lnTo>
                <a:lnTo>
                  <a:pt x="208281" y="40560"/>
                </a:lnTo>
                <a:lnTo>
                  <a:pt x="157677" y="24783"/>
                </a:lnTo>
                <a:lnTo>
                  <a:pt x="185957" y="56191"/>
                </a:lnTo>
                <a:lnTo>
                  <a:pt x="73921" y="56487"/>
                </a:lnTo>
                <a:lnTo>
                  <a:pt x="60994" y="92550"/>
                </a:lnTo>
                <a:lnTo>
                  <a:pt x="0" y="133887"/>
                </a:lnTo>
                <a:lnTo>
                  <a:pt x="6466" y="179831"/>
                </a:lnTo>
                <a:lnTo>
                  <a:pt x="76000" y="179100"/>
                </a:lnTo>
                <a:lnTo>
                  <a:pt x="99859" y="216185"/>
                </a:lnTo>
                <a:lnTo>
                  <a:pt x="170776" y="231721"/>
                </a:lnTo>
                <a:lnTo>
                  <a:pt x="161287" y="276449"/>
                </a:lnTo>
                <a:lnTo>
                  <a:pt x="219161" y="294058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Lakshadweep"/>
          <p:cNvSpPr/>
          <p:nvPr/>
        </p:nvSpPr>
        <p:spPr>
          <a:xfrm>
            <a:off x="7847362" y="5572738"/>
            <a:ext cx="3933" cy="11543"/>
          </a:xfrm>
          <a:custGeom>
            <a:avLst/>
            <a:gdLst/>
            <a:ahLst/>
            <a:cxnLst/>
            <a:rect l="l" t="t" r="r" b="b"/>
            <a:pathLst>
              <a:path w="3933" h="11543">
                <a:moveTo>
                  <a:pt x="0" y="11543"/>
                </a:moveTo>
                <a:lnTo>
                  <a:pt x="3933" y="0"/>
                </a:lnTo>
                <a:lnTo>
                  <a:pt x="0" y="11543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Madhya Pradesh"/>
          <p:cNvSpPr/>
          <p:nvPr/>
        </p:nvSpPr>
        <p:spPr>
          <a:xfrm>
            <a:off x="8022932" y="3242864"/>
            <a:ext cx="1215945" cy="865640"/>
          </a:xfrm>
          <a:custGeom>
            <a:avLst/>
            <a:gdLst/>
            <a:ahLst/>
            <a:cxnLst/>
            <a:rect l="l" t="t" r="r" b="b"/>
            <a:pathLst>
              <a:path w="1215945" h="865640">
                <a:moveTo>
                  <a:pt x="918173" y="826204"/>
                </a:moveTo>
                <a:lnTo>
                  <a:pt x="941095" y="733023"/>
                </a:lnTo>
                <a:lnTo>
                  <a:pt x="954441" y="708899"/>
                </a:lnTo>
                <a:lnTo>
                  <a:pt x="965978" y="717617"/>
                </a:lnTo>
                <a:lnTo>
                  <a:pt x="980643" y="661488"/>
                </a:lnTo>
                <a:lnTo>
                  <a:pt x="1051375" y="646494"/>
                </a:lnTo>
                <a:lnTo>
                  <a:pt x="1095731" y="565748"/>
                </a:lnTo>
                <a:lnTo>
                  <a:pt x="1126074" y="556172"/>
                </a:lnTo>
                <a:lnTo>
                  <a:pt x="1130588" y="529195"/>
                </a:lnTo>
                <a:lnTo>
                  <a:pt x="1093105" y="498026"/>
                </a:lnTo>
                <a:lnTo>
                  <a:pt x="1052083" y="505584"/>
                </a:lnTo>
                <a:lnTo>
                  <a:pt x="1045108" y="490162"/>
                </a:lnTo>
                <a:lnTo>
                  <a:pt x="1061618" y="469865"/>
                </a:lnTo>
                <a:lnTo>
                  <a:pt x="1049523" y="442820"/>
                </a:lnTo>
                <a:lnTo>
                  <a:pt x="1078190" y="457171"/>
                </a:lnTo>
                <a:lnTo>
                  <a:pt x="1191710" y="452491"/>
                </a:lnTo>
                <a:lnTo>
                  <a:pt x="1215945" y="433879"/>
                </a:lnTo>
                <a:lnTo>
                  <a:pt x="1195747" y="409116"/>
                </a:lnTo>
                <a:lnTo>
                  <a:pt x="1210887" y="332475"/>
                </a:lnTo>
                <a:lnTo>
                  <a:pt x="1163210" y="323387"/>
                </a:lnTo>
                <a:lnTo>
                  <a:pt x="1161353" y="340032"/>
                </a:lnTo>
                <a:lnTo>
                  <a:pt x="1145063" y="337968"/>
                </a:lnTo>
                <a:lnTo>
                  <a:pt x="1131927" y="305989"/>
                </a:lnTo>
                <a:lnTo>
                  <a:pt x="1098924" y="304820"/>
                </a:lnTo>
                <a:lnTo>
                  <a:pt x="1090863" y="278077"/>
                </a:lnTo>
                <a:lnTo>
                  <a:pt x="1049953" y="270595"/>
                </a:lnTo>
                <a:lnTo>
                  <a:pt x="1044566" y="250314"/>
                </a:lnTo>
                <a:lnTo>
                  <a:pt x="1033271" y="268216"/>
                </a:lnTo>
                <a:lnTo>
                  <a:pt x="1003686" y="254225"/>
                </a:lnTo>
                <a:lnTo>
                  <a:pt x="984587" y="295793"/>
                </a:lnTo>
                <a:lnTo>
                  <a:pt x="939239" y="290569"/>
                </a:lnTo>
                <a:lnTo>
                  <a:pt x="949281" y="250949"/>
                </a:lnTo>
                <a:lnTo>
                  <a:pt x="924318" y="259841"/>
                </a:lnTo>
                <a:lnTo>
                  <a:pt x="934261" y="270819"/>
                </a:lnTo>
                <a:lnTo>
                  <a:pt x="910115" y="256545"/>
                </a:lnTo>
                <a:lnTo>
                  <a:pt x="911687" y="269200"/>
                </a:lnTo>
                <a:lnTo>
                  <a:pt x="893190" y="264620"/>
                </a:lnTo>
                <a:lnTo>
                  <a:pt x="902838" y="278689"/>
                </a:lnTo>
                <a:lnTo>
                  <a:pt x="887323" y="279850"/>
                </a:lnTo>
                <a:lnTo>
                  <a:pt x="888875" y="267264"/>
                </a:lnTo>
                <a:lnTo>
                  <a:pt x="872548" y="280149"/>
                </a:lnTo>
                <a:lnTo>
                  <a:pt x="886551" y="252490"/>
                </a:lnTo>
                <a:lnTo>
                  <a:pt x="863311" y="215706"/>
                </a:lnTo>
                <a:lnTo>
                  <a:pt x="806187" y="243834"/>
                </a:lnTo>
                <a:lnTo>
                  <a:pt x="806169" y="264942"/>
                </a:lnTo>
                <a:lnTo>
                  <a:pt x="744421" y="263148"/>
                </a:lnTo>
                <a:lnTo>
                  <a:pt x="756770" y="239170"/>
                </a:lnTo>
                <a:lnTo>
                  <a:pt x="729810" y="228603"/>
                </a:lnTo>
                <a:lnTo>
                  <a:pt x="727476" y="261497"/>
                </a:lnTo>
                <a:lnTo>
                  <a:pt x="692583" y="258347"/>
                </a:lnTo>
                <a:lnTo>
                  <a:pt x="690120" y="238098"/>
                </a:lnTo>
                <a:lnTo>
                  <a:pt x="671936" y="255586"/>
                </a:lnTo>
                <a:lnTo>
                  <a:pt x="682835" y="227495"/>
                </a:lnTo>
                <a:lnTo>
                  <a:pt x="667469" y="244855"/>
                </a:lnTo>
                <a:lnTo>
                  <a:pt x="659530" y="233017"/>
                </a:lnTo>
                <a:lnTo>
                  <a:pt x="686812" y="223172"/>
                </a:lnTo>
                <a:lnTo>
                  <a:pt x="673527" y="196114"/>
                </a:lnTo>
                <a:lnTo>
                  <a:pt x="667041" y="215016"/>
                </a:lnTo>
                <a:lnTo>
                  <a:pt x="651635" y="205654"/>
                </a:lnTo>
                <a:lnTo>
                  <a:pt x="657080" y="226306"/>
                </a:lnTo>
                <a:lnTo>
                  <a:pt x="640954" y="213174"/>
                </a:lnTo>
                <a:lnTo>
                  <a:pt x="610052" y="236588"/>
                </a:lnTo>
                <a:lnTo>
                  <a:pt x="629851" y="241197"/>
                </a:lnTo>
                <a:lnTo>
                  <a:pt x="637291" y="285320"/>
                </a:lnTo>
                <a:lnTo>
                  <a:pt x="659186" y="307220"/>
                </a:lnTo>
                <a:lnTo>
                  <a:pt x="653950" y="338686"/>
                </a:lnTo>
                <a:lnTo>
                  <a:pt x="672118" y="332548"/>
                </a:lnTo>
                <a:lnTo>
                  <a:pt x="684336" y="376387"/>
                </a:lnTo>
                <a:lnTo>
                  <a:pt x="661475" y="401647"/>
                </a:lnTo>
                <a:lnTo>
                  <a:pt x="621628" y="370385"/>
                </a:lnTo>
                <a:lnTo>
                  <a:pt x="603754" y="389067"/>
                </a:lnTo>
                <a:lnTo>
                  <a:pt x="573208" y="299513"/>
                </a:lnTo>
                <a:lnTo>
                  <a:pt x="613269" y="254567"/>
                </a:lnTo>
                <a:lnTo>
                  <a:pt x="592088" y="222768"/>
                </a:lnTo>
                <a:lnTo>
                  <a:pt x="611239" y="194936"/>
                </a:lnTo>
                <a:lnTo>
                  <a:pt x="662222" y="186342"/>
                </a:lnTo>
                <a:lnTo>
                  <a:pt x="654074" y="166914"/>
                </a:lnTo>
                <a:lnTo>
                  <a:pt x="707515" y="79352"/>
                </a:lnTo>
                <a:lnTo>
                  <a:pt x="688952" y="29227"/>
                </a:lnTo>
                <a:lnTo>
                  <a:pt x="599659" y="0"/>
                </a:lnTo>
                <a:lnTo>
                  <a:pt x="397640" y="115830"/>
                </a:lnTo>
                <a:lnTo>
                  <a:pt x="338506" y="172851"/>
                </a:lnTo>
                <a:lnTo>
                  <a:pt x="349819" y="211452"/>
                </a:lnTo>
                <a:lnTo>
                  <a:pt x="373845" y="229964"/>
                </a:lnTo>
                <a:lnTo>
                  <a:pt x="440295" y="233305"/>
                </a:lnTo>
                <a:lnTo>
                  <a:pt x="462694" y="218048"/>
                </a:lnTo>
                <a:lnTo>
                  <a:pt x="467632" y="262333"/>
                </a:lnTo>
                <a:lnTo>
                  <a:pt x="391507" y="278638"/>
                </a:lnTo>
                <a:lnTo>
                  <a:pt x="404353" y="298505"/>
                </a:lnTo>
                <a:lnTo>
                  <a:pt x="383995" y="307473"/>
                </a:lnTo>
                <a:lnTo>
                  <a:pt x="415575" y="321964"/>
                </a:lnTo>
                <a:lnTo>
                  <a:pt x="421206" y="342827"/>
                </a:lnTo>
                <a:lnTo>
                  <a:pt x="408258" y="359426"/>
                </a:lnTo>
                <a:lnTo>
                  <a:pt x="385904" y="348621"/>
                </a:lnTo>
                <a:lnTo>
                  <a:pt x="397585" y="409284"/>
                </a:lnTo>
                <a:lnTo>
                  <a:pt x="369626" y="403139"/>
                </a:lnTo>
                <a:lnTo>
                  <a:pt x="369153" y="385838"/>
                </a:lnTo>
                <a:lnTo>
                  <a:pt x="345916" y="404835"/>
                </a:lnTo>
                <a:lnTo>
                  <a:pt x="302270" y="396955"/>
                </a:lnTo>
                <a:lnTo>
                  <a:pt x="298526" y="379116"/>
                </a:lnTo>
                <a:lnTo>
                  <a:pt x="270267" y="438882"/>
                </a:lnTo>
                <a:lnTo>
                  <a:pt x="215177" y="458913"/>
                </a:lnTo>
                <a:lnTo>
                  <a:pt x="199994" y="430965"/>
                </a:lnTo>
                <a:lnTo>
                  <a:pt x="250250" y="419767"/>
                </a:lnTo>
                <a:lnTo>
                  <a:pt x="235149" y="369988"/>
                </a:lnTo>
                <a:lnTo>
                  <a:pt x="260273" y="360351"/>
                </a:lnTo>
                <a:lnTo>
                  <a:pt x="250175" y="319637"/>
                </a:lnTo>
                <a:lnTo>
                  <a:pt x="164756" y="323412"/>
                </a:lnTo>
                <a:lnTo>
                  <a:pt x="165420" y="302297"/>
                </a:lnTo>
                <a:lnTo>
                  <a:pt x="193313" y="298593"/>
                </a:lnTo>
                <a:lnTo>
                  <a:pt x="170847" y="297692"/>
                </a:lnTo>
                <a:lnTo>
                  <a:pt x="180667" y="272876"/>
                </a:lnTo>
                <a:lnTo>
                  <a:pt x="157330" y="271905"/>
                </a:lnTo>
                <a:lnTo>
                  <a:pt x="139081" y="302201"/>
                </a:lnTo>
                <a:lnTo>
                  <a:pt x="111330" y="285033"/>
                </a:lnTo>
                <a:lnTo>
                  <a:pt x="113502" y="312452"/>
                </a:lnTo>
                <a:lnTo>
                  <a:pt x="136624" y="319019"/>
                </a:lnTo>
                <a:lnTo>
                  <a:pt x="118974" y="333692"/>
                </a:lnTo>
                <a:lnTo>
                  <a:pt x="106658" y="311972"/>
                </a:lnTo>
                <a:lnTo>
                  <a:pt x="94032" y="355665"/>
                </a:lnTo>
                <a:lnTo>
                  <a:pt x="114181" y="361923"/>
                </a:lnTo>
                <a:lnTo>
                  <a:pt x="99347" y="390447"/>
                </a:lnTo>
                <a:lnTo>
                  <a:pt x="120083" y="394371"/>
                </a:lnTo>
                <a:lnTo>
                  <a:pt x="131937" y="424436"/>
                </a:lnTo>
                <a:lnTo>
                  <a:pt x="125577" y="483717"/>
                </a:lnTo>
                <a:lnTo>
                  <a:pt x="67088" y="528544"/>
                </a:lnTo>
                <a:lnTo>
                  <a:pt x="98576" y="546438"/>
                </a:lnTo>
                <a:lnTo>
                  <a:pt x="40048" y="568770"/>
                </a:lnTo>
                <a:lnTo>
                  <a:pt x="61883" y="599116"/>
                </a:lnTo>
                <a:lnTo>
                  <a:pt x="48381" y="632086"/>
                </a:lnTo>
                <a:lnTo>
                  <a:pt x="0" y="651031"/>
                </a:lnTo>
                <a:lnTo>
                  <a:pt x="36193" y="668014"/>
                </a:lnTo>
                <a:lnTo>
                  <a:pt x="4878" y="673898"/>
                </a:lnTo>
                <a:lnTo>
                  <a:pt x="20625" y="714046"/>
                </a:lnTo>
                <a:lnTo>
                  <a:pt x="9316" y="726927"/>
                </a:lnTo>
                <a:lnTo>
                  <a:pt x="24310" y="737860"/>
                </a:lnTo>
                <a:lnTo>
                  <a:pt x="57283" y="723316"/>
                </a:lnTo>
                <a:lnTo>
                  <a:pt x="72632" y="774379"/>
                </a:lnTo>
                <a:lnTo>
                  <a:pt x="120766" y="782158"/>
                </a:lnTo>
                <a:lnTo>
                  <a:pt x="175862" y="818672"/>
                </a:lnTo>
                <a:lnTo>
                  <a:pt x="286090" y="820679"/>
                </a:lnTo>
                <a:lnTo>
                  <a:pt x="288395" y="852893"/>
                </a:lnTo>
                <a:lnTo>
                  <a:pt x="311486" y="865640"/>
                </a:lnTo>
                <a:lnTo>
                  <a:pt x="359147" y="848473"/>
                </a:lnTo>
                <a:lnTo>
                  <a:pt x="382966" y="787424"/>
                </a:lnTo>
                <a:lnTo>
                  <a:pt x="451459" y="762596"/>
                </a:lnTo>
                <a:lnTo>
                  <a:pt x="486635" y="771015"/>
                </a:lnTo>
                <a:lnTo>
                  <a:pt x="496047" y="795688"/>
                </a:lnTo>
                <a:lnTo>
                  <a:pt x="470268" y="795801"/>
                </a:lnTo>
                <a:lnTo>
                  <a:pt x="478996" y="820224"/>
                </a:lnTo>
                <a:lnTo>
                  <a:pt x="541652" y="818502"/>
                </a:lnTo>
                <a:lnTo>
                  <a:pt x="603463" y="784301"/>
                </a:lnTo>
                <a:lnTo>
                  <a:pt x="612316" y="801960"/>
                </a:lnTo>
                <a:lnTo>
                  <a:pt x="679525" y="803574"/>
                </a:lnTo>
                <a:lnTo>
                  <a:pt x="676399" y="788162"/>
                </a:lnTo>
                <a:lnTo>
                  <a:pt x="720306" y="768262"/>
                </a:lnTo>
                <a:lnTo>
                  <a:pt x="757000" y="775469"/>
                </a:lnTo>
                <a:lnTo>
                  <a:pt x="763155" y="795071"/>
                </a:lnTo>
                <a:lnTo>
                  <a:pt x="861845" y="782816"/>
                </a:lnTo>
                <a:lnTo>
                  <a:pt x="883866" y="819856"/>
                </a:lnTo>
                <a:lnTo>
                  <a:pt x="918173" y="826204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Mahārāshtra"/>
          <p:cNvSpPr/>
          <p:nvPr/>
        </p:nvSpPr>
        <p:spPr>
          <a:xfrm>
            <a:off x="7833772" y="3964625"/>
            <a:ext cx="1140335" cy="959438"/>
          </a:xfrm>
          <a:custGeom>
            <a:avLst/>
            <a:gdLst/>
            <a:ahLst/>
            <a:cxnLst/>
            <a:rect l="l" t="t" r="r" b="b"/>
            <a:pathLst>
              <a:path w="1140335" h="959438">
                <a:moveTo>
                  <a:pt x="1053720" y="494198"/>
                </a:moveTo>
                <a:lnTo>
                  <a:pt x="1070471" y="416303"/>
                </a:lnTo>
                <a:lnTo>
                  <a:pt x="1095308" y="392798"/>
                </a:lnTo>
                <a:lnTo>
                  <a:pt x="1120766" y="409623"/>
                </a:lnTo>
                <a:lnTo>
                  <a:pt x="1140335" y="380930"/>
                </a:lnTo>
                <a:lnTo>
                  <a:pt x="1091582" y="330705"/>
                </a:lnTo>
                <a:lnTo>
                  <a:pt x="1071562" y="334011"/>
                </a:lnTo>
                <a:lnTo>
                  <a:pt x="1093039" y="292872"/>
                </a:lnTo>
                <a:lnTo>
                  <a:pt x="1070667" y="267030"/>
                </a:lnTo>
                <a:lnTo>
                  <a:pt x="1102668" y="253949"/>
                </a:lnTo>
                <a:lnTo>
                  <a:pt x="1103430" y="214256"/>
                </a:lnTo>
                <a:lnTo>
                  <a:pt x="1082542" y="211277"/>
                </a:lnTo>
                <a:lnTo>
                  <a:pt x="1097308" y="201395"/>
                </a:lnTo>
                <a:lnTo>
                  <a:pt x="1076745" y="139915"/>
                </a:lnTo>
                <a:lnTo>
                  <a:pt x="1110332" y="107591"/>
                </a:lnTo>
                <a:lnTo>
                  <a:pt x="1073026" y="98095"/>
                </a:lnTo>
                <a:lnTo>
                  <a:pt x="1044532" y="59434"/>
                </a:lnTo>
                <a:lnTo>
                  <a:pt x="1000866" y="76989"/>
                </a:lnTo>
                <a:lnTo>
                  <a:pt x="979598" y="64178"/>
                </a:lnTo>
                <a:lnTo>
                  <a:pt x="952315" y="73310"/>
                </a:lnTo>
                <a:lnTo>
                  <a:pt x="946160" y="53708"/>
                </a:lnTo>
                <a:lnTo>
                  <a:pt x="909391" y="46509"/>
                </a:lnTo>
                <a:lnTo>
                  <a:pt x="865559" y="66401"/>
                </a:lnTo>
                <a:lnTo>
                  <a:pt x="868685" y="81813"/>
                </a:lnTo>
                <a:lnTo>
                  <a:pt x="801476" y="80199"/>
                </a:lnTo>
                <a:lnTo>
                  <a:pt x="790575" y="62749"/>
                </a:lnTo>
                <a:lnTo>
                  <a:pt x="698794" y="100977"/>
                </a:lnTo>
                <a:lnTo>
                  <a:pt x="668031" y="98442"/>
                </a:lnTo>
                <a:lnTo>
                  <a:pt x="659428" y="74040"/>
                </a:lnTo>
                <a:lnTo>
                  <a:pt x="685207" y="73927"/>
                </a:lnTo>
                <a:lnTo>
                  <a:pt x="675795" y="49254"/>
                </a:lnTo>
                <a:lnTo>
                  <a:pt x="640619" y="40835"/>
                </a:lnTo>
                <a:lnTo>
                  <a:pt x="572126" y="65663"/>
                </a:lnTo>
                <a:lnTo>
                  <a:pt x="548307" y="126712"/>
                </a:lnTo>
                <a:lnTo>
                  <a:pt x="500646" y="143879"/>
                </a:lnTo>
                <a:lnTo>
                  <a:pt x="477555" y="131132"/>
                </a:lnTo>
                <a:lnTo>
                  <a:pt x="475250" y="98918"/>
                </a:lnTo>
                <a:lnTo>
                  <a:pt x="365022" y="96911"/>
                </a:lnTo>
                <a:lnTo>
                  <a:pt x="309926" y="60397"/>
                </a:lnTo>
                <a:lnTo>
                  <a:pt x="265658" y="55073"/>
                </a:lnTo>
                <a:lnTo>
                  <a:pt x="238590" y="0"/>
                </a:lnTo>
                <a:lnTo>
                  <a:pt x="156749" y="31234"/>
                </a:lnTo>
                <a:lnTo>
                  <a:pt x="164550" y="80005"/>
                </a:lnTo>
                <a:lnTo>
                  <a:pt x="230982" y="73120"/>
                </a:lnTo>
                <a:lnTo>
                  <a:pt x="176565" y="93885"/>
                </a:lnTo>
                <a:lnTo>
                  <a:pt x="159524" y="128359"/>
                </a:lnTo>
                <a:lnTo>
                  <a:pt x="126496" y="128852"/>
                </a:lnTo>
                <a:lnTo>
                  <a:pt x="171357" y="156979"/>
                </a:lnTo>
                <a:lnTo>
                  <a:pt x="176958" y="192925"/>
                </a:lnTo>
                <a:lnTo>
                  <a:pt x="149687" y="219280"/>
                </a:lnTo>
                <a:lnTo>
                  <a:pt x="108826" y="196475"/>
                </a:lnTo>
                <a:lnTo>
                  <a:pt x="104285" y="273980"/>
                </a:lnTo>
                <a:lnTo>
                  <a:pt x="87788" y="272465"/>
                </a:lnTo>
                <a:lnTo>
                  <a:pt x="71338" y="296544"/>
                </a:lnTo>
                <a:lnTo>
                  <a:pt x="27004" y="270071"/>
                </a:lnTo>
                <a:lnTo>
                  <a:pt x="6160" y="292879"/>
                </a:lnTo>
                <a:lnTo>
                  <a:pt x="15430" y="318458"/>
                </a:lnTo>
                <a:lnTo>
                  <a:pt x="0" y="313401"/>
                </a:lnTo>
                <a:lnTo>
                  <a:pt x="34397" y="548079"/>
                </a:lnTo>
                <a:lnTo>
                  <a:pt x="50538" y="562672"/>
                </a:lnTo>
                <a:lnTo>
                  <a:pt x="62215" y="552931"/>
                </a:lnTo>
                <a:lnTo>
                  <a:pt x="61130" y="581166"/>
                </a:lnTo>
                <a:lnTo>
                  <a:pt x="37141" y="569320"/>
                </a:lnTo>
                <a:lnTo>
                  <a:pt x="80390" y="703378"/>
                </a:lnTo>
                <a:lnTo>
                  <a:pt x="90303" y="824101"/>
                </a:lnTo>
                <a:lnTo>
                  <a:pt x="97272" y="841442"/>
                </a:lnTo>
                <a:lnTo>
                  <a:pt x="115695" y="838235"/>
                </a:lnTo>
                <a:lnTo>
                  <a:pt x="97351" y="844127"/>
                </a:lnTo>
                <a:lnTo>
                  <a:pt x="109881" y="892621"/>
                </a:lnTo>
                <a:lnTo>
                  <a:pt x="137116" y="938963"/>
                </a:lnTo>
                <a:lnTo>
                  <a:pt x="166064" y="930717"/>
                </a:lnTo>
                <a:lnTo>
                  <a:pt x="187898" y="959438"/>
                </a:lnTo>
                <a:lnTo>
                  <a:pt x="213995" y="933298"/>
                </a:lnTo>
                <a:lnTo>
                  <a:pt x="234692" y="934258"/>
                </a:lnTo>
                <a:lnTo>
                  <a:pt x="249205" y="894800"/>
                </a:lnTo>
                <a:lnTo>
                  <a:pt x="235095" y="892614"/>
                </a:lnTo>
                <a:lnTo>
                  <a:pt x="253084" y="885081"/>
                </a:lnTo>
                <a:lnTo>
                  <a:pt x="251595" y="863315"/>
                </a:lnTo>
                <a:lnTo>
                  <a:pt x="230055" y="860086"/>
                </a:lnTo>
                <a:lnTo>
                  <a:pt x="222524" y="818858"/>
                </a:lnTo>
                <a:lnTo>
                  <a:pt x="249970" y="801567"/>
                </a:lnTo>
                <a:lnTo>
                  <a:pt x="263789" y="817976"/>
                </a:lnTo>
                <a:lnTo>
                  <a:pt x="280192" y="810077"/>
                </a:lnTo>
                <a:lnTo>
                  <a:pt x="280751" y="793844"/>
                </a:lnTo>
                <a:lnTo>
                  <a:pt x="312383" y="785343"/>
                </a:lnTo>
                <a:lnTo>
                  <a:pt x="314081" y="759630"/>
                </a:lnTo>
                <a:lnTo>
                  <a:pt x="353200" y="775013"/>
                </a:lnTo>
                <a:lnTo>
                  <a:pt x="362257" y="757869"/>
                </a:lnTo>
                <a:lnTo>
                  <a:pt x="416363" y="757048"/>
                </a:lnTo>
                <a:lnTo>
                  <a:pt x="411193" y="680152"/>
                </a:lnTo>
                <a:lnTo>
                  <a:pt x="452437" y="703235"/>
                </a:lnTo>
                <a:lnTo>
                  <a:pt x="515076" y="704436"/>
                </a:lnTo>
                <a:lnTo>
                  <a:pt x="507893" y="662209"/>
                </a:lnTo>
                <a:lnTo>
                  <a:pt x="534480" y="637972"/>
                </a:lnTo>
                <a:lnTo>
                  <a:pt x="557684" y="649733"/>
                </a:lnTo>
                <a:lnTo>
                  <a:pt x="564488" y="617089"/>
                </a:lnTo>
                <a:lnTo>
                  <a:pt x="589277" y="614663"/>
                </a:lnTo>
                <a:lnTo>
                  <a:pt x="593840" y="574041"/>
                </a:lnTo>
                <a:lnTo>
                  <a:pt x="615943" y="578857"/>
                </a:lnTo>
                <a:lnTo>
                  <a:pt x="644794" y="533750"/>
                </a:lnTo>
                <a:lnTo>
                  <a:pt x="651151" y="556274"/>
                </a:lnTo>
                <a:lnTo>
                  <a:pt x="679620" y="556020"/>
                </a:lnTo>
                <a:lnTo>
                  <a:pt x="683078" y="520179"/>
                </a:lnTo>
                <a:lnTo>
                  <a:pt x="702760" y="519007"/>
                </a:lnTo>
                <a:lnTo>
                  <a:pt x="704838" y="497482"/>
                </a:lnTo>
                <a:lnTo>
                  <a:pt x="731846" y="478250"/>
                </a:lnTo>
                <a:lnTo>
                  <a:pt x="706014" y="448096"/>
                </a:lnTo>
                <a:lnTo>
                  <a:pt x="720064" y="407444"/>
                </a:lnTo>
                <a:lnTo>
                  <a:pt x="763251" y="417387"/>
                </a:lnTo>
                <a:lnTo>
                  <a:pt x="763371" y="391312"/>
                </a:lnTo>
                <a:lnTo>
                  <a:pt x="781117" y="384763"/>
                </a:lnTo>
                <a:lnTo>
                  <a:pt x="781489" y="316375"/>
                </a:lnTo>
                <a:lnTo>
                  <a:pt x="855428" y="339123"/>
                </a:lnTo>
                <a:lnTo>
                  <a:pt x="869204" y="370472"/>
                </a:lnTo>
                <a:lnTo>
                  <a:pt x="903806" y="384336"/>
                </a:lnTo>
                <a:lnTo>
                  <a:pt x="911179" y="360796"/>
                </a:lnTo>
                <a:lnTo>
                  <a:pt x="942734" y="378185"/>
                </a:lnTo>
                <a:lnTo>
                  <a:pt x="985272" y="363336"/>
                </a:lnTo>
                <a:lnTo>
                  <a:pt x="1012875" y="393086"/>
                </a:lnTo>
                <a:lnTo>
                  <a:pt x="996326" y="437559"/>
                </a:lnTo>
                <a:lnTo>
                  <a:pt x="1004925" y="481045"/>
                </a:lnTo>
                <a:lnTo>
                  <a:pt x="1032288" y="500534"/>
                </a:lnTo>
                <a:lnTo>
                  <a:pt x="1053720" y="494198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Manipur"/>
          <p:cNvSpPr/>
          <p:nvPr/>
        </p:nvSpPr>
        <p:spPr>
          <a:xfrm>
            <a:off x="10646160" y="3419926"/>
            <a:ext cx="245308" cy="275718"/>
          </a:xfrm>
          <a:custGeom>
            <a:avLst/>
            <a:gdLst/>
            <a:ahLst/>
            <a:cxnLst/>
            <a:rect l="l" t="t" r="r" b="b"/>
            <a:pathLst>
              <a:path w="245308" h="275718">
                <a:moveTo>
                  <a:pt x="66643" y="53443"/>
                </a:moveTo>
                <a:lnTo>
                  <a:pt x="31048" y="130085"/>
                </a:lnTo>
                <a:lnTo>
                  <a:pt x="18927" y="130068"/>
                </a:lnTo>
                <a:lnTo>
                  <a:pt x="0" y="234363"/>
                </a:lnTo>
                <a:lnTo>
                  <a:pt x="38861" y="248039"/>
                </a:lnTo>
                <a:lnTo>
                  <a:pt x="52075" y="235539"/>
                </a:lnTo>
                <a:lnTo>
                  <a:pt x="73736" y="259794"/>
                </a:lnTo>
                <a:lnTo>
                  <a:pt x="108243" y="250383"/>
                </a:lnTo>
                <a:lnTo>
                  <a:pt x="162197" y="275718"/>
                </a:lnTo>
                <a:lnTo>
                  <a:pt x="245308" y="96418"/>
                </a:lnTo>
                <a:lnTo>
                  <a:pt x="221983" y="70020"/>
                </a:lnTo>
                <a:lnTo>
                  <a:pt x="235805" y="35427"/>
                </a:lnTo>
                <a:lnTo>
                  <a:pt x="218902" y="26697"/>
                </a:lnTo>
                <a:lnTo>
                  <a:pt x="224856" y="0"/>
                </a:lnTo>
                <a:lnTo>
                  <a:pt x="186801" y="26871"/>
                </a:lnTo>
                <a:lnTo>
                  <a:pt x="109715" y="21564"/>
                </a:lnTo>
                <a:lnTo>
                  <a:pt x="87593" y="72236"/>
                </a:lnTo>
                <a:lnTo>
                  <a:pt x="66643" y="53443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Meghālaya"/>
          <p:cNvSpPr/>
          <p:nvPr/>
        </p:nvSpPr>
        <p:spPr>
          <a:xfrm>
            <a:off x="10208991" y="3354763"/>
            <a:ext cx="413640" cy="162678"/>
          </a:xfrm>
          <a:custGeom>
            <a:avLst/>
            <a:gdLst/>
            <a:ahLst/>
            <a:cxnLst/>
            <a:rect l="l" t="t" r="r" b="b"/>
            <a:pathLst>
              <a:path w="413640" h="162678">
                <a:moveTo>
                  <a:pt x="361356" y="162678"/>
                </a:moveTo>
                <a:lnTo>
                  <a:pt x="413640" y="134705"/>
                </a:lnTo>
                <a:lnTo>
                  <a:pt x="380659" y="97609"/>
                </a:lnTo>
                <a:lnTo>
                  <a:pt x="392890" y="78884"/>
                </a:lnTo>
                <a:lnTo>
                  <a:pt x="355644" y="54465"/>
                </a:lnTo>
                <a:lnTo>
                  <a:pt x="324088" y="66756"/>
                </a:lnTo>
                <a:lnTo>
                  <a:pt x="333701" y="31381"/>
                </a:lnTo>
                <a:lnTo>
                  <a:pt x="323575" y="26135"/>
                </a:lnTo>
                <a:lnTo>
                  <a:pt x="339700" y="7647"/>
                </a:lnTo>
                <a:lnTo>
                  <a:pt x="291246" y="18147"/>
                </a:lnTo>
                <a:lnTo>
                  <a:pt x="278287" y="0"/>
                </a:lnTo>
                <a:lnTo>
                  <a:pt x="256850" y="32130"/>
                </a:lnTo>
                <a:lnTo>
                  <a:pt x="244282" y="12861"/>
                </a:lnTo>
                <a:lnTo>
                  <a:pt x="237440" y="37041"/>
                </a:lnTo>
                <a:lnTo>
                  <a:pt x="194791" y="59236"/>
                </a:lnTo>
                <a:lnTo>
                  <a:pt x="191104" y="38513"/>
                </a:lnTo>
                <a:lnTo>
                  <a:pt x="164819" y="44635"/>
                </a:lnTo>
                <a:lnTo>
                  <a:pt x="156707" y="25572"/>
                </a:lnTo>
                <a:lnTo>
                  <a:pt x="42043" y="24100"/>
                </a:lnTo>
                <a:lnTo>
                  <a:pt x="10930" y="55892"/>
                </a:lnTo>
                <a:lnTo>
                  <a:pt x="28311" y="76414"/>
                </a:lnTo>
                <a:lnTo>
                  <a:pt x="0" y="109093"/>
                </a:lnTo>
                <a:lnTo>
                  <a:pt x="3344" y="123211"/>
                </a:lnTo>
                <a:lnTo>
                  <a:pt x="87079" y="145639"/>
                </a:lnTo>
                <a:lnTo>
                  <a:pt x="311081" y="139064"/>
                </a:lnTo>
                <a:lnTo>
                  <a:pt x="361356" y="162678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Mizoram"/>
          <p:cNvSpPr/>
          <p:nvPr/>
        </p:nvSpPr>
        <p:spPr>
          <a:xfrm>
            <a:off x="10548218" y="3593333"/>
            <a:ext cx="156273" cy="385082"/>
          </a:xfrm>
          <a:custGeom>
            <a:avLst/>
            <a:gdLst/>
            <a:ahLst/>
            <a:cxnLst/>
            <a:rect l="l" t="t" r="r" b="b"/>
            <a:pathLst>
              <a:path w="156273" h="385082">
                <a:moveTo>
                  <a:pt x="0" y="118835"/>
                </a:moveTo>
                <a:lnTo>
                  <a:pt x="46776" y="379751"/>
                </a:lnTo>
                <a:lnTo>
                  <a:pt x="60122" y="353196"/>
                </a:lnTo>
                <a:lnTo>
                  <a:pt x="88741" y="385082"/>
                </a:lnTo>
                <a:lnTo>
                  <a:pt x="106958" y="347170"/>
                </a:lnTo>
                <a:lnTo>
                  <a:pt x="129708" y="336912"/>
                </a:lnTo>
                <a:lnTo>
                  <a:pt x="114776" y="255998"/>
                </a:lnTo>
                <a:lnTo>
                  <a:pt x="120354" y="218129"/>
                </a:lnTo>
                <a:lnTo>
                  <a:pt x="142390" y="226076"/>
                </a:lnTo>
                <a:lnTo>
                  <a:pt x="155086" y="206969"/>
                </a:lnTo>
                <a:lnTo>
                  <a:pt x="156273" y="88425"/>
                </a:lnTo>
                <a:lnTo>
                  <a:pt x="145775" y="69865"/>
                </a:lnTo>
                <a:lnTo>
                  <a:pt x="97969" y="60994"/>
                </a:lnTo>
                <a:lnTo>
                  <a:pt x="105139" y="19208"/>
                </a:lnTo>
                <a:lnTo>
                  <a:pt x="78087" y="22008"/>
                </a:lnTo>
                <a:lnTo>
                  <a:pt x="68895" y="0"/>
                </a:lnTo>
                <a:lnTo>
                  <a:pt x="29523" y="56588"/>
                </a:lnTo>
                <a:lnTo>
                  <a:pt x="3724" y="40413"/>
                </a:lnTo>
                <a:lnTo>
                  <a:pt x="0" y="118835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Nāgāland"/>
          <p:cNvSpPr/>
          <p:nvPr/>
        </p:nvSpPr>
        <p:spPr>
          <a:xfrm>
            <a:off x="10695220" y="3217956"/>
            <a:ext cx="264081" cy="274198"/>
          </a:xfrm>
          <a:custGeom>
            <a:avLst/>
            <a:gdLst/>
            <a:ahLst/>
            <a:cxnLst/>
            <a:rect l="l" t="t" r="r" b="b"/>
            <a:pathLst>
              <a:path w="264081" h="274198">
                <a:moveTo>
                  <a:pt x="264081" y="52776"/>
                </a:moveTo>
                <a:lnTo>
                  <a:pt x="258410" y="0"/>
                </a:lnTo>
                <a:lnTo>
                  <a:pt x="156935" y="55870"/>
                </a:lnTo>
                <a:lnTo>
                  <a:pt x="137036" y="86219"/>
                </a:lnTo>
                <a:lnTo>
                  <a:pt x="128693" y="73843"/>
                </a:lnTo>
                <a:lnTo>
                  <a:pt x="93344" y="128916"/>
                </a:lnTo>
                <a:lnTo>
                  <a:pt x="90244" y="167059"/>
                </a:lnTo>
                <a:lnTo>
                  <a:pt x="64872" y="183151"/>
                </a:lnTo>
                <a:lnTo>
                  <a:pt x="60714" y="159145"/>
                </a:lnTo>
                <a:lnTo>
                  <a:pt x="0" y="222325"/>
                </a:lnTo>
                <a:lnTo>
                  <a:pt x="20029" y="263347"/>
                </a:lnTo>
                <a:lnTo>
                  <a:pt x="38547" y="274198"/>
                </a:lnTo>
                <a:lnTo>
                  <a:pt x="70277" y="220232"/>
                </a:lnTo>
                <a:lnTo>
                  <a:pt x="137741" y="228841"/>
                </a:lnTo>
                <a:lnTo>
                  <a:pt x="172385" y="200649"/>
                </a:lnTo>
                <a:lnTo>
                  <a:pt x="178582" y="234913"/>
                </a:lnTo>
                <a:lnTo>
                  <a:pt x="217595" y="219491"/>
                </a:lnTo>
                <a:lnTo>
                  <a:pt x="257402" y="143703"/>
                </a:lnTo>
                <a:lnTo>
                  <a:pt x="240239" y="87491"/>
                </a:lnTo>
                <a:lnTo>
                  <a:pt x="264081" y="52776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disha"/>
          <p:cNvSpPr/>
          <p:nvPr/>
        </p:nvSpPr>
        <p:spPr>
          <a:xfrm>
            <a:off x="9043030" y="3884988"/>
            <a:ext cx="843081" cy="708630"/>
          </a:xfrm>
          <a:custGeom>
            <a:avLst/>
            <a:gdLst/>
            <a:ahLst/>
            <a:cxnLst/>
            <a:rect l="l" t="t" r="r" b="b"/>
            <a:pathLst>
              <a:path w="843081" h="708630">
                <a:moveTo>
                  <a:pt x="0" y="708630"/>
                </a:moveTo>
                <a:lnTo>
                  <a:pt x="30625" y="708154"/>
                </a:lnTo>
                <a:lnTo>
                  <a:pt x="87877" y="671299"/>
                </a:lnTo>
                <a:lnTo>
                  <a:pt x="120267" y="682407"/>
                </a:lnTo>
                <a:lnTo>
                  <a:pt x="150249" y="599741"/>
                </a:lnTo>
                <a:lnTo>
                  <a:pt x="171702" y="646310"/>
                </a:lnTo>
                <a:lnTo>
                  <a:pt x="194613" y="614586"/>
                </a:lnTo>
                <a:lnTo>
                  <a:pt x="229415" y="624926"/>
                </a:lnTo>
                <a:lnTo>
                  <a:pt x="223674" y="585178"/>
                </a:lnTo>
                <a:lnTo>
                  <a:pt x="278050" y="555881"/>
                </a:lnTo>
                <a:lnTo>
                  <a:pt x="264878" y="532520"/>
                </a:lnTo>
                <a:lnTo>
                  <a:pt x="285800" y="539100"/>
                </a:lnTo>
                <a:lnTo>
                  <a:pt x="286654" y="518451"/>
                </a:lnTo>
                <a:lnTo>
                  <a:pt x="296240" y="530746"/>
                </a:lnTo>
                <a:lnTo>
                  <a:pt x="308539" y="508067"/>
                </a:lnTo>
                <a:lnTo>
                  <a:pt x="345522" y="560039"/>
                </a:lnTo>
                <a:lnTo>
                  <a:pt x="404766" y="564137"/>
                </a:lnTo>
                <a:lnTo>
                  <a:pt x="418624" y="529067"/>
                </a:lnTo>
                <a:lnTo>
                  <a:pt x="443517" y="528649"/>
                </a:lnTo>
                <a:lnTo>
                  <a:pt x="453208" y="507567"/>
                </a:lnTo>
                <a:lnTo>
                  <a:pt x="466547" y="521005"/>
                </a:lnTo>
                <a:lnTo>
                  <a:pt x="547006" y="445195"/>
                </a:lnTo>
                <a:lnTo>
                  <a:pt x="691748" y="389657"/>
                </a:lnTo>
                <a:lnTo>
                  <a:pt x="746003" y="333960"/>
                </a:lnTo>
                <a:lnTo>
                  <a:pt x="741716" y="305903"/>
                </a:lnTo>
                <a:lnTo>
                  <a:pt x="783741" y="276486"/>
                </a:lnTo>
                <a:lnTo>
                  <a:pt x="749092" y="273812"/>
                </a:lnTo>
                <a:lnTo>
                  <a:pt x="772946" y="260329"/>
                </a:lnTo>
                <a:lnTo>
                  <a:pt x="757099" y="200724"/>
                </a:lnTo>
                <a:lnTo>
                  <a:pt x="785417" y="164861"/>
                </a:lnTo>
                <a:lnTo>
                  <a:pt x="843081" y="143988"/>
                </a:lnTo>
                <a:lnTo>
                  <a:pt x="841009" y="124655"/>
                </a:lnTo>
                <a:lnTo>
                  <a:pt x="799693" y="87755"/>
                </a:lnTo>
                <a:lnTo>
                  <a:pt x="781259" y="104367"/>
                </a:lnTo>
                <a:lnTo>
                  <a:pt x="771185" y="71865"/>
                </a:lnTo>
                <a:lnTo>
                  <a:pt x="644045" y="0"/>
                </a:lnTo>
                <a:lnTo>
                  <a:pt x="624711" y="89110"/>
                </a:lnTo>
                <a:lnTo>
                  <a:pt x="605150" y="85444"/>
                </a:lnTo>
                <a:lnTo>
                  <a:pt x="610880" y="67353"/>
                </a:lnTo>
                <a:lnTo>
                  <a:pt x="593965" y="76546"/>
                </a:lnTo>
                <a:lnTo>
                  <a:pt x="550455" y="60655"/>
                </a:lnTo>
                <a:lnTo>
                  <a:pt x="532046" y="83290"/>
                </a:lnTo>
                <a:lnTo>
                  <a:pt x="497256" y="72348"/>
                </a:lnTo>
                <a:lnTo>
                  <a:pt x="515270" y="40732"/>
                </a:lnTo>
                <a:lnTo>
                  <a:pt x="508374" y="12399"/>
                </a:lnTo>
                <a:lnTo>
                  <a:pt x="400955" y="33506"/>
                </a:lnTo>
                <a:lnTo>
                  <a:pt x="358068" y="6639"/>
                </a:lnTo>
                <a:lnTo>
                  <a:pt x="362039" y="29225"/>
                </a:lnTo>
                <a:lnTo>
                  <a:pt x="300038" y="69315"/>
                </a:lnTo>
                <a:lnTo>
                  <a:pt x="303944" y="106892"/>
                </a:lnTo>
                <a:lnTo>
                  <a:pt x="268920" y="159016"/>
                </a:lnTo>
                <a:lnTo>
                  <a:pt x="278377" y="181531"/>
                </a:lnTo>
                <a:lnTo>
                  <a:pt x="259343" y="177453"/>
                </a:lnTo>
                <a:lnTo>
                  <a:pt x="240303" y="218166"/>
                </a:lnTo>
                <a:lnTo>
                  <a:pt x="172325" y="210851"/>
                </a:lnTo>
                <a:lnTo>
                  <a:pt x="148081" y="259659"/>
                </a:lnTo>
                <a:lnTo>
                  <a:pt x="132214" y="250442"/>
                </a:lnTo>
                <a:lnTo>
                  <a:pt x="138915" y="374768"/>
                </a:lnTo>
                <a:lnTo>
                  <a:pt x="182700" y="384003"/>
                </a:lnTo>
                <a:lnTo>
                  <a:pt x="181581" y="407839"/>
                </a:lnTo>
                <a:lnTo>
                  <a:pt x="165585" y="416672"/>
                </a:lnTo>
                <a:lnTo>
                  <a:pt x="167193" y="403069"/>
                </a:lnTo>
                <a:lnTo>
                  <a:pt x="145391" y="396621"/>
                </a:lnTo>
                <a:lnTo>
                  <a:pt x="131451" y="407721"/>
                </a:lnTo>
                <a:lnTo>
                  <a:pt x="116517" y="382696"/>
                </a:lnTo>
                <a:lnTo>
                  <a:pt x="65756" y="376623"/>
                </a:lnTo>
                <a:lnTo>
                  <a:pt x="63296" y="395384"/>
                </a:lnTo>
                <a:lnTo>
                  <a:pt x="92708" y="414464"/>
                </a:lnTo>
                <a:lnTo>
                  <a:pt x="87655" y="456705"/>
                </a:lnTo>
                <a:lnTo>
                  <a:pt x="109865" y="468667"/>
                </a:lnTo>
                <a:lnTo>
                  <a:pt x="117704" y="544556"/>
                </a:lnTo>
                <a:lnTo>
                  <a:pt x="68919" y="583613"/>
                </a:lnTo>
                <a:lnTo>
                  <a:pt x="78595" y="593616"/>
                </a:lnTo>
                <a:lnTo>
                  <a:pt x="49051" y="628969"/>
                </a:lnTo>
                <a:lnTo>
                  <a:pt x="17918" y="643224"/>
                </a:lnTo>
                <a:lnTo>
                  <a:pt x="0" y="708630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Puducherry"/>
          <p:cNvSpPr/>
          <p:nvPr/>
        </p:nvSpPr>
        <p:spPr>
          <a:xfrm>
            <a:off x="8804553" y="5461179"/>
            <a:ext cx="18519" cy="25588"/>
          </a:xfrm>
          <a:custGeom>
            <a:avLst/>
            <a:gdLst/>
            <a:ahLst/>
            <a:cxnLst/>
            <a:rect l="l" t="t" r="r" b="b"/>
            <a:pathLst>
              <a:path w="18519" h="25588">
                <a:moveTo>
                  <a:pt x="18519" y="25588"/>
                </a:moveTo>
                <a:lnTo>
                  <a:pt x="10191" y="0"/>
                </a:lnTo>
                <a:lnTo>
                  <a:pt x="0" y="18982"/>
                </a:lnTo>
                <a:lnTo>
                  <a:pt x="18519" y="25588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Punjab"/>
          <p:cNvSpPr/>
          <p:nvPr/>
        </p:nvSpPr>
        <p:spPr>
          <a:xfrm>
            <a:off x="8003053" y="2400685"/>
            <a:ext cx="422556" cy="443198"/>
          </a:xfrm>
          <a:custGeom>
            <a:avLst/>
            <a:gdLst/>
            <a:ahLst/>
            <a:cxnLst/>
            <a:rect l="l" t="t" r="r" b="b"/>
            <a:pathLst>
              <a:path w="422556" h="443198">
                <a:moveTo>
                  <a:pt x="88768" y="383385"/>
                </a:moveTo>
                <a:lnTo>
                  <a:pt x="167922" y="387862"/>
                </a:lnTo>
                <a:lnTo>
                  <a:pt x="187701" y="411468"/>
                </a:lnTo>
                <a:lnTo>
                  <a:pt x="186837" y="443198"/>
                </a:lnTo>
                <a:lnTo>
                  <a:pt x="217880" y="403575"/>
                </a:lnTo>
                <a:lnTo>
                  <a:pt x="298743" y="413248"/>
                </a:lnTo>
                <a:lnTo>
                  <a:pt x="326488" y="396871"/>
                </a:lnTo>
                <a:lnTo>
                  <a:pt x="321480" y="351472"/>
                </a:lnTo>
                <a:lnTo>
                  <a:pt x="337281" y="360650"/>
                </a:lnTo>
                <a:lnTo>
                  <a:pt x="351265" y="346144"/>
                </a:lnTo>
                <a:lnTo>
                  <a:pt x="368368" y="363519"/>
                </a:lnTo>
                <a:lnTo>
                  <a:pt x="383582" y="347194"/>
                </a:lnTo>
                <a:lnTo>
                  <a:pt x="369813" y="335665"/>
                </a:lnTo>
                <a:lnTo>
                  <a:pt x="395345" y="311217"/>
                </a:lnTo>
                <a:lnTo>
                  <a:pt x="422556" y="317077"/>
                </a:lnTo>
                <a:lnTo>
                  <a:pt x="420958" y="283774"/>
                </a:lnTo>
                <a:lnTo>
                  <a:pt x="390377" y="263943"/>
                </a:lnTo>
                <a:lnTo>
                  <a:pt x="411400" y="256207"/>
                </a:lnTo>
                <a:lnTo>
                  <a:pt x="379238" y="225752"/>
                </a:lnTo>
                <a:lnTo>
                  <a:pt x="381600" y="192330"/>
                </a:lnTo>
                <a:lnTo>
                  <a:pt x="353613" y="183926"/>
                </a:lnTo>
                <a:lnTo>
                  <a:pt x="344513" y="160314"/>
                </a:lnTo>
                <a:lnTo>
                  <a:pt x="317624" y="179813"/>
                </a:lnTo>
                <a:lnTo>
                  <a:pt x="280315" y="83747"/>
                </a:lnTo>
                <a:lnTo>
                  <a:pt x="236618" y="65881"/>
                </a:lnTo>
                <a:lnTo>
                  <a:pt x="239809" y="40977"/>
                </a:lnTo>
                <a:lnTo>
                  <a:pt x="283690" y="17590"/>
                </a:lnTo>
                <a:lnTo>
                  <a:pt x="270796" y="0"/>
                </a:lnTo>
                <a:lnTo>
                  <a:pt x="228116" y="34865"/>
                </a:lnTo>
                <a:lnTo>
                  <a:pt x="201525" y="24649"/>
                </a:lnTo>
                <a:lnTo>
                  <a:pt x="190411" y="61140"/>
                </a:lnTo>
                <a:lnTo>
                  <a:pt x="137539" y="68273"/>
                </a:lnTo>
                <a:lnTo>
                  <a:pt x="83373" y="118049"/>
                </a:lnTo>
                <a:lnTo>
                  <a:pt x="106414" y="162001"/>
                </a:lnTo>
                <a:lnTo>
                  <a:pt x="86431" y="205872"/>
                </a:lnTo>
                <a:lnTo>
                  <a:pt x="113031" y="211891"/>
                </a:lnTo>
                <a:lnTo>
                  <a:pt x="6708" y="301682"/>
                </a:lnTo>
                <a:lnTo>
                  <a:pt x="12321" y="356929"/>
                </a:lnTo>
                <a:lnTo>
                  <a:pt x="0" y="375269"/>
                </a:lnTo>
                <a:lnTo>
                  <a:pt x="88768" y="383385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ājasthān"/>
          <p:cNvSpPr/>
          <p:nvPr/>
        </p:nvSpPr>
        <p:spPr>
          <a:xfrm>
            <a:off x="7393473" y="2745956"/>
            <a:ext cx="1216970" cy="1065302"/>
          </a:xfrm>
          <a:custGeom>
            <a:avLst/>
            <a:gdLst/>
            <a:ahLst/>
            <a:cxnLst/>
            <a:rect l="l" t="t" r="r" b="b"/>
            <a:pathLst>
              <a:path w="1216970" h="1065302">
                <a:moveTo>
                  <a:pt x="1080074" y="357801"/>
                </a:moveTo>
                <a:lnTo>
                  <a:pt x="1046990" y="354704"/>
                </a:lnTo>
                <a:lnTo>
                  <a:pt x="1052649" y="367202"/>
                </a:lnTo>
                <a:lnTo>
                  <a:pt x="1028400" y="379653"/>
                </a:lnTo>
                <a:lnTo>
                  <a:pt x="1036708" y="307443"/>
                </a:lnTo>
                <a:lnTo>
                  <a:pt x="1019804" y="295025"/>
                </a:lnTo>
                <a:lnTo>
                  <a:pt x="978212" y="333505"/>
                </a:lnTo>
                <a:lnTo>
                  <a:pt x="968185" y="305930"/>
                </a:lnTo>
                <a:lnTo>
                  <a:pt x="942780" y="301358"/>
                </a:lnTo>
                <a:lnTo>
                  <a:pt x="949710" y="323547"/>
                </a:lnTo>
                <a:lnTo>
                  <a:pt x="924157" y="329755"/>
                </a:lnTo>
                <a:lnTo>
                  <a:pt x="932403" y="355455"/>
                </a:lnTo>
                <a:lnTo>
                  <a:pt x="898343" y="350207"/>
                </a:lnTo>
                <a:lnTo>
                  <a:pt x="907956" y="317057"/>
                </a:lnTo>
                <a:lnTo>
                  <a:pt x="894775" y="312115"/>
                </a:lnTo>
                <a:lnTo>
                  <a:pt x="915524" y="305591"/>
                </a:lnTo>
                <a:lnTo>
                  <a:pt x="841583" y="236575"/>
                </a:lnTo>
                <a:lnTo>
                  <a:pt x="820673" y="140676"/>
                </a:lnTo>
                <a:lnTo>
                  <a:pt x="774284" y="144556"/>
                </a:lnTo>
                <a:lnTo>
                  <a:pt x="743127" y="118596"/>
                </a:lnTo>
                <a:lnTo>
                  <a:pt x="708331" y="129963"/>
                </a:lnTo>
                <a:lnTo>
                  <a:pt x="710663" y="66569"/>
                </a:lnTo>
                <a:lnTo>
                  <a:pt x="690956" y="64153"/>
                </a:lnTo>
                <a:lnTo>
                  <a:pt x="698348" y="38114"/>
                </a:lnTo>
                <a:lnTo>
                  <a:pt x="610762" y="33480"/>
                </a:lnTo>
                <a:lnTo>
                  <a:pt x="621550" y="0"/>
                </a:lnTo>
                <a:lnTo>
                  <a:pt x="541841" y="37652"/>
                </a:lnTo>
                <a:lnTo>
                  <a:pt x="479282" y="174702"/>
                </a:lnTo>
                <a:lnTo>
                  <a:pt x="402692" y="212884"/>
                </a:lnTo>
                <a:lnTo>
                  <a:pt x="334297" y="333851"/>
                </a:lnTo>
                <a:lnTo>
                  <a:pt x="192126" y="372060"/>
                </a:lnTo>
                <a:lnTo>
                  <a:pt x="173826" y="366638"/>
                </a:lnTo>
                <a:lnTo>
                  <a:pt x="153013" y="326550"/>
                </a:lnTo>
                <a:lnTo>
                  <a:pt x="122928" y="326349"/>
                </a:lnTo>
                <a:lnTo>
                  <a:pt x="14219" y="449982"/>
                </a:lnTo>
                <a:lnTo>
                  <a:pt x="0" y="506500"/>
                </a:lnTo>
                <a:lnTo>
                  <a:pt x="42577" y="537337"/>
                </a:lnTo>
                <a:lnTo>
                  <a:pt x="95524" y="544338"/>
                </a:lnTo>
                <a:lnTo>
                  <a:pt x="85206" y="635848"/>
                </a:lnTo>
                <a:lnTo>
                  <a:pt x="108589" y="669368"/>
                </a:lnTo>
                <a:lnTo>
                  <a:pt x="162798" y="671097"/>
                </a:lnTo>
                <a:lnTo>
                  <a:pt x="163446" y="716643"/>
                </a:lnTo>
                <a:lnTo>
                  <a:pt x="225417" y="824323"/>
                </a:lnTo>
                <a:lnTo>
                  <a:pt x="327915" y="834239"/>
                </a:lnTo>
                <a:lnTo>
                  <a:pt x="356877" y="818901"/>
                </a:lnTo>
                <a:lnTo>
                  <a:pt x="396491" y="831379"/>
                </a:lnTo>
                <a:lnTo>
                  <a:pt x="382508" y="837785"/>
                </a:lnTo>
                <a:lnTo>
                  <a:pt x="411706" y="863280"/>
                </a:lnTo>
                <a:lnTo>
                  <a:pt x="423020" y="847633"/>
                </a:lnTo>
                <a:lnTo>
                  <a:pt x="474505" y="874860"/>
                </a:lnTo>
                <a:lnTo>
                  <a:pt x="498947" y="850852"/>
                </a:lnTo>
                <a:lnTo>
                  <a:pt x="497461" y="865994"/>
                </a:lnTo>
                <a:lnTo>
                  <a:pt x="517231" y="870876"/>
                </a:lnTo>
                <a:lnTo>
                  <a:pt x="496207" y="896133"/>
                </a:lnTo>
                <a:lnTo>
                  <a:pt x="520489" y="924852"/>
                </a:lnTo>
                <a:lnTo>
                  <a:pt x="536997" y="909570"/>
                </a:lnTo>
                <a:lnTo>
                  <a:pt x="535592" y="956331"/>
                </a:lnTo>
                <a:lnTo>
                  <a:pt x="559305" y="983869"/>
                </a:lnTo>
                <a:lnTo>
                  <a:pt x="577664" y="981721"/>
                </a:lnTo>
                <a:lnTo>
                  <a:pt x="573725" y="1007502"/>
                </a:lnTo>
                <a:lnTo>
                  <a:pt x="620135" y="1017602"/>
                </a:lnTo>
                <a:lnTo>
                  <a:pt x="671025" y="1065302"/>
                </a:lnTo>
                <a:lnTo>
                  <a:pt x="728035" y="1043346"/>
                </a:lnTo>
                <a:lnTo>
                  <a:pt x="696547" y="1025452"/>
                </a:lnTo>
                <a:lnTo>
                  <a:pt x="755036" y="980625"/>
                </a:lnTo>
                <a:lnTo>
                  <a:pt x="761396" y="921344"/>
                </a:lnTo>
                <a:lnTo>
                  <a:pt x="749542" y="891279"/>
                </a:lnTo>
                <a:lnTo>
                  <a:pt x="728806" y="887355"/>
                </a:lnTo>
                <a:lnTo>
                  <a:pt x="743640" y="858831"/>
                </a:lnTo>
                <a:lnTo>
                  <a:pt x="723491" y="852573"/>
                </a:lnTo>
                <a:lnTo>
                  <a:pt x="736117" y="808880"/>
                </a:lnTo>
                <a:lnTo>
                  <a:pt x="748433" y="830600"/>
                </a:lnTo>
                <a:lnTo>
                  <a:pt x="766083" y="815927"/>
                </a:lnTo>
                <a:lnTo>
                  <a:pt x="742961" y="809360"/>
                </a:lnTo>
                <a:lnTo>
                  <a:pt x="742099" y="780547"/>
                </a:lnTo>
                <a:lnTo>
                  <a:pt x="768540" y="799109"/>
                </a:lnTo>
                <a:lnTo>
                  <a:pt x="786789" y="768813"/>
                </a:lnTo>
                <a:lnTo>
                  <a:pt x="810126" y="769784"/>
                </a:lnTo>
                <a:lnTo>
                  <a:pt x="800306" y="794600"/>
                </a:lnTo>
                <a:lnTo>
                  <a:pt x="822772" y="795501"/>
                </a:lnTo>
                <a:lnTo>
                  <a:pt x="794879" y="799205"/>
                </a:lnTo>
                <a:lnTo>
                  <a:pt x="794215" y="820320"/>
                </a:lnTo>
                <a:lnTo>
                  <a:pt x="879305" y="816000"/>
                </a:lnTo>
                <a:lnTo>
                  <a:pt x="889732" y="857259"/>
                </a:lnTo>
                <a:lnTo>
                  <a:pt x="864608" y="866896"/>
                </a:lnTo>
                <a:lnTo>
                  <a:pt x="879709" y="916675"/>
                </a:lnTo>
                <a:lnTo>
                  <a:pt x="827551" y="935284"/>
                </a:lnTo>
                <a:lnTo>
                  <a:pt x="858952" y="961701"/>
                </a:lnTo>
                <a:lnTo>
                  <a:pt x="861598" y="940216"/>
                </a:lnTo>
                <a:lnTo>
                  <a:pt x="893654" y="940609"/>
                </a:lnTo>
                <a:lnTo>
                  <a:pt x="919905" y="912041"/>
                </a:lnTo>
                <a:lnTo>
                  <a:pt x="927985" y="876024"/>
                </a:lnTo>
                <a:lnTo>
                  <a:pt x="931729" y="893863"/>
                </a:lnTo>
                <a:lnTo>
                  <a:pt x="975375" y="901743"/>
                </a:lnTo>
                <a:lnTo>
                  <a:pt x="998612" y="882746"/>
                </a:lnTo>
                <a:lnTo>
                  <a:pt x="1013365" y="907784"/>
                </a:lnTo>
                <a:lnTo>
                  <a:pt x="1033456" y="895551"/>
                </a:lnTo>
                <a:lnTo>
                  <a:pt x="1015361" y="845538"/>
                </a:lnTo>
                <a:lnTo>
                  <a:pt x="1037717" y="856334"/>
                </a:lnTo>
                <a:lnTo>
                  <a:pt x="1050240" y="831503"/>
                </a:lnTo>
                <a:lnTo>
                  <a:pt x="1013454" y="804381"/>
                </a:lnTo>
                <a:lnTo>
                  <a:pt x="1033812" y="795413"/>
                </a:lnTo>
                <a:lnTo>
                  <a:pt x="1020966" y="775546"/>
                </a:lnTo>
                <a:lnTo>
                  <a:pt x="1097091" y="759241"/>
                </a:lnTo>
                <a:lnTo>
                  <a:pt x="1092153" y="714956"/>
                </a:lnTo>
                <a:lnTo>
                  <a:pt x="1069754" y="730213"/>
                </a:lnTo>
                <a:lnTo>
                  <a:pt x="1003304" y="726872"/>
                </a:lnTo>
                <a:lnTo>
                  <a:pt x="979278" y="708360"/>
                </a:lnTo>
                <a:lnTo>
                  <a:pt x="967824" y="670053"/>
                </a:lnTo>
                <a:lnTo>
                  <a:pt x="1044946" y="601012"/>
                </a:lnTo>
                <a:lnTo>
                  <a:pt x="1192101" y="525702"/>
                </a:lnTo>
                <a:lnTo>
                  <a:pt x="1216970" y="489439"/>
                </a:lnTo>
                <a:lnTo>
                  <a:pt x="1182934" y="499837"/>
                </a:lnTo>
                <a:lnTo>
                  <a:pt x="1146115" y="487435"/>
                </a:lnTo>
                <a:lnTo>
                  <a:pt x="1103735" y="515908"/>
                </a:lnTo>
                <a:lnTo>
                  <a:pt x="1099957" y="497665"/>
                </a:lnTo>
                <a:lnTo>
                  <a:pt x="1146441" y="476355"/>
                </a:lnTo>
                <a:lnTo>
                  <a:pt x="1112706" y="467433"/>
                </a:lnTo>
                <a:lnTo>
                  <a:pt x="1135110" y="448359"/>
                </a:lnTo>
                <a:lnTo>
                  <a:pt x="1087869" y="398770"/>
                </a:lnTo>
                <a:lnTo>
                  <a:pt x="1080074" y="357801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Sikkim"/>
          <p:cNvSpPr/>
          <p:nvPr/>
        </p:nvSpPr>
        <p:spPr>
          <a:xfrm>
            <a:off x="9959598" y="3054822"/>
            <a:ext cx="123557" cy="156652"/>
          </a:xfrm>
          <a:custGeom>
            <a:avLst/>
            <a:gdLst/>
            <a:ahLst/>
            <a:cxnLst/>
            <a:rect l="l" t="t" r="r" b="b"/>
            <a:pathLst>
              <a:path w="123557" h="156652">
                <a:moveTo>
                  <a:pt x="0" y="136910"/>
                </a:moveTo>
                <a:lnTo>
                  <a:pt x="57584" y="156652"/>
                </a:lnTo>
                <a:lnTo>
                  <a:pt x="123557" y="127317"/>
                </a:lnTo>
                <a:lnTo>
                  <a:pt x="103713" y="84198"/>
                </a:lnTo>
                <a:lnTo>
                  <a:pt x="120913" y="40667"/>
                </a:lnTo>
                <a:lnTo>
                  <a:pt x="113741" y="17001"/>
                </a:lnTo>
                <a:lnTo>
                  <a:pt x="82427" y="0"/>
                </a:lnTo>
                <a:lnTo>
                  <a:pt x="15818" y="26786"/>
                </a:lnTo>
                <a:lnTo>
                  <a:pt x="25376" y="50479"/>
                </a:lnTo>
                <a:lnTo>
                  <a:pt x="0" y="136910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amil Nādu"/>
          <p:cNvSpPr/>
          <p:nvPr/>
        </p:nvSpPr>
        <p:spPr>
          <a:xfrm>
            <a:off x="8328204" y="5228698"/>
            <a:ext cx="569520" cy="819280"/>
          </a:xfrm>
          <a:custGeom>
            <a:avLst/>
            <a:gdLst/>
            <a:ahLst/>
            <a:cxnLst/>
            <a:rect l="l" t="t" r="r" b="b"/>
            <a:pathLst>
              <a:path w="569520" h="819280">
                <a:moveTo>
                  <a:pt x="494771" y="258491"/>
                </a:moveTo>
                <a:lnTo>
                  <a:pt x="479354" y="239043"/>
                </a:lnTo>
                <a:lnTo>
                  <a:pt x="499420" y="240244"/>
                </a:lnTo>
                <a:lnTo>
                  <a:pt x="556765" y="117101"/>
                </a:lnTo>
                <a:lnTo>
                  <a:pt x="569520" y="37605"/>
                </a:lnTo>
                <a:lnTo>
                  <a:pt x="558721" y="0"/>
                </a:lnTo>
                <a:lnTo>
                  <a:pt x="554979" y="14127"/>
                </a:lnTo>
                <a:lnTo>
                  <a:pt x="521455" y="3430"/>
                </a:lnTo>
                <a:lnTo>
                  <a:pt x="488236" y="53414"/>
                </a:lnTo>
                <a:lnTo>
                  <a:pt x="443312" y="31879"/>
                </a:lnTo>
                <a:lnTo>
                  <a:pt x="443727" y="56290"/>
                </a:lnTo>
                <a:lnTo>
                  <a:pt x="415547" y="58876"/>
                </a:lnTo>
                <a:lnTo>
                  <a:pt x="405602" y="81352"/>
                </a:lnTo>
                <a:lnTo>
                  <a:pt x="343480" y="74125"/>
                </a:lnTo>
                <a:lnTo>
                  <a:pt x="308915" y="140498"/>
                </a:lnTo>
                <a:lnTo>
                  <a:pt x="221826" y="103730"/>
                </a:lnTo>
                <a:lnTo>
                  <a:pt x="208519" y="133186"/>
                </a:lnTo>
                <a:lnTo>
                  <a:pt x="188986" y="134057"/>
                </a:lnTo>
                <a:lnTo>
                  <a:pt x="191469" y="178681"/>
                </a:lnTo>
                <a:lnTo>
                  <a:pt x="171419" y="196344"/>
                </a:lnTo>
                <a:lnTo>
                  <a:pt x="213453" y="215962"/>
                </a:lnTo>
                <a:lnTo>
                  <a:pt x="199621" y="240803"/>
                </a:lnTo>
                <a:lnTo>
                  <a:pt x="174571" y="242017"/>
                </a:lnTo>
                <a:lnTo>
                  <a:pt x="165221" y="269332"/>
                </a:lnTo>
                <a:lnTo>
                  <a:pt x="93310" y="264197"/>
                </a:lnTo>
                <a:lnTo>
                  <a:pt x="84853" y="294166"/>
                </a:lnTo>
                <a:lnTo>
                  <a:pt x="38348" y="277669"/>
                </a:lnTo>
                <a:lnTo>
                  <a:pt x="0" y="297662"/>
                </a:lnTo>
                <a:lnTo>
                  <a:pt x="1812" y="313062"/>
                </a:lnTo>
                <a:lnTo>
                  <a:pt x="43440" y="329335"/>
                </a:lnTo>
                <a:lnTo>
                  <a:pt x="28313" y="353206"/>
                </a:lnTo>
                <a:lnTo>
                  <a:pt x="69296" y="350366"/>
                </a:lnTo>
                <a:lnTo>
                  <a:pt x="78468" y="374861"/>
                </a:lnTo>
                <a:lnTo>
                  <a:pt x="58843" y="393279"/>
                </a:lnTo>
                <a:lnTo>
                  <a:pt x="93218" y="415248"/>
                </a:lnTo>
                <a:lnTo>
                  <a:pt x="82505" y="486935"/>
                </a:lnTo>
                <a:lnTo>
                  <a:pt x="103785" y="499398"/>
                </a:lnTo>
                <a:lnTo>
                  <a:pt x="138634" y="479513"/>
                </a:lnTo>
                <a:lnTo>
                  <a:pt x="146947" y="499564"/>
                </a:lnTo>
                <a:lnTo>
                  <a:pt x="129020" y="589961"/>
                </a:lnTo>
                <a:lnTo>
                  <a:pt x="163155" y="605464"/>
                </a:lnTo>
                <a:lnTo>
                  <a:pt x="126415" y="678264"/>
                </a:lnTo>
                <a:lnTo>
                  <a:pt x="145351" y="749094"/>
                </a:lnTo>
                <a:lnTo>
                  <a:pt x="119591" y="786898"/>
                </a:lnTo>
                <a:lnTo>
                  <a:pt x="149725" y="812480"/>
                </a:lnTo>
                <a:lnTo>
                  <a:pt x="183043" y="819280"/>
                </a:lnTo>
                <a:lnTo>
                  <a:pt x="253737" y="774926"/>
                </a:lnTo>
                <a:lnTo>
                  <a:pt x="270885" y="692137"/>
                </a:lnTo>
                <a:lnTo>
                  <a:pt x="301550" y="664655"/>
                </a:lnTo>
                <a:lnTo>
                  <a:pt x="378118" y="640547"/>
                </a:lnTo>
                <a:lnTo>
                  <a:pt x="442957" y="657430"/>
                </a:lnTo>
                <a:lnTo>
                  <a:pt x="428634" y="633655"/>
                </a:lnTo>
                <a:lnTo>
                  <a:pt x="392227" y="636971"/>
                </a:lnTo>
                <a:lnTo>
                  <a:pt x="368947" y="608374"/>
                </a:lnTo>
                <a:lnTo>
                  <a:pt x="419855" y="526318"/>
                </a:lnTo>
                <a:lnTo>
                  <a:pt x="424125" y="493018"/>
                </a:lnTo>
                <a:lnTo>
                  <a:pt x="504938" y="487016"/>
                </a:lnTo>
                <a:lnTo>
                  <a:pt x="501103" y="408751"/>
                </a:lnTo>
                <a:lnTo>
                  <a:pt x="482544" y="389487"/>
                </a:lnTo>
                <a:lnTo>
                  <a:pt x="501330" y="385408"/>
                </a:lnTo>
                <a:lnTo>
                  <a:pt x="493215" y="265668"/>
                </a:lnTo>
                <a:lnTo>
                  <a:pt x="481656" y="264764"/>
                </a:lnTo>
                <a:lnTo>
                  <a:pt x="494771" y="258491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langāna"/>
          <p:cNvSpPr/>
          <p:nvPr/>
        </p:nvSpPr>
        <p:spPr>
          <a:xfrm>
            <a:off x="8466930" y="4281000"/>
            <a:ext cx="565931" cy="608715"/>
          </a:xfrm>
          <a:custGeom>
            <a:avLst/>
            <a:gdLst/>
            <a:ahLst/>
            <a:cxnLst/>
            <a:rect l="l" t="t" r="r" b="b"/>
            <a:pathLst>
              <a:path w="565931" h="608715">
                <a:moveTo>
                  <a:pt x="43694" y="242169"/>
                </a:moveTo>
                <a:lnTo>
                  <a:pt x="44026" y="280396"/>
                </a:lnTo>
                <a:lnTo>
                  <a:pt x="58149" y="290477"/>
                </a:lnTo>
                <a:lnTo>
                  <a:pt x="28700" y="347843"/>
                </a:lnTo>
                <a:lnTo>
                  <a:pt x="62757" y="363857"/>
                </a:lnTo>
                <a:lnTo>
                  <a:pt x="38377" y="370694"/>
                </a:lnTo>
                <a:lnTo>
                  <a:pt x="19985" y="401792"/>
                </a:lnTo>
                <a:lnTo>
                  <a:pt x="36927" y="432903"/>
                </a:lnTo>
                <a:lnTo>
                  <a:pt x="32061" y="494888"/>
                </a:lnTo>
                <a:lnTo>
                  <a:pt x="0" y="513724"/>
                </a:lnTo>
                <a:lnTo>
                  <a:pt x="49708" y="533050"/>
                </a:lnTo>
                <a:lnTo>
                  <a:pt x="35744" y="578753"/>
                </a:lnTo>
                <a:lnTo>
                  <a:pt x="58377" y="601303"/>
                </a:lnTo>
                <a:lnTo>
                  <a:pt x="124372" y="608715"/>
                </a:lnTo>
                <a:lnTo>
                  <a:pt x="162301" y="573107"/>
                </a:lnTo>
                <a:lnTo>
                  <a:pt x="214589" y="581117"/>
                </a:lnTo>
                <a:lnTo>
                  <a:pt x="245612" y="548416"/>
                </a:lnTo>
                <a:lnTo>
                  <a:pt x="274282" y="550328"/>
                </a:lnTo>
                <a:lnTo>
                  <a:pt x="279861" y="499814"/>
                </a:lnTo>
                <a:lnTo>
                  <a:pt x="351476" y="475191"/>
                </a:lnTo>
                <a:lnTo>
                  <a:pt x="375816" y="489352"/>
                </a:lnTo>
                <a:lnTo>
                  <a:pt x="392550" y="464605"/>
                </a:lnTo>
                <a:lnTo>
                  <a:pt x="385181" y="447695"/>
                </a:lnTo>
                <a:lnTo>
                  <a:pt x="409978" y="428431"/>
                </a:lnTo>
                <a:lnTo>
                  <a:pt x="435455" y="462252"/>
                </a:lnTo>
                <a:lnTo>
                  <a:pt x="461740" y="469631"/>
                </a:lnTo>
                <a:lnTo>
                  <a:pt x="466130" y="447155"/>
                </a:lnTo>
                <a:lnTo>
                  <a:pt x="433097" y="438576"/>
                </a:lnTo>
                <a:lnTo>
                  <a:pt x="439416" y="421346"/>
                </a:lnTo>
                <a:lnTo>
                  <a:pt x="447147" y="430522"/>
                </a:lnTo>
                <a:lnTo>
                  <a:pt x="463094" y="412154"/>
                </a:lnTo>
                <a:lnTo>
                  <a:pt x="499831" y="429037"/>
                </a:lnTo>
                <a:lnTo>
                  <a:pt x="510019" y="402203"/>
                </a:lnTo>
                <a:lnTo>
                  <a:pt x="545344" y="400620"/>
                </a:lnTo>
                <a:lnTo>
                  <a:pt x="565931" y="379094"/>
                </a:lnTo>
                <a:lnTo>
                  <a:pt x="501228" y="345163"/>
                </a:lnTo>
                <a:lnTo>
                  <a:pt x="505403" y="325190"/>
                </a:lnTo>
                <a:lnTo>
                  <a:pt x="535690" y="319767"/>
                </a:lnTo>
                <a:lnTo>
                  <a:pt x="522394" y="315853"/>
                </a:lnTo>
                <a:lnTo>
                  <a:pt x="518348" y="259055"/>
                </a:lnTo>
                <a:lnTo>
                  <a:pt x="484808" y="259289"/>
                </a:lnTo>
                <a:lnTo>
                  <a:pt x="484532" y="224116"/>
                </a:lnTo>
                <a:lnTo>
                  <a:pt x="454052" y="193289"/>
                </a:lnTo>
                <a:lnTo>
                  <a:pt x="430771" y="196920"/>
                </a:lnTo>
                <a:lnTo>
                  <a:pt x="421331" y="178024"/>
                </a:lnTo>
                <a:lnTo>
                  <a:pt x="399130" y="184159"/>
                </a:lnTo>
                <a:lnTo>
                  <a:pt x="371892" y="164880"/>
                </a:lnTo>
                <a:lnTo>
                  <a:pt x="363168" y="121184"/>
                </a:lnTo>
                <a:lnTo>
                  <a:pt x="379717" y="76711"/>
                </a:lnTo>
                <a:lnTo>
                  <a:pt x="348630" y="45786"/>
                </a:lnTo>
                <a:lnTo>
                  <a:pt x="309576" y="61810"/>
                </a:lnTo>
                <a:lnTo>
                  <a:pt x="278021" y="44421"/>
                </a:lnTo>
                <a:lnTo>
                  <a:pt x="270648" y="67961"/>
                </a:lnTo>
                <a:lnTo>
                  <a:pt x="236046" y="54097"/>
                </a:lnTo>
                <a:lnTo>
                  <a:pt x="222270" y="22748"/>
                </a:lnTo>
                <a:lnTo>
                  <a:pt x="148331" y="0"/>
                </a:lnTo>
                <a:lnTo>
                  <a:pt x="147959" y="68388"/>
                </a:lnTo>
                <a:lnTo>
                  <a:pt x="130213" y="74937"/>
                </a:lnTo>
                <a:lnTo>
                  <a:pt x="130093" y="101012"/>
                </a:lnTo>
                <a:lnTo>
                  <a:pt x="86906" y="91069"/>
                </a:lnTo>
                <a:lnTo>
                  <a:pt x="72856" y="131721"/>
                </a:lnTo>
                <a:lnTo>
                  <a:pt x="98688" y="161875"/>
                </a:lnTo>
                <a:lnTo>
                  <a:pt x="71680" y="181107"/>
                </a:lnTo>
                <a:lnTo>
                  <a:pt x="69602" y="202632"/>
                </a:lnTo>
                <a:lnTo>
                  <a:pt x="49920" y="203804"/>
                </a:lnTo>
                <a:lnTo>
                  <a:pt x="43694" y="242169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ripura"/>
          <p:cNvSpPr/>
          <p:nvPr/>
        </p:nvSpPr>
        <p:spPr>
          <a:xfrm>
            <a:off x="10394703" y="3592398"/>
            <a:ext cx="162734" cy="237084"/>
          </a:xfrm>
          <a:custGeom>
            <a:avLst/>
            <a:gdLst/>
            <a:ahLst/>
            <a:cxnLst/>
            <a:rect l="l" t="t" r="r" b="b"/>
            <a:pathLst>
              <a:path w="162734" h="237084">
                <a:moveTo>
                  <a:pt x="91205" y="152732"/>
                </a:moveTo>
                <a:lnTo>
                  <a:pt x="109443" y="163740"/>
                </a:lnTo>
                <a:lnTo>
                  <a:pt x="111010" y="117762"/>
                </a:lnTo>
                <a:lnTo>
                  <a:pt x="148271" y="130569"/>
                </a:lnTo>
                <a:lnTo>
                  <a:pt x="160611" y="98971"/>
                </a:lnTo>
                <a:lnTo>
                  <a:pt x="162734" y="51920"/>
                </a:lnTo>
                <a:lnTo>
                  <a:pt x="143393" y="42426"/>
                </a:lnTo>
                <a:lnTo>
                  <a:pt x="152502" y="20611"/>
                </a:lnTo>
                <a:lnTo>
                  <a:pt x="140034" y="0"/>
                </a:lnTo>
                <a:lnTo>
                  <a:pt x="139410" y="16215"/>
                </a:lnTo>
                <a:lnTo>
                  <a:pt x="106023" y="28224"/>
                </a:lnTo>
                <a:lnTo>
                  <a:pt x="105446" y="61493"/>
                </a:lnTo>
                <a:lnTo>
                  <a:pt x="81671" y="42127"/>
                </a:lnTo>
                <a:lnTo>
                  <a:pt x="83009" y="57565"/>
                </a:lnTo>
                <a:lnTo>
                  <a:pt x="69995" y="44118"/>
                </a:lnTo>
                <a:lnTo>
                  <a:pt x="58736" y="67631"/>
                </a:lnTo>
                <a:lnTo>
                  <a:pt x="30372" y="62941"/>
                </a:lnTo>
                <a:lnTo>
                  <a:pt x="0" y="117236"/>
                </a:lnTo>
                <a:lnTo>
                  <a:pt x="26316" y="212726"/>
                </a:lnTo>
                <a:lnTo>
                  <a:pt x="36059" y="218304"/>
                </a:lnTo>
                <a:lnTo>
                  <a:pt x="34876" y="185419"/>
                </a:lnTo>
                <a:lnTo>
                  <a:pt x="63995" y="237084"/>
                </a:lnTo>
                <a:lnTo>
                  <a:pt x="93939" y="214077"/>
                </a:lnTo>
                <a:lnTo>
                  <a:pt x="91205" y="152732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Uttar Pradesh"/>
          <p:cNvSpPr/>
          <p:nvPr/>
        </p:nvSpPr>
        <p:spPr>
          <a:xfrm>
            <a:off x="8445886" y="2716205"/>
            <a:ext cx="1045629" cy="974121"/>
          </a:xfrm>
          <a:custGeom>
            <a:avLst/>
            <a:gdLst/>
            <a:ahLst/>
            <a:cxnLst/>
            <a:rect l="l" t="t" r="r" b="b"/>
            <a:pathLst>
              <a:path w="1045629" h="974121">
                <a:moveTo>
                  <a:pt x="68142" y="0"/>
                </a:moveTo>
                <a:lnTo>
                  <a:pt x="14405" y="72551"/>
                </a:lnTo>
                <a:lnTo>
                  <a:pt x="0" y="120663"/>
                </a:lnTo>
                <a:lnTo>
                  <a:pt x="15986" y="238736"/>
                </a:lnTo>
                <a:lnTo>
                  <a:pt x="64598" y="321680"/>
                </a:lnTo>
                <a:lnTo>
                  <a:pt x="62687" y="367685"/>
                </a:lnTo>
                <a:lnTo>
                  <a:pt x="27555" y="387745"/>
                </a:lnTo>
                <a:lnTo>
                  <a:pt x="32280" y="416560"/>
                </a:lnTo>
                <a:lnTo>
                  <a:pt x="82697" y="478110"/>
                </a:lnTo>
                <a:lnTo>
                  <a:pt x="60293" y="497184"/>
                </a:lnTo>
                <a:lnTo>
                  <a:pt x="94028" y="506106"/>
                </a:lnTo>
                <a:lnTo>
                  <a:pt x="43471" y="532450"/>
                </a:lnTo>
                <a:lnTo>
                  <a:pt x="52125" y="545668"/>
                </a:lnTo>
                <a:lnTo>
                  <a:pt x="93599" y="517210"/>
                </a:lnTo>
                <a:lnTo>
                  <a:pt x="130521" y="529588"/>
                </a:lnTo>
                <a:lnTo>
                  <a:pt x="158008" y="515143"/>
                </a:lnTo>
                <a:lnTo>
                  <a:pt x="162896" y="534920"/>
                </a:lnTo>
                <a:lnTo>
                  <a:pt x="177112" y="526708"/>
                </a:lnTo>
                <a:lnTo>
                  <a:pt x="265998" y="555886"/>
                </a:lnTo>
                <a:lnTo>
                  <a:pt x="284055" y="590697"/>
                </a:lnTo>
                <a:lnTo>
                  <a:pt x="231120" y="693573"/>
                </a:lnTo>
                <a:lnTo>
                  <a:pt x="239268" y="713001"/>
                </a:lnTo>
                <a:lnTo>
                  <a:pt x="188285" y="721595"/>
                </a:lnTo>
                <a:lnTo>
                  <a:pt x="169134" y="749427"/>
                </a:lnTo>
                <a:lnTo>
                  <a:pt x="190315" y="781226"/>
                </a:lnTo>
                <a:lnTo>
                  <a:pt x="150254" y="826172"/>
                </a:lnTo>
                <a:lnTo>
                  <a:pt x="175033" y="910228"/>
                </a:lnTo>
                <a:lnTo>
                  <a:pt x="198674" y="897044"/>
                </a:lnTo>
                <a:lnTo>
                  <a:pt x="236643" y="928537"/>
                </a:lnTo>
                <a:lnTo>
                  <a:pt x="261382" y="903046"/>
                </a:lnTo>
                <a:lnTo>
                  <a:pt x="249164" y="859207"/>
                </a:lnTo>
                <a:lnTo>
                  <a:pt x="230996" y="865345"/>
                </a:lnTo>
                <a:lnTo>
                  <a:pt x="236232" y="833879"/>
                </a:lnTo>
                <a:lnTo>
                  <a:pt x="214337" y="811979"/>
                </a:lnTo>
                <a:lnTo>
                  <a:pt x="206897" y="767856"/>
                </a:lnTo>
                <a:lnTo>
                  <a:pt x="187098" y="763247"/>
                </a:lnTo>
                <a:lnTo>
                  <a:pt x="218000" y="739833"/>
                </a:lnTo>
                <a:lnTo>
                  <a:pt x="234126" y="752965"/>
                </a:lnTo>
                <a:lnTo>
                  <a:pt x="229060" y="731801"/>
                </a:lnTo>
                <a:lnTo>
                  <a:pt x="243753" y="741814"/>
                </a:lnTo>
                <a:lnTo>
                  <a:pt x="256939" y="722488"/>
                </a:lnTo>
                <a:lnTo>
                  <a:pt x="263858" y="749831"/>
                </a:lnTo>
                <a:lnTo>
                  <a:pt x="235947" y="761480"/>
                </a:lnTo>
                <a:lnTo>
                  <a:pt x="244515" y="771514"/>
                </a:lnTo>
                <a:lnTo>
                  <a:pt x="259881" y="754154"/>
                </a:lnTo>
                <a:lnTo>
                  <a:pt x="248772" y="782137"/>
                </a:lnTo>
                <a:lnTo>
                  <a:pt x="267166" y="764757"/>
                </a:lnTo>
                <a:lnTo>
                  <a:pt x="283469" y="789330"/>
                </a:lnTo>
                <a:lnTo>
                  <a:pt x="308769" y="785349"/>
                </a:lnTo>
                <a:lnTo>
                  <a:pt x="306856" y="755262"/>
                </a:lnTo>
                <a:lnTo>
                  <a:pt x="333816" y="765829"/>
                </a:lnTo>
                <a:lnTo>
                  <a:pt x="321467" y="789807"/>
                </a:lnTo>
                <a:lnTo>
                  <a:pt x="384641" y="791301"/>
                </a:lnTo>
                <a:lnTo>
                  <a:pt x="383233" y="770493"/>
                </a:lnTo>
                <a:lnTo>
                  <a:pt x="440357" y="742365"/>
                </a:lnTo>
                <a:lnTo>
                  <a:pt x="463597" y="779149"/>
                </a:lnTo>
                <a:lnTo>
                  <a:pt x="441711" y="801785"/>
                </a:lnTo>
                <a:lnTo>
                  <a:pt x="466087" y="793946"/>
                </a:lnTo>
                <a:lnTo>
                  <a:pt x="470138" y="809545"/>
                </a:lnTo>
                <a:lnTo>
                  <a:pt x="470667" y="790704"/>
                </a:lnTo>
                <a:lnTo>
                  <a:pt x="511307" y="797478"/>
                </a:lnTo>
                <a:lnTo>
                  <a:pt x="501364" y="786500"/>
                </a:lnTo>
                <a:lnTo>
                  <a:pt x="526327" y="777608"/>
                </a:lnTo>
                <a:lnTo>
                  <a:pt x="516285" y="817228"/>
                </a:lnTo>
                <a:lnTo>
                  <a:pt x="561633" y="822452"/>
                </a:lnTo>
                <a:lnTo>
                  <a:pt x="580732" y="780884"/>
                </a:lnTo>
                <a:lnTo>
                  <a:pt x="610317" y="794875"/>
                </a:lnTo>
                <a:lnTo>
                  <a:pt x="622428" y="777177"/>
                </a:lnTo>
                <a:lnTo>
                  <a:pt x="626999" y="797254"/>
                </a:lnTo>
                <a:lnTo>
                  <a:pt x="667909" y="804736"/>
                </a:lnTo>
                <a:lnTo>
                  <a:pt x="675970" y="831479"/>
                </a:lnTo>
                <a:lnTo>
                  <a:pt x="708973" y="832648"/>
                </a:lnTo>
                <a:lnTo>
                  <a:pt x="722109" y="864627"/>
                </a:lnTo>
                <a:lnTo>
                  <a:pt x="738399" y="866691"/>
                </a:lnTo>
                <a:lnTo>
                  <a:pt x="740256" y="850046"/>
                </a:lnTo>
                <a:lnTo>
                  <a:pt x="787933" y="859134"/>
                </a:lnTo>
                <a:lnTo>
                  <a:pt x="772941" y="936380"/>
                </a:lnTo>
                <a:lnTo>
                  <a:pt x="812041" y="974121"/>
                </a:lnTo>
                <a:lnTo>
                  <a:pt x="848051" y="966662"/>
                </a:lnTo>
                <a:lnTo>
                  <a:pt x="882582" y="900513"/>
                </a:lnTo>
                <a:lnTo>
                  <a:pt x="874228" y="880757"/>
                </a:lnTo>
                <a:lnTo>
                  <a:pt x="895139" y="861953"/>
                </a:lnTo>
                <a:lnTo>
                  <a:pt x="868779" y="824982"/>
                </a:lnTo>
                <a:lnTo>
                  <a:pt x="868733" y="775855"/>
                </a:lnTo>
                <a:lnTo>
                  <a:pt x="936464" y="740825"/>
                </a:lnTo>
                <a:lnTo>
                  <a:pt x="972203" y="698039"/>
                </a:lnTo>
                <a:lnTo>
                  <a:pt x="1045629" y="697003"/>
                </a:lnTo>
                <a:lnTo>
                  <a:pt x="959046" y="630204"/>
                </a:lnTo>
                <a:lnTo>
                  <a:pt x="980765" y="620409"/>
                </a:lnTo>
                <a:lnTo>
                  <a:pt x="982241" y="601064"/>
                </a:lnTo>
                <a:lnTo>
                  <a:pt x="945014" y="578910"/>
                </a:lnTo>
                <a:lnTo>
                  <a:pt x="969721" y="560988"/>
                </a:lnTo>
                <a:lnTo>
                  <a:pt x="1015889" y="562820"/>
                </a:lnTo>
                <a:lnTo>
                  <a:pt x="991071" y="546123"/>
                </a:lnTo>
                <a:lnTo>
                  <a:pt x="992925" y="528535"/>
                </a:lnTo>
                <a:lnTo>
                  <a:pt x="966087" y="523821"/>
                </a:lnTo>
                <a:lnTo>
                  <a:pt x="947457" y="459132"/>
                </a:lnTo>
                <a:lnTo>
                  <a:pt x="904403" y="437083"/>
                </a:lnTo>
                <a:lnTo>
                  <a:pt x="873010" y="435568"/>
                </a:lnTo>
                <a:lnTo>
                  <a:pt x="863277" y="457791"/>
                </a:lnTo>
                <a:lnTo>
                  <a:pt x="845339" y="439373"/>
                </a:lnTo>
                <a:lnTo>
                  <a:pt x="782567" y="432096"/>
                </a:lnTo>
                <a:lnTo>
                  <a:pt x="778881" y="399206"/>
                </a:lnTo>
                <a:lnTo>
                  <a:pt x="742987" y="405675"/>
                </a:lnTo>
                <a:lnTo>
                  <a:pt x="690463" y="369305"/>
                </a:lnTo>
                <a:lnTo>
                  <a:pt x="664801" y="379220"/>
                </a:lnTo>
                <a:lnTo>
                  <a:pt x="485053" y="256115"/>
                </a:lnTo>
                <a:lnTo>
                  <a:pt x="475325" y="275425"/>
                </a:lnTo>
                <a:lnTo>
                  <a:pt x="420223" y="234266"/>
                </a:lnTo>
                <a:lnTo>
                  <a:pt x="397469" y="249955"/>
                </a:lnTo>
                <a:lnTo>
                  <a:pt x="378617" y="225330"/>
                </a:lnTo>
                <a:lnTo>
                  <a:pt x="324269" y="228523"/>
                </a:lnTo>
                <a:lnTo>
                  <a:pt x="282904" y="188778"/>
                </a:lnTo>
                <a:lnTo>
                  <a:pt x="252368" y="189926"/>
                </a:lnTo>
                <a:lnTo>
                  <a:pt x="226365" y="162813"/>
                </a:lnTo>
                <a:lnTo>
                  <a:pt x="257349" y="143119"/>
                </a:lnTo>
                <a:lnTo>
                  <a:pt x="212398" y="125288"/>
                </a:lnTo>
                <a:lnTo>
                  <a:pt x="196228" y="99185"/>
                </a:lnTo>
                <a:lnTo>
                  <a:pt x="173336" y="89676"/>
                </a:lnTo>
                <a:lnTo>
                  <a:pt x="129845" y="121882"/>
                </a:lnTo>
                <a:lnTo>
                  <a:pt x="119517" y="102234"/>
                </a:lnTo>
                <a:lnTo>
                  <a:pt x="99026" y="106159"/>
                </a:lnTo>
                <a:lnTo>
                  <a:pt x="89920" y="65895"/>
                </a:lnTo>
                <a:lnTo>
                  <a:pt x="121549" y="23138"/>
                </a:lnTo>
                <a:lnTo>
                  <a:pt x="68142" y="0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Uttarākhand"/>
          <p:cNvSpPr/>
          <p:nvPr/>
        </p:nvSpPr>
        <p:spPr>
          <a:xfrm>
            <a:off x="8513513" y="2558839"/>
            <a:ext cx="479117" cy="407321"/>
          </a:xfrm>
          <a:custGeom>
            <a:avLst/>
            <a:gdLst/>
            <a:ahLst/>
            <a:cxnLst/>
            <a:rect l="l" t="t" r="r" b="b"/>
            <a:pathLst>
              <a:path w="479117" h="407321">
                <a:moveTo>
                  <a:pt x="345202" y="390329"/>
                </a:moveTo>
                <a:lnTo>
                  <a:pt x="356218" y="350646"/>
                </a:lnTo>
                <a:lnTo>
                  <a:pt x="377441" y="335327"/>
                </a:lnTo>
                <a:lnTo>
                  <a:pt x="369719" y="299873"/>
                </a:lnTo>
                <a:lnTo>
                  <a:pt x="392861" y="276767"/>
                </a:lnTo>
                <a:lnTo>
                  <a:pt x="387146" y="254221"/>
                </a:lnTo>
                <a:lnTo>
                  <a:pt x="479117" y="179850"/>
                </a:lnTo>
                <a:lnTo>
                  <a:pt x="365630" y="129491"/>
                </a:lnTo>
                <a:lnTo>
                  <a:pt x="368864" y="103353"/>
                </a:lnTo>
                <a:lnTo>
                  <a:pt x="317469" y="71495"/>
                </a:lnTo>
                <a:lnTo>
                  <a:pt x="256761" y="63837"/>
                </a:lnTo>
                <a:lnTo>
                  <a:pt x="211016" y="0"/>
                </a:lnTo>
                <a:lnTo>
                  <a:pt x="181252" y="24989"/>
                </a:lnTo>
                <a:lnTo>
                  <a:pt x="198943" y="51002"/>
                </a:lnTo>
                <a:lnTo>
                  <a:pt x="110508" y="24670"/>
                </a:lnTo>
                <a:lnTo>
                  <a:pt x="45203" y="44988"/>
                </a:lnTo>
                <a:lnTo>
                  <a:pt x="18205" y="102467"/>
                </a:lnTo>
                <a:lnTo>
                  <a:pt x="34095" y="140843"/>
                </a:lnTo>
                <a:lnTo>
                  <a:pt x="0" y="155415"/>
                </a:lnTo>
                <a:lnTo>
                  <a:pt x="53922" y="180504"/>
                </a:lnTo>
                <a:lnTo>
                  <a:pt x="23216" y="220459"/>
                </a:lnTo>
                <a:lnTo>
                  <a:pt x="27533" y="259313"/>
                </a:lnTo>
                <a:lnTo>
                  <a:pt x="51890" y="259600"/>
                </a:lnTo>
                <a:lnTo>
                  <a:pt x="62218" y="279248"/>
                </a:lnTo>
                <a:lnTo>
                  <a:pt x="118567" y="251841"/>
                </a:lnTo>
                <a:lnTo>
                  <a:pt x="144771" y="282654"/>
                </a:lnTo>
                <a:lnTo>
                  <a:pt x="189722" y="300485"/>
                </a:lnTo>
                <a:lnTo>
                  <a:pt x="158738" y="320179"/>
                </a:lnTo>
                <a:lnTo>
                  <a:pt x="184778" y="347321"/>
                </a:lnTo>
                <a:lnTo>
                  <a:pt x="215277" y="346144"/>
                </a:lnTo>
                <a:lnTo>
                  <a:pt x="258704" y="386588"/>
                </a:lnTo>
                <a:lnTo>
                  <a:pt x="312550" y="383196"/>
                </a:lnTo>
                <a:lnTo>
                  <a:pt x="329842" y="407321"/>
                </a:lnTo>
                <a:lnTo>
                  <a:pt x="345202" y="390329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West Bengal"/>
          <p:cNvSpPr/>
          <p:nvPr/>
        </p:nvSpPr>
        <p:spPr>
          <a:xfrm>
            <a:off x="9655611" y="3191732"/>
            <a:ext cx="561474" cy="844136"/>
          </a:xfrm>
          <a:custGeom>
            <a:avLst/>
            <a:gdLst/>
            <a:ahLst/>
            <a:cxnLst/>
            <a:rect l="l" t="t" r="r" b="b"/>
            <a:pathLst>
              <a:path w="561474" h="844136">
                <a:moveTo>
                  <a:pt x="303987" y="0"/>
                </a:moveTo>
                <a:lnTo>
                  <a:pt x="327842" y="65723"/>
                </a:lnTo>
                <a:lnTo>
                  <a:pt x="316530" y="98610"/>
                </a:lnTo>
                <a:lnTo>
                  <a:pt x="334171" y="95631"/>
                </a:lnTo>
                <a:lnTo>
                  <a:pt x="343548" y="128562"/>
                </a:lnTo>
                <a:lnTo>
                  <a:pt x="275733" y="191622"/>
                </a:lnTo>
                <a:lnTo>
                  <a:pt x="308816" y="225313"/>
                </a:lnTo>
                <a:lnTo>
                  <a:pt x="312599" y="254485"/>
                </a:lnTo>
                <a:lnTo>
                  <a:pt x="285869" y="252432"/>
                </a:lnTo>
                <a:lnTo>
                  <a:pt x="269616" y="268178"/>
                </a:lnTo>
                <a:lnTo>
                  <a:pt x="280693" y="290646"/>
                </a:lnTo>
                <a:lnTo>
                  <a:pt x="261964" y="291673"/>
                </a:lnTo>
                <a:lnTo>
                  <a:pt x="296712" y="339415"/>
                </a:lnTo>
                <a:lnTo>
                  <a:pt x="276689" y="365820"/>
                </a:lnTo>
                <a:lnTo>
                  <a:pt x="289307" y="391967"/>
                </a:lnTo>
                <a:lnTo>
                  <a:pt x="270317" y="392270"/>
                </a:lnTo>
                <a:lnTo>
                  <a:pt x="274424" y="422211"/>
                </a:lnTo>
                <a:lnTo>
                  <a:pt x="251917" y="441375"/>
                </a:lnTo>
                <a:lnTo>
                  <a:pt x="259715" y="457139"/>
                </a:lnTo>
                <a:lnTo>
                  <a:pt x="232354" y="461809"/>
                </a:lnTo>
                <a:lnTo>
                  <a:pt x="227156" y="481763"/>
                </a:lnTo>
                <a:lnTo>
                  <a:pt x="197435" y="472677"/>
                </a:lnTo>
                <a:lnTo>
                  <a:pt x="196782" y="505402"/>
                </a:lnTo>
                <a:lnTo>
                  <a:pt x="136510" y="503655"/>
                </a:lnTo>
                <a:lnTo>
                  <a:pt x="135660" y="525830"/>
                </a:lnTo>
                <a:lnTo>
                  <a:pt x="88930" y="534665"/>
                </a:lnTo>
                <a:lnTo>
                  <a:pt x="67922" y="567197"/>
                </a:lnTo>
                <a:lnTo>
                  <a:pt x="30791" y="541172"/>
                </a:lnTo>
                <a:lnTo>
                  <a:pt x="32469" y="555988"/>
                </a:lnTo>
                <a:lnTo>
                  <a:pt x="7087" y="557689"/>
                </a:lnTo>
                <a:lnTo>
                  <a:pt x="0" y="588595"/>
                </a:lnTo>
                <a:lnTo>
                  <a:pt x="50668" y="627889"/>
                </a:lnTo>
                <a:lnTo>
                  <a:pt x="100722" y="630252"/>
                </a:lnTo>
                <a:lnTo>
                  <a:pt x="83049" y="659869"/>
                </a:lnTo>
                <a:lnTo>
                  <a:pt x="131023" y="692006"/>
                </a:lnTo>
                <a:lnTo>
                  <a:pt x="147961" y="733557"/>
                </a:lnTo>
                <a:lnTo>
                  <a:pt x="124929" y="756034"/>
                </a:lnTo>
                <a:lnTo>
                  <a:pt x="167354" y="772282"/>
                </a:lnTo>
                <a:lnTo>
                  <a:pt x="168678" y="797623"/>
                </a:lnTo>
                <a:lnTo>
                  <a:pt x="196115" y="784349"/>
                </a:lnTo>
                <a:lnTo>
                  <a:pt x="230785" y="836189"/>
                </a:lnTo>
                <a:lnTo>
                  <a:pt x="275123" y="821398"/>
                </a:lnTo>
                <a:lnTo>
                  <a:pt x="300083" y="797243"/>
                </a:lnTo>
                <a:lnTo>
                  <a:pt x="300951" y="766642"/>
                </a:lnTo>
                <a:lnTo>
                  <a:pt x="325121" y="766265"/>
                </a:lnTo>
                <a:lnTo>
                  <a:pt x="301291" y="741248"/>
                </a:lnTo>
                <a:lnTo>
                  <a:pt x="327298" y="749981"/>
                </a:lnTo>
                <a:lnTo>
                  <a:pt x="337938" y="844136"/>
                </a:lnTo>
                <a:lnTo>
                  <a:pt x="338146" y="783582"/>
                </a:lnTo>
                <a:lnTo>
                  <a:pt x="345114" y="798900"/>
                </a:lnTo>
                <a:lnTo>
                  <a:pt x="350548" y="782216"/>
                </a:lnTo>
                <a:lnTo>
                  <a:pt x="354799" y="808526"/>
                </a:lnTo>
                <a:lnTo>
                  <a:pt x="355687" y="777317"/>
                </a:lnTo>
                <a:lnTo>
                  <a:pt x="367118" y="792714"/>
                </a:lnTo>
                <a:lnTo>
                  <a:pt x="378661" y="770263"/>
                </a:lnTo>
                <a:lnTo>
                  <a:pt x="370663" y="795996"/>
                </a:lnTo>
                <a:lnTo>
                  <a:pt x="384132" y="793525"/>
                </a:lnTo>
                <a:lnTo>
                  <a:pt x="391784" y="740949"/>
                </a:lnTo>
                <a:lnTo>
                  <a:pt x="390342" y="785085"/>
                </a:lnTo>
                <a:lnTo>
                  <a:pt x="407329" y="755833"/>
                </a:lnTo>
                <a:lnTo>
                  <a:pt x="406730" y="783742"/>
                </a:lnTo>
                <a:lnTo>
                  <a:pt x="426734" y="788241"/>
                </a:lnTo>
                <a:lnTo>
                  <a:pt x="438661" y="761502"/>
                </a:lnTo>
                <a:lnTo>
                  <a:pt x="430785" y="785562"/>
                </a:lnTo>
                <a:lnTo>
                  <a:pt x="441474" y="792452"/>
                </a:lnTo>
                <a:lnTo>
                  <a:pt x="453656" y="754003"/>
                </a:lnTo>
                <a:lnTo>
                  <a:pt x="419107" y="627268"/>
                </a:lnTo>
                <a:lnTo>
                  <a:pt x="439640" y="596705"/>
                </a:lnTo>
                <a:lnTo>
                  <a:pt x="401440" y="590637"/>
                </a:lnTo>
                <a:lnTo>
                  <a:pt x="412691" y="554561"/>
                </a:lnTo>
                <a:lnTo>
                  <a:pt x="379214" y="531839"/>
                </a:lnTo>
                <a:lnTo>
                  <a:pt x="381605" y="500164"/>
                </a:lnTo>
                <a:lnTo>
                  <a:pt x="408414" y="481999"/>
                </a:lnTo>
                <a:lnTo>
                  <a:pt x="403776" y="438198"/>
                </a:lnTo>
                <a:lnTo>
                  <a:pt x="328206" y="408318"/>
                </a:lnTo>
                <a:lnTo>
                  <a:pt x="305315" y="376688"/>
                </a:lnTo>
                <a:lnTo>
                  <a:pt x="320974" y="339685"/>
                </a:lnTo>
                <a:lnTo>
                  <a:pt x="357030" y="338255"/>
                </a:lnTo>
                <a:lnTo>
                  <a:pt x="363125" y="300477"/>
                </a:lnTo>
                <a:lnTo>
                  <a:pt x="429422" y="305452"/>
                </a:lnTo>
                <a:lnTo>
                  <a:pt x="441624" y="285378"/>
                </a:lnTo>
                <a:lnTo>
                  <a:pt x="418266" y="275881"/>
                </a:lnTo>
                <a:lnTo>
                  <a:pt x="414277" y="252014"/>
                </a:lnTo>
                <a:lnTo>
                  <a:pt x="376681" y="254227"/>
                </a:lnTo>
                <a:lnTo>
                  <a:pt x="313966" y="193312"/>
                </a:lnTo>
                <a:lnTo>
                  <a:pt x="326687" y="158545"/>
                </a:lnTo>
                <a:lnTo>
                  <a:pt x="374232" y="127026"/>
                </a:lnTo>
                <a:lnTo>
                  <a:pt x="347842" y="108797"/>
                </a:lnTo>
                <a:lnTo>
                  <a:pt x="358678" y="86489"/>
                </a:lnTo>
                <a:lnTo>
                  <a:pt x="404921" y="129128"/>
                </a:lnTo>
                <a:lnTo>
                  <a:pt x="393877" y="142318"/>
                </a:lnTo>
                <a:lnTo>
                  <a:pt x="447479" y="144821"/>
                </a:lnTo>
                <a:lnTo>
                  <a:pt x="428071" y="125891"/>
                </a:lnTo>
                <a:lnTo>
                  <a:pt x="435561" y="112479"/>
                </a:lnTo>
                <a:lnTo>
                  <a:pt x="453756" y="122552"/>
                </a:lnTo>
                <a:lnTo>
                  <a:pt x="461906" y="160170"/>
                </a:lnTo>
                <a:lnTo>
                  <a:pt x="517318" y="186150"/>
                </a:lnTo>
                <a:lnTo>
                  <a:pt x="528236" y="146639"/>
                </a:lnTo>
                <a:lnTo>
                  <a:pt x="542432" y="155187"/>
                </a:lnTo>
                <a:lnTo>
                  <a:pt x="540099" y="135039"/>
                </a:lnTo>
                <a:lnTo>
                  <a:pt x="559004" y="123512"/>
                </a:lnTo>
                <a:lnTo>
                  <a:pt x="561474" y="93695"/>
                </a:lnTo>
                <a:lnTo>
                  <a:pt x="558272" y="76607"/>
                </a:lnTo>
                <a:lnTo>
                  <a:pt x="516259" y="59503"/>
                </a:lnTo>
                <a:lnTo>
                  <a:pt x="457962" y="60370"/>
                </a:lnTo>
                <a:lnTo>
                  <a:pt x="422479" y="39874"/>
                </a:lnTo>
                <a:lnTo>
                  <a:pt x="412638" y="10862"/>
                </a:lnTo>
                <a:lnTo>
                  <a:pt x="378795" y="4125"/>
                </a:lnTo>
                <a:lnTo>
                  <a:pt x="361571" y="19742"/>
                </a:lnTo>
                <a:lnTo>
                  <a:pt x="303987" y="0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333F6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6060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>
                <a:solidFill>
                  <a:srgbClr val="C7A8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SECTION 03</a:t>
            </a:r>
            <a:endParaRPr lang="en-US" sz="1300"/>
          </a:p>
        </p:txBody>
      </p:sp>
      <p:sp>
        <p:nvSpPr>
          <p:cNvPr id="3" name="Text 1"/>
          <p:cNvSpPr/>
          <p:nvPr/>
        </p:nvSpPr>
        <p:spPr>
          <a:xfrm>
            <a:off x="475488" y="292608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UAE Projects</a:t>
            </a:r>
            <a:endParaRPr lang="en-US" sz="3600"/>
          </a:p>
        </p:txBody>
      </p:sp>
      <p:sp>
        <p:nvSpPr>
          <p:cNvPr id="4" name="Shape 2"/>
          <p:cNvSpPr/>
          <p:nvPr/>
        </p:nvSpPr>
        <p:spPr>
          <a:xfrm>
            <a:off x="512064" y="3767328"/>
            <a:ext cx="640080" cy="0"/>
          </a:xfrm>
          <a:prstGeom prst="line">
            <a:avLst/>
          </a:prstGeom>
          <a:noFill/>
          <a:ln w="31750">
            <a:solidFill>
              <a:srgbClr val="AD83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02920" y="6400800"/>
            <a:ext cx="11185855" cy="0"/>
          </a:xfrm>
          <a:prstGeom prst="line">
            <a:avLst/>
          </a:prstGeom>
          <a:noFill/>
          <a:ln w="9525">
            <a:solidFill>
              <a:srgbClr val="5B6A7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02920" y="6446520"/>
            <a:ext cx="8961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200"/>
          </a:p>
        </p:txBody>
      </p:sp>
      <p:sp>
        <p:nvSpPr>
          <p:cNvPr id="8" name="Text 6"/>
          <p:cNvSpPr/>
          <p:nvPr/>
        </p:nvSpPr>
        <p:spPr>
          <a:xfrm>
            <a:off x="9905695" y="644652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ODA</a:t>
            </a:r>
            <a:r>
              <a:rPr lang="en-US" sz="1200">
                <a:solidFill>
                  <a:srgbClr val="E7E2D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16 / 23</a:t>
            </a:r>
            <a:endParaRPr lang="en-US" sz="12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33F6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8FDE93-3139-4B5E-6C97-DED8A97D12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CFE15531-A006-E4BE-7A1F-430DF7BEBF30}"/>
              </a:ext>
            </a:extLst>
          </p:cNvPr>
          <p:cNvSpPr/>
          <p:nvPr/>
        </p:nvSpPr>
        <p:spPr>
          <a:xfrm>
            <a:off x="502920" y="26060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>
                <a:solidFill>
                  <a:srgbClr val="C7A8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SECTION 04</a:t>
            </a:r>
            <a:endParaRPr lang="en-US" sz="13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1B5878B8-E13E-A69E-5159-66C0A3132745}"/>
              </a:ext>
            </a:extLst>
          </p:cNvPr>
          <p:cNvSpPr/>
          <p:nvPr/>
        </p:nvSpPr>
        <p:spPr>
          <a:xfrm>
            <a:off x="475488" y="292608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Proposed Projects</a:t>
            </a:r>
            <a:endParaRPr lang="en-US" sz="360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C4D8822E-EBE4-8EBF-A4B6-186F631FF3FB}"/>
              </a:ext>
            </a:extLst>
          </p:cNvPr>
          <p:cNvSpPr/>
          <p:nvPr/>
        </p:nvSpPr>
        <p:spPr>
          <a:xfrm>
            <a:off x="512064" y="3767328"/>
            <a:ext cx="640080" cy="0"/>
          </a:xfrm>
          <a:prstGeom prst="line">
            <a:avLst/>
          </a:prstGeom>
          <a:noFill/>
          <a:ln w="31750">
            <a:solidFill>
              <a:srgbClr val="AD83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3A08DA23-00CF-3982-1D92-9A9CC45FD12A}"/>
              </a:ext>
            </a:extLst>
          </p:cNvPr>
          <p:cNvSpPr/>
          <p:nvPr/>
        </p:nvSpPr>
        <p:spPr>
          <a:xfrm>
            <a:off x="502920" y="39319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E7E2D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three-tier programme menu — resilience &amp; crisis response · human capital &amp; systems · growth unlocks</a:t>
            </a:r>
            <a:endParaRPr lang="en-US" sz="120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A83BE412-26D4-57C3-A104-73178465EA81}"/>
              </a:ext>
            </a:extLst>
          </p:cNvPr>
          <p:cNvSpPr/>
          <p:nvPr/>
        </p:nvSpPr>
        <p:spPr>
          <a:xfrm>
            <a:off x="502920" y="6400800"/>
            <a:ext cx="11185855" cy="0"/>
          </a:xfrm>
          <a:prstGeom prst="line">
            <a:avLst/>
          </a:prstGeom>
          <a:noFill/>
          <a:ln w="9525">
            <a:solidFill>
              <a:srgbClr val="5B6A7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770DF17E-5AB2-0ADC-AB9E-BBFC86AD215F}"/>
              </a:ext>
            </a:extLst>
          </p:cNvPr>
          <p:cNvSpPr/>
          <p:nvPr/>
        </p:nvSpPr>
        <p:spPr>
          <a:xfrm>
            <a:off x="502920" y="6446520"/>
            <a:ext cx="8961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20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BB68A9C7-3CCD-19CE-4BC7-2644A2800479}"/>
              </a:ext>
            </a:extLst>
          </p:cNvPr>
          <p:cNvSpPr/>
          <p:nvPr/>
        </p:nvSpPr>
        <p:spPr>
          <a:xfrm>
            <a:off x="9905695" y="644652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ODA</a:t>
            </a:r>
            <a:r>
              <a:rPr lang="en-US" sz="1200">
                <a:solidFill>
                  <a:srgbClr val="E7E2D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16 / 23</a:t>
            </a:r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297649804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11 · PROPOSED PROGRAMS</a:t>
            </a:r>
            <a:endParaRPr lang="en-US" sz="120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831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Program Menu</a:t>
            </a:r>
            <a:endParaRPr lang="en-US" sz="1800"/>
          </a:p>
        </p:txBody>
      </p:sp>
      <p:sp>
        <p:nvSpPr>
          <p:cNvPr id="4" name="Shape 2"/>
          <p:cNvSpPr/>
          <p:nvPr/>
        </p:nvSpPr>
        <p:spPr>
          <a:xfrm>
            <a:off x="512064" y="1005840"/>
            <a:ext cx="502920" cy="0"/>
          </a:xfrm>
          <a:prstGeom prst="line">
            <a:avLst/>
          </a:prstGeom>
          <a:noFill/>
          <a:ln w="31750">
            <a:solidFill>
              <a:srgbClr val="AD83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97280" y="1188720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PROJECT</a:t>
            </a:r>
            <a:endParaRPr lang="en-US" sz="1200"/>
          </a:p>
        </p:txBody>
      </p:sp>
      <p:sp>
        <p:nvSpPr>
          <p:cNvPr id="6" name="Text 4"/>
          <p:cNvSpPr/>
          <p:nvPr/>
        </p:nvSpPr>
        <p:spPr>
          <a:xfrm>
            <a:off x="5120640" y="1188720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SECTOR</a:t>
            </a:r>
            <a:endParaRPr lang="en-US" sz="1200"/>
          </a:p>
        </p:txBody>
      </p:sp>
      <p:sp>
        <p:nvSpPr>
          <p:cNvPr id="7" name="Text 5"/>
          <p:cNvSpPr/>
          <p:nvPr/>
        </p:nvSpPr>
        <p:spPr>
          <a:xfrm>
            <a:off x="7223760" y="118872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COST</a:t>
            </a:r>
            <a:endParaRPr lang="en-US" sz="1200"/>
          </a:p>
        </p:txBody>
      </p:sp>
      <p:sp>
        <p:nvSpPr>
          <p:cNvPr id="8" name="Text 6"/>
          <p:cNvSpPr/>
          <p:nvPr/>
        </p:nvSpPr>
        <p:spPr>
          <a:xfrm>
            <a:off x="8503920" y="1188720"/>
            <a:ext cx="1143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DURATION</a:t>
            </a:r>
            <a:endParaRPr lang="en-US" sz="1200"/>
          </a:p>
        </p:txBody>
      </p:sp>
      <p:sp>
        <p:nvSpPr>
          <p:cNvPr id="9" name="Text 7"/>
          <p:cNvSpPr/>
          <p:nvPr/>
        </p:nvSpPr>
        <p:spPr>
          <a:xfrm>
            <a:off x="9738360" y="1188720"/>
            <a:ext cx="1947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PARTNERS</a:t>
            </a:r>
            <a:endParaRPr lang="en-US" sz="1200"/>
          </a:p>
        </p:txBody>
      </p:sp>
      <p:sp>
        <p:nvSpPr>
          <p:cNvPr id="10" name="Shape 8"/>
          <p:cNvSpPr/>
          <p:nvPr/>
        </p:nvSpPr>
        <p:spPr>
          <a:xfrm>
            <a:off x="502920" y="1444752"/>
            <a:ext cx="11183112" cy="0"/>
          </a:xfrm>
          <a:prstGeom prst="line">
            <a:avLst/>
          </a:prstGeom>
          <a:noFill/>
          <a:ln w="12700">
            <a:solidFill>
              <a:srgbClr val="1D252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502920" y="1536192"/>
            <a:ext cx="11183112" cy="310896"/>
          </a:xfrm>
          <a:prstGeom prst="rect">
            <a:avLst/>
          </a:prstGeom>
          <a:solidFill>
            <a:srgbClr val="333F6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40080" y="1536192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>
                <a:solidFill>
                  <a:srgbClr val="C7A8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TIER 1 · RESILIENCE &amp; CRISIS RESPONSE</a:t>
            </a:r>
            <a:endParaRPr lang="en-US" sz="1200"/>
          </a:p>
        </p:txBody>
      </p:sp>
      <p:sp>
        <p:nvSpPr>
          <p:cNvPr id="13" name="Text 11"/>
          <p:cNvSpPr/>
          <p:nvPr/>
        </p:nvSpPr>
        <p:spPr>
          <a:xfrm>
            <a:off x="502920" y="19202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C7A8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P1</a:t>
            </a:r>
            <a:endParaRPr lang="en-US" sz="1200"/>
          </a:p>
        </p:txBody>
      </p:sp>
      <p:sp>
        <p:nvSpPr>
          <p:cNvPr id="14" name="Text 12"/>
          <p:cNvSpPr/>
          <p:nvPr/>
        </p:nvSpPr>
        <p:spPr>
          <a:xfrm>
            <a:off x="1097280" y="192024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Nutrition-Resilient Food Systems &amp; Safety Nets</a:t>
            </a:r>
            <a:endParaRPr lang="en-US" sz="1200"/>
          </a:p>
        </p:txBody>
      </p:sp>
      <p:sp>
        <p:nvSpPr>
          <p:cNvPr id="15" name="Text 13"/>
          <p:cNvSpPr/>
          <p:nvPr/>
        </p:nvSpPr>
        <p:spPr>
          <a:xfrm>
            <a:off x="5120640" y="19202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Food security · Social</a:t>
            </a:r>
            <a:endParaRPr lang="en-US" sz="1200"/>
          </a:p>
        </p:txBody>
      </p:sp>
      <p:sp>
        <p:nvSpPr>
          <p:cNvPr id="16" name="Text 14"/>
          <p:cNvSpPr/>
          <p:nvPr/>
        </p:nvSpPr>
        <p:spPr>
          <a:xfrm>
            <a:off x="7223760" y="192024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~$40-70M</a:t>
            </a:r>
            <a:endParaRPr lang="en-US" sz="1200"/>
          </a:p>
        </p:txBody>
      </p:sp>
      <p:sp>
        <p:nvSpPr>
          <p:cNvPr id="17" name="Text 15"/>
          <p:cNvSpPr/>
          <p:nvPr/>
        </p:nvSpPr>
        <p:spPr>
          <a:xfrm>
            <a:off x="8503920" y="1920240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3-4 yrs</a:t>
            </a:r>
            <a:endParaRPr lang="en-US" sz="1200"/>
          </a:p>
        </p:txBody>
      </p:sp>
      <p:sp>
        <p:nvSpPr>
          <p:cNvPr id="18" name="Text 16"/>
          <p:cNvSpPr/>
          <p:nvPr/>
        </p:nvSpPr>
        <p:spPr>
          <a:xfrm>
            <a:off x="9738360" y="1920240"/>
            <a:ext cx="1947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WFP · UNICEF · WB</a:t>
            </a:r>
            <a:endParaRPr lang="en-US" sz="1200"/>
          </a:p>
        </p:txBody>
      </p:sp>
      <p:sp>
        <p:nvSpPr>
          <p:cNvPr id="19" name="Shape 17"/>
          <p:cNvSpPr/>
          <p:nvPr/>
        </p:nvSpPr>
        <p:spPr>
          <a:xfrm>
            <a:off x="502920" y="2304288"/>
            <a:ext cx="11183112" cy="0"/>
          </a:xfrm>
          <a:prstGeom prst="line">
            <a:avLst/>
          </a:prstGeom>
          <a:noFill/>
          <a:ln w="6350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02920" y="234086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C7A8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P2</a:t>
            </a:r>
            <a:endParaRPr lang="en-US" sz="1200"/>
          </a:p>
        </p:txBody>
      </p:sp>
      <p:sp>
        <p:nvSpPr>
          <p:cNvPr id="21" name="Text 19"/>
          <p:cNvSpPr/>
          <p:nvPr/>
        </p:nvSpPr>
        <p:spPr>
          <a:xfrm>
            <a:off x="1097280" y="2340864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WASH &amp; Safe Water Expansion Surge</a:t>
            </a:r>
            <a:endParaRPr lang="en-US" sz="1200"/>
          </a:p>
        </p:txBody>
      </p:sp>
      <p:sp>
        <p:nvSpPr>
          <p:cNvPr id="22" name="Text 20"/>
          <p:cNvSpPr/>
          <p:nvPr/>
        </p:nvSpPr>
        <p:spPr>
          <a:xfrm>
            <a:off x="5120640" y="2340864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WASH · Health</a:t>
            </a:r>
            <a:endParaRPr lang="en-US" sz="1200"/>
          </a:p>
        </p:txBody>
      </p:sp>
      <p:sp>
        <p:nvSpPr>
          <p:cNvPr id="23" name="Text 21"/>
          <p:cNvSpPr/>
          <p:nvPr/>
        </p:nvSpPr>
        <p:spPr>
          <a:xfrm>
            <a:off x="7223760" y="2340864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~$25-40M</a:t>
            </a:r>
            <a:endParaRPr lang="en-US" sz="1200"/>
          </a:p>
        </p:txBody>
      </p:sp>
      <p:sp>
        <p:nvSpPr>
          <p:cNvPr id="24" name="Text 22"/>
          <p:cNvSpPr/>
          <p:nvPr/>
        </p:nvSpPr>
        <p:spPr>
          <a:xfrm>
            <a:off x="8503920" y="2340864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2-3 yrs</a:t>
            </a:r>
            <a:endParaRPr lang="en-US" sz="1200"/>
          </a:p>
        </p:txBody>
      </p:sp>
      <p:sp>
        <p:nvSpPr>
          <p:cNvPr id="25" name="Text 23"/>
          <p:cNvSpPr/>
          <p:nvPr/>
        </p:nvSpPr>
        <p:spPr>
          <a:xfrm>
            <a:off x="9738360" y="2340864"/>
            <a:ext cx="1947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WHO · UNICEF · JJM</a:t>
            </a:r>
            <a:endParaRPr lang="en-US" sz="1200"/>
          </a:p>
        </p:txBody>
      </p:sp>
      <p:sp>
        <p:nvSpPr>
          <p:cNvPr id="26" name="Shape 24"/>
          <p:cNvSpPr/>
          <p:nvPr/>
        </p:nvSpPr>
        <p:spPr>
          <a:xfrm>
            <a:off x="502920" y="2724912"/>
            <a:ext cx="11183112" cy="0"/>
          </a:xfrm>
          <a:prstGeom prst="line">
            <a:avLst/>
          </a:prstGeom>
          <a:noFill/>
          <a:ln w="6350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502920" y="2761488"/>
            <a:ext cx="11183112" cy="310896"/>
          </a:xfrm>
          <a:prstGeom prst="rect">
            <a:avLst/>
          </a:prstGeom>
          <a:solidFill>
            <a:srgbClr val="333F6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640080" y="2761488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>
                <a:solidFill>
                  <a:srgbClr val="C7A8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TIER 2 · HUMAN CAPITAL &amp; SYSTEMS</a:t>
            </a:r>
            <a:endParaRPr lang="en-US" sz="1200"/>
          </a:p>
        </p:txBody>
      </p:sp>
      <p:sp>
        <p:nvSpPr>
          <p:cNvPr id="29" name="Text 27"/>
          <p:cNvSpPr/>
          <p:nvPr/>
        </p:nvSpPr>
        <p:spPr>
          <a:xfrm>
            <a:off x="502920" y="314553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C7A8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P3</a:t>
            </a:r>
            <a:endParaRPr lang="en-US" sz="1200"/>
          </a:p>
        </p:txBody>
      </p:sp>
      <p:sp>
        <p:nvSpPr>
          <p:cNvPr id="30" name="Text 28"/>
          <p:cNvSpPr/>
          <p:nvPr/>
        </p:nvSpPr>
        <p:spPr>
          <a:xfrm>
            <a:off x="1097280" y="3145536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Health Workforce &amp; Maternal-Newborn Care</a:t>
            </a:r>
            <a:endParaRPr lang="en-US" sz="1200"/>
          </a:p>
        </p:txBody>
      </p:sp>
      <p:sp>
        <p:nvSpPr>
          <p:cNvPr id="31" name="Text 29"/>
          <p:cNvSpPr/>
          <p:nvPr/>
        </p:nvSpPr>
        <p:spPr>
          <a:xfrm>
            <a:off x="5120640" y="3145536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Health</a:t>
            </a:r>
            <a:endParaRPr lang="en-US" sz="1200"/>
          </a:p>
        </p:txBody>
      </p:sp>
      <p:sp>
        <p:nvSpPr>
          <p:cNvPr id="32" name="Text 30"/>
          <p:cNvSpPr/>
          <p:nvPr/>
        </p:nvSpPr>
        <p:spPr>
          <a:xfrm>
            <a:off x="7223760" y="3145536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~$30-50M</a:t>
            </a:r>
            <a:endParaRPr lang="en-US" sz="1200"/>
          </a:p>
        </p:txBody>
      </p:sp>
      <p:sp>
        <p:nvSpPr>
          <p:cNvPr id="33" name="Text 31"/>
          <p:cNvSpPr/>
          <p:nvPr/>
        </p:nvSpPr>
        <p:spPr>
          <a:xfrm>
            <a:off x="8503920" y="3145536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 yrs</a:t>
            </a:r>
            <a:endParaRPr lang="en-US" sz="1200"/>
          </a:p>
        </p:txBody>
      </p:sp>
      <p:sp>
        <p:nvSpPr>
          <p:cNvPr id="34" name="Text 32"/>
          <p:cNvSpPr/>
          <p:nvPr/>
        </p:nvSpPr>
        <p:spPr>
          <a:xfrm>
            <a:off x="9738360" y="3145536"/>
            <a:ext cx="1947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WHO · UNICEF · USAID</a:t>
            </a:r>
            <a:endParaRPr lang="en-US" sz="1200"/>
          </a:p>
        </p:txBody>
      </p:sp>
      <p:sp>
        <p:nvSpPr>
          <p:cNvPr id="35" name="Shape 33"/>
          <p:cNvSpPr/>
          <p:nvPr/>
        </p:nvSpPr>
        <p:spPr>
          <a:xfrm>
            <a:off x="502920" y="3529584"/>
            <a:ext cx="11183112" cy="0"/>
          </a:xfrm>
          <a:prstGeom prst="line">
            <a:avLst/>
          </a:prstGeom>
          <a:noFill/>
          <a:ln w="6350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502920" y="35661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C7A8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P4</a:t>
            </a:r>
            <a:endParaRPr lang="en-US" sz="1200"/>
          </a:p>
        </p:txBody>
      </p:sp>
      <p:sp>
        <p:nvSpPr>
          <p:cNvPr id="37" name="Text 35"/>
          <p:cNvSpPr/>
          <p:nvPr/>
        </p:nvSpPr>
        <p:spPr>
          <a:xfrm>
            <a:off x="1097280" y="356616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Youth Skills &amp; TVET for Growth Sectors</a:t>
            </a:r>
            <a:endParaRPr lang="en-US" sz="1200"/>
          </a:p>
        </p:txBody>
      </p:sp>
      <p:sp>
        <p:nvSpPr>
          <p:cNvPr id="38" name="Text 36"/>
          <p:cNvSpPr/>
          <p:nvPr/>
        </p:nvSpPr>
        <p:spPr>
          <a:xfrm>
            <a:off x="5120640" y="35661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Education &amp; jobs</a:t>
            </a:r>
            <a:endParaRPr lang="en-US" sz="1200"/>
          </a:p>
        </p:txBody>
      </p:sp>
      <p:sp>
        <p:nvSpPr>
          <p:cNvPr id="39" name="Text 37"/>
          <p:cNvSpPr/>
          <p:nvPr/>
        </p:nvSpPr>
        <p:spPr>
          <a:xfrm>
            <a:off x="7223760" y="356616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~$25-40M</a:t>
            </a:r>
            <a:endParaRPr lang="en-US" sz="1200"/>
          </a:p>
        </p:txBody>
      </p:sp>
      <p:sp>
        <p:nvSpPr>
          <p:cNvPr id="40" name="Text 38"/>
          <p:cNvSpPr/>
          <p:nvPr/>
        </p:nvSpPr>
        <p:spPr>
          <a:xfrm>
            <a:off x="8503920" y="3566160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3-4 yrs</a:t>
            </a:r>
            <a:endParaRPr lang="en-US" sz="1200"/>
          </a:p>
        </p:txBody>
      </p:sp>
      <p:sp>
        <p:nvSpPr>
          <p:cNvPr id="41" name="Text 39"/>
          <p:cNvSpPr/>
          <p:nvPr/>
        </p:nvSpPr>
        <p:spPr>
          <a:xfrm>
            <a:off x="9738360" y="3566160"/>
            <a:ext cx="1947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UNESCO · ILO · WB</a:t>
            </a:r>
            <a:endParaRPr lang="en-US" sz="1200"/>
          </a:p>
        </p:txBody>
      </p:sp>
      <p:sp>
        <p:nvSpPr>
          <p:cNvPr id="42" name="Shape 40"/>
          <p:cNvSpPr/>
          <p:nvPr/>
        </p:nvSpPr>
        <p:spPr>
          <a:xfrm>
            <a:off x="502920" y="3950208"/>
            <a:ext cx="11183112" cy="0"/>
          </a:xfrm>
          <a:prstGeom prst="line">
            <a:avLst/>
          </a:prstGeom>
          <a:noFill/>
          <a:ln w="6350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502920" y="398678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C7A8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P5</a:t>
            </a:r>
            <a:endParaRPr lang="en-US" sz="1200"/>
          </a:p>
        </p:txBody>
      </p:sp>
      <p:sp>
        <p:nvSpPr>
          <p:cNvPr id="44" name="Text 42"/>
          <p:cNvSpPr/>
          <p:nvPr/>
        </p:nvSpPr>
        <p:spPr>
          <a:xfrm>
            <a:off x="1097280" y="3986784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Irrigation &amp; Agro-Processing Value Chains</a:t>
            </a:r>
            <a:endParaRPr lang="en-US" sz="1200"/>
          </a:p>
        </p:txBody>
      </p:sp>
      <p:sp>
        <p:nvSpPr>
          <p:cNvPr id="45" name="Text 43"/>
          <p:cNvSpPr/>
          <p:nvPr/>
        </p:nvSpPr>
        <p:spPr>
          <a:xfrm>
            <a:off x="5120640" y="3986784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Agriculture · industry</a:t>
            </a:r>
            <a:endParaRPr lang="en-US" sz="1200"/>
          </a:p>
        </p:txBody>
      </p:sp>
      <p:sp>
        <p:nvSpPr>
          <p:cNvPr id="46" name="Text 44"/>
          <p:cNvSpPr/>
          <p:nvPr/>
        </p:nvSpPr>
        <p:spPr>
          <a:xfrm>
            <a:off x="7223760" y="3986784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~$50-100M</a:t>
            </a:r>
            <a:endParaRPr lang="en-US" sz="1200"/>
          </a:p>
        </p:txBody>
      </p:sp>
      <p:sp>
        <p:nvSpPr>
          <p:cNvPr id="47" name="Text 45"/>
          <p:cNvSpPr/>
          <p:nvPr/>
        </p:nvSpPr>
        <p:spPr>
          <a:xfrm>
            <a:off x="8503920" y="3986784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 yrs</a:t>
            </a:r>
            <a:endParaRPr lang="en-US" sz="1200"/>
          </a:p>
        </p:txBody>
      </p:sp>
      <p:sp>
        <p:nvSpPr>
          <p:cNvPr id="48" name="Text 46"/>
          <p:cNvSpPr/>
          <p:nvPr/>
        </p:nvSpPr>
        <p:spPr>
          <a:xfrm>
            <a:off x="9738360" y="3986784"/>
            <a:ext cx="1947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FAO · IFAD · WB</a:t>
            </a:r>
            <a:endParaRPr lang="en-US" sz="1200"/>
          </a:p>
        </p:txBody>
      </p:sp>
      <p:sp>
        <p:nvSpPr>
          <p:cNvPr id="49" name="Shape 47"/>
          <p:cNvSpPr/>
          <p:nvPr/>
        </p:nvSpPr>
        <p:spPr>
          <a:xfrm>
            <a:off x="502920" y="4370832"/>
            <a:ext cx="11183112" cy="0"/>
          </a:xfrm>
          <a:prstGeom prst="line">
            <a:avLst/>
          </a:prstGeom>
          <a:noFill/>
          <a:ln w="6350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Shape 48"/>
          <p:cNvSpPr/>
          <p:nvPr/>
        </p:nvSpPr>
        <p:spPr>
          <a:xfrm>
            <a:off x="502920" y="4407408"/>
            <a:ext cx="11183112" cy="310896"/>
          </a:xfrm>
          <a:prstGeom prst="rect">
            <a:avLst/>
          </a:prstGeom>
          <a:solidFill>
            <a:srgbClr val="333F6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1" name="Text 49"/>
          <p:cNvSpPr/>
          <p:nvPr/>
        </p:nvSpPr>
        <p:spPr>
          <a:xfrm>
            <a:off x="640080" y="4407408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>
                <a:solidFill>
                  <a:srgbClr val="C7A8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TIER 3 · GROWTH UNLOCKS</a:t>
            </a:r>
            <a:endParaRPr lang="en-US" sz="1200"/>
          </a:p>
        </p:txBody>
      </p:sp>
      <p:sp>
        <p:nvSpPr>
          <p:cNvPr id="52" name="Text 50"/>
          <p:cNvSpPr/>
          <p:nvPr/>
        </p:nvSpPr>
        <p:spPr>
          <a:xfrm>
            <a:off x="502920" y="479145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C7A8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P6</a:t>
            </a:r>
            <a:endParaRPr lang="en-US" sz="1200"/>
          </a:p>
        </p:txBody>
      </p:sp>
      <p:sp>
        <p:nvSpPr>
          <p:cNvPr id="53" name="Text 51"/>
          <p:cNvSpPr/>
          <p:nvPr/>
        </p:nvSpPr>
        <p:spPr>
          <a:xfrm>
            <a:off x="1097280" y="4791456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Rural Solar Mini-Grids &amp; Institutions</a:t>
            </a:r>
            <a:endParaRPr lang="en-US" sz="1200"/>
          </a:p>
        </p:txBody>
      </p:sp>
      <p:sp>
        <p:nvSpPr>
          <p:cNvPr id="54" name="Text 52"/>
          <p:cNvSpPr/>
          <p:nvPr/>
        </p:nvSpPr>
        <p:spPr>
          <a:xfrm>
            <a:off x="5120640" y="4791456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Energy · WASH</a:t>
            </a:r>
            <a:endParaRPr lang="en-US" sz="1200"/>
          </a:p>
        </p:txBody>
      </p:sp>
      <p:sp>
        <p:nvSpPr>
          <p:cNvPr id="55" name="Text 53"/>
          <p:cNvSpPr/>
          <p:nvPr/>
        </p:nvSpPr>
        <p:spPr>
          <a:xfrm>
            <a:off x="7223760" y="4791456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~$40-80M</a:t>
            </a:r>
            <a:endParaRPr lang="en-US" sz="1200"/>
          </a:p>
        </p:txBody>
      </p:sp>
      <p:sp>
        <p:nvSpPr>
          <p:cNvPr id="56" name="Text 54"/>
          <p:cNvSpPr/>
          <p:nvPr/>
        </p:nvSpPr>
        <p:spPr>
          <a:xfrm>
            <a:off x="8503920" y="4791456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4-5 yrs</a:t>
            </a:r>
            <a:endParaRPr lang="en-US" sz="1200"/>
          </a:p>
        </p:txBody>
      </p:sp>
      <p:sp>
        <p:nvSpPr>
          <p:cNvPr id="57" name="Text 55"/>
          <p:cNvSpPr/>
          <p:nvPr/>
        </p:nvSpPr>
        <p:spPr>
          <a:xfrm>
            <a:off x="9738360" y="4791456"/>
            <a:ext cx="1947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Masdar · UNDP · WB</a:t>
            </a:r>
            <a:endParaRPr lang="en-US" sz="1200"/>
          </a:p>
        </p:txBody>
      </p:sp>
      <p:sp>
        <p:nvSpPr>
          <p:cNvPr id="58" name="Shape 56"/>
          <p:cNvSpPr/>
          <p:nvPr/>
        </p:nvSpPr>
        <p:spPr>
          <a:xfrm>
            <a:off x="502920" y="5175504"/>
            <a:ext cx="11183112" cy="0"/>
          </a:xfrm>
          <a:prstGeom prst="line">
            <a:avLst/>
          </a:prstGeom>
          <a:noFill/>
          <a:ln w="6350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Text 57"/>
          <p:cNvSpPr/>
          <p:nvPr/>
        </p:nvSpPr>
        <p:spPr>
          <a:xfrm>
            <a:off x="502920" y="52120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C7A8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P7</a:t>
            </a:r>
            <a:endParaRPr lang="en-US" sz="1200"/>
          </a:p>
        </p:txBody>
      </p:sp>
      <p:sp>
        <p:nvSpPr>
          <p:cNvPr id="60" name="Text 58"/>
          <p:cNvSpPr/>
          <p:nvPr/>
        </p:nvSpPr>
        <p:spPr>
          <a:xfrm>
            <a:off x="1097280" y="521208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Wildlife Economy &amp; Coexistence Model</a:t>
            </a:r>
            <a:endParaRPr lang="en-US" sz="1200"/>
          </a:p>
        </p:txBody>
      </p:sp>
      <p:sp>
        <p:nvSpPr>
          <p:cNvPr id="61" name="Text 59"/>
          <p:cNvSpPr/>
          <p:nvPr/>
        </p:nvSpPr>
        <p:spPr>
          <a:xfrm>
            <a:off x="5120640" y="521208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Wildlife · rural dev.</a:t>
            </a:r>
            <a:endParaRPr lang="en-US" sz="1200"/>
          </a:p>
        </p:txBody>
      </p:sp>
      <p:sp>
        <p:nvSpPr>
          <p:cNvPr id="62" name="Text 60"/>
          <p:cNvSpPr/>
          <p:nvPr/>
        </p:nvSpPr>
        <p:spPr>
          <a:xfrm>
            <a:off x="7223760" y="521208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~$15-30M</a:t>
            </a:r>
            <a:endParaRPr lang="en-US" sz="1200"/>
          </a:p>
        </p:txBody>
      </p:sp>
      <p:sp>
        <p:nvSpPr>
          <p:cNvPr id="63" name="Text 61"/>
          <p:cNvSpPr/>
          <p:nvPr/>
        </p:nvSpPr>
        <p:spPr>
          <a:xfrm>
            <a:off x="8503920" y="5212080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 yrs</a:t>
            </a:r>
            <a:endParaRPr lang="en-US" sz="1200"/>
          </a:p>
        </p:txBody>
      </p:sp>
      <p:sp>
        <p:nvSpPr>
          <p:cNvPr id="64" name="Text 62"/>
          <p:cNvSpPr/>
          <p:nvPr/>
        </p:nvSpPr>
        <p:spPr>
          <a:xfrm>
            <a:off x="9738360" y="5212080"/>
            <a:ext cx="1947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WII · IUCN · WWF</a:t>
            </a:r>
            <a:endParaRPr lang="en-US" sz="1200"/>
          </a:p>
        </p:txBody>
      </p:sp>
      <p:sp>
        <p:nvSpPr>
          <p:cNvPr id="65" name="Shape 63"/>
          <p:cNvSpPr/>
          <p:nvPr/>
        </p:nvSpPr>
        <p:spPr>
          <a:xfrm>
            <a:off x="502920" y="5596128"/>
            <a:ext cx="11183112" cy="0"/>
          </a:xfrm>
          <a:prstGeom prst="line">
            <a:avLst/>
          </a:prstGeom>
          <a:noFill/>
          <a:ln w="6350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6" name="Shape 64"/>
          <p:cNvSpPr/>
          <p:nvPr/>
        </p:nvSpPr>
        <p:spPr>
          <a:xfrm>
            <a:off x="502920" y="6400800"/>
            <a:ext cx="11185855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7" name="Text 65"/>
          <p:cNvSpPr/>
          <p:nvPr/>
        </p:nvSpPr>
        <p:spPr>
          <a:xfrm>
            <a:off x="502920" y="6446520"/>
            <a:ext cx="8961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Indicative cost bands for scoping; all figures subject to design studies and co-financing.</a:t>
            </a:r>
            <a:endParaRPr lang="en-US" sz="1200"/>
          </a:p>
        </p:txBody>
      </p:sp>
      <p:sp>
        <p:nvSpPr>
          <p:cNvPr id="68" name="Text 66"/>
          <p:cNvSpPr/>
          <p:nvPr/>
        </p:nvSpPr>
        <p:spPr>
          <a:xfrm>
            <a:off x="9905695" y="644652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ODA</a:t>
            </a: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17 / 23</a:t>
            </a:r>
            <a:endParaRPr lang="en-US" sz="12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11 · PROPOSED PROGRAMS</a:t>
            </a:r>
            <a:endParaRPr lang="en-US" sz="120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831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Program Menu (1/3)</a:t>
            </a:r>
            <a:endParaRPr lang="en-US" sz="1800"/>
          </a:p>
        </p:txBody>
      </p:sp>
      <p:sp>
        <p:nvSpPr>
          <p:cNvPr id="4" name="Shape 2"/>
          <p:cNvSpPr/>
          <p:nvPr/>
        </p:nvSpPr>
        <p:spPr>
          <a:xfrm>
            <a:off x="512064" y="1005840"/>
            <a:ext cx="502920" cy="0"/>
          </a:xfrm>
          <a:prstGeom prst="line">
            <a:avLst/>
          </a:prstGeom>
          <a:noFill/>
          <a:ln w="31750">
            <a:solidFill>
              <a:srgbClr val="AD83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949440" y="53035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i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Tackles malnutrition hotspots</a:t>
            </a:r>
            <a:endParaRPr lang="en-US" sz="1300"/>
          </a:p>
        </p:txBody>
      </p:sp>
      <p:sp>
        <p:nvSpPr>
          <p:cNvPr id="6" name="Text 4"/>
          <p:cNvSpPr/>
          <p:nvPr/>
        </p:nvSpPr>
        <p:spPr>
          <a:xfrm>
            <a:off x="502920" y="107899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TIER 1 · RESILIENCE &amp; CRISIS RESPONSE</a:t>
            </a:r>
            <a:endParaRPr lang="en-US" sz="1200"/>
          </a:p>
        </p:txBody>
      </p:sp>
      <p:sp>
        <p:nvSpPr>
          <p:cNvPr id="7" name="Shape 5"/>
          <p:cNvSpPr/>
          <p:nvPr/>
        </p:nvSpPr>
        <p:spPr>
          <a:xfrm>
            <a:off x="502920" y="1444752"/>
            <a:ext cx="5478628" cy="4681728"/>
          </a:xfrm>
          <a:prstGeom prst="rect">
            <a:avLst/>
          </a:prstGeom>
          <a:solidFill>
            <a:srgbClr val="F4F1EA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502920" y="1444752"/>
            <a:ext cx="5478628" cy="45720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67512" y="1572768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C7A8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P1</a:t>
            </a:r>
            <a:endParaRPr lang="en-US" sz="1500"/>
          </a:p>
        </p:txBody>
      </p:sp>
      <p:sp>
        <p:nvSpPr>
          <p:cNvPr id="10" name="Text 8"/>
          <p:cNvSpPr/>
          <p:nvPr/>
        </p:nvSpPr>
        <p:spPr>
          <a:xfrm>
            <a:off x="667512" y="1920240"/>
            <a:ext cx="51494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Nutrition-Resilient Food Systems &amp; Safety Nets</a:t>
            </a:r>
            <a:endParaRPr lang="en-US" sz="1400"/>
          </a:p>
        </p:txBody>
      </p:sp>
      <p:sp>
        <p:nvSpPr>
          <p:cNvPr id="11" name="Text 9"/>
          <p:cNvSpPr/>
          <p:nvPr/>
        </p:nvSpPr>
        <p:spPr>
          <a:xfrm>
            <a:off x="667512" y="2633472"/>
            <a:ext cx="51494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100">
                <a:solidFill>
                  <a:srgbClr val="2F58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FOOD SECURITY · TRIBAL &amp; RURAL BELTS</a:t>
            </a:r>
            <a:endParaRPr lang="en-US" sz="1200"/>
          </a:p>
        </p:txBody>
      </p:sp>
      <p:sp>
        <p:nvSpPr>
          <p:cNvPr id="12" name="Text 10"/>
          <p:cNvSpPr/>
          <p:nvPr/>
        </p:nvSpPr>
        <p:spPr>
          <a:xfrm>
            <a:off x="758952" y="2962656"/>
            <a:ext cx="5021428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ICDS-linked nutrition interventions for mothers/children</a:t>
            </a:r>
            <a:endParaRPr lang="en-US" sz="120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Scalable cash transfers with climate triggers</a:t>
            </a:r>
            <a:endParaRPr lang="en-US" sz="120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Community nutrition gardens (50% women)</a:t>
            </a:r>
            <a:endParaRPr lang="en-US" sz="1200"/>
          </a:p>
        </p:txBody>
      </p:sp>
      <p:sp>
        <p:nvSpPr>
          <p:cNvPr id="13" name="Text 11"/>
          <p:cNvSpPr/>
          <p:nvPr/>
        </p:nvSpPr>
        <p:spPr>
          <a:xfrm>
            <a:off x="667512" y="4517136"/>
            <a:ext cx="514944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IMPACT  </a:t>
            </a: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Address 18.7% child wasting (world's highest) and 35.5% stunting; target 195M undernourished. Benchmark: WFP nutrition ~$30M.</a:t>
            </a:r>
            <a:endParaRPr lang="en-US" sz="1200"/>
          </a:p>
        </p:txBody>
      </p:sp>
      <p:sp>
        <p:nvSpPr>
          <p:cNvPr id="14" name="Shape 12"/>
          <p:cNvSpPr/>
          <p:nvPr/>
        </p:nvSpPr>
        <p:spPr>
          <a:xfrm>
            <a:off x="502920" y="5486400"/>
            <a:ext cx="5478628" cy="640080"/>
          </a:xfrm>
          <a:prstGeom prst="rect">
            <a:avLst/>
          </a:prstGeom>
          <a:solidFill>
            <a:srgbClr val="333F6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67512" y="5486400"/>
            <a:ext cx="301363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COST  </a:t>
            </a:r>
            <a:r>
              <a:rPr lang="en-US" sz="1300" b="1">
                <a:solidFill>
                  <a:srgbClr val="C7A8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~$40-70M</a:t>
            </a:r>
            <a:endParaRPr lang="en-US" sz="1200"/>
          </a:p>
        </p:txBody>
      </p:sp>
      <p:sp>
        <p:nvSpPr>
          <p:cNvPr id="16" name="Text 14"/>
          <p:cNvSpPr/>
          <p:nvPr/>
        </p:nvSpPr>
        <p:spPr>
          <a:xfrm>
            <a:off x="3242234" y="5486400"/>
            <a:ext cx="257472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DURATION  </a:t>
            </a:r>
            <a:r>
              <a:rPr lang="en-US" sz="1300" b="1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3-4 yrs</a:t>
            </a:r>
            <a:endParaRPr lang="en-US" sz="1200"/>
          </a:p>
        </p:txBody>
      </p:sp>
      <p:sp>
        <p:nvSpPr>
          <p:cNvPr id="17" name="Shape 15"/>
          <p:cNvSpPr/>
          <p:nvPr/>
        </p:nvSpPr>
        <p:spPr>
          <a:xfrm>
            <a:off x="6210148" y="1444752"/>
            <a:ext cx="5478628" cy="4681728"/>
          </a:xfrm>
          <a:prstGeom prst="rect">
            <a:avLst/>
          </a:prstGeom>
          <a:solidFill>
            <a:srgbClr val="F4F1EA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6210148" y="1444752"/>
            <a:ext cx="5478628" cy="45720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374740" y="1572768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C7A8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P2</a:t>
            </a:r>
            <a:endParaRPr lang="en-US" sz="1500"/>
          </a:p>
        </p:txBody>
      </p:sp>
      <p:sp>
        <p:nvSpPr>
          <p:cNvPr id="20" name="Text 18"/>
          <p:cNvSpPr/>
          <p:nvPr/>
        </p:nvSpPr>
        <p:spPr>
          <a:xfrm>
            <a:off x="6374740" y="1920240"/>
            <a:ext cx="51494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WASH &amp; Safe Water Expansion Surge</a:t>
            </a:r>
            <a:endParaRPr lang="en-US" sz="1400"/>
          </a:p>
        </p:txBody>
      </p:sp>
      <p:sp>
        <p:nvSpPr>
          <p:cNvPr id="21" name="Text 19"/>
          <p:cNvSpPr/>
          <p:nvPr/>
        </p:nvSpPr>
        <p:spPr>
          <a:xfrm>
            <a:off x="6374740" y="2633472"/>
            <a:ext cx="51494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100">
                <a:solidFill>
                  <a:srgbClr val="2F58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WASH / HEALTH · LAGGING STATES + URBAN SLUMS</a:t>
            </a:r>
            <a:endParaRPr lang="en-US" sz="1200"/>
          </a:p>
        </p:txBody>
      </p:sp>
      <p:sp>
        <p:nvSpPr>
          <p:cNvPr id="22" name="Text 20"/>
          <p:cNvSpPr/>
          <p:nvPr/>
        </p:nvSpPr>
        <p:spPr>
          <a:xfrm>
            <a:off x="6466180" y="2962656"/>
            <a:ext cx="5021428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Solar-piped schemes &amp; borehole rehab in rural areas</a:t>
            </a:r>
            <a:endParaRPr lang="en-US" sz="120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Sanitation, hygiene &amp; community health teams</a:t>
            </a:r>
            <a:endParaRPr lang="en-US" sz="120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Non-revenue water reduction in cities</a:t>
            </a:r>
            <a:endParaRPr lang="en-US" sz="1200"/>
          </a:p>
        </p:txBody>
      </p:sp>
      <p:sp>
        <p:nvSpPr>
          <p:cNvPr id="23" name="Text 21"/>
          <p:cNvSpPr/>
          <p:nvPr/>
        </p:nvSpPr>
        <p:spPr>
          <a:xfrm>
            <a:off x="6374740" y="4517136"/>
            <a:ext cx="514944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IMPACT  </a:t>
            </a: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Extend JJM gains; 342M lack safe water. Reach 5M+ people. Aligned with 81% rural tap coverage target.</a:t>
            </a:r>
            <a:endParaRPr lang="en-US" sz="1200"/>
          </a:p>
        </p:txBody>
      </p:sp>
      <p:sp>
        <p:nvSpPr>
          <p:cNvPr id="24" name="Shape 22"/>
          <p:cNvSpPr/>
          <p:nvPr/>
        </p:nvSpPr>
        <p:spPr>
          <a:xfrm>
            <a:off x="6210148" y="5486400"/>
            <a:ext cx="5478628" cy="640080"/>
          </a:xfrm>
          <a:prstGeom prst="rect">
            <a:avLst/>
          </a:prstGeom>
          <a:solidFill>
            <a:srgbClr val="333F6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6374740" y="5486400"/>
            <a:ext cx="301363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COST  </a:t>
            </a:r>
            <a:r>
              <a:rPr lang="en-US" sz="1300" b="1">
                <a:solidFill>
                  <a:srgbClr val="C7A8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~$25-40M</a:t>
            </a:r>
            <a:endParaRPr lang="en-US" sz="1200"/>
          </a:p>
        </p:txBody>
      </p:sp>
      <p:sp>
        <p:nvSpPr>
          <p:cNvPr id="26" name="Text 24"/>
          <p:cNvSpPr/>
          <p:nvPr/>
        </p:nvSpPr>
        <p:spPr>
          <a:xfrm>
            <a:off x="8949461" y="5486400"/>
            <a:ext cx="257472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DURATION  </a:t>
            </a:r>
            <a:r>
              <a:rPr lang="en-US" sz="1300" b="1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2-3 yrs</a:t>
            </a:r>
            <a:endParaRPr lang="en-US" sz="1200"/>
          </a:p>
        </p:txBody>
      </p:sp>
      <p:sp>
        <p:nvSpPr>
          <p:cNvPr id="27" name="Shape 25"/>
          <p:cNvSpPr/>
          <p:nvPr/>
        </p:nvSpPr>
        <p:spPr>
          <a:xfrm>
            <a:off x="502920" y="6400800"/>
            <a:ext cx="11185855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502920" y="6446520"/>
            <a:ext cx="8961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JJM 2025 · WHO/UNICEF JMP · Water.org</a:t>
            </a:r>
            <a:endParaRPr lang="en-US" sz="1200"/>
          </a:p>
        </p:txBody>
      </p:sp>
      <p:sp>
        <p:nvSpPr>
          <p:cNvPr id="29" name="Text 27"/>
          <p:cNvSpPr/>
          <p:nvPr/>
        </p:nvSpPr>
        <p:spPr>
          <a:xfrm>
            <a:off x="9905695" y="644652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ODA</a:t>
            </a: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18 / 23</a:t>
            </a:r>
            <a:endParaRPr lang="en-US" sz="12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11 · PROPOSED PROGRAMS</a:t>
            </a:r>
            <a:endParaRPr lang="en-US" sz="120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831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Program Menu (2/3)</a:t>
            </a:r>
            <a:endParaRPr lang="en-US" sz="1800"/>
          </a:p>
        </p:txBody>
      </p:sp>
      <p:sp>
        <p:nvSpPr>
          <p:cNvPr id="4" name="Shape 2"/>
          <p:cNvSpPr/>
          <p:nvPr/>
        </p:nvSpPr>
        <p:spPr>
          <a:xfrm>
            <a:off x="512064" y="1005840"/>
            <a:ext cx="502920" cy="0"/>
          </a:xfrm>
          <a:prstGeom prst="line">
            <a:avLst/>
          </a:prstGeom>
          <a:noFill/>
          <a:ln w="31750">
            <a:solidFill>
              <a:srgbClr val="AD83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949440" y="53035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i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Defends the human-capital edge</a:t>
            </a:r>
            <a:endParaRPr lang="en-US" sz="1300"/>
          </a:p>
        </p:txBody>
      </p:sp>
      <p:sp>
        <p:nvSpPr>
          <p:cNvPr id="6" name="Text 4"/>
          <p:cNvSpPr/>
          <p:nvPr/>
        </p:nvSpPr>
        <p:spPr>
          <a:xfrm>
            <a:off x="502920" y="107899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TIER 2 · HUMAN CAPITAL &amp; SYSTEMS</a:t>
            </a:r>
            <a:endParaRPr lang="en-US" sz="1200"/>
          </a:p>
        </p:txBody>
      </p:sp>
      <p:sp>
        <p:nvSpPr>
          <p:cNvPr id="7" name="Shape 5"/>
          <p:cNvSpPr/>
          <p:nvPr/>
        </p:nvSpPr>
        <p:spPr>
          <a:xfrm>
            <a:off x="502920" y="1444752"/>
            <a:ext cx="3576218" cy="4681728"/>
          </a:xfrm>
          <a:prstGeom prst="rect">
            <a:avLst/>
          </a:prstGeom>
          <a:solidFill>
            <a:srgbClr val="F4F1EA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502920" y="1444752"/>
            <a:ext cx="3576218" cy="45720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67512" y="1572768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C7A8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P3</a:t>
            </a:r>
            <a:endParaRPr lang="en-US" sz="1500"/>
          </a:p>
        </p:txBody>
      </p:sp>
      <p:sp>
        <p:nvSpPr>
          <p:cNvPr id="10" name="Text 8"/>
          <p:cNvSpPr/>
          <p:nvPr/>
        </p:nvSpPr>
        <p:spPr>
          <a:xfrm>
            <a:off x="667512" y="1920240"/>
            <a:ext cx="324703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Health Workforce &amp; Maternal-Newborn Care</a:t>
            </a:r>
            <a:endParaRPr lang="en-US" sz="1400"/>
          </a:p>
        </p:txBody>
      </p:sp>
      <p:sp>
        <p:nvSpPr>
          <p:cNvPr id="11" name="Text 9"/>
          <p:cNvSpPr/>
          <p:nvPr/>
        </p:nvSpPr>
        <p:spPr>
          <a:xfrm>
            <a:off x="667512" y="2633472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100">
                <a:solidFill>
                  <a:srgbClr val="2F58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HEALTH · RURAL PROVINCES</a:t>
            </a:r>
            <a:endParaRPr lang="en-US" sz="1200"/>
          </a:p>
        </p:txBody>
      </p:sp>
      <p:sp>
        <p:nvSpPr>
          <p:cNvPr id="12" name="Text 10"/>
          <p:cNvSpPr/>
          <p:nvPr/>
        </p:nvSpPr>
        <p:spPr>
          <a:xfrm>
            <a:off x="758952" y="2962656"/>
            <a:ext cx="3119018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Equip district maternal-newborn units</a:t>
            </a:r>
            <a:endParaRPr lang="en-US" sz="120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Rural retention: allowances, housing, training</a:t>
            </a:r>
            <a:endParaRPr lang="en-US" sz="120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Buffer primary health services in tribal areas</a:t>
            </a:r>
            <a:endParaRPr lang="en-US" sz="1200"/>
          </a:p>
        </p:txBody>
      </p:sp>
      <p:sp>
        <p:nvSpPr>
          <p:cNvPr id="13" name="Text 11"/>
          <p:cNvSpPr/>
          <p:nvPr/>
        </p:nvSpPr>
        <p:spPr>
          <a:xfrm>
            <a:off x="667512" y="4517136"/>
            <a:ext cx="324703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IMPACT  </a:t>
            </a: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Sustain NMR decline (17/1,000 in 2024) and cut MMR (80/100k). SRS 2023.</a:t>
            </a:r>
            <a:endParaRPr lang="en-US" sz="1200"/>
          </a:p>
        </p:txBody>
      </p:sp>
      <p:sp>
        <p:nvSpPr>
          <p:cNvPr id="14" name="Shape 12"/>
          <p:cNvSpPr/>
          <p:nvPr/>
        </p:nvSpPr>
        <p:spPr>
          <a:xfrm>
            <a:off x="502920" y="5486400"/>
            <a:ext cx="3576218" cy="640080"/>
          </a:xfrm>
          <a:prstGeom prst="rect">
            <a:avLst/>
          </a:prstGeom>
          <a:solidFill>
            <a:srgbClr val="333F6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67512" y="5486400"/>
            <a:ext cx="20624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COST  </a:t>
            </a:r>
            <a:r>
              <a:rPr lang="en-US" sz="1300" b="1">
                <a:solidFill>
                  <a:srgbClr val="C7A8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~$30-50M</a:t>
            </a:r>
            <a:endParaRPr lang="en-US" sz="1200"/>
          </a:p>
        </p:txBody>
      </p:sp>
      <p:sp>
        <p:nvSpPr>
          <p:cNvPr id="16" name="Text 14"/>
          <p:cNvSpPr/>
          <p:nvPr/>
        </p:nvSpPr>
        <p:spPr>
          <a:xfrm>
            <a:off x="2291029" y="5486400"/>
            <a:ext cx="162351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DURATION  </a:t>
            </a:r>
            <a:r>
              <a:rPr lang="en-US" sz="1300" b="1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 yrs</a:t>
            </a:r>
            <a:endParaRPr lang="en-US" sz="1200"/>
          </a:p>
        </p:txBody>
      </p:sp>
      <p:sp>
        <p:nvSpPr>
          <p:cNvPr id="17" name="Shape 15"/>
          <p:cNvSpPr/>
          <p:nvPr/>
        </p:nvSpPr>
        <p:spPr>
          <a:xfrm>
            <a:off x="4307738" y="1444752"/>
            <a:ext cx="3576218" cy="4681728"/>
          </a:xfrm>
          <a:prstGeom prst="rect">
            <a:avLst/>
          </a:prstGeom>
          <a:solidFill>
            <a:srgbClr val="F4F1EA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4307738" y="1444752"/>
            <a:ext cx="3576218" cy="45720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472330" y="1572768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C7A8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P4</a:t>
            </a:r>
            <a:endParaRPr lang="en-US" sz="1500"/>
          </a:p>
        </p:txBody>
      </p:sp>
      <p:sp>
        <p:nvSpPr>
          <p:cNvPr id="20" name="Text 18"/>
          <p:cNvSpPr/>
          <p:nvPr/>
        </p:nvSpPr>
        <p:spPr>
          <a:xfrm>
            <a:off x="4472330" y="1920240"/>
            <a:ext cx="324703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Youth Skills &amp; TVET for Growth Sectors</a:t>
            </a:r>
            <a:endParaRPr lang="en-US" sz="1400"/>
          </a:p>
        </p:txBody>
      </p:sp>
      <p:sp>
        <p:nvSpPr>
          <p:cNvPr id="21" name="Text 19"/>
          <p:cNvSpPr/>
          <p:nvPr/>
        </p:nvSpPr>
        <p:spPr>
          <a:xfrm>
            <a:off x="4472330" y="2633472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100">
                <a:solidFill>
                  <a:srgbClr val="2F58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EDUCATION &amp; JOBS · NATIONAL</a:t>
            </a:r>
            <a:endParaRPr lang="en-US" sz="1200"/>
          </a:p>
        </p:txBody>
      </p:sp>
      <p:sp>
        <p:nvSpPr>
          <p:cNvPr id="22" name="Text 20"/>
          <p:cNvSpPr/>
          <p:nvPr/>
        </p:nvSpPr>
        <p:spPr>
          <a:xfrm>
            <a:off x="4563770" y="2962656"/>
            <a:ext cx="3119018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Employer-linked TVET: manufacturing, IT, green jobs</a:t>
            </a:r>
            <a:endParaRPr lang="en-US" sz="120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Digital skills with women's targets</a:t>
            </a:r>
            <a:endParaRPr lang="en-US" sz="120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Link graduates to MSME finance &amp; internships</a:t>
            </a:r>
            <a:endParaRPr lang="en-US" sz="1200"/>
          </a:p>
        </p:txBody>
      </p:sp>
      <p:sp>
        <p:nvSpPr>
          <p:cNvPr id="23" name="Text 21"/>
          <p:cNvSpPr/>
          <p:nvPr/>
        </p:nvSpPr>
        <p:spPr>
          <a:xfrm>
            <a:off x="4472330" y="4517136"/>
            <a:ext cx="324703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IMPACT  </a:t>
            </a: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Close the skills-to-jobs gap behind 83% youth in unemployed; 42.6% employability.</a:t>
            </a:r>
            <a:endParaRPr lang="en-US" sz="1200"/>
          </a:p>
        </p:txBody>
      </p:sp>
      <p:sp>
        <p:nvSpPr>
          <p:cNvPr id="24" name="Shape 22"/>
          <p:cNvSpPr/>
          <p:nvPr/>
        </p:nvSpPr>
        <p:spPr>
          <a:xfrm>
            <a:off x="4307738" y="5486400"/>
            <a:ext cx="3576218" cy="640080"/>
          </a:xfrm>
          <a:prstGeom prst="rect">
            <a:avLst/>
          </a:prstGeom>
          <a:solidFill>
            <a:srgbClr val="333F6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472330" y="5486400"/>
            <a:ext cx="20624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COST  </a:t>
            </a:r>
            <a:r>
              <a:rPr lang="en-US" sz="1300" b="1">
                <a:solidFill>
                  <a:srgbClr val="C7A8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~$25-40M</a:t>
            </a:r>
            <a:endParaRPr lang="en-US" sz="1200"/>
          </a:p>
        </p:txBody>
      </p:sp>
      <p:sp>
        <p:nvSpPr>
          <p:cNvPr id="26" name="Text 24"/>
          <p:cNvSpPr/>
          <p:nvPr/>
        </p:nvSpPr>
        <p:spPr>
          <a:xfrm>
            <a:off x="6095848" y="5486400"/>
            <a:ext cx="162351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DURATION  </a:t>
            </a:r>
            <a:r>
              <a:rPr lang="en-US" sz="1300" b="1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3-4 yrs</a:t>
            </a:r>
            <a:endParaRPr lang="en-US" sz="1200"/>
          </a:p>
        </p:txBody>
      </p:sp>
      <p:sp>
        <p:nvSpPr>
          <p:cNvPr id="27" name="Shape 25"/>
          <p:cNvSpPr/>
          <p:nvPr/>
        </p:nvSpPr>
        <p:spPr>
          <a:xfrm>
            <a:off x="8112557" y="1444752"/>
            <a:ext cx="3576218" cy="4681728"/>
          </a:xfrm>
          <a:prstGeom prst="rect">
            <a:avLst/>
          </a:prstGeom>
          <a:solidFill>
            <a:srgbClr val="F4F1EA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8112557" y="1444752"/>
            <a:ext cx="3576218" cy="45720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8277149" y="1572768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C7A8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P5</a:t>
            </a:r>
            <a:endParaRPr lang="en-US" sz="1500"/>
          </a:p>
        </p:txBody>
      </p:sp>
      <p:sp>
        <p:nvSpPr>
          <p:cNvPr id="30" name="Text 28"/>
          <p:cNvSpPr/>
          <p:nvPr/>
        </p:nvSpPr>
        <p:spPr>
          <a:xfrm>
            <a:off x="8277149" y="1920240"/>
            <a:ext cx="324703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Irrigation &amp; Agro-Processing Value Chains</a:t>
            </a:r>
            <a:endParaRPr lang="en-US" sz="1400"/>
          </a:p>
        </p:txBody>
      </p:sp>
      <p:sp>
        <p:nvSpPr>
          <p:cNvPr id="31" name="Text 29"/>
          <p:cNvSpPr/>
          <p:nvPr/>
        </p:nvSpPr>
        <p:spPr>
          <a:xfrm>
            <a:off x="8277149" y="2633472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100">
                <a:solidFill>
                  <a:srgbClr val="2F58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AGRICULTURE · EASTERN &amp; DRYLAND STATES</a:t>
            </a:r>
            <a:endParaRPr lang="en-US" sz="1200"/>
          </a:p>
        </p:txBody>
      </p:sp>
      <p:sp>
        <p:nvSpPr>
          <p:cNvPr id="32" name="Text 30"/>
          <p:cNvSpPr/>
          <p:nvPr/>
        </p:nvSpPr>
        <p:spPr>
          <a:xfrm>
            <a:off x="8368589" y="2962656"/>
            <a:ext cx="3119018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Rehabilitate &amp; solarise smallholder irrigation</a:t>
            </a:r>
            <a:endParaRPr lang="en-US" sz="120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Rural processing: horticulture, grains, dairy</a:t>
            </a:r>
            <a:endParaRPr lang="en-US" sz="120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Climate-resilient seed &amp; inputs systems</a:t>
            </a:r>
            <a:endParaRPr lang="en-US" sz="1200"/>
          </a:p>
        </p:txBody>
      </p:sp>
      <p:sp>
        <p:nvSpPr>
          <p:cNvPr id="33" name="Text 31"/>
          <p:cNvSpPr/>
          <p:nvPr/>
        </p:nvSpPr>
        <p:spPr>
          <a:xfrm>
            <a:off x="8277149" y="4517136"/>
            <a:ext cx="324703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IMPACT  </a:t>
            </a: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Expand 95.6L ha micro-irrigation; keep value rural under PMKSY. Support 86% smallholders.</a:t>
            </a:r>
            <a:endParaRPr lang="en-US" sz="1200"/>
          </a:p>
        </p:txBody>
      </p:sp>
      <p:sp>
        <p:nvSpPr>
          <p:cNvPr id="34" name="Shape 32"/>
          <p:cNvSpPr/>
          <p:nvPr/>
        </p:nvSpPr>
        <p:spPr>
          <a:xfrm>
            <a:off x="8112557" y="5486400"/>
            <a:ext cx="3576218" cy="640080"/>
          </a:xfrm>
          <a:prstGeom prst="rect">
            <a:avLst/>
          </a:prstGeom>
          <a:solidFill>
            <a:srgbClr val="333F6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8277149" y="5486400"/>
            <a:ext cx="20624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COST  </a:t>
            </a:r>
            <a:r>
              <a:rPr lang="en-US" sz="1300" b="1">
                <a:solidFill>
                  <a:srgbClr val="C7A8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~$50-100M</a:t>
            </a:r>
            <a:endParaRPr lang="en-US" sz="1200"/>
          </a:p>
        </p:txBody>
      </p:sp>
      <p:sp>
        <p:nvSpPr>
          <p:cNvPr id="36" name="Text 34"/>
          <p:cNvSpPr/>
          <p:nvPr/>
        </p:nvSpPr>
        <p:spPr>
          <a:xfrm>
            <a:off x="9900666" y="5486400"/>
            <a:ext cx="162351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DURATION  </a:t>
            </a:r>
            <a:r>
              <a:rPr lang="en-US" sz="1300" b="1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 yrs</a:t>
            </a:r>
            <a:endParaRPr lang="en-US" sz="1200"/>
          </a:p>
        </p:txBody>
      </p:sp>
      <p:sp>
        <p:nvSpPr>
          <p:cNvPr id="37" name="Shape 35"/>
          <p:cNvSpPr/>
          <p:nvPr/>
        </p:nvSpPr>
        <p:spPr>
          <a:xfrm>
            <a:off x="502920" y="6400800"/>
            <a:ext cx="11185855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502920" y="6446520"/>
            <a:ext cx="8961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Economic Survey 2025 · FAO · ILO 2024</a:t>
            </a:r>
            <a:endParaRPr lang="en-US" sz="1200"/>
          </a:p>
        </p:txBody>
      </p:sp>
      <p:sp>
        <p:nvSpPr>
          <p:cNvPr id="39" name="Text 37"/>
          <p:cNvSpPr/>
          <p:nvPr/>
        </p:nvSpPr>
        <p:spPr>
          <a:xfrm>
            <a:off x="9905695" y="644652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ODA</a:t>
            </a: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19 / 23</a:t>
            </a:r>
            <a:endParaRPr lang="en-US" sz="12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11 · PROPOSED PROGRAMS</a:t>
            </a:r>
            <a:endParaRPr lang="en-US" sz="120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831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Program Menu (3/3)</a:t>
            </a:r>
            <a:endParaRPr lang="en-US" sz="1800"/>
          </a:p>
        </p:txBody>
      </p:sp>
      <p:sp>
        <p:nvSpPr>
          <p:cNvPr id="4" name="Shape 2"/>
          <p:cNvSpPr/>
          <p:nvPr/>
        </p:nvSpPr>
        <p:spPr>
          <a:xfrm>
            <a:off x="512064" y="1005840"/>
            <a:ext cx="502920" cy="0"/>
          </a:xfrm>
          <a:prstGeom prst="line">
            <a:avLst/>
          </a:prstGeom>
          <a:noFill/>
          <a:ln w="31750">
            <a:solidFill>
              <a:srgbClr val="AD83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949440" y="53035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i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Unlocks the other tiers</a:t>
            </a:r>
            <a:endParaRPr lang="en-US" sz="1300"/>
          </a:p>
        </p:txBody>
      </p:sp>
      <p:sp>
        <p:nvSpPr>
          <p:cNvPr id="6" name="Text 4"/>
          <p:cNvSpPr/>
          <p:nvPr/>
        </p:nvSpPr>
        <p:spPr>
          <a:xfrm>
            <a:off x="502920" y="107899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TIER 3 · GROWTH UNLOCKS</a:t>
            </a:r>
            <a:endParaRPr lang="en-US" sz="1200"/>
          </a:p>
        </p:txBody>
      </p:sp>
      <p:sp>
        <p:nvSpPr>
          <p:cNvPr id="7" name="Shape 5"/>
          <p:cNvSpPr/>
          <p:nvPr/>
        </p:nvSpPr>
        <p:spPr>
          <a:xfrm>
            <a:off x="502920" y="1444752"/>
            <a:ext cx="5478628" cy="4681728"/>
          </a:xfrm>
          <a:prstGeom prst="rect">
            <a:avLst/>
          </a:prstGeom>
          <a:solidFill>
            <a:srgbClr val="F4F1EA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502920" y="1444752"/>
            <a:ext cx="5478628" cy="45720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67512" y="1572768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C7A8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P6</a:t>
            </a:r>
            <a:endParaRPr lang="en-US" sz="1500"/>
          </a:p>
        </p:txBody>
      </p:sp>
      <p:sp>
        <p:nvSpPr>
          <p:cNvPr id="10" name="Text 8"/>
          <p:cNvSpPr/>
          <p:nvPr/>
        </p:nvSpPr>
        <p:spPr>
          <a:xfrm>
            <a:off x="667512" y="1920240"/>
            <a:ext cx="51494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Rural Solar Mini-Grids &amp; Institutions</a:t>
            </a:r>
            <a:endParaRPr lang="en-US" sz="1400"/>
          </a:p>
        </p:txBody>
      </p:sp>
      <p:sp>
        <p:nvSpPr>
          <p:cNvPr id="11" name="Text 9"/>
          <p:cNvSpPr/>
          <p:nvPr/>
        </p:nvSpPr>
        <p:spPr>
          <a:xfrm>
            <a:off x="667512" y="2633472"/>
            <a:ext cx="51494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100">
                <a:solidFill>
                  <a:srgbClr val="2F58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ENERGY · REMOTE RURAL DISTRICTS</a:t>
            </a:r>
            <a:endParaRPr lang="en-US" sz="1200"/>
          </a:p>
        </p:txBody>
      </p:sp>
      <p:sp>
        <p:nvSpPr>
          <p:cNvPr id="12" name="Text 10"/>
          <p:cNvSpPr/>
          <p:nvPr/>
        </p:nvSpPr>
        <p:spPr>
          <a:xfrm>
            <a:off x="758952" y="2962656"/>
            <a:ext cx="5021428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Solarise clinics, schools, boreholes &amp; irrigation</a:t>
            </a:r>
            <a:endParaRPr lang="en-US" sz="120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Mini-grids beyond grid reach in NE &amp; tribal areas</a:t>
            </a:r>
            <a:endParaRPr lang="en-US" sz="120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Private co-investment under DRE schemes</a:t>
            </a:r>
            <a:endParaRPr lang="en-US" sz="1200"/>
          </a:p>
        </p:txBody>
      </p:sp>
      <p:sp>
        <p:nvSpPr>
          <p:cNvPr id="13" name="Text 11"/>
          <p:cNvSpPr/>
          <p:nvPr/>
        </p:nvSpPr>
        <p:spPr>
          <a:xfrm>
            <a:off x="667512" y="4517136"/>
            <a:ext cx="514944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IMPACT  </a:t>
            </a: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Address 2.4% unelectrified HHs &amp; poor reliability; 4.23 GW off-grid solar capacity. Benchmark: PM Surya Ghar.</a:t>
            </a:r>
            <a:endParaRPr lang="en-US" sz="1200"/>
          </a:p>
        </p:txBody>
      </p:sp>
      <p:sp>
        <p:nvSpPr>
          <p:cNvPr id="14" name="Shape 12"/>
          <p:cNvSpPr/>
          <p:nvPr/>
        </p:nvSpPr>
        <p:spPr>
          <a:xfrm>
            <a:off x="502920" y="5486400"/>
            <a:ext cx="5478628" cy="640080"/>
          </a:xfrm>
          <a:prstGeom prst="rect">
            <a:avLst/>
          </a:prstGeom>
          <a:solidFill>
            <a:srgbClr val="333F6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67512" y="5486400"/>
            <a:ext cx="301363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COST  </a:t>
            </a:r>
            <a:r>
              <a:rPr lang="en-US" sz="1300" b="1">
                <a:solidFill>
                  <a:srgbClr val="C7A8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~$40-80M</a:t>
            </a:r>
            <a:endParaRPr lang="en-US" sz="1200"/>
          </a:p>
        </p:txBody>
      </p:sp>
      <p:sp>
        <p:nvSpPr>
          <p:cNvPr id="16" name="Text 14"/>
          <p:cNvSpPr/>
          <p:nvPr/>
        </p:nvSpPr>
        <p:spPr>
          <a:xfrm>
            <a:off x="3242234" y="5486400"/>
            <a:ext cx="257472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DURATION  </a:t>
            </a:r>
            <a:r>
              <a:rPr lang="en-US" sz="1300" b="1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4-5 yrs</a:t>
            </a:r>
            <a:endParaRPr lang="en-US" sz="1200"/>
          </a:p>
        </p:txBody>
      </p:sp>
      <p:sp>
        <p:nvSpPr>
          <p:cNvPr id="17" name="Shape 15"/>
          <p:cNvSpPr/>
          <p:nvPr/>
        </p:nvSpPr>
        <p:spPr>
          <a:xfrm>
            <a:off x="6210148" y="1444752"/>
            <a:ext cx="5478628" cy="4681728"/>
          </a:xfrm>
          <a:prstGeom prst="rect">
            <a:avLst/>
          </a:prstGeom>
          <a:solidFill>
            <a:srgbClr val="F4F1EA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6210148" y="1444752"/>
            <a:ext cx="5478628" cy="45720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374740" y="1572768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C7A8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P7</a:t>
            </a:r>
            <a:endParaRPr lang="en-US" sz="1500"/>
          </a:p>
        </p:txBody>
      </p:sp>
      <p:sp>
        <p:nvSpPr>
          <p:cNvPr id="20" name="Text 18"/>
          <p:cNvSpPr/>
          <p:nvPr/>
        </p:nvSpPr>
        <p:spPr>
          <a:xfrm>
            <a:off x="6374740" y="1920240"/>
            <a:ext cx="51494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Wildlife Economy &amp; Coexistence Model</a:t>
            </a:r>
            <a:endParaRPr lang="en-US" sz="1400"/>
          </a:p>
        </p:txBody>
      </p:sp>
      <p:sp>
        <p:nvSpPr>
          <p:cNvPr id="21" name="Text 19"/>
          <p:cNvSpPr/>
          <p:nvPr/>
        </p:nvSpPr>
        <p:spPr>
          <a:xfrm>
            <a:off x="6374740" y="2633472"/>
            <a:ext cx="51494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100">
                <a:solidFill>
                  <a:srgbClr val="2F58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WILDLIFE / RURAL DEV. · CONFLICT HOTSPOTS</a:t>
            </a:r>
            <a:endParaRPr lang="en-US" sz="1200"/>
          </a:p>
        </p:txBody>
      </p:sp>
      <p:sp>
        <p:nvSpPr>
          <p:cNvPr id="22" name="Text 20"/>
          <p:cNvSpPr/>
          <p:nvPr/>
        </p:nvSpPr>
        <p:spPr>
          <a:xfrm>
            <a:off x="6466180" y="2962656"/>
            <a:ext cx="5021428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Digital benefit-sharing to communities; published data</a:t>
            </a:r>
            <a:endParaRPr lang="en-US" sz="120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Conflict mitigation: collars, corridors, early warning</a:t>
            </a:r>
            <a:endParaRPr lang="en-US" sz="120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Diversify: ecotourism &amp; sustainable livelihoods</a:t>
            </a:r>
            <a:endParaRPr lang="en-US" sz="1200"/>
          </a:p>
        </p:txBody>
      </p:sp>
      <p:sp>
        <p:nvSpPr>
          <p:cNvPr id="23" name="Text 21"/>
          <p:cNvSpPr/>
          <p:nvPr/>
        </p:nvSpPr>
        <p:spPr>
          <a:xfrm>
            <a:off x="6374740" y="4517136"/>
            <a:ext cx="514944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IMPACT  </a:t>
            </a: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Address 500+ elephant conflict deaths/yr; protect 31,000 elephants. Support 3,000+ tigers outside reserves.</a:t>
            </a:r>
            <a:endParaRPr lang="en-US" sz="1200"/>
          </a:p>
        </p:txBody>
      </p:sp>
      <p:sp>
        <p:nvSpPr>
          <p:cNvPr id="24" name="Shape 22"/>
          <p:cNvSpPr/>
          <p:nvPr/>
        </p:nvSpPr>
        <p:spPr>
          <a:xfrm>
            <a:off x="6210148" y="5486400"/>
            <a:ext cx="5478628" cy="640080"/>
          </a:xfrm>
          <a:prstGeom prst="rect">
            <a:avLst/>
          </a:prstGeom>
          <a:solidFill>
            <a:srgbClr val="333F6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6374740" y="5486400"/>
            <a:ext cx="301363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COST  </a:t>
            </a:r>
            <a:r>
              <a:rPr lang="en-US" sz="1300" b="1">
                <a:solidFill>
                  <a:srgbClr val="C7A8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~$15-30M</a:t>
            </a:r>
            <a:endParaRPr lang="en-US" sz="1200"/>
          </a:p>
        </p:txBody>
      </p:sp>
      <p:sp>
        <p:nvSpPr>
          <p:cNvPr id="26" name="Text 24"/>
          <p:cNvSpPr/>
          <p:nvPr/>
        </p:nvSpPr>
        <p:spPr>
          <a:xfrm>
            <a:off x="8949461" y="5486400"/>
            <a:ext cx="257472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DURATION  </a:t>
            </a:r>
            <a:r>
              <a:rPr lang="en-US" sz="1300" b="1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 yrs</a:t>
            </a:r>
            <a:endParaRPr lang="en-US" sz="1200"/>
          </a:p>
        </p:txBody>
      </p:sp>
      <p:sp>
        <p:nvSpPr>
          <p:cNvPr id="27" name="Shape 25"/>
          <p:cNvSpPr/>
          <p:nvPr/>
        </p:nvSpPr>
        <p:spPr>
          <a:xfrm>
            <a:off x="502920" y="6400800"/>
            <a:ext cx="11185855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502920" y="6446520"/>
            <a:ext cx="8961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WII · Project Elephant · IUCN 2024</a:t>
            </a:r>
            <a:endParaRPr lang="en-US" sz="1200"/>
          </a:p>
        </p:txBody>
      </p:sp>
      <p:sp>
        <p:nvSpPr>
          <p:cNvPr id="29" name="Text 27"/>
          <p:cNvSpPr/>
          <p:nvPr/>
        </p:nvSpPr>
        <p:spPr>
          <a:xfrm>
            <a:off x="9905695" y="644652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ODA</a:t>
            </a: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20 / 23</a:t>
            </a:r>
            <a:endParaRPr lang="en-US" sz="120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33F6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6060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>
                <a:solidFill>
                  <a:srgbClr val="C7A8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APPENDIX</a:t>
            </a:r>
            <a:endParaRPr lang="en-US" sz="1300"/>
          </a:p>
        </p:txBody>
      </p:sp>
      <p:sp>
        <p:nvSpPr>
          <p:cNvPr id="3" name="Text 1"/>
          <p:cNvSpPr/>
          <p:nvPr/>
        </p:nvSpPr>
        <p:spPr>
          <a:xfrm>
            <a:off x="475488" y="292608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Supporting Analysis</a:t>
            </a:r>
            <a:endParaRPr lang="en-US" sz="3600"/>
          </a:p>
        </p:txBody>
      </p:sp>
      <p:sp>
        <p:nvSpPr>
          <p:cNvPr id="4" name="Shape 2"/>
          <p:cNvSpPr/>
          <p:nvPr/>
        </p:nvSpPr>
        <p:spPr>
          <a:xfrm>
            <a:off x="512064" y="3767328"/>
            <a:ext cx="640080" cy="0"/>
          </a:xfrm>
          <a:prstGeom prst="line">
            <a:avLst/>
          </a:prstGeom>
          <a:noFill/>
          <a:ln w="31750">
            <a:solidFill>
              <a:srgbClr val="AD83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02920" y="6400800"/>
            <a:ext cx="11185855" cy="0"/>
          </a:xfrm>
          <a:prstGeom prst="line">
            <a:avLst/>
          </a:prstGeom>
          <a:noFill/>
          <a:ln w="9525">
            <a:solidFill>
              <a:srgbClr val="5B6A7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02920" y="6446520"/>
            <a:ext cx="8961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200"/>
          </a:p>
        </p:txBody>
      </p:sp>
      <p:sp>
        <p:nvSpPr>
          <p:cNvPr id="7" name="Text 5"/>
          <p:cNvSpPr/>
          <p:nvPr/>
        </p:nvSpPr>
        <p:spPr>
          <a:xfrm>
            <a:off x="9905695" y="644652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ODA</a:t>
            </a:r>
            <a:r>
              <a:rPr lang="en-US" sz="1200">
                <a:solidFill>
                  <a:srgbClr val="E7E2D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21 / 23</a:t>
            </a:r>
            <a:endParaRPr lang="en-US" sz="12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SEVERITY / TRIAGE · GPS MATRIX · 2026-07-19</a:t>
            </a:r>
            <a:endParaRPr lang="en-US" sz="120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831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 of 11 sectors in the red band (GPS ≥ 15)</a:t>
            </a:r>
            <a:endParaRPr lang="en-US" sz="1800"/>
          </a:p>
        </p:txBody>
      </p:sp>
      <p:sp>
        <p:nvSpPr>
          <p:cNvPr id="4" name="Shape 2"/>
          <p:cNvSpPr/>
          <p:nvPr/>
        </p:nvSpPr>
        <p:spPr>
          <a:xfrm>
            <a:off x="512064" y="1005840"/>
            <a:ext cx="502920" cy="0"/>
          </a:xfrm>
          <a:prstGeom prst="line">
            <a:avLst/>
          </a:prstGeom>
          <a:noFill/>
          <a:ln w="31750">
            <a:solidFill>
              <a:srgbClr val="AD83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02920" y="1060704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GPS = Need Severity × (6 − Coverage Adequacy). Range 1-25. NP reported, never multiplied in.</a:t>
            </a:r>
            <a:endParaRPr lang="en-US" sz="1200"/>
          </a:p>
        </p:txBody>
      </p:sp>
      <p:sp>
        <p:nvSpPr>
          <p:cNvPr id="6" name="Text 4"/>
          <p:cNvSpPr/>
          <p:nvPr/>
        </p:nvSpPr>
        <p:spPr>
          <a:xfrm>
            <a:off x="502920" y="1389888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SECTOR</a:t>
            </a:r>
            <a:endParaRPr lang="en-US" sz="1200"/>
          </a:p>
        </p:txBody>
      </p:sp>
      <p:sp>
        <p:nvSpPr>
          <p:cNvPr id="7" name="Text 5"/>
          <p:cNvSpPr/>
          <p:nvPr/>
        </p:nvSpPr>
        <p:spPr>
          <a:xfrm>
            <a:off x="4434840" y="138988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NS</a:t>
            </a:r>
            <a:endParaRPr lang="en-US" sz="1200"/>
          </a:p>
        </p:txBody>
      </p:sp>
      <p:sp>
        <p:nvSpPr>
          <p:cNvPr id="8" name="Text 6"/>
          <p:cNvSpPr/>
          <p:nvPr/>
        </p:nvSpPr>
        <p:spPr>
          <a:xfrm>
            <a:off x="5074920" y="138988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NP</a:t>
            </a:r>
            <a:endParaRPr lang="en-US" sz="1200"/>
          </a:p>
        </p:txBody>
      </p:sp>
      <p:sp>
        <p:nvSpPr>
          <p:cNvPr id="9" name="Text 7"/>
          <p:cNvSpPr/>
          <p:nvPr/>
        </p:nvSpPr>
        <p:spPr>
          <a:xfrm>
            <a:off x="5715000" y="138988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</a:t>
            </a:r>
            <a:endParaRPr lang="en-US" sz="1200"/>
          </a:p>
        </p:txBody>
      </p:sp>
      <p:sp>
        <p:nvSpPr>
          <p:cNvPr id="10" name="Text 8"/>
          <p:cNvSpPr/>
          <p:nvPr/>
        </p:nvSpPr>
        <p:spPr>
          <a:xfrm>
            <a:off x="6355080" y="1389888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GPS</a:t>
            </a:r>
            <a:endParaRPr lang="en-US" sz="1200"/>
          </a:p>
        </p:txBody>
      </p:sp>
      <p:sp>
        <p:nvSpPr>
          <p:cNvPr id="11" name="Text 9"/>
          <p:cNvSpPr/>
          <p:nvPr/>
        </p:nvSpPr>
        <p:spPr>
          <a:xfrm>
            <a:off x="7360920" y="1389888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FLAGS</a:t>
            </a:r>
            <a:endParaRPr lang="en-US" sz="1200"/>
          </a:p>
        </p:txBody>
      </p:sp>
      <p:sp>
        <p:nvSpPr>
          <p:cNvPr id="12" name="Shape 10"/>
          <p:cNvSpPr/>
          <p:nvPr/>
        </p:nvSpPr>
        <p:spPr>
          <a:xfrm>
            <a:off x="502920" y="1645920"/>
            <a:ext cx="11183112" cy="0"/>
          </a:xfrm>
          <a:prstGeom prst="line">
            <a:avLst/>
          </a:prstGeom>
          <a:noFill/>
          <a:ln w="12700">
            <a:solidFill>
              <a:srgbClr val="1D252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02920" y="173736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Humanitarian &amp; Protection</a:t>
            </a:r>
            <a:endParaRPr lang="en-US" sz="1200"/>
          </a:p>
        </p:txBody>
      </p:sp>
      <p:sp>
        <p:nvSpPr>
          <p:cNvPr id="14" name="Text 12"/>
          <p:cNvSpPr/>
          <p:nvPr/>
        </p:nvSpPr>
        <p:spPr>
          <a:xfrm>
            <a:off x="4434840" y="17373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1200"/>
          </a:p>
        </p:txBody>
      </p:sp>
      <p:sp>
        <p:nvSpPr>
          <p:cNvPr id="15" name="Text 13"/>
          <p:cNvSpPr/>
          <p:nvPr/>
        </p:nvSpPr>
        <p:spPr>
          <a:xfrm>
            <a:off x="5074920" y="17373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1200"/>
          </a:p>
        </p:txBody>
      </p:sp>
      <p:sp>
        <p:nvSpPr>
          <p:cNvPr id="16" name="Text 14"/>
          <p:cNvSpPr/>
          <p:nvPr/>
        </p:nvSpPr>
        <p:spPr>
          <a:xfrm>
            <a:off x="5715000" y="17373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1200"/>
          </a:p>
        </p:txBody>
      </p:sp>
      <p:sp>
        <p:nvSpPr>
          <p:cNvPr id="17" name="Shape 15"/>
          <p:cNvSpPr/>
          <p:nvPr/>
        </p:nvSpPr>
        <p:spPr>
          <a:xfrm>
            <a:off x="6355080" y="1787652"/>
            <a:ext cx="566928" cy="265176"/>
          </a:xfrm>
          <a:prstGeom prst="rect">
            <a:avLst/>
          </a:prstGeom>
          <a:solidFill>
            <a:srgbClr val="1F8A5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6355080" y="1787652"/>
            <a:ext cx="5669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10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1200"/>
          </a:p>
        </p:txBody>
      </p:sp>
      <p:sp>
        <p:nvSpPr>
          <p:cNvPr id="19" name="Text 17"/>
          <p:cNvSpPr/>
          <p:nvPr/>
        </p:nvSpPr>
        <p:spPr>
          <a:xfrm>
            <a:off x="7360920" y="173736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monsoon flood cycle</a:t>
            </a:r>
            <a:endParaRPr lang="en-US" sz="1200"/>
          </a:p>
        </p:txBody>
      </p:sp>
      <p:sp>
        <p:nvSpPr>
          <p:cNvPr id="20" name="Shape 18"/>
          <p:cNvSpPr/>
          <p:nvPr/>
        </p:nvSpPr>
        <p:spPr>
          <a:xfrm>
            <a:off x="502920" y="2103120"/>
            <a:ext cx="11183112" cy="0"/>
          </a:xfrm>
          <a:prstGeom prst="line">
            <a:avLst/>
          </a:prstGeom>
          <a:noFill/>
          <a:ln w="6350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02920" y="2135124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Health</a:t>
            </a:r>
            <a:endParaRPr lang="en-US" sz="1200"/>
          </a:p>
        </p:txBody>
      </p:sp>
      <p:sp>
        <p:nvSpPr>
          <p:cNvPr id="22" name="Text 20"/>
          <p:cNvSpPr/>
          <p:nvPr/>
        </p:nvSpPr>
        <p:spPr>
          <a:xfrm>
            <a:off x="4434840" y="213512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1200"/>
          </a:p>
        </p:txBody>
      </p:sp>
      <p:sp>
        <p:nvSpPr>
          <p:cNvPr id="23" name="Text 21"/>
          <p:cNvSpPr/>
          <p:nvPr/>
        </p:nvSpPr>
        <p:spPr>
          <a:xfrm>
            <a:off x="5074920" y="213512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1200"/>
          </a:p>
        </p:txBody>
      </p:sp>
      <p:sp>
        <p:nvSpPr>
          <p:cNvPr id="24" name="Text 22"/>
          <p:cNvSpPr/>
          <p:nvPr/>
        </p:nvSpPr>
        <p:spPr>
          <a:xfrm>
            <a:off x="5715000" y="213512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1200"/>
          </a:p>
        </p:txBody>
      </p:sp>
      <p:sp>
        <p:nvSpPr>
          <p:cNvPr id="25" name="Shape 23"/>
          <p:cNvSpPr/>
          <p:nvPr/>
        </p:nvSpPr>
        <p:spPr>
          <a:xfrm>
            <a:off x="6355080" y="2185416"/>
            <a:ext cx="566928" cy="265176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6355080" y="2185416"/>
            <a:ext cx="5669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10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</a:t>
            </a:r>
            <a:endParaRPr lang="en-US" sz="1200"/>
          </a:p>
        </p:txBody>
      </p:sp>
      <p:sp>
        <p:nvSpPr>
          <p:cNvPr id="27" name="Text 25"/>
          <p:cNvSpPr/>
          <p:nvPr/>
        </p:nvSpPr>
        <p:spPr>
          <a:xfrm>
            <a:off x="7360920" y="2135124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rural doctor-bed gaps</a:t>
            </a:r>
            <a:endParaRPr lang="en-US" sz="1200"/>
          </a:p>
        </p:txBody>
      </p:sp>
      <p:sp>
        <p:nvSpPr>
          <p:cNvPr id="28" name="Shape 26"/>
          <p:cNvSpPr/>
          <p:nvPr/>
        </p:nvSpPr>
        <p:spPr>
          <a:xfrm>
            <a:off x="502920" y="2500884"/>
            <a:ext cx="11183112" cy="0"/>
          </a:xfrm>
          <a:prstGeom prst="line">
            <a:avLst/>
          </a:prstGeom>
          <a:noFill/>
          <a:ln w="6350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502920" y="2532888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Education</a:t>
            </a:r>
            <a:endParaRPr lang="en-US" sz="1200"/>
          </a:p>
        </p:txBody>
      </p:sp>
      <p:sp>
        <p:nvSpPr>
          <p:cNvPr id="30" name="Text 28"/>
          <p:cNvSpPr/>
          <p:nvPr/>
        </p:nvSpPr>
        <p:spPr>
          <a:xfrm>
            <a:off x="4434840" y="253288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1200"/>
          </a:p>
        </p:txBody>
      </p:sp>
      <p:sp>
        <p:nvSpPr>
          <p:cNvPr id="31" name="Text 29"/>
          <p:cNvSpPr/>
          <p:nvPr/>
        </p:nvSpPr>
        <p:spPr>
          <a:xfrm>
            <a:off x="5074920" y="253288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1200"/>
          </a:p>
        </p:txBody>
      </p:sp>
      <p:sp>
        <p:nvSpPr>
          <p:cNvPr id="32" name="Text 30"/>
          <p:cNvSpPr/>
          <p:nvPr/>
        </p:nvSpPr>
        <p:spPr>
          <a:xfrm>
            <a:off x="5715000" y="253288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1200"/>
          </a:p>
        </p:txBody>
      </p:sp>
      <p:sp>
        <p:nvSpPr>
          <p:cNvPr id="33" name="Shape 31"/>
          <p:cNvSpPr/>
          <p:nvPr/>
        </p:nvSpPr>
        <p:spPr>
          <a:xfrm>
            <a:off x="6355080" y="2583180"/>
            <a:ext cx="566928" cy="265176"/>
          </a:xfrm>
          <a:prstGeom prst="rect">
            <a:avLst/>
          </a:prstGeom>
          <a:solidFill>
            <a:srgbClr val="1F8A5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6355080" y="2583180"/>
            <a:ext cx="5669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10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</a:t>
            </a:r>
            <a:endParaRPr lang="en-US" sz="1200"/>
          </a:p>
        </p:txBody>
      </p:sp>
      <p:sp>
        <p:nvSpPr>
          <p:cNvPr id="35" name="Text 33"/>
          <p:cNvSpPr/>
          <p:nvPr/>
        </p:nvSpPr>
        <p:spPr>
          <a:xfrm>
            <a:off x="7360920" y="2532888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learning outcomes lag enrolment</a:t>
            </a:r>
            <a:endParaRPr lang="en-US" sz="1200"/>
          </a:p>
        </p:txBody>
      </p:sp>
      <p:sp>
        <p:nvSpPr>
          <p:cNvPr id="36" name="Shape 34"/>
          <p:cNvSpPr/>
          <p:nvPr/>
        </p:nvSpPr>
        <p:spPr>
          <a:xfrm>
            <a:off x="502920" y="2898648"/>
            <a:ext cx="11183112" cy="0"/>
          </a:xfrm>
          <a:prstGeom prst="line">
            <a:avLst/>
          </a:prstGeom>
          <a:noFill/>
          <a:ln w="6350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502920" y="293065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WASH</a:t>
            </a:r>
            <a:endParaRPr lang="en-US" sz="1200"/>
          </a:p>
        </p:txBody>
      </p:sp>
      <p:sp>
        <p:nvSpPr>
          <p:cNvPr id="38" name="Text 36"/>
          <p:cNvSpPr/>
          <p:nvPr/>
        </p:nvSpPr>
        <p:spPr>
          <a:xfrm>
            <a:off x="4434840" y="293065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1200"/>
          </a:p>
        </p:txBody>
      </p:sp>
      <p:sp>
        <p:nvSpPr>
          <p:cNvPr id="39" name="Text 37"/>
          <p:cNvSpPr/>
          <p:nvPr/>
        </p:nvSpPr>
        <p:spPr>
          <a:xfrm>
            <a:off x="5074920" y="293065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1200"/>
          </a:p>
        </p:txBody>
      </p:sp>
      <p:sp>
        <p:nvSpPr>
          <p:cNvPr id="40" name="Text 38"/>
          <p:cNvSpPr/>
          <p:nvPr/>
        </p:nvSpPr>
        <p:spPr>
          <a:xfrm>
            <a:off x="5715000" y="293065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1200"/>
          </a:p>
        </p:txBody>
      </p:sp>
      <p:sp>
        <p:nvSpPr>
          <p:cNvPr id="41" name="Shape 39"/>
          <p:cNvSpPr/>
          <p:nvPr/>
        </p:nvSpPr>
        <p:spPr>
          <a:xfrm>
            <a:off x="6355080" y="2980944"/>
            <a:ext cx="566928" cy="265176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6355080" y="2980944"/>
            <a:ext cx="5669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10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</a:t>
            </a:r>
            <a:endParaRPr lang="en-US" sz="1200"/>
          </a:p>
        </p:txBody>
      </p:sp>
      <p:sp>
        <p:nvSpPr>
          <p:cNvPr id="43" name="Text 41"/>
          <p:cNvSpPr/>
          <p:nvPr/>
        </p:nvSpPr>
        <p:spPr>
          <a:xfrm>
            <a:off x="7360920" y="293065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sanitation inequality persists</a:t>
            </a:r>
            <a:endParaRPr lang="en-US" sz="1200"/>
          </a:p>
        </p:txBody>
      </p:sp>
      <p:sp>
        <p:nvSpPr>
          <p:cNvPr id="44" name="Shape 42"/>
          <p:cNvSpPr/>
          <p:nvPr/>
        </p:nvSpPr>
        <p:spPr>
          <a:xfrm>
            <a:off x="502920" y="3296412"/>
            <a:ext cx="11183112" cy="0"/>
          </a:xfrm>
          <a:prstGeom prst="line">
            <a:avLst/>
          </a:prstGeom>
          <a:noFill/>
          <a:ln w="6350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502920" y="3328416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Infrastructure &amp; Energy</a:t>
            </a:r>
            <a:endParaRPr lang="en-US" sz="1200"/>
          </a:p>
        </p:txBody>
      </p:sp>
      <p:sp>
        <p:nvSpPr>
          <p:cNvPr id="46" name="Text 44"/>
          <p:cNvSpPr/>
          <p:nvPr/>
        </p:nvSpPr>
        <p:spPr>
          <a:xfrm>
            <a:off x="4434840" y="332841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1200"/>
          </a:p>
        </p:txBody>
      </p:sp>
      <p:sp>
        <p:nvSpPr>
          <p:cNvPr id="47" name="Text 45"/>
          <p:cNvSpPr/>
          <p:nvPr/>
        </p:nvSpPr>
        <p:spPr>
          <a:xfrm>
            <a:off x="5074920" y="332841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1200"/>
          </a:p>
        </p:txBody>
      </p:sp>
      <p:sp>
        <p:nvSpPr>
          <p:cNvPr id="48" name="Text 46"/>
          <p:cNvSpPr/>
          <p:nvPr/>
        </p:nvSpPr>
        <p:spPr>
          <a:xfrm>
            <a:off x="5715000" y="332841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1200"/>
          </a:p>
        </p:txBody>
      </p:sp>
      <p:sp>
        <p:nvSpPr>
          <p:cNvPr id="49" name="Shape 47"/>
          <p:cNvSpPr/>
          <p:nvPr/>
        </p:nvSpPr>
        <p:spPr>
          <a:xfrm>
            <a:off x="6355080" y="3378708"/>
            <a:ext cx="566928" cy="265176"/>
          </a:xfrm>
          <a:prstGeom prst="rect">
            <a:avLst/>
          </a:prstGeom>
          <a:solidFill>
            <a:srgbClr val="1F8A5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0" name="Text 48"/>
          <p:cNvSpPr/>
          <p:nvPr/>
        </p:nvSpPr>
        <p:spPr>
          <a:xfrm>
            <a:off x="6355080" y="3378708"/>
            <a:ext cx="5669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10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1200"/>
          </a:p>
        </p:txBody>
      </p:sp>
      <p:sp>
        <p:nvSpPr>
          <p:cNvPr id="51" name="Text 49"/>
          <p:cNvSpPr/>
          <p:nvPr/>
        </p:nvSpPr>
        <p:spPr>
          <a:xfrm>
            <a:off x="7360920" y="3328416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grid reliability gap</a:t>
            </a:r>
            <a:endParaRPr lang="en-US" sz="1200"/>
          </a:p>
        </p:txBody>
      </p:sp>
      <p:sp>
        <p:nvSpPr>
          <p:cNvPr id="52" name="Shape 50"/>
          <p:cNvSpPr/>
          <p:nvPr/>
        </p:nvSpPr>
        <p:spPr>
          <a:xfrm>
            <a:off x="502920" y="3694176"/>
            <a:ext cx="11183112" cy="0"/>
          </a:xfrm>
          <a:prstGeom prst="line">
            <a:avLst/>
          </a:prstGeom>
          <a:noFill/>
          <a:ln w="6350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Text 51"/>
          <p:cNvSpPr/>
          <p:nvPr/>
        </p:nvSpPr>
        <p:spPr>
          <a:xfrm>
            <a:off x="502920" y="37261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Social Protection</a:t>
            </a:r>
            <a:endParaRPr lang="en-US" sz="1200"/>
          </a:p>
        </p:txBody>
      </p:sp>
      <p:sp>
        <p:nvSpPr>
          <p:cNvPr id="54" name="Text 52"/>
          <p:cNvSpPr/>
          <p:nvPr/>
        </p:nvSpPr>
        <p:spPr>
          <a:xfrm>
            <a:off x="4434840" y="37261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1200"/>
          </a:p>
        </p:txBody>
      </p:sp>
      <p:sp>
        <p:nvSpPr>
          <p:cNvPr id="55" name="Text 53"/>
          <p:cNvSpPr/>
          <p:nvPr/>
        </p:nvSpPr>
        <p:spPr>
          <a:xfrm>
            <a:off x="5074920" y="37261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1200"/>
          </a:p>
        </p:txBody>
      </p:sp>
      <p:sp>
        <p:nvSpPr>
          <p:cNvPr id="56" name="Text 54"/>
          <p:cNvSpPr/>
          <p:nvPr/>
        </p:nvSpPr>
        <p:spPr>
          <a:xfrm>
            <a:off x="5715000" y="37261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1200"/>
          </a:p>
        </p:txBody>
      </p:sp>
      <p:sp>
        <p:nvSpPr>
          <p:cNvPr id="57" name="Shape 55"/>
          <p:cNvSpPr/>
          <p:nvPr/>
        </p:nvSpPr>
        <p:spPr>
          <a:xfrm>
            <a:off x="6355080" y="3776472"/>
            <a:ext cx="566928" cy="265176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8" name="Text 56"/>
          <p:cNvSpPr/>
          <p:nvPr/>
        </p:nvSpPr>
        <p:spPr>
          <a:xfrm>
            <a:off x="6355080" y="3776472"/>
            <a:ext cx="5669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10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</a:t>
            </a:r>
            <a:endParaRPr lang="en-US" sz="1200"/>
          </a:p>
        </p:txBody>
      </p:sp>
      <p:sp>
        <p:nvSpPr>
          <p:cNvPr id="59" name="Text 57"/>
          <p:cNvSpPr/>
          <p:nvPr/>
        </p:nvSpPr>
        <p:spPr>
          <a:xfrm>
            <a:off x="7360920" y="372618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informal sector coverage gap</a:t>
            </a:r>
            <a:endParaRPr lang="en-US" sz="1200"/>
          </a:p>
        </p:txBody>
      </p:sp>
      <p:sp>
        <p:nvSpPr>
          <p:cNvPr id="60" name="Shape 58"/>
          <p:cNvSpPr/>
          <p:nvPr/>
        </p:nvSpPr>
        <p:spPr>
          <a:xfrm>
            <a:off x="502920" y="4091940"/>
            <a:ext cx="11183112" cy="0"/>
          </a:xfrm>
          <a:prstGeom prst="line">
            <a:avLst/>
          </a:prstGeom>
          <a:noFill/>
          <a:ln w="6350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Text 59"/>
          <p:cNvSpPr/>
          <p:nvPr/>
        </p:nvSpPr>
        <p:spPr>
          <a:xfrm>
            <a:off x="502920" y="4123944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Climate &amp; disaster risk reduction</a:t>
            </a:r>
            <a:endParaRPr lang="en-US" sz="1200"/>
          </a:p>
        </p:txBody>
      </p:sp>
      <p:sp>
        <p:nvSpPr>
          <p:cNvPr id="62" name="Text 60"/>
          <p:cNvSpPr/>
          <p:nvPr/>
        </p:nvSpPr>
        <p:spPr>
          <a:xfrm>
            <a:off x="4434840" y="412394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1200"/>
          </a:p>
        </p:txBody>
      </p:sp>
      <p:sp>
        <p:nvSpPr>
          <p:cNvPr id="63" name="Text 61"/>
          <p:cNvSpPr/>
          <p:nvPr/>
        </p:nvSpPr>
        <p:spPr>
          <a:xfrm>
            <a:off x="5074920" y="412394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1200"/>
          </a:p>
        </p:txBody>
      </p:sp>
      <p:sp>
        <p:nvSpPr>
          <p:cNvPr id="64" name="Text 62"/>
          <p:cNvSpPr/>
          <p:nvPr/>
        </p:nvSpPr>
        <p:spPr>
          <a:xfrm>
            <a:off x="5715000" y="412394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1200"/>
          </a:p>
        </p:txBody>
      </p:sp>
      <p:sp>
        <p:nvSpPr>
          <p:cNvPr id="65" name="Shape 63"/>
          <p:cNvSpPr/>
          <p:nvPr/>
        </p:nvSpPr>
        <p:spPr>
          <a:xfrm>
            <a:off x="6355080" y="4174236"/>
            <a:ext cx="566928" cy="265176"/>
          </a:xfrm>
          <a:prstGeom prst="rect">
            <a:avLst/>
          </a:prstGeom>
          <a:solidFill>
            <a:srgbClr val="9B12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6" name="Text 64"/>
          <p:cNvSpPr/>
          <p:nvPr/>
        </p:nvSpPr>
        <p:spPr>
          <a:xfrm>
            <a:off x="6355080" y="4174236"/>
            <a:ext cx="5669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10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</a:t>
            </a:r>
            <a:endParaRPr lang="en-US" sz="1200"/>
          </a:p>
        </p:txBody>
      </p:sp>
      <p:sp>
        <p:nvSpPr>
          <p:cNvPr id="67" name="Text 65"/>
          <p:cNvSpPr/>
          <p:nvPr/>
        </p:nvSpPr>
        <p:spPr>
          <a:xfrm>
            <a:off x="7360920" y="4123944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extreme weather 99% days 2025</a:t>
            </a:r>
            <a:endParaRPr lang="en-US" sz="1200"/>
          </a:p>
        </p:txBody>
      </p:sp>
      <p:sp>
        <p:nvSpPr>
          <p:cNvPr id="68" name="Shape 66"/>
          <p:cNvSpPr/>
          <p:nvPr/>
        </p:nvSpPr>
        <p:spPr>
          <a:xfrm>
            <a:off x="502920" y="4489704"/>
            <a:ext cx="11183112" cy="0"/>
          </a:xfrm>
          <a:prstGeom prst="line">
            <a:avLst/>
          </a:prstGeom>
          <a:noFill/>
          <a:ln w="6350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9" name="Text 67"/>
          <p:cNvSpPr/>
          <p:nvPr/>
        </p:nvSpPr>
        <p:spPr>
          <a:xfrm>
            <a:off x="502920" y="4521708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Gender &amp; Inclusion</a:t>
            </a:r>
            <a:endParaRPr lang="en-US" sz="1200"/>
          </a:p>
        </p:txBody>
      </p:sp>
      <p:sp>
        <p:nvSpPr>
          <p:cNvPr id="70" name="Text 68"/>
          <p:cNvSpPr/>
          <p:nvPr/>
        </p:nvSpPr>
        <p:spPr>
          <a:xfrm>
            <a:off x="4434840" y="452170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1200"/>
          </a:p>
        </p:txBody>
      </p:sp>
      <p:sp>
        <p:nvSpPr>
          <p:cNvPr id="71" name="Text 69"/>
          <p:cNvSpPr/>
          <p:nvPr/>
        </p:nvSpPr>
        <p:spPr>
          <a:xfrm>
            <a:off x="5074920" y="452170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1200"/>
          </a:p>
        </p:txBody>
      </p:sp>
      <p:sp>
        <p:nvSpPr>
          <p:cNvPr id="72" name="Text 70"/>
          <p:cNvSpPr/>
          <p:nvPr/>
        </p:nvSpPr>
        <p:spPr>
          <a:xfrm>
            <a:off x="5715000" y="452170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1200"/>
          </a:p>
        </p:txBody>
      </p:sp>
      <p:sp>
        <p:nvSpPr>
          <p:cNvPr id="73" name="Shape 71"/>
          <p:cNvSpPr/>
          <p:nvPr/>
        </p:nvSpPr>
        <p:spPr>
          <a:xfrm>
            <a:off x="6355080" y="4572000"/>
            <a:ext cx="566928" cy="265176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4" name="Text 72"/>
          <p:cNvSpPr/>
          <p:nvPr/>
        </p:nvSpPr>
        <p:spPr>
          <a:xfrm>
            <a:off x="6355080" y="4572000"/>
            <a:ext cx="5669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10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</a:t>
            </a:r>
            <a:endParaRPr lang="en-US" sz="1200"/>
          </a:p>
        </p:txBody>
      </p:sp>
      <p:sp>
        <p:nvSpPr>
          <p:cNvPr id="75" name="Text 73"/>
          <p:cNvSpPr/>
          <p:nvPr/>
        </p:nvSpPr>
        <p:spPr>
          <a:xfrm>
            <a:off x="7360920" y="4521708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female labour participation low</a:t>
            </a:r>
            <a:endParaRPr lang="en-US" sz="1200"/>
          </a:p>
        </p:txBody>
      </p:sp>
      <p:sp>
        <p:nvSpPr>
          <p:cNvPr id="76" name="Shape 74"/>
          <p:cNvSpPr/>
          <p:nvPr/>
        </p:nvSpPr>
        <p:spPr>
          <a:xfrm>
            <a:off x="502920" y="4887468"/>
            <a:ext cx="11183112" cy="0"/>
          </a:xfrm>
          <a:prstGeom prst="line">
            <a:avLst/>
          </a:prstGeom>
          <a:noFill/>
          <a:ln w="6350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7" name="Text 75"/>
          <p:cNvSpPr/>
          <p:nvPr/>
        </p:nvSpPr>
        <p:spPr>
          <a:xfrm>
            <a:off x="502920" y="491947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Food Security &amp; Agriculture</a:t>
            </a:r>
            <a:endParaRPr lang="en-US" sz="1200"/>
          </a:p>
        </p:txBody>
      </p:sp>
      <p:sp>
        <p:nvSpPr>
          <p:cNvPr id="78" name="Text 76"/>
          <p:cNvSpPr/>
          <p:nvPr/>
        </p:nvSpPr>
        <p:spPr>
          <a:xfrm>
            <a:off x="4434840" y="491947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1200"/>
          </a:p>
        </p:txBody>
      </p:sp>
      <p:sp>
        <p:nvSpPr>
          <p:cNvPr id="79" name="Text 77"/>
          <p:cNvSpPr/>
          <p:nvPr/>
        </p:nvSpPr>
        <p:spPr>
          <a:xfrm>
            <a:off x="5074920" y="491947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1200"/>
          </a:p>
        </p:txBody>
      </p:sp>
      <p:sp>
        <p:nvSpPr>
          <p:cNvPr id="80" name="Text 78"/>
          <p:cNvSpPr/>
          <p:nvPr/>
        </p:nvSpPr>
        <p:spPr>
          <a:xfrm>
            <a:off x="5715000" y="491947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1200"/>
          </a:p>
        </p:txBody>
      </p:sp>
      <p:sp>
        <p:nvSpPr>
          <p:cNvPr id="81" name="Shape 79"/>
          <p:cNvSpPr/>
          <p:nvPr/>
        </p:nvSpPr>
        <p:spPr>
          <a:xfrm>
            <a:off x="6355080" y="4969764"/>
            <a:ext cx="566928" cy="265176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2" name="Text 80"/>
          <p:cNvSpPr/>
          <p:nvPr/>
        </p:nvSpPr>
        <p:spPr>
          <a:xfrm>
            <a:off x="6355080" y="4969764"/>
            <a:ext cx="5669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10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12</a:t>
            </a:r>
            <a:endParaRPr lang="en-US" sz="1200"/>
          </a:p>
        </p:txBody>
      </p:sp>
      <p:sp>
        <p:nvSpPr>
          <p:cNvPr id="83" name="Text 81"/>
          <p:cNvSpPr/>
          <p:nvPr/>
        </p:nvSpPr>
        <p:spPr>
          <a:xfrm>
            <a:off x="7360920" y="491947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172m undernourished · wasting 18.7%</a:t>
            </a:r>
            <a:endParaRPr lang="en-US" sz="1200"/>
          </a:p>
        </p:txBody>
      </p:sp>
      <p:sp>
        <p:nvSpPr>
          <p:cNvPr id="84" name="Shape 82"/>
          <p:cNvSpPr/>
          <p:nvPr/>
        </p:nvSpPr>
        <p:spPr>
          <a:xfrm>
            <a:off x="502920" y="5285232"/>
            <a:ext cx="11183112" cy="0"/>
          </a:xfrm>
          <a:prstGeom prst="line">
            <a:avLst/>
          </a:prstGeom>
          <a:noFill/>
          <a:ln w="6350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5" name="Text 83"/>
          <p:cNvSpPr/>
          <p:nvPr/>
        </p:nvSpPr>
        <p:spPr>
          <a:xfrm>
            <a:off x="502920" y="5317236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Economy &amp; Jobs</a:t>
            </a:r>
            <a:endParaRPr lang="en-US" sz="1200"/>
          </a:p>
        </p:txBody>
      </p:sp>
      <p:sp>
        <p:nvSpPr>
          <p:cNvPr id="86" name="Text 84"/>
          <p:cNvSpPr/>
          <p:nvPr/>
        </p:nvSpPr>
        <p:spPr>
          <a:xfrm>
            <a:off x="4434840" y="531723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1200"/>
          </a:p>
        </p:txBody>
      </p:sp>
      <p:sp>
        <p:nvSpPr>
          <p:cNvPr id="87" name="Text 85"/>
          <p:cNvSpPr/>
          <p:nvPr/>
        </p:nvSpPr>
        <p:spPr>
          <a:xfrm>
            <a:off x="5074920" y="531723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1200"/>
          </a:p>
        </p:txBody>
      </p:sp>
      <p:sp>
        <p:nvSpPr>
          <p:cNvPr id="88" name="Text 86"/>
          <p:cNvSpPr/>
          <p:nvPr/>
        </p:nvSpPr>
        <p:spPr>
          <a:xfrm>
            <a:off x="5715000" y="531723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1200"/>
          </a:p>
        </p:txBody>
      </p:sp>
      <p:sp>
        <p:nvSpPr>
          <p:cNvPr id="89" name="Shape 87"/>
          <p:cNvSpPr/>
          <p:nvPr/>
        </p:nvSpPr>
        <p:spPr>
          <a:xfrm>
            <a:off x="6355080" y="5367528"/>
            <a:ext cx="566928" cy="265176"/>
          </a:xfrm>
          <a:prstGeom prst="rect">
            <a:avLst/>
          </a:prstGeom>
          <a:solidFill>
            <a:srgbClr val="1F8A5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0" name="Text 88"/>
          <p:cNvSpPr/>
          <p:nvPr/>
        </p:nvSpPr>
        <p:spPr>
          <a:xfrm>
            <a:off x="6355080" y="5367528"/>
            <a:ext cx="5669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10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1200"/>
          </a:p>
        </p:txBody>
      </p:sp>
      <p:sp>
        <p:nvSpPr>
          <p:cNvPr id="91" name="Text 89"/>
          <p:cNvSpPr/>
          <p:nvPr/>
        </p:nvSpPr>
        <p:spPr>
          <a:xfrm>
            <a:off x="7360920" y="5317236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7.6% GDP growth FY25-26</a:t>
            </a:r>
            <a:endParaRPr lang="en-US" sz="1200"/>
          </a:p>
        </p:txBody>
      </p:sp>
      <p:sp>
        <p:nvSpPr>
          <p:cNvPr id="92" name="Shape 90"/>
          <p:cNvSpPr/>
          <p:nvPr/>
        </p:nvSpPr>
        <p:spPr>
          <a:xfrm>
            <a:off x="502920" y="5682996"/>
            <a:ext cx="11183112" cy="0"/>
          </a:xfrm>
          <a:prstGeom prst="line">
            <a:avLst/>
          </a:prstGeom>
          <a:noFill/>
          <a:ln w="6350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3" name="Text 91"/>
          <p:cNvSpPr/>
          <p:nvPr/>
        </p:nvSpPr>
        <p:spPr>
          <a:xfrm>
            <a:off x="502920" y="571500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Governance &amp; public financial mgmt</a:t>
            </a:r>
            <a:endParaRPr lang="en-US" sz="1200"/>
          </a:p>
        </p:txBody>
      </p:sp>
      <p:sp>
        <p:nvSpPr>
          <p:cNvPr id="94" name="Text 92"/>
          <p:cNvSpPr/>
          <p:nvPr/>
        </p:nvSpPr>
        <p:spPr>
          <a:xfrm>
            <a:off x="4434840" y="57150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1200"/>
          </a:p>
        </p:txBody>
      </p:sp>
      <p:sp>
        <p:nvSpPr>
          <p:cNvPr id="95" name="Text 93"/>
          <p:cNvSpPr/>
          <p:nvPr/>
        </p:nvSpPr>
        <p:spPr>
          <a:xfrm>
            <a:off x="5074920" y="57150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1200"/>
          </a:p>
        </p:txBody>
      </p:sp>
      <p:sp>
        <p:nvSpPr>
          <p:cNvPr id="96" name="Text 94"/>
          <p:cNvSpPr/>
          <p:nvPr/>
        </p:nvSpPr>
        <p:spPr>
          <a:xfrm>
            <a:off x="5715000" y="57150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1200"/>
          </a:p>
        </p:txBody>
      </p:sp>
      <p:sp>
        <p:nvSpPr>
          <p:cNvPr id="97" name="Shape 95"/>
          <p:cNvSpPr/>
          <p:nvPr/>
        </p:nvSpPr>
        <p:spPr>
          <a:xfrm>
            <a:off x="6355080" y="5765292"/>
            <a:ext cx="566928" cy="265176"/>
          </a:xfrm>
          <a:prstGeom prst="rect">
            <a:avLst/>
          </a:prstGeom>
          <a:solidFill>
            <a:srgbClr val="1F8A5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8" name="Text 96"/>
          <p:cNvSpPr/>
          <p:nvPr/>
        </p:nvSpPr>
        <p:spPr>
          <a:xfrm>
            <a:off x="6355080" y="5765292"/>
            <a:ext cx="5669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10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1200"/>
          </a:p>
        </p:txBody>
      </p:sp>
      <p:sp>
        <p:nvSpPr>
          <p:cNvPr id="99" name="Text 97"/>
          <p:cNvSpPr/>
          <p:nvPr/>
        </p:nvSpPr>
        <p:spPr>
          <a:xfrm>
            <a:off x="7360920" y="571500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tax-GDP ratio improvement</a:t>
            </a:r>
            <a:endParaRPr lang="en-US" sz="1200"/>
          </a:p>
        </p:txBody>
      </p:sp>
      <p:sp>
        <p:nvSpPr>
          <p:cNvPr id="100" name="Text 98"/>
          <p:cNvSpPr/>
          <p:nvPr/>
        </p:nvSpPr>
        <p:spPr>
          <a:xfrm>
            <a:off x="502920" y="6053328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GPS BAND   </a:t>
            </a:r>
            <a:r>
              <a:rPr lang="en-US" sz="1200" b="1">
                <a:solidFill>
                  <a:srgbClr val="9B120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Red ≥ 15   </a:t>
            </a: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Amber 8-14   </a:t>
            </a:r>
            <a:r>
              <a:rPr lang="en-US" sz="1200" b="1">
                <a:solidFill>
                  <a:srgbClr val="1F8A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Green &lt; 8    </a:t>
            </a: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GPS defines severity tiers, not a rank order.</a:t>
            </a:r>
            <a:endParaRPr lang="en-US" sz="1200"/>
          </a:p>
        </p:txBody>
      </p:sp>
      <p:sp>
        <p:nvSpPr>
          <p:cNvPr id="101" name="Shape 99"/>
          <p:cNvSpPr/>
          <p:nvPr/>
        </p:nvSpPr>
        <p:spPr>
          <a:xfrm>
            <a:off x="502920" y="6400800"/>
            <a:ext cx="11185855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2" name="Text 100"/>
          <p:cNvSpPr/>
          <p:nvPr/>
        </p:nvSpPr>
        <p:spPr>
          <a:xfrm>
            <a:off x="502920" y="6446520"/>
            <a:ext cx="8961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GPS gap register · 2026-07-19 · NS Need Severity · NP National Priority · CA Coverage Adequacy</a:t>
            </a:r>
            <a:endParaRPr lang="en-US" sz="1200"/>
          </a:p>
        </p:txBody>
      </p:sp>
      <p:sp>
        <p:nvSpPr>
          <p:cNvPr id="103" name="Text 101"/>
          <p:cNvSpPr/>
          <p:nvPr/>
        </p:nvSpPr>
        <p:spPr>
          <a:xfrm>
            <a:off x="9905695" y="644652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ODA</a:t>
            </a: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22 / 23</a:t>
            </a:r>
            <a:endParaRPr lang="en-US" sz="1200"/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0a942ccf-187d-4c88-bacb-f803a5159e60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363100411E23E4EA8344A8067BC8AA8" ma:contentTypeVersion="10" ma:contentTypeDescription="Create a new document." ma:contentTypeScope="" ma:versionID="c89281db285ef74b3fbfc86e7e4fabde">
  <xsd:schema xmlns:xsd="http://www.w3.org/2001/XMLSchema" xmlns:xs="http://www.w3.org/2001/XMLSchema" xmlns:p="http://schemas.microsoft.com/office/2006/metadata/properties" xmlns:ns3="0a942ccf-187d-4c88-bacb-f803a5159e60" targetNamespace="http://schemas.microsoft.com/office/2006/metadata/properties" ma:root="true" ma:fieldsID="b1b375f5a45618f407a4b76cb8f6a0d7" ns3:_="">
    <xsd:import namespace="0a942ccf-187d-4c88-bacb-f803a5159e60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_activity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ObjectDetectorVersions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a942ccf-187d-4c88-bacb-f803a5159e60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_activity" ma:index="9" nillable="true" ma:displayName="_activity" ma:hidden="true" ma:internalName="_activity">
      <xsd:simpleType>
        <xsd:restriction base="dms:Note"/>
      </xsd:simpleType>
    </xsd:element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14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30644149-B529-4CC7-ABFB-435B59ECF120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0C4A2442-C96E-4AE5-A9DD-E1E34DDF6CE9}">
  <ds:schemaRefs>
    <ds:schemaRef ds:uri="http://purl.org/dc/terms/"/>
    <ds:schemaRef ds:uri="http://purl.org/dc/dcmitype/"/>
    <ds:schemaRef ds:uri="http://schemas.microsoft.com/office/2006/documentManagement/types"/>
    <ds:schemaRef ds:uri="http://purl.org/dc/elements/1.1/"/>
    <ds:schemaRef ds:uri="http://schemas.microsoft.com/office/infopath/2007/PartnerControls"/>
    <ds:schemaRef ds:uri="0a942ccf-187d-4c88-bacb-f803a5159e60"/>
    <ds:schemaRef ds:uri="http://schemas.microsoft.com/office/2006/metadata/properties"/>
    <ds:schemaRef ds:uri="http://www.w3.org/XML/1998/namespace"/>
    <ds:schemaRef ds:uri="http://schemas.openxmlformats.org/package/2006/metadata/core-properties"/>
  </ds:schemaRefs>
</ds:datastoreItem>
</file>

<file path=customXml/itemProps3.xml><?xml version="1.0" encoding="utf-8"?>
<ds:datastoreItem xmlns:ds="http://schemas.openxmlformats.org/officeDocument/2006/customXml" ds:itemID="{262083E6-6377-4EF4-9E58-4E3A6C999F1A}">
  <ds:schemaRefs>
    <ds:schemaRef ds:uri="0a942ccf-187d-4c88-bacb-f803a5159e60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3705</Words>
  <Application>Microsoft Office PowerPoint</Application>
  <PresentationFormat>Widescreen</PresentationFormat>
  <Paragraphs>679</Paragraphs>
  <Slides>23</Slides>
  <Notes>23</Notes>
  <HiddenSlides>0</HiddenSlides>
  <MMClips>0</MMClips>
  <ScaleCrop>false</ScaleCrop>
  <HeadingPairs>
    <vt:vector size="8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7" baseType="lpstr">
      <vt:lpstr>Arial</vt:lpstr>
      <vt:lpstr>Montserrat</vt:lpstr>
      <vt:lpstr>Office Theme</vt:lpstr>
      <vt:lpstr>think-cell Slide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Mariam Humaid Al Mansoori</cp:lastModifiedBy>
  <cp:revision>2</cp:revision>
  <dcterms:created xsi:type="dcterms:W3CDTF">2026-07-19T14:08:28Z</dcterms:created>
  <dcterms:modified xsi:type="dcterms:W3CDTF">2026-07-22T11:21:47Z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0x0101005363100411E23E4EA8344A8067BC8AA8</vt:lpwstr>
  </property>
  <property fmtid="{D5CDD505-2E9C-101B-9397-08002B2CF9AE}" pid="3" name="MSIP_Label_defa4170-0d19-0005-0004-bc88714345d2_Enabled">
    <vt:lpwstr>true</vt:lpwstr>
  </property>
  <property fmtid="{D5CDD505-2E9C-101B-9397-08002B2CF9AE}" pid="4" name="MSIP_Label_defa4170-0d19-0005-0004-bc88714345d2_SetDate">
    <vt:lpwstr>2026-07-19T14:11:19Z</vt:lpwstr>
  </property>
  <property fmtid="{D5CDD505-2E9C-101B-9397-08002B2CF9AE}" pid="5" name="MSIP_Label_defa4170-0d19-0005-0004-bc88714345d2_Method">
    <vt:lpwstr>Standard</vt:lpwstr>
  </property>
  <property fmtid="{D5CDD505-2E9C-101B-9397-08002B2CF9AE}" pid="6" name="MSIP_Label_defa4170-0d19-0005-0004-bc88714345d2_Name">
    <vt:lpwstr>defa4170-0d19-0005-0004-bc88714345d2</vt:lpwstr>
  </property>
  <property fmtid="{D5CDD505-2E9C-101B-9397-08002B2CF9AE}" pid="7" name="MSIP_Label_defa4170-0d19-0005-0004-bc88714345d2_SiteId">
    <vt:lpwstr>f7bcb941-c8da-42e2-94a9-466a193787d3</vt:lpwstr>
  </property>
  <property fmtid="{D5CDD505-2E9C-101B-9397-08002B2CF9AE}" pid="8" name="MSIP_Label_defa4170-0d19-0005-0004-bc88714345d2_ActionId">
    <vt:lpwstr>2c368b54-4cbe-4011-b3f9-cd6705aa2a3c</vt:lpwstr>
  </property>
  <property fmtid="{D5CDD505-2E9C-101B-9397-08002B2CF9AE}" pid="9" name="MSIP_Label_defa4170-0d19-0005-0004-bc88714345d2_ContentBits">
    <vt:lpwstr>0</vt:lpwstr>
  </property>
  <property fmtid="{D5CDD505-2E9C-101B-9397-08002B2CF9AE}" pid="10" name="MSIP_Label_defa4170-0d19-0005-0004-bc88714345d2_Tag">
    <vt:lpwstr>10, 3, 0, 1</vt:lpwstr>
  </property>
</Properties>
</file>