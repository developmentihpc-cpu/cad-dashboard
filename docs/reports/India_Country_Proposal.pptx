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8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25A6B-C331-4780-8428-00857C9DCBED}" v="31" dt="2026-07-19T14:15:54.645"/>
    <p1510:client id="{784B13A8-8DA3-44E5-8688-6A1276211760}" v="4843" dt="2026-07-19T16:26:5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ah Abdulhakeem Kamkar" userId="fe09df7a-02cc-4ebc-a782-b5294a02ed9d" providerId="ADAL" clId="{1C280E7A-D203-4910-B04F-81743BA7246E}"/>
    <pc:docChg chg="undo custSel addSld delSld modSld modMainMaster">
      <pc:chgData name="Aayah Abdulhakeem Kamkar" userId="fe09df7a-02cc-4ebc-a782-b5294a02ed9d" providerId="ADAL" clId="{1C280E7A-D203-4910-B04F-81743BA7246E}" dt="2026-07-19T16:26:52.336" v="4763"/>
      <pc:docMkLst>
        <pc:docMk/>
      </pc:docMkLst>
      <pc:sldChg chg="modSp mod">
        <pc:chgData name="Aayah Abdulhakeem Kamkar" userId="fe09df7a-02cc-4ebc-a782-b5294a02ed9d" providerId="ADAL" clId="{1C280E7A-D203-4910-B04F-81743BA7246E}" dt="2026-07-19T14:15:29.451" v="67" actId="404"/>
        <pc:sldMkLst>
          <pc:docMk/>
          <pc:sldMk cId="0" sldId="256"/>
        </pc:sldMkLst>
        <pc:spChg chg="mod">
          <ac:chgData name="Aayah Abdulhakeem Kamkar" userId="fe09df7a-02cc-4ebc-a782-b5294a02ed9d" providerId="ADAL" clId="{1C280E7A-D203-4910-B04F-81743BA7246E}" dt="2026-07-19T14:14:00.624" v="1" actId="14100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2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3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4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4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5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5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5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6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54.373" v="29" actId="103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07.708" v="34" actId="1035"/>
          <ac:spMkLst>
            <pc:docMk/>
            <pc:sldMk cId="0" sldId="256"/>
            <ac:spMk id="6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4:16.280" v="6" actId="404"/>
          <ac:spMkLst>
            <pc:docMk/>
            <pc:sldMk cId="0" sldId="256"/>
            <ac:spMk id="6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3:51.781" v="0" actId="14100"/>
          <ac:spMkLst>
            <pc:docMk/>
            <pc:sldMk cId="0" sldId="256"/>
            <ac:spMk id="6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7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8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9.451" v="67" actId="404"/>
          <ac:spMkLst>
            <pc:docMk/>
            <pc:sldMk cId="0" sldId="256"/>
            <ac:spMk id="9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15:23.341" v="64" actId="1037"/>
          <ac:spMkLst>
            <pc:docMk/>
            <pc:sldMk cId="0" sldId="256"/>
            <ac:spMk id="98" creationId="{00000000-0000-0000-0000-000000000000}"/>
          </ac:spMkLst>
        </pc:spChg>
      </pc:sldChg>
      <pc:sldChg chg="addSp delSp modSp add mod">
        <pc:chgData name="Aayah Abdulhakeem Kamkar" userId="fe09df7a-02cc-4ebc-a782-b5294a02ed9d" providerId="ADAL" clId="{1C280E7A-D203-4910-B04F-81743BA7246E}" dt="2026-07-19T16:17:52.837" v="4574" actId="22"/>
        <pc:sldMkLst>
          <pc:docMk/>
          <pc:sldMk cId="486096900" sldId="427"/>
        </pc:sldMkLst>
        <pc:spChg chg="mod">
          <ac:chgData name="Aayah Abdulhakeem Kamkar" userId="fe09df7a-02cc-4ebc-a782-b5294a02ed9d" providerId="ADAL" clId="{1C280E7A-D203-4910-B04F-81743BA7246E}" dt="2026-07-19T16:16:05.923" v="4513" actId="20577"/>
          <ac:spMkLst>
            <pc:docMk/>
            <pc:sldMk cId="486096900" sldId="427"/>
            <ac:spMk id="4" creationId="{2C41C4DB-EF1A-C5CF-9C96-5F91A1C2B4D1}"/>
          </ac:spMkLst>
        </pc:spChg>
        <pc:spChg chg="mod">
          <ac:chgData name="Aayah Abdulhakeem Kamkar" userId="fe09df7a-02cc-4ebc-a782-b5294a02ed9d" providerId="ADAL" clId="{1C280E7A-D203-4910-B04F-81743BA7246E}" dt="2026-07-19T16:10:41.993" v="4352" actId="20577"/>
          <ac:spMkLst>
            <pc:docMk/>
            <pc:sldMk cId="486096900" sldId="427"/>
            <ac:spMk id="14" creationId="{C68294CF-2C8A-06C6-C4ED-113FABF2236C}"/>
          </ac:spMkLst>
        </pc:spChg>
        <pc:spChg chg="mod">
          <ac:chgData name="Aayah Abdulhakeem Kamkar" userId="fe09df7a-02cc-4ebc-a782-b5294a02ed9d" providerId="ADAL" clId="{1C280E7A-D203-4910-B04F-81743BA7246E}" dt="2026-07-19T16:11:39.380" v="4359" actId="20577"/>
          <ac:spMkLst>
            <pc:docMk/>
            <pc:sldMk cId="486096900" sldId="427"/>
            <ac:spMk id="15" creationId="{71A0FA3D-95C7-0EA5-74CA-C0968F5D8B38}"/>
          </ac:spMkLst>
        </pc:spChg>
        <pc:spChg chg="mod">
          <ac:chgData name="Aayah Abdulhakeem Kamkar" userId="fe09df7a-02cc-4ebc-a782-b5294a02ed9d" providerId="ADAL" clId="{1C280E7A-D203-4910-B04F-81743BA7246E}" dt="2026-07-19T16:12:16.135" v="4413"/>
          <ac:spMkLst>
            <pc:docMk/>
            <pc:sldMk cId="486096900" sldId="427"/>
            <ac:spMk id="16" creationId="{A04DCE9A-FDE8-6816-AF0F-466E7C382C15}"/>
          </ac:spMkLst>
        </pc:spChg>
        <pc:spChg chg="mod">
          <ac:chgData name="Aayah Abdulhakeem Kamkar" userId="fe09df7a-02cc-4ebc-a782-b5294a02ed9d" providerId="ADAL" clId="{1C280E7A-D203-4910-B04F-81743BA7246E}" dt="2026-07-19T16:13:07.710" v="4425" actId="20577"/>
          <ac:spMkLst>
            <pc:docMk/>
            <pc:sldMk cId="486096900" sldId="427"/>
            <ac:spMk id="17" creationId="{CA38DF99-3F22-2195-9ED6-B2D5CA07A0A4}"/>
          </ac:spMkLst>
        </pc:spChg>
        <pc:spChg chg="mod">
          <ac:chgData name="Aayah Abdulhakeem Kamkar" userId="fe09df7a-02cc-4ebc-a782-b5294a02ed9d" providerId="ADAL" clId="{1C280E7A-D203-4910-B04F-81743BA7246E}" dt="2026-07-19T16:13:21.226" v="4438"/>
          <ac:spMkLst>
            <pc:docMk/>
            <pc:sldMk cId="486096900" sldId="427"/>
            <ac:spMk id="18" creationId="{FFC48E86-EAE4-57D5-338B-8BA6A6553CFD}"/>
          </ac:spMkLst>
        </pc:spChg>
        <pc:spChg chg="add del mod">
          <ac:chgData name="Aayah Abdulhakeem Kamkar" userId="fe09df7a-02cc-4ebc-a782-b5294a02ed9d" providerId="ADAL" clId="{1C280E7A-D203-4910-B04F-81743BA7246E}" dt="2026-07-19T16:07:31.677" v="4217" actId="478"/>
          <ac:spMkLst>
            <pc:docMk/>
            <pc:sldMk cId="486096900" sldId="427"/>
            <ac:spMk id="19" creationId="{7F27D34C-3D28-4309-AF08-2F48848BA706}"/>
          </ac:spMkLst>
        </pc:spChg>
        <pc:spChg chg="mod">
          <ac:chgData name="Aayah Abdulhakeem Kamkar" userId="fe09df7a-02cc-4ebc-a782-b5294a02ed9d" providerId="ADAL" clId="{1C280E7A-D203-4910-B04F-81743BA7246E}" dt="2026-07-19T16:11:34.064" v="4353"/>
          <ac:spMkLst>
            <pc:docMk/>
            <pc:sldMk cId="486096900" sldId="427"/>
            <ac:spMk id="21" creationId="{993D70D7-3EE0-C10A-B016-1C7F621459ED}"/>
          </ac:spMkLst>
        </pc:spChg>
        <pc:spChg chg="mod">
          <ac:chgData name="Aayah Abdulhakeem Kamkar" userId="fe09df7a-02cc-4ebc-a782-b5294a02ed9d" providerId="ADAL" clId="{1C280E7A-D203-4910-B04F-81743BA7246E}" dt="2026-07-19T16:11:44.584" v="4374" actId="20577"/>
          <ac:spMkLst>
            <pc:docMk/>
            <pc:sldMk cId="486096900" sldId="427"/>
            <ac:spMk id="22" creationId="{002EC87D-0D8A-6D56-762A-6D364A139393}"/>
          </ac:spMkLst>
        </pc:spChg>
        <pc:spChg chg="mod">
          <ac:chgData name="Aayah Abdulhakeem Kamkar" userId="fe09df7a-02cc-4ebc-a782-b5294a02ed9d" providerId="ADAL" clId="{1C280E7A-D203-4910-B04F-81743BA7246E}" dt="2026-07-19T16:12:30.345" v="4417" actId="1036"/>
          <ac:spMkLst>
            <pc:docMk/>
            <pc:sldMk cId="486096900" sldId="427"/>
            <ac:spMk id="23" creationId="{624E1C67-9DAD-3D77-0C14-277DC58DFAD5}"/>
          </ac:spMkLst>
        </pc:spChg>
        <pc:spChg chg="mod">
          <ac:chgData name="Aayah Abdulhakeem Kamkar" userId="fe09df7a-02cc-4ebc-a782-b5294a02ed9d" providerId="ADAL" clId="{1C280E7A-D203-4910-B04F-81743BA7246E}" dt="2026-07-19T16:13:10.305" v="4429" actId="20577"/>
          <ac:spMkLst>
            <pc:docMk/>
            <pc:sldMk cId="486096900" sldId="427"/>
            <ac:spMk id="24" creationId="{66DDA0EB-B558-8681-2164-238A6BF6CFC1}"/>
          </ac:spMkLst>
        </pc:spChg>
        <pc:spChg chg="mod">
          <ac:chgData name="Aayah Abdulhakeem Kamkar" userId="fe09df7a-02cc-4ebc-a782-b5294a02ed9d" providerId="ADAL" clId="{1C280E7A-D203-4910-B04F-81743BA7246E}" dt="2026-07-19T16:13:25.756" v="4439"/>
          <ac:spMkLst>
            <pc:docMk/>
            <pc:sldMk cId="486096900" sldId="427"/>
            <ac:spMk id="25" creationId="{E60BD1A7-836F-9F8C-BDE0-175313EFFBA5}"/>
          </ac:spMkLst>
        </pc:spChg>
        <pc:spChg chg="mod">
          <ac:chgData name="Aayah Abdulhakeem Kamkar" userId="fe09df7a-02cc-4ebc-a782-b5294a02ed9d" providerId="ADAL" clId="{1C280E7A-D203-4910-B04F-81743BA7246E}" dt="2026-07-19T16:11:53.857" v="4381"/>
          <ac:spMkLst>
            <pc:docMk/>
            <pc:sldMk cId="486096900" sldId="427"/>
            <ac:spMk id="28" creationId="{8A6F4C28-FA06-89AF-4399-78751B9423C4}"/>
          </ac:spMkLst>
        </pc:spChg>
        <pc:spChg chg="mod">
          <ac:chgData name="Aayah Abdulhakeem Kamkar" userId="fe09df7a-02cc-4ebc-a782-b5294a02ed9d" providerId="ADAL" clId="{1C280E7A-D203-4910-B04F-81743BA7246E}" dt="2026-07-19T16:11:48.242" v="4380" actId="20577"/>
          <ac:spMkLst>
            <pc:docMk/>
            <pc:sldMk cId="486096900" sldId="427"/>
            <ac:spMk id="29" creationId="{1784E589-20C0-317F-E2AF-0895E83C6BC4}"/>
          </ac:spMkLst>
        </pc:spChg>
        <pc:spChg chg="mod">
          <ac:chgData name="Aayah Abdulhakeem Kamkar" userId="fe09df7a-02cc-4ebc-a782-b5294a02ed9d" providerId="ADAL" clId="{1C280E7A-D203-4910-B04F-81743BA7246E}" dt="2026-07-19T16:12:36.913" v="4418"/>
          <ac:spMkLst>
            <pc:docMk/>
            <pc:sldMk cId="486096900" sldId="427"/>
            <ac:spMk id="30" creationId="{04260EA4-D5BC-2C38-9805-9DA7C408C347}"/>
          </ac:spMkLst>
        </pc:spChg>
        <pc:spChg chg="mod">
          <ac:chgData name="Aayah Abdulhakeem Kamkar" userId="fe09df7a-02cc-4ebc-a782-b5294a02ed9d" providerId="ADAL" clId="{1C280E7A-D203-4910-B04F-81743BA7246E}" dt="2026-07-19T16:13:12.261" v="4433" actId="20577"/>
          <ac:spMkLst>
            <pc:docMk/>
            <pc:sldMk cId="486096900" sldId="427"/>
            <ac:spMk id="31" creationId="{B1173B79-D09F-BCBB-521A-9B5E0C9614B3}"/>
          </ac:spMkLst>
        </pc:spChg>
        <pc:spChg chg="mod">
          <ac:chgData name="Aayah Abdulhakeem Kamkar" userId="fe09df7a-02cc-4ebc-a782-b5294a02ed9d" providerId="ADAL" clId="{1C280E7A-D203-4910-B04F-81743BA7246E}" dt="2026-07-19T16:13:30.997" v="4440"/>
          <ac:spMkLst>
            <pc:docMk/>
            <pc:sldMk cId="486096900" sldId="427"/>
            <ac:spMk id="32" creationId="{CBB1FDB0-DC81-C961-5974-0FA7952CA0D0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34" creationId="{4AF13CFA-595C-9BED-64BF-A047E726B307}"/>
          </ac:spMkLst>
        </pc:spChg>
        <pc:spChg chg="mod">
          <ac:chgData name="Aayah Abdulhakeem Kamkar" userId="fe09df7a-02cc-4ebc-a782-b5294a02ed9d" providerId="ADAL" clId="{1C280E7A-D203-4910-B04F-81743BA7246E}" dt="2026-07-19T16:12:00.333" v="4399" actId="20577"/>
          <ac:spMkLst>
            <pc:docMk/>
            <pc:sldMk cId="486096900" sldId="427"/>
            <ac:spMk id="35" creationId="{122FD277-1670-18FE-4A86-509FF3218D7D}"/>
          </ac:spMkLst>
        </pc:spChg>
        <pc:spChg chg="mod">
          <ac:chgData name="Aayah Abdulhakeem Kamkar" userId="fe09df7a-02cc-4ebc-a782-b5294a02ed9d" providerId="ADAL" clId="{1C280E7A-D203-4910-B04F-81743BA7246E}" dt="2026-07-19T16:12:08.329" v="4412" actId="20577"/>
          <ac:spMkLst>
            <pc:docMk/>
            <pc:sldMk cId="486096900" sldId="427"/>
            <ac:spMk id="36" creationId="{ADF8DEFB-9711-3515-9E39-4124E9965C83}"/>
          </ac:spMkLst>
        </pc:spChg>
        <pc:spChg chg="mod">
          <ac:chgData name="Aayah Abdulhakeem Kamkar" userId="fe09df7a-02cc-4ebc-a782-b5294a02ed9d" providerId="ADAL" clId="{1C280E7A-D203-4910-B04F-81743BA7246E}" dt="2026-07-19T16:12:44.811" v="4420" actId="1076"/>
          <ac:spMkLst>
            <pc:docMk/>
            <pc:sldMk cId="486096900" sldId="427"/>
            <ac:spMk id="37" creationId="{E1775F79-54F5-2235-C27E-C6C9FC564C26}"/>
          </ac:spMkLst>
        </pc:spChg>
        <pc:spChg chg="mod">
          <ac:chgData name="Aayah Abdulhakeem Kamkar" userId="fe09df7a-02cc-4ebc-a782-b5294a02ed9d" providerId="ADAL" clId="{1C280E7A-D203-4910-B04F-81743BA7246E}" dt="2026-07-19T16:13:14.665" v="4437" actId="20577"/>
          <ac:spMkLst>
            <pc:docMk/>
            <pc:sldMk cId="486096900" sldId="427"/>
            <ac:spMk id="38" creationId="{A731C349-6876-3E05-DA9D-3164F59DE6F0}"/>
          </ac:spMkLst>
        </pc:spChg>
        <pc:spChg chg="mod">
          <ac:chgData name="Aayah Abdulhakeem Kamkar" userId="fe09df7a-02cc-4ebc-a782-b5294a02ed9d" providerId="ADAL" clId="{1C280E7A-D203-4910-B04F-81743BA7246E}" dt="2026-07-19T16:13:35.093" v="4441"/>
          <ac:spMkLst>
            <pc:docMk/>
            <pc:sldMk cId="486096900" sldId="427"/>
            <ac:spMk id="39" creationId="{A868D3B2-F4E0-C6EF-881B-778B0190892E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1" creationId="{82BF037D-E82B-F458-5DED-BC238DEA91C0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2" creationId="{1243790D-3966-E773-956B-50208DD6BC41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3" creationId="{8DF2AAA5-C5DB-6ED6-DF37-823DF1B3FB55}"/>
          </ac:spMkLst>
        </pc:spChg>
        <pc:spChg chg="mod">
          <ac:chgData name="Aayah Abdulhakeem Kamkar" userId="fe09df7a-02cc-4ebc-a782-b5294a02ed9d" providerId="ADAL" clId="{1C280E7A-D203-4910-B04F-81743BA7246E}" dt="2026-07-19T16:08:32.574" v="4312" actId="20577"/>
          <ac:spMkLst>
            <pc:docMk/>
            <pc:sldMk cId="486096900" sldId="427"/>
            <ac:spMk id="44" creationId="{E2A57AAC-486B-77B0-E679-DA66BDD940FD}"/>
          </ac:spMkLst>
        </pc:spChg>
        <pc:spChg chg="mod">
          <ac:chgData name="Aayah Abdulhakeem Kamkar" userId="fe09df7a-02cc-4ebc-a782-b5294a02ed9d" providerId="ADAL" clId="{1C280E7A-D203-4910-B04F-81743BA7246E}" dt="2026-07-19T16:08:42.264" v="4327" actId="20577"/>
          <ac:spMkLst>
            <pc:docMk/>
            <pc:sldMk cId="486096900" sldId="427"/>
            <ac:spMk id="45" creationId="{61AD4B5B-7B3C-1CD4-5DC0-64FC710E6C23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46" creationId="{51B76AE2-6F37-6CBA-FD2D-D36F76ABBAB3}"/>
          </ac:spMkLst>
        </pc:spChg>
        <pc:spChg chg="mod">
          <ac:chgData name="Aayah Abdulhakeem Kamkar" userId="fe09df7a-02cc-4ebc-a782-b5294a02ed9d" providerId="ADAL" clId="{1C280E7A-D203-4910-B04F-81743BA7246E}" dt="2026-07-19T16:08:14.815" v="4282" actId="20577"/>
          <ac:spMkLst>
            <pc:docMk/>
            <pc:sldMk cId="486096900" sldId="427"/>
            <ac:spMk id="49" creationId="{C31C3CE7-3B2D-9404-A188-D3234CBF082D}"/>
          </ac:spMkLst>
        </pc:spChg>
        <pc:spChg chg="mod">
          <ac:chgData name="Aayah Abdulhakeem Kamkar" userId="fe09df7a-02cc-4ebc-a782-b5294a02ed9d" providerId="ADAL" clId="{1C280E7A-D203-4910-B04F-81743BA7246E}" dt="2026-07-19T16:08:25.564" v="4300" actId="20577"/>
          <ac:spMkLst>
            <pc:docMk/>
            <pc:sldMk cId="486096900" sldId="427"/>
            <ac:spMk id="50" creationId="{0ACF7D6B-E38D-E5D9-4F08-F882DCB8A12F}"/>
          </ac:spMkLst>
        </pc:spChg>
        <pc:spChg chg="mod">
          <ac:chgData name="Aayah Abdulhakeem Kamkar" userId="fe09df7a-02cc-4ebc-a782-b5294a02ed9d" providerId="ADAL" clId="{1C280E7A-D203-4910-B04F-81743BA7246E}" dt="2026-07-19T16:08:35.458" v="4315" actId="20577"/>
          <ac:spMkLst>
            <pc:docMk/>
            <pc:sldMk cId="486096900" sldId="427"/>
            <ac:spMk id="51" creationId="{1D90C459-6CC6-F645-05C2-7589074CDE96}"/>
          </ac:spMkLst>
        </pc:spChg>
        <pc:spChg chg="mod">
          <ac:chgData name="Aayah Abdulhakeem Kamkar" userId="fe09df7a-02cc-4ebc-a782-b5294a02ed9d" providerId="ADAL" clId="{1C280E7A-D203-4910-B04F-81743BA7246E}" dt="2026-07-19T16:08:50.962" v="4342" actId="20577"/>
          <ac:spMkLst>
            <pc:docMk/>
            <pc:sldMk cId="486096900" sldId="427"/>
            <ac:spMk id="52" creationId="{A2FB02C0-2B2E-E11E-0BBC-572F74048120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3" creationId="{7FC82582-C07A-CC98-83D3-2B3C96207AAB}"/>
          </ac:spMkLst>
        </pc:spChg>
        <pc:spChg chg="add">
          <ac:chgData name="Aayah Abdulhakeem Kamkar" userId="fe09df7a-02cc-4ebc-a782-b5294a02ed9d" providerId="ADAL" clId="{1C280E7A-D203-4910-B04F-81743BA7246E}" dt="2026-07-19T16:17:52.837" v="4574" actId="22"/>
          <ac:spMkLst>
            <pc:docMk/>
            <pc:sldMk cId="486096900" sldId="427"/>
            <ac:spMk id="55" creationId="{FD01FD4D-41AC-7727-BCD5-9F80BB05B271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6" creationId="{7C05E5C3-D2EB-7F4A-6815-9975E35CED39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7" creationId="{732E858E-1677-96D5-EEEE-D60C96719A45}"/>
          </ac:spMkLst>
        </pc:spChg>
        <pc:spChg chg="del mod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58" creationId="{EC686683-6CBF-BE5E-A89D-D724491C9CC8}"/>
          </ac:spMkLst>
        </pc:spChg>
        <pc:spChg chg="mod">
          <ac:chgData name="Aayah Abdulhakeem Kamkar" userId="fe09df7a-02cc-4ebc-a782-b5294a02ed9d" providerId="ADAL" clId="{1C280E7A-D203-4910-B04F-81743BA7246E}" dt="2026-07-19T16:08:52.581" v="4345" actId="20577"/>
          <ac:spMkLst>
            <pc:docMk/>
            <pc:sldMk cId="486096900" sldId="427"/>
            <ac:spMk id="59" creationId="{B29E0D7E-67BD-676E-B4C7-22D295591346}"/>
          </ac:spMkLst>
        </pc:spChg>
        <pc:spChg chg="mod">
          <ac:chgData name="Aayah Abdulhakeem Kamkar" userId="fe09df7a-02cc-4ebc-a782-b5294a02ed9d" providerId="ADAL" clId="{1C280E7A-D203-4910-B04F-81743BA7246E}" dt="2026-07-19T16:08:53.861" v="4348" actId="20577"/>
          <ac:spMkLst>
            <pc:docMk/>
            <pc:sldMk cId="486096900" sldId="427"/>
            <ac:spMk id="60" creationId="{A01F2726-665C-5B5A-81F8-CED0DEA9D030}"/>
          </ac:spMkLst>
        </pc:spChg>
        <pc:spChg chg="del">
          <ac:chgData name="Aayah Abdulhakeem Kamkar" userId="fe09df7a-02cc-4ebc-a782-b5294a02ed9d" providerId="ADAL" clId="{1C280E7A-D203-4910-B04F-81743BA7246E}" dt="2026-07-19T16:12:52.892" v="4421" actId="478"/>
          <ac:spMkLst>
            <pc:docMk/>
            <pc:sldMk cId="486096900" sldId="427"/>
            <ac:spMk id="62" creationId="{EFD529EC-9CD8-215E-76B4-51E889E9916C}"/>
          </ac:spMkLst>
        </pc:spChg>
        <pc:picChg chg="add mod ord">
          <ac:chgData name="Aayah Abdulhakeem Kamkar" userId="fe09df7a-02cc-4ebc-a782-b5294a02ed9d" providerId="ADAL" clId="{1C280E7A-D203-4910-B04F-81743BA7246E}" dt="2026-07-19T16:14:03.873" v="4460"/>
          <ac:picMkLst>
            <pc:docMk/>
            <pc:sldMk cId="486096900" sldId="427"/>
            <ac:picMk id="26" creationId="{82F19506-982A-8B44-6B0A-11E1A49CB3E6}"/>
          </ac:picMkLst>
        </pc:picChg>
        <pc:picChg chg="add mod ord">
          <ac:chgData name="Aayah Abdulhakeem Kamkar" userId="fe09df7a-02cc-4ebc-a782-b5294a02ed9d" providerId="ADAL" clId="{1C280E7A-D203-4910-B04F-81743BA7246E}" dt="2026-07-19T16:14:37.775" v="4475"/>
          <ac:picMkLst>
            <pc:docMk/>
            <pc:sldMk cId="486096900" sldId="427"/>
            <ac:picMk id="33" creationId="{019EF58B-C088-779C-85D3-01E131D55203}"/>
          </ac:picMkLst>
        </pc:picChg>
        <pc:picChg chg="add mod ord modCrop">
          <ac:chgData name="Aayah Abdulhakeem Kamkar" userId="fe09df7a-02cc-4ebc-a782-b5294a02ed9d" providerId="ADAL" clId="{1C280E7A-D203-4910-B04F-81743BA7246E}" dt="2026-07-19T16:15:29.808" v="4492"/>
          <ac:picMkLst>
            <pc:docMk/>
            <pc:sldMk cId="486096900" sldId="427"/>
            <ac:picMk id="40" creationId="{8121F29E-19FA-BCB3-705E-80F4E12A8783}"/>
          </ac:picMkLst>
        </pc:picChg>
        <pc:picChg chg="add mod ord">
          <ac:chgData name="Aayah Abdulhakeem Kamkar" userId="fe09df7a-02cc-4ebc-a782-b5294a02ed9d" providerId="ADAL" clId="{1C280E7A-D203-4910-B04F-81743BA7246E}" dt="2026-07-19T16:15:41.872" v="4505"/>
          <ac:picMkLst>
            <pc:docMk/>
            <pc:sldMk cId="486096900" sldId="427"/>
            <ac:picMk id="47" creationId="{E798F160-C779-FAB9-D755-2B13FCB8229D}"/>
          </ac:picMkLst>
        </pc:picChg>
        <pc:picChg chg="del mod ord">
          <ac:chgData name="Aayah Abdulhakeem Kamkar" userId="fe09df7a-02cc-4ebc-a782-b5294a02ed9d" providerId="ADAL" clId="{1C280E7A-D203-4910-B04F-81743BA7246E}" dt="2026-07-19T16:14:01.139" v="4458" actId="478"/>
          <ac:picMkLst>
            <pc:docMk/>
            <pc:sldMk cId="486096900" sldId="427"/>
            <ac:picMk id="67" creationId="{CB939E22-7696-7AE0-FED8-AC46F32FFAFE}"/>
          </ac:picMkLst>
        </pc:picChg>
        <pc:picChg chg="del mod ord">
          <ac:chgData name="Aayah Abdulhakeem Kamkar" userId="fe09df7a-02cc-4ebc-a782-b5294a02ed9d" providerId="ADAL" clId="{1C280E7A-D203-4910-B04F-81743BA7246E}" dt="2026-07-19T16:14:40.126" v="4476" actId="478"/>
          <ac:picMkLst>
            <pc:docMk/>
            <pc:sldMk cId="486096900" sldId="427"/>
            <ac:picMk id="77" creationId="{DF776112-AAB2-335B-7D66-297EB984E2C6}"/>
          </ac:picMkLst>
        </pc:picChg>
        <pc:picChg chg="del mod ord">
          <ac:chgData name="Aayah Abdulhakeem Kamkar" userId="fe09df7a-02cc-4ebc-a782-b5294a02ed9d" providerId="ADAL" clId="{1C280E7A-D203-4910-B04F-81743BA7246E}" dt="2026-07-19T16:15:39.161" v="4503" actId="478"/>
          <ac:picMkLst>
            <pc:docMk/>
            <pc:sldMk cId="486096900" sldId="427"/>
            <ac:picMk id="79" creationId="{CD7988A6-4E5E-A3E4-0881-41CD7AF4C51F}"/>
          </ac:picMkLst>
        </pc:picChg>
        <pc:picChg chg="del mod ord">
          <ac:chgData name="Aayah Abdulhakeem Kamkar" userId="fe09df7a-02cc-4ebc-a782-b5294a02ed9d" providerId="ADAL" clId="{1C280E7A-D203-4910-B04F-81743BA7246E}" dt="2026-07-19T16:15:38.125" v="4502" actId="478"/>
          <ac:picMkLst>
            <pc:docMk/>
            <pc:sldMk cId="486096900" sldId="427"/>
            <ac:picMk id="81" creationId="{BF4A3C09-0416-7193-5B38-B72E2EB38F94}"/>
          </ac:picMkLst>
        </pc:picChg>
      </pc:sldChg>
      <pc:sldChg chg="addSp delSp modSp add mod">
        <pc:chgData name="Aayah Abdulhakeem Kamkar" userId="fe09df7a-02cc-4ebc-a782-b5294a02ed9d" providerId="ADAL" clId="{1C280E7A-D203-4910-B04F-81743BA7246E}" dt="2026-07-19T16:07:23.161" v="4216" actId="20577"/>
        <pc:sldMkLst>
          <pc:docMk/>
          <pc:sldMk cId="0" sldId="433"/>
        </pc:sldMkLst>
        <pc:spChg chg="mod ord">
          <ac:chgData name="Aayah Abdulhakeem Kamkar" userId="fe09df7a-02cc-4ebc-a782-b5294a02ed9d" providerId="ADAL" clId="{1C280E7A-D203-4910-B04F-81743BA7246E}" dt="2026-07-19T16:06:13.619" v="4089"/>
          <ac:spMkLst>
            <pc:docMk/>
            <pc:sldMk cId="0" sldId="433"/>
            <ac:spMk id="2" creationId="{00000000-0000-0000-0000-000000000000}"/>
          </ac:spMkLst>
        </pc:spChg>
        <pc:spChg chg="add del mod ord">
          <ac:chgData name="Aayah Abdulhakeem Kamkar" userId="fe09df7a-02cc-4ebc-a782-b5294a02ed9d" providerId="ADAL" clId="{1C280E7A-D203-4910-B04F-81743BA7246E}" dt="2026-07-19T15:43:28.485" v="562" actId="478"/>
          <ac:spMkLst>
            <pc:docMk/>
            <pc:sldMk cId="0" sldId="433"/>
            <ac:spMk id="3" creationId="{73EDBF0A-CE8F-E663-1FFE-65C3D34A7EAB}"/>
          </ac:spMkLst>
        </pc:spChg>
        <pc:spChg chg="mod ord">
          <ac:chgData name="Aayah Abdulhakeem Kamkar" userId="fe09df7a-02cc-4ebc-a782-b5294a02ed9d" providerId="ADAL" clId="{1C280E7A-D203-4910-B04F-81743BA7246E}" dt="2026-07-19T16:07:23.161" v="4216" actId="20577"/>
          <ac:spMkLst>
            <pc:docMk/>
            <pc:sldMk cId="0" sldId="433"/>
            <ac:spMk id="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3"/>
          <ac:spMkLst>
            <pc:docMk/>
            <pc:sldMk cId="0" sldId="433"/>
            <ac:spMk id="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5"/>
          <ac:spMkLst>
            <pc:docMk/>
            <pc:sldMk cId="0" sldId="433"/>
            <ac:spMk id="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7"/>
          <ac:spMkLst>
            <pc:docMk/>
            <pc:sldMk cId="0" sldId="433"/>
            <ac:spMk id="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1" v="4099"/>
          <ac:spMkLst>
            <pc:docMk/>
            <pc:sldMk cId="0" sldId="433"/>
            <ac:spMk id="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1"/>
          <ac:spMkLst>
            <pc:docMk/>
            <pc:sldMk cId="0" sldId="433"/>
            <ac:spMk id="1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3"/>
          <ac:spMkLst>
            <pc:docMk/>
            <pc:sldMk cId="0" sldId="433"/>
            <ac:spMk id="1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5"/>
          <ac:spMkLst>
            <pc:docMk/>
            <pc:sldMk cId="0" sldId="433"/>
            <ac:spMk id="1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7"/>
          <ac:spMkLst>
            <pc:docMk/>
            <pc:sldMk cId="0" sldId="433"/>
            <ac:spMk id="1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24" v="4109"/>
          <ac:spMkLst>
            <pc:docMk/>
            <pc:sldMk cId="0" sldId="433"/>
            <ac:spMk id="1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48.677" v="86" actId="164"/>
          <ac:spMkLst>
            <pc:docMk/>
            <pc:sldMk cId="0" sldId="433"/>
            <ac:spMk id="2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42.519" v="3462" actId="20577"/>
          <ac:spMkLst>
            <pc:docMk/>
            <pc:sldMk cId="0" sldId="433"/>
            <ac:spMk id="2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48.677" v="86" actId="164"/>
          <ac:spMkLst>
            <pc:docMk/>
            <pc:sldMk cId="0" sldId="433"/>
            <ac:spMk id="2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2:55.454" v="3578" actId="14100"/>
          <ac:spMkLst>
            <pc:docMk/>
            <pc:sldMk cId="0" sldId="433"/>
            <ac:spMk id="2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8.408" v="83" actId="164"/>
          <ac:spMkLst>
            <pc:docMk/>
            <pc:sldMk cId="0" sldId="433"/>
            <ac:spMk id="2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46.228" v="3465" actId="20577"/>
          <ac:spMkLst>
            <pc:docMk/>
            <pc:sldMk cId="0" sldId="433"/>
            <ac:spMk id="2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8.408" v="83" actId="164"/>
          <ac:spMkLst>
            <pc:docMk/>
            <pc:sldMk cId="0" sldId="433"/>
            <ac:spMk id="2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17.522" v="3593" actId="14100"/>
          <ac:spMkLst>
            <pc:docMk/>
            <pc:sldMk cId="0" sldId="433"/>
            <ac:spMk id="2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49:23.927" v="3449" actId="255"/>
          <ac:spMkLst>
            <pc:docMk/>
            <pc:sldMk cId="0" sldId="433"/>
            <ac:spMk id="2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5:59:51.520" v="3468" actId="20577"/>
          <ac:spMkLst>
            <pc:docMk/>
            <pc:sldMk cId="0" sldId="433"/>
            <ac:spMk id="2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5.532" v="82" actId="164"/>
          <ac:spMkLst>
            <pc:docMk/>
            <pc:sldMk cId="0" sldId="433"/>
            <ac:spMk id="3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00.146" v="3582" actId="14100"/>
          <ac:spMkLst>
            <pc:docMk/>
            <pc:sldMk cId="0" sldId="433"/>
            <ac:spMk id="31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32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0:22.358" v="3486" actId="1037"/>
          <ac:spMkLst>
            <pc:docMk/>
            <pc:sldMk cId="0" sldId="433"/>
            <ac:spMk id="3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3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2" v="4117"/>
          <ac:spMkLst>
            <pc:docMk/>
            <pc:sldMk cId="0" sldId="433"/>
            <ac:spMk id="3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2" v="4119"/>
          <ac:spMkLst>
            <pc:docMk/>
            <pc:sldMk cId="0" sldId="433"/>
            <ac:spMk id="3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3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1:58.705" v="3529" actId="20577"/>
          <ac:spMkLst>
            <pc:docMk/>
            <pc:sldMk cId="0" sldId="433"/>
            <ac:spMk id="3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3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9.800" v="104"/>
          <ac:spMkLst>
            <pc:docMk/>
            <pc:sldMk cId="0" sldId="433"/>
            <ac:spMk id="40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1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2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3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4:21:47.850" v="99" actId="164"/>
          <ac:spMkLst>
            <pc:docMk/>
            <pc:sldMk cId="0" sldId="433"/>
            <ac:spMk id="4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1:29.831" v="96" actId="164"/>
          <ac:spMkLst>
            <pc:docMk/>
            <pc:sldMk cId="0" sldId="433"/>
            <ac:spMk id="4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1:54.172" v="3526" actId="20577"/>
          <ac:spMkLst>
            <pc:docMk/>
            <pc:sldMk cId="0" sldId="433"/>
            <ac:spMk id="46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1:29.831" v="96" actId="164"/>
          <ac:spMkLst>
            <pc:docMk/>
            <pc:sldMk cId="0" sldId="433"/>
            <ac:spMk id="4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2:35.094" v="3558" actId="14100"/>
          <ac:spMkLst>
            <pc:docMk/>
            <pc:sldMk cId="0" sldId="433"/>
            <ac:spMk id="48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4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50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2:03.730" v="102"/>
          <ac:spMkLst>
            <pc:docMk/>
            <pc:sldMk cId="0" sldId="433"/>
            <ac:spMk id="5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27"/>
          <ac:spMkLst>
            <pc:docMk/>
            <pc:sldMk cId="0" sldId="433"/>
            <ac:spMk id="5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29"/>
          <ac:spMkLst>
            <pc:docMk/>
            <pc:sldMk cId="0" sldId="433"/>
            <ac:spMk id="53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16.697" v="117"/>
          <ac:spMkLst>
            <pc:docMk/>
            <pc:sldMk cId="0" sldId="433"/>
            <ac:spMk id="54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3:29.135" v="3596" actId="20577"/>
          <ac:spMkLst>
            <pc:docMk/>
            <pc:sldMk cId="0" sldId="433"/>
            <ac:spMk id="55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56" creationId="{00000000-0000-0000-0000-000000000000}"/>
          </ac:spMkLst>
        </pc:spChg>
        <pc:spChg chg="mod topLvl">
          <ac:chgData name="Aayah Abdulhakeem Kamkar" userId="fe09df7a-02cc-4ebc-a782-b5294a02ed9d" providerId="ADAL" clId="{1C280E7A-D203-4910-B04F-81743BA7246E}" dt="2026-07-19T16:03:48.865" v="3653" actId="14100"/>
          <ac:spMkLst>
            <pc:docMk/>
            <pc:sldMk cId="0" sldId="433"/>
            <ac:spMk id="57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5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1"/>
          <ac:spMkLst>
            <pc:docMk/>
            <pc:sldMk cId="0" sldId="433"/>
            <ac:spMk id="5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4:23:07.416" v="114"/>
          <ac:spMkLst>
            <pc:docMk/>
            <pc:sldMk cId="0" sldId="433"/>
            <ac:spMk id="6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3"/>
          <ac:spMkLst>
            <pc:docMk/>
            <pc:sldMk cId="0" sldId="433"/>
            <ac:spMk id="63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5"/>
          <ac:spMkLst>
            <pc:docMk/>
            <pc:sldMk cId="0" sldId="433"/>
            <ac:spMk id="6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5" v="4137"/>
          <ac:spMkLst>
            <pc:docMk/>
            <pc:sldMk cId="0" sldId="433"/>
            <ac:spMk id="65" creationId="{00000000-0000-0000-0000-000000000000}"/>
          </ac:spMkLst>
        </pc:spChg>
        <pc:spChg chg="del mod ord">
          <ac:chgData name="Aayah Abdulhakeem Kamkar" userId="fe09df7a-02cc-4ebc-a782-b5294a02ed9d" providerId="ADAL" clId="{1C280E7A-D203-4910-B04F-81743BA7246E}" dt="2026-07-19T15:42:46.126" v="543" actId="478"/>
          <ac:spMkLst>
            <pc:docMk/>
            <pc:sldMk cId="0" sldId="433"/>
            <ac:spMk id="66" creationId="{00000000-0000-0000-0000-000000000000}"/>
          </ac:spMkLst>
        </pc:spChg>
        <pc:spChg chg="del mod ord">
          <ac:chgData name="Aayah Abdulhakeem Kamkar" userId="fe09df7a-02cc-4ebc-a782-b5294a02ed9d" providerId="ADAL" clId="{1C280E7A-D203-4910-B04F-81743BA7246E}" dt="2026-07-19T15:42:49.725" v="545" actId="478"/>
          <ac:spMkLst>
            <pc:docMk/>
            <pc:sldMk cId="0" sldId="433"/>
            <ac:spMk id="6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5:43:00.614" v="546" actId="164"/>
          <ac:spMkLst>
            <pc:docMk/>
            <pc:sldMk cId="0" sldId="433"/>
            <ac:spMk id="6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5:43:16.725" v="552" actId="20577"/>
          <ac:spMkLst>
            <pc:docMk/>
            <pc:sldMk cId="0" sldId="433"/>
            <ac:spMk id="69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1"/>
          <ac:spMkLst>
            <pc:docMk/>
            <pc:sldMk cId="0" sldId="433"/>
            <ac:spMk id="7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3"/>
          <ac:spMkLst>
            <pc:docMk/>
            <pc:sldMk cId="0" sldId="433"/>
            <ac:spMk id="7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5"/>
          <ac:spMkLst>
            <pc:docMk/>
            <pc:sldMk cId="0" sldId="433"/>
            <ac:spMk id="7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7"/>
          <ac:spMkLst>
            <pc:docMk/>
            <pc:sldMk cId="0" sldId="433"/>
            <ac:spMk id="7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49"/>
          <ac:spMkLst>
            <pc:docMk/>
            <pc:sldMk cId="0" sldId="433"/>
            <ac:spMk id="77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29.924" v="4214" actId="20577"/>
          <ac:spMkLst>
            <pc:docMk/>
            <pc:sldMk cId="0" sldId="433"/>
            <ac:spMk id="7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38" v="4153"/>
          <ac:spMkLst>
            <pc:docMk/>
            <pc:sldMk cId="0" sldId="433"/>
            <ac:spMk id="79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4" v="4155"/>
          <ac:spMkLst>
            <pc:docMk/>
            <pc:sldMk cId="0" sldId="433"/>
            <ac:spMk id="80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26.449" v="4212" actId="20577"/>
          <ac:spMkLst>
            <pc:docMk/>
            <pc:sldMk cId="0" sldId="433"/>
            <ac:spMk id="81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4" v="4159"/>
          <ac:spMkLst>
            <pc:docMk/>
            <pc:sldMk cId="0" sldId="433"/>
            <ac:spMk id="82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6" v="4161"/>
          <ac:spMkLst>
            <pc:docMk/>
            <pc:sldMk cId="0" sldId="433"/>
            <ac:spMk id="83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6" v="4163"/>
          <ac:spMkLst>
            <pc:docMk/>
            <pc:sldMk cId="0" sldId="433"/>
            <ac:spMk id="84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8" v="4165"/>
          <ac:spMkLst>
            <pc:docMk/>
            <pc:sldMk cId="0" sldId="433"/>
            <ac:spMk id="85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8" v="4167"/>
          <ac:spMkLst>
            <pc:docMk/>
            <pc:sldMk cId="0" sldId="433"/>
            <ac:spMk id="86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9" v="4169"/>
          <ac:spMkLst>
            <pc:docMk/>
            <pc:sldMk cId="0" sldId="433"/>
            <ac:spMk id="88" creationId="{00000000-0000-0000-0000-000000000000}"/>
          </ac:spMkLst>
        </pc:spChg>
        <pc:spChg chg="mod ord">
          <ac:chgData name="Aayah Abdulhakeem Kamkar" userId="fe09df7a-02cc-4ebc-a782-b5294a02ed9d" providerId="ADAL" clId="{1C280E7A-D203-4910-B04F-81743BA7246E}" dt="2026-07-19T16:06:13.649" v="4171"/>
          <ac:spMkLst>
            <pc:docMk/>
            <pc:sldMk cId="0" sldId="433"/>
            <ac:spMk id="89" creationId="{00000000-0000-0000-0000-000000000000}"/>
          </ac:spMkLst>
        </pc:spChg>
        <pc:spChg chg="mod">
          <ac:chgData name="Aayah Abdulhakeem Kamkar" userId="fe09df7a-02cc-4ebc-a782-b5294a02ed9d" providerId="ADAL" clId="{1C280E7A-D203-4910-B04F-81743BA7246E}" dt="2026-07-19T16:06:13.651" v="4174"/>
          <ac:spMkLst>
            <pc:docMk/>
            <pc:sldMk cId="0" sldId="433"/>
            <ac:spMk id="91" creationId="{6D4CB4C1-6190-AD4A-CA19-3B7D27694E4C}"/>
          </ac:spMkLst>
        </pc:spChg>
        <pc:spChg chg="add del mod modVis">
          <ac:chgData name="Aayah Abdulhakeem Kamkar" userId="fe09df7a-02cc-4ebc-a782-b5294a02ed9d" providerId="ADAL" clId="{1C280E7A-D203-4910-B04F-81743BA7246E}" dt="2026-07-19T14:23:24.415" v="473"/>
          <ac:spMkLst>
            <pc:docMk/>
            <pc:sldMk cId="0" sldId="433"/>
            <ac:spMk id="92" creationId="{D3B7AFB6-756C-707F-0CD0-7BC9B8149209}"/>
          </ac:spMkLst>
        </pc:spChg>
        <pc:spChg chg="del mod">
          <ac:chgData name="Aayah Abdulhakeem Kamkar" userId="fe09df7a-02cc-4ebc-a782-b5294a02ed9d" providerId="ADAL" clId="{1C280E7A-D203-4910-B04F-81743BA7246E}" dt="2026-07-19T15:44:05.261" v="912"/>
          <ac:spMkLst>
            <pc:docMk/>
            <pc:sldMk cId="0" sldId="433"/>
            <ac:spMk id="93" creationId="{086CD0A8-609E-7C36-CFC7-E8BB75D24D3C}"/>
          </ac:spMkLst>
        </pc:spChg>
        <pc:spChg chg="mod">
          <ac:chgData name="Aayah Abdulhakeem Kamkar" userId="fe09df7a-02cc-4ebc-a782-b5294a02ed9d" providerId="ADAL" clId="{1C280E7A-D203-4910-B04F-81743BA7246E}" dt="2026-07-19T16:06:13.656" v="4180"/>
          <ac:spMkLst>
            <pc:docMk/>
            <pc:sldMk cId="0" sldId="433"/>
            <ac:spMk id="94" creationId="{FF0307C4-0A8F-8213-492F-A54CDC82D3BD}"/>
          </ac:spMkLst>
        </pc:spChg>
        <pc:spChg chg="mod">
          <ac:chgData name="Aayah Abdulhakeem Kamkar" userId="fe09df7a-02cc-4ebc-a782-b5294a02ed9d" providerId="ADAL" clId="{1C280E7A-D203-4910-B04F-81743BA7246E}" dt="2026-07-19T16:06:13.656" v="4181"/>
          <ac:spMkLst>
            <pc:docMk/>
            <pc:sldMk cId="0" sldId="433"/>
            <ac:spMk id="95" creationId="{FEA027E9-BA98-07AB-2786-A099BE80C4D0}"/>
          </ac:spMkLst>
        </pc:spChg>
        <pc:spChg chg="del mod">
          <ac:chgData name="Aayah Abdulhakeem Kamkar" userId="fe09df7a-02cc-4ebc-a782-b5294a02ed9d" providerId="ADAL" clId="{1C280E7A-D203-4910-B04F-81743BA7246E}" dt="2026-07-19T15:43:53.226" v="683"/>
          <ac:spMkLst>
            <pc:docMk/>
            <pc:sldMk cId="0" sldId="433"/>
            <ac:spMk id="96" creationId="{BA36619C-657D-B618-B95D-498C2676B49A}"/>
          </ac:spMkLst>
        </pc:spChg>
        <pc:spChg chg="mod">
          <ac:chgData name="Aayah Abdulhakeem Kamkar" userId="fe09df7a-02cc-4ebc-a782-b5294a02ed9d" providerId="ADAL" clId="{1C280E7A-D203-4910-B04F-81743BA7246E}" dt="2026-07-19T16:06:13.658" v="4182"/>
          <ac:spMkLst>
            <pc:docMk/>
            <pc:sldMk cId="0" sldId="433"/>
            <ac:spMk id="97" creationId="{72923B4D-916E-C13F-2EC9-AD6E4EA71D7C}"/>
          </ac:spMkLst>
        </pc:spChg>
        <pc:spChg chg="del mod">
          <ac:chgData name="Aayah Abdulhakeem Kamkar" userId="fe09df7a-02cc-4ebc-a782-b5294a02ed9d" providerId="ADAL" clId="{1C280E7A-D203-4910-B04F-81743BA7246E}" dt="2026-07-19T15:43:53.254" v="705"/>
          <ac:spMkLst>
            <pc:docMk/>
            <pc:sldMk cId="0" sldId="433"/>
            <ac:spMk id="98" creationId="{3DC6BCD2-A5D5-3614-B58D-84DC09F7525E}"/>
          </ac:spMkLst>
        </pc:spChg>
        <pc:spChg chg="mod">
          <ac:chgData name="Aayah Abdulhakeem Kamkar" userId="fe09df7a-02cc-4ebc-a782-b5294a02ed9d" providerId="ADAL" clId="{1C280E7A-D203-4910-B04F-81743BA7246E}" dt="2026-07-19T16:06:13.658" v="4183"/>
          <ac:spMkLst>
            <pc:docMk/>
            <pc:sldMk cId="0" sldId="433"/>
            <ac:spMk id="99" creationId="{AC956C67-8A1B-B574-5436-0BF430AEBB89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7"/>
          <ac:spMkLst>
            <pc:docMk/>
            <pc:sldMk cId="0" sldId="433"/>
            <ac:spMk id="100" creationId="{F9DE2545-3E5E-E339-2BCF-3E63F22F26E5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8"/>
          <ac:spMkLst>
            <pc:docMk/>
            <pc:sldMk cId="0" sldId="433"/>
            <ac:spMk id="101" creationId="{5DBB1E59-18C4-818E-C4CE-9FA0CF3E94F6}"/>
          </ac:spMkLst>
        </pc:spChg>
        <pc:spChg chg="del mod">
          <ac:chgData name="Aayah Abdulhakeem Kamkar" userId="fe09df7a-02cc-4ebc-a782-b5294a02ed9d" providerId="ADAL" clId="{1C280E7A-D203-4910-B04F-81743BA7246E}" dt="2026-07-19T15:44:05.113" v="889"/>
          <ac:spMkLst>
            <pc:docMk/>
            <pc:sldMk cId="0" sldId="433"/>
            <ac:spMk id="102" creationId="{532E0A81-F951-0577-FEC3-CE35F26888D5}"/>
          </ac:spMkLst>
        </pc:spChg>
        <pc:spChg chg="del mod">
          <ac:chgData name="Aayah Abdulhakeem Kamkar" userId="fe09df7a-02cc-4ebc-a782-b5294a02ed9d" providerId="ADAL" clId="{1C280E7A-D203-4910-B04F-81743BA7246E}" dt="2026-07-19T15:44:05.116" v="890"/>
          <ac:spMkLst>
            <pc:docMk/>
            <pc:sldMk cId="0" sldId="433"/>
            <ac:spMk id="103" creationId="{DF5B8A79-3715-2AB4-ECC4-88F51EB3CE4F}"/>
          </ac:spMkLst>
        </pc:spChg>
        <pc:spChg chg="del mod">
          <ac:chgData name="Aayah Abdulhakeem Kamkar" userId="fe09df7a-02cc-4ebc-a782-b5294a02ed9d" providerId="ADAL" clId="{1C280E7A-D203-4910-B04F-81743BA7246E}" dt="2026-07-19T15:44:05.116" v="891"/>
          <ac:spMkLst>
            <pc:docMk/>
            <pc:sldMk cId="0" sldId="433"/>
            <ac:spMk id="104" creationId="{7F34A119-7E2E-6E07-A059-2ED435628692}"/>
          </ac:spMkLst>
        </pc:spChg>
        <pc:spChg chg="add del mod ord">
          <ac:chgData name="Aayah Abdulhakeem Kamkar" userId="fe09df7a-02cc-4ebc-a782-b5294a02ed9d" providerId="ADAL" clId="{1C280E7A-D203-4910-B04F-81743BA7246E}" dt="2026-07-19T15:51:13.741" v="3453" actId="478"/>
          <ac:spMkLst>
            <pc:docMk/>
            <pc:sldMk cId="0" sldId="433"/>
            <ac:spMk id="107" creationId="{747185A9-1FFA-B855-DB9A-3B460A950C67}"/>
          </ac:spMkLst>
        </pc:spChg>
        <pc:spChg chg="add del mod ord">
          <ac:chgData name="Aayah Abdulhakeem Kamkar" userId="fe09df7a-02cc-4ebc-a782-b5294a02ed9d" providerId="ADAL" clId="{1C280E7A-D203-4910-B04F-81743BA7246E}" dt="2026-07-19T16:06:18.381" v="4210" actId="478"/>
          <ac:spMkLst>
            <pc:docMk/>
            <pc:sldMk cId="0" sldId="433"/>
            <ac:spMk id="108" creationId="{AEE76EF7-05EC-A346-A75D-4D7A890630C5}"/>
          </ac:spMkLst>
        </pc:spChg>
        <pc:spChg chg="add del mod">
          <ac:chgData name="Aayah Abdulhakeem Kamkar" userId="fe09df7a-02cc-4ebc-a782-b5294a02ed9d" providerId="ADAL" clId="{1C280E7A-D203-4910-B04F-81743BA7246E}" dt="2026-07-19T15:42:02.629" v="527" actId="478"/>
          <ac:spMkLst>
            <pc:docMk/>
            <pc:sldMk cId="0" sldId="433"/>
            <ac:spMk id="109" creationId="{C589486F-D369-053B-49F8-7ED7D30318BF}"/>
          </ac:spMkLst>
        </pc:spChg>
        <pc:spChg chg="add del mod">
          <ac:chgData name="Aayah Abdulhakeem Kamkar" userId="fe09df7a-02cc-4ebc-a782-b5294a02ed9d" providerId="ADAL" clId="{1C280E7A-D203-4910-B04F-81743BA7246E}" dt="2026-07-19T15:41:19.015" v="525" actId="478"/>
          <ac:spMkLst>
            <pc:docMk/>
            <pc:sldMk cId="0" sldId="433"/>
            <ac:spMk id="110" creationId="{ACCE1983-32D4-CB37-33DD-3530DE676DB4}"/>
          </ac:spMkLst>
        </pc:spChg>
        <pc:spChg chg="del mod">
          <ac:chgData name="Aayah Abdulhakeem Kamkar" userId="fe09df7a-02cc-4ebc-a782-b5294a02ed9d" providerId="ADAL" clId="{1C280E7A-D203-4910-B04F-81743BA7246E}" dt="2026-07-19T15:44:05.264" v="916"/>
          <ac:spMkLst>
            <pc:docMk/>
            <pc:sldMk cId="0" sldId="433"/>
            <ac:spMk id="112" creationId="{5DDA1813-29F1-2337-B690-E7EA8BC3BA02}"/>
          </ac:spMkLst>
        </pc:spChg>
        <pc:spChg chg="del mod">
          <ac:chgData name="Aayah Abdulhakeem Kamkar" userId="fe09df7a-02cc-4ebc-a782-b5294a02ed9d" providerId="ADAL" clId="{1C280E7A-D203-4910-B04F-81743BA7246E}" dt="2026-07-19T15:44:05.263" v="915"/>
          <ac:spMkLst>
            <pc:docMk/>
            <pc:sldMk cId="0" sldId="433"/>
            <ac:spMk id="113" creationId="{4C8193D6-528A-C297-5C3F-D19981697253}"/>
          </ac:spMkLst>
        </pc:spChg>
        <pc:spChg chg="del mod">
          <ac:chgData name="Aayah Abdulhakeem Kamkar" userId="fe09df7a-02cc-4ebc-a782-b5294a02ed9d" providerId="ADAL" clId="{1C280E7A-D203-4910-B04F-81743BA7246E}" dt="2026-07-19T15:44:05.263" v="914"/>
          <ac:spMkLst>
            <pc:docMk/>
            <pc:sldMk cId="0" sldId="433"/>
            <ac:spMk id="114" creationId="{3E17EF80-CF10-C58C-3540-943F9E665722}"/>
          </ac:spMkLst>
        </pc:spChg>
        <pc:spChg chg="del mod">
          <ac:chgData name="Aayah Abdulhakeem Kamkar" userId="fe09df7a-02cc-4ebc-a782-b5294a02ed9d" providerId="ADAL" clId="{1C280E7A-D203-4910-B04F-81743BA7246E}" dt="2026-07-19T15:44:05.262" v="913"/>
          <ac:spMkLst>
            <pc:docMk/>
            <pc:sldMk cId="0" sldId="433"/>
            <ac:spMk id="115" creationId="{DC0AAE73-38F7-7752-E28A-15145022DDCE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4"/>
          <ac:spMkLst>
            <pc:docMk/>
            <pc:sldMk cId="0" sldId="433"/>
            <ac:spMk id="116" creationId="{406026C6-F6D1-CC62-E4C8-D87EA9E39864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5"/>
          <ac:spMkLst>
            <pc:docMk/>
            <pc:sldMk cId="0" sldId="433"/>
            <ac:spMk id="117" creationId="{D1571AD7-ADA0-69ED-30D6-680242594208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6"/>
          <ac:spMkLst>
            <pc:docMk/>
            <pc:sldMk cId="0" sldId="433"/>
            <ac:spMk id="118" creationId="{2EC0D136-8272-6423-2B97-63C10438D71D}"/>
          </ac:spMkLst>
        </pc:spChg>
        <pc:spChg chg="add mod">
          <ac:chgData name="Aayah Abdulhakeem Kamkar" userId="fe09df7a-02cc-4ebc-a782-b5294a02ed9d" providerId="ADAL" clId="{1C280E7A-D203-4910-B04F-81743BA7246E}" dt="2026-07-19T16:06:13.658" v="4187"/>
          <ac:spMkLst>
            <pc:docMk/>
            <pc:sldMk cId="0" sldId="433"/>
            <ac:spMk id="119" creationId="{11D02D1A-7D80-DBFB-E275-034B616F1C45}"/>
          </ac:spMkLst>
        </pc:spChg>
        <pc:spChg chg="add del mod modVis">
          <ac:chgData name="Aayah Abdulhakeem Kamkar" userId="fe09df7a-02cc-4ebc-a782-b5294a02ed9d" providerId="ADAL" clId="{1C280E7A-D203-4910-B04F-81743BA7246E}" dt="2026-07-19T15:43:53.381" v="884"/>
          <ac:spMkLst>
            <pc:docMk/>
            <pc:sldMk cId="0" sldId="433"/>
            <ac:spMk id="120" creationId="{CB779FC9-A975-5F12-7128-886702760208}"/>
          </ac:spMkLst>
        </pc:spChg>
        <pc:spChg chg="add del mod modVis">
          <ac:chgData name="Aayah Abdulhakeem Kamkar" userId="fe09df7a-02cc-4ebc-a782-b5294a02ed9d" providerId="ADAL" clId="{1C280E7A-D203-4910-B04F-81743BA7246E}" dt="2026-07-19T15:44:06.031" v="1341"/>
          <ac:spMkLst>
            <pc:docMk/>
            <pc:sldMk cId="0" sldId="433"/>
            <ac:spMk id="122" creationId="{A115D746-FA27-FBF3-034B-7866F5AE3E78}"/>
          </ac:spMkLst>
        </pc:spChg>
        <pc:spChg chg="add mod">
          <ac:chgData name="Aayah Abdulhakeem Kamkar" userId="fe09df7a-02cc-4ebc-a782-b5294a02ed9d" providerId="ADAL" clId="{1C280E7A-D203-4910-B04F-81743BA7246E}" dt="2026-07-19T16:06:13.651" v="4175"/>
          <ac:spMkLst>
            <pc:docMk/>
            <pc:sldMk cId="0" sldId="433"/>
            <ac:spMk id="123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6"/>
          <ac:spMkLst>
            <pc:docMk/>
            <pc:sldMk cId="0" sldId="433"/>
            <ac:spMk id="124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7"/>
          <ac:spMkLst>
            <pc:docMk/>
            <pc:sldMk cId="0" sldId="433"/>
            <ac:spMk id="125" creationId="{E4AEDD05-9944-6F99-70A5-C8D520DD238E}"/>
          </ac:spMkLst>
        </pc:spChg>
        <pc:spChg chg="add mod">
          <ac:chgData name="Aayah Abdulhakeem Kamkar" userId="fe09df7a-02cc-4ebc-a782-b5294a02ed9d" providerId="ADAL" clId="{1C280E7A-D203-4910-B04F-81743BA7246E}" dt="2026-07-19T16:06:13.654" v="4178"/>
          <ac:spMkLst>
            <pc:docMk/>
            <pc:sldMk cId="0" sldId="433"/>
            <ac:spMk id="126" creationId="{E4AEDD05-9944-6F99-70A5-C8D520DD238E}"/>
          </ac:spMkLst>
        </pc:spChg>
        <pc:spChg chg="mod ord">
          <ac:chgData name="Aayah Abdulhakeem Kamkar" userId="fe09df7a-02cc-4ebc-a782-b5294a02ed9d" providerId="ADAL" clId="{1C280E7A-D203-4910-B04F-81743BA7246E}" dt="2026-07-19T16:06:13.658" v="4189"/>
          <ac:spMkLst>
            <pc:docMk/>
            <pc:sldMk cId="0" sldId="433"/>
            <ac:spMk id="127" creationId="{F02332E3-EFE1-A133-C711-40B74B7E4534}"/>
          </ac:spMkLst>
        </pc:spChg>
        <pc:spChg chg="add mod">
          <ac:chgData name="Aayah Abdulhakeem Kamkar" userId="fe09df7a-02cc-4ebc-a782-b5294a02ed9d" providerId="ADAL" clId="{1C280E7A-D203-4910-B04F-81743BA7246E}" dt="2026-07-19T16:06:13.656" v="4179"/>
          <ac:spMkLst>
            <pc:docMk/>
            <pc:sldMk cId="0" sldId="433"/>
            <ac:spMk id="128" creationId="{E4AEDD05-9944-6F99-70A5-C8D520DD238E}"/>
          </ac:spMkLst>
        </pc:spChg>
        <pc:spChg chg="add del mod">
          <ac:chgData name="Aayah Abdulhakeem Kamkar" userId="fe09df7a-02cc-4ebc-a782-b5294a02ed9d" providerId="ADAL" clId="{1C280E7A-D203-4910-B04F-81743BA7246E}" dt="2026-07-19T15:45:21.796" v="1561"/>
          <ac:spMkLst>
            <pc:docMk/>
            <pc:sldMk cId="0" sldId="433"/>
            <ac:spMk id="131" creationId="{55A9735E-1F27-2C06-2512-65E017903455}"/>
          </ac:spMkLst>
        </pc:spChg>
        <pc:spChg chg="add del mod">
          <ac:chgData name="Aayah Abdulhakeem Kamkar" userId="fe09df7a-02cc-4ebc-a782-b5294a02ed9d" providerId="ADAL" clId="{1C280E7A-D203-4910-B04F-81743BA7246E}" dt="2026-07-19T15:45:21.796" v="1563"/>
          <ac:spMkLst>
            <pc:docMk/>
            <pc:sldMk cId="0" sldId="433"/>
            <ac:spMk id="132" creationId="{85A78674-AE18-7C88-1F30-4C3E439DE2EE}"/>
          </ac:spMkLst>
        </pc:spChg>
        <pc:spChg chg="mod">
          <ac:chgData name="Aayah Abdulhakeem Kamkar" userId="fe09df7a-02cc-4ebc-a782-b5294a02ed9d" providerId="ADAL" clId="{1C280E7A-D203-4910-B04F-81743BA7246E}" dt="2026-07-19T14:20:32.136" v="81" actId="164"/>
          <ac:spMkLst>
            <pc:docMk/>
            <pc:sldMk cId="0" sldId="433"/>
            <ac:spMk id="133" creationId="{3E8D4A01-6C63-E3FD-A315-941FED6C7AF2}"/>
          </ac:spMkLst>
        </pc:spChg>
        <pc:spChg chg="add del mod">
          <ac:chgData name="Aayah Abdulhakeem Kamkar" userId="fe09df7a-02cc-4ebc-a782-b5294a02ed9d" providerId="ADAL" clId="{1C280E7A-D203-4910-B04F-81743BA7246E}" dt="2026-07-19T15:45:21.799" v="1565"/>
          <ac:spMkLst>
            <pc:docMk/>
            <pc:sldMk cId="0" sldId="433"/>
            <ac:spMk id="134" creationId="{675492C0-C6F4-E250-7944-39C35FB48020}"/>
          </ac:spMkLst>
        </pc:spChg>
        <pc:spChg chg="add del mod modVis">
          <ac:chgData name="Aayah Abdulhakeem Kamkar" userId="fe09df7a-02cc-4ebc-a782-b5294a02ed9d" providerId="ADAL" clId="{1C280E7A-D203-4910-B04F-81743BA7246E}" dt="2026-07-19T15:45:21.883" v="1694"/>
          <ac:spMkLst>
            <pc:docMk/>
            <pc:sldMk cId="0" sldId="433"/>
            <ac:spMk id="135" creationId="{D7DCF286-9598-4F17-C8FC-2377EB0E9CE1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5"/>
          <ac:spMkLst>
            <pc:docMk/>
            <pc:sldMk cId="0" sldId="433"/>
            <ac:spMk id="137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5:45:34.915" v="2049"/>
          <ac:spMkLst>
            <pc:docMk/>
            <pc:sldMk cId="0" sldId="433"/>
            <ac:spMk id="138" creationId="{E12BD6C6-2246-C9C0-EED1-AEC5D883B610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7"/>
          <ac:spMkLst>
            <pc:docMk/>
            <pc:sldMk cId="0" sldId="433"/>
            <ac:spMk id="139" creationId="{E4AEDD05-9944-6F99-70A5-C8D520DD238E}"/>
          </ac:spMkLst>
        </pc:spChg>
        <pc:spChg chg="add del mod ord">
          <ac:chgData name="Aayah Abdulhakeem Kamkar" userId="fe09df7a-02cc-4ebc-a782-b5294a02ed9d" providerId="ADAL" clId="{1C280E7A-D203-4910-B04F-81743BA7246E}" dt="2026-07-19T15:45:41.087" v="2239"/>
          <ac:spMkLst>
            <pc:docMk/>
            <pc:sldMk cId="0" sldId="433"/>
            <ac:spMk id="140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5:45:41.151" v="2366"/>
          <ac:spMkLst>
            <pc:docMk/>
            <pc:sldMk cId="0" sldId="433"/>
            <ac:spMk id="143" creationId="{69F0CBC6-EF00-61ED-ECF8-41663452FDD9}"/>
          </ac:spMkLst>
        </pc:spChg>
        <pc:spChg chg="add del mod modVis">
          <ac:chgData name="Aayah Abdulhakeem Kamkar" userId="fe09df7a-02cc-4ebc-a782-b5294a02ed9d" providerId="ADAL" clId="{1C280E7A-D203-4910-B04F-81743BA7246E}" dt="2026-07-19T15:46:41.238" v="2641"/>
          <ac:spMkLst>
            <pc:docMk/>
            <pc:sldMk cId="0" sldId="433"/>
            <ac:spMk id="146" creationId="{86AE00DE-E27E-537A-4A5F-3F8357AE1840}"/>
          </ac:spMkLst>
        </pc:spChg>
        <pc:spChg chg="add del mod modVis">
          <ac:chgData name="Aayah Abdulhakeem Kamkar" userId="fe09df7a-02cc-4ebc-a782-b5294a02ed9d" providerId="ADAL" clId="{1C280E7A-D203-4910-B04F-81743BA7246E}" dt="2026-07-19T15:46:54.082" v="2858"/>
          <ac:spMkLst>
            <pc:docMk/>
            <pc:sldMk cId="0" sldId="433"/>
            <ac:spMk id="148" creationId="{85DA5BBC-E127-028C-BEBF-DD56504FE2F2}"/>
          </ac:spMkLst>
        </pc:spChg>
        <pc:spChg chg="del mod ord">
          <ac:chgData name="Aayah Abdulhakeem Kamkar" userId="fe09df7a-02cc-4ebc-a782-b5294a02ed9d" providerId="ADAL" clId="{1C280E7A-D203-4910-B04F-81743BA7246E}" dt="2026-07-19T15:45:34.693" v="1796"/>
          <ac:spMkLst>
            <pc:docMk/>
            <pc:sldMk cId="0" sldId="433"/>
            <ac:spMk id="149" creationId="{683217ED-94DA-8129-D838-0934F2306BE1}"/>
          </ac:spMkLst>
        </pc:spChg>
        <pc:spChg chg="add del mod ord">
          <ac:chgData name="Aayah Abdulhakeem Kamkar" userId="fe09df7a-02cc-4ebc-a782-b5294a02ed9d" providerId="ADAL" clId="{1C280E7A-D203-4910-B04F-81743BA7246E}" dt="2026-07-19T15:47:34.094" v="3226"/>
          <ac:spMkLst>
            <pc:docMk/>
            <pc:sldMk cId="0" sldId="433"/>
            <ac:spMk id="150" creationId="{E4AEDD05-9944-6F99-70A5-C8D520DD238E}"/>
          </ac:spMkLst>
        </pc:spChg>
        <pc:spChg chg="add del mod ord">
          <ac:chgData name="Aayah Abdulhakeem Kamkar" userId="fe09df7a-02cc-4ebc-a782-b5294a02ed9d" providerId="ADAL" clId="{1C280E7A-D203-4910-B04F-81743BA7246E}" dt="2026-07-19T15:47:34.094" v="3228"/>
          <ac:spMkLst>
            <pc:docMk/>
            <pc:sldMk cId="0" sldId="433"/>
            <ac:spMk id="152" creationId="{76654A7E-50E0-E7F0-A748-82345C31A558}"/>
          </ac:spMkLst>
        </pc:spChg>
        <pc:spChg chg="add del mod modVis">
          <ac:chgData name="Aayah Abdulhakeem Kamkar" userId="fe09df7a-02cc-4ebc-a782-b5294a02ed9d" providerId="ADAL" clId="{1C280E7A-D203-4910-B04F-81743BA7246E}" dt="2026-07-19T15:46:57.326" v="3038"/>
          <ac:spMkLst>
            <pc:docMk/>
            <pc:sldMk cId="0" sldId="433"/>
            <ac:spMk id="153" creationId="{5FBF7372-2C08-B78E-5457-80492B6992C0}"/>
          </ac:spMkLst>
        </pc:spChg>
        <pc:spChg chg="add del mod">
          <ac:chgData name="Aayah Abdulhakeem Kamkar" userId="fe09df7a-02cc-4ebc-a782-b5294a02ed9d" providerId="ADAL" clId="{1C280E7A-D203-4910-B04F-81743BA7246E}" dt="2026-07-19T15:47:01.541" v="3085"/>
          <ac:spMkLst>
            <pc:docMk/>
            <pc:sldMk cId="0" sldId="433"/>
            <ac:spMk id="155" creationId="{36657B16-646B-15A3-8121-2B01F3477FEF}"/>
          </ac:spMkLst>
        </pc:spChg>
        <pc:spChg chg="add del mod modVis">
          <ac:chgData name="Aayah Abdulhakeem Kamkar" userId="fe09df7a-02cc-4ebc-a782-b5294a02ed9d" providerId="ADAL" clId="{1C280E7A-D203-4910-B04F-81743BA7246E}" dt="2026-07-19T15:47:01.621" v="3216"/>
          <ac:spMkLst>
            <pc:docMk/>
            <pc:sldMk cId="0" sldId="433"/>
            <ac:spMk id="156" creationId="{A9357E5E-0437-0A35-2536-EEE7A7276B5D}"/>
          </ac:spMkLst>
        </pc:spChg>
        <pc:spChg chg="mod">
          <ac:chgData name="Aayah Abdulhakeem Kamkar" userId="fe09df7a-02cc-4ebc-a782-b5294a02ed9d" providerId="ADAL" clId="{1C280E7A-D203-4910-B04F-81743BA7246E}" dt="2026-07-19T16:00:41.031" v="3513" actId="27636"/>
          <ac:spMkLst>
            <pc:docMk/>
            <pc:sldMk cId="0" sldId="433"/>
            <ac:spMk id="160" creationId="{98E863F4-961C-E576-6E65-81D4588C9146}"/>
          </ac:spMkLst>
        </pc:spChg>
        <pc:spChg chg="mod">
          <ac:chgData name="Aayah Abdulhakeem Kamkar" userId="fe09df7a-02cc-4ebc-a782-b5294a02ed9d" providerId="ADAL" clId="{1C280E7A-D203-4910-B04F-81743BA7246E}" dt="2026-07-19T16:00:53.150" v="3518" actId="207"/>
          <ac:spMkLst>
            <pc:docMk/>
            <pc:sldMk cId="0" sldId="433"/>
            <ac:spMk id="161" creationId="{CE34E355-717A-5E3D-9F30-75B69353FDB1}"/>
          </ac:spMkLst>
        </pc:spChg>
        <pc:spChg chg="mod">
          <ac:chgData name="Aayah Abdulhakeem Kamkar" userId="fe09df7a-02cc-4ebc-a782-b5294a02ed9d" providerId="ADAL" clId="{1C280E7A-D203-4910-B04F-81743BA7246E}" dt="2026-07-19T15:48:19.663" v="3394"/>
          <ac:spMkLst>
            <pc:docMk/>
            <pc:sldMk cId="0" sldId="433"/>
            <ac:spMk id="162" creationId="{E11560B8-2DC9-83E7-F5BF-34C48C5415A5}"/>
          </ac:spMkLst>
        </pc:spChg>
        <pc:spChg chg="mod ord">
          <ac:chgData name="Aayah Abdulhakeem Kamkar" userId="fe09df7a-02cc-4ebc-a782-b5294a02ed9d" providerId="ADAL" clId="{1C280E7A-D203-4910-B04F-81743BA7246E}" dt="2026-07-19T16:06:13.663" v="4197"/>
          <ac:spMkLst>
            <pc:docMk/>
            <pc:sldMk cId="0" sldId="433"/>
            <ac:spMk id="163" creationId="{1D1B7ECA-C252-A930-F200-BE8330E4662D}"/>
          </ac:spMkLst>
        </pc:spChg>
        <pc:spChg chg="mod">
          <ac:chgData name="Aayah Abdulhakeem Kamkar" userId="fe09df7a-02cc-4ebc-a782-b5294a02ed9d" providerId="ADAL" clId="{1C280E7A-D203-4910-B04F-81743BA7246E}" dt="2026-07-19T15:48:19.663" v="3394"/>
          <ac:spMkLst>
            <pc:docMk/>
            <pc:sldMk cId="0" sldId="433"/>
            <ac:spMk id="164" creationId="{845E17B4-04E5-7E7C-F8DA-B96D3363B2F2}"/>
          </ac:spMkLst>
        </pc:spChg>
        <pc:spChg chg="mod">
          <ac:chgData name="Aayah Abdulhakeem Kamkar" userId="fe09df7a-02cc-4ebc-a782-b5294a02ed9d" providerId="ADAL" clId="{1C280E7A-D203-4910-B04F-81743BA7246E}" dt="2026-07-19T14:23:16.697" v="117"/>
          <ac:spMkLst>
            <pc:docMk/>
            <pc:sldMk cId="0" sldId="433"/>
            <ac:spMk id="165" creationId="{C1E78846-A37A-3E44-2B39-C9362734C6D0}"/>
          </ac:spMkLst>
        </pc:spChg>
        <pc:spChg chg="add del mod modVis">
          <ac:chgData name="Aayah Abdulhakeem Kamkar" userId="fe09df7a-02cc-4ebc-a782-b5294a02ed9d" providerId="ADAL" clId="{1C280E7A-D203-4910-B04F-81743BA7246E}" dt="2026-07-19T16:05:41.433" v="3849"/>
          <ac:spMkLst>
            <pc:docMk/>
            <pc:sldMk cId="0" sldId="433"/>
            <ac:spMk id="166" creationId="{C5140163-FA8B-C81E-C31A-D66D5DFE3B91}"/>
          </ac:spMkLst>
        </pc:spChg>
        <pc:spChg chg="mod">
          <ac:chgData name="Aayah Abdulhakeem Kamkar" userId="fe09df7a-02cc-4ebc-a782-b5294a02ed9d" providerId="ADAL" clId="{1C280E7A-D203-4910-B04F-81743BA7246E}" dt="2026-07-19T16:04:02.870" v="3705" actId="14100"/>
          <ac:spMkLst>
            <pc:docMk/>
            <pc:sldMk cId="0" sldId="433"/>
            <ac:spMk id="167" creationId="{B040C553-FB1B-880A-FBDE-EC915DA9B85D}"/>
          </ac:spMkLst>
        </pc:spChg>
        <pc:spChg chg="mod">
          <ac:chgData name="Aayah Abdulhakeem Kamkar" userId="fe09df7a-02cc-4ebc-a782-b5294a02ed9d" providerId="ADAL" clId="{1C280E7A-D203-4910-B04F-81743BA7246E}" dt="2026-07-19T16:03:56.205" v="3654" actId="1076"/>
          <ac:spMkLst>
            <pc:docMk/>
            <pc:sldMk cId="0" sldId="433"/>
            <ac:spMk id="169" creationId="{87192C94-E73D-BA06-AC1C-4D1E1094D72C}"/>
          </ac:spMkLst>
        </pc:spChg>
        <pc:spChg chg="add del mod modVis">
          <ac:chgData name="Aayah Abdulhakeem Kamkar" userId="fe09df7a-02cc-4ebc-a782-b5294a02ed9d" providerId="ADAL" clId="{1C280E7A-D203-4910-B04F-81743BA7246E}" dt="2026-07-19T16:05:49.498" v="4057"/>
          <ac:spMkLst>
            <pc:docMk/>
            <pc:sldMk cId="0" sldId="433"/>
            <ac:spMk id="170" creationId="{6C5035E7-5B51-135B-B5F0-E192A599D904}"/>
          </ac:spMkLst>
        </pc:spChg>
        <pc:spChg chg="add mod ord">
          <ac:chgData name="Aayah Abdulhakeem Kamkar" userId="fe09df7a-02cc-4ebc-a782-b5294a02ed9d" providerId="ADAL" clId="{1C280E7A-D203-4910-B04F-81743BA7246E}" dt="2026-07-19T16:06:13.663" v="4195"/>
          <ac:spMkLst>
            <pc:docMk/>
            <pc:sldMk cId="0" sldId="433"/>
            <ac:spMk id="171" creationId="{E4AEDD05-9944-6F99-70A5-C8D520DD238E}"/>
          </ac:spMkLst>
        </pc:spChg>
        <pc:spChg chg="add del mod modVis">
          <ac:chgData name="Aayah Abdulhakeem Kamkar" userId="fe09df7a-02cc-4ebc-a782-b5294a02ed9d" providerId="ADAL" clId="{1C280E7A-D203-4910-B04F-81743BA7246E}" dt="2026-07-19T16:06:13.667" v="4207"/>
          <ac:spMkLst>
            <pc:docMk/>
            <pc:sldMk cId="0" sldId="433"/>
            <ac:spMk id="175" creationId="{DC3DFBBD-CBFB-48AD-E52B-440023CAA082}"/>
          </ac:spMkLst>
        </pc:spChg>
        <pc:grpChg chg="add mod ord">
          <ac:chgData name="Aayah Abdulhakeem Kamkar" userId="fe09df7a-02cc-4ebc-a782-b5294a02ed9d" providerId="ADAL" clId="{1C280E7A-D203-4910-B04F-81743BA7246E}" dt="2026-07-19T16:06:13.663" v="4191"/>
          <ac:grpSpMkLst>
            <pc:docMk/>
            <pc:sldMk cId="0" sldId="433"/>
            <ac:grpSpMk id="9" creationId="{AB782C34-CE8E-C94F-C6E3-3C7C1FF5B03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2" v="4115"/>
          <ac:grpSpMkLst>
            <pc:docMk/>
            <pc:sldMk cId="0" sldId="433"/>
            <ac:grpSpMk id="10" creationId="{8EC3E221-2B19-9B2A-2485-9D8A7808B950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0" v="4113"/>
          <ac:grpSpMkLst>
            <pc:docMk/>
            <pc:sldMk cId="0" sldId="433"/>
            <ac:grpSpMk id="11" creationId="{0DCC523B-CE43-23EA-3075-2432F14F81C5}"/>
          </ac:grpSpMkLst>
        </pc:grpChg>
        <pc:grpChg chg="add mod">
          <ac:chgData name="Aayah Abdulhakeem Kamkar" userId="fe09df7a-02cc-4ebc-a782-b5294a02ed9d" providerId="ADAL" clId="{1C280E7A-D203-4910-B04F-81743BA7246E}" dt="2026-07-19T14:20:43.450" v="85" actId="164"/>
          <ac:grpSpMkLst>
            <pc:docMk/>
            <pc:sldMk cId="0" sldId="433"/>
            <ac:grpSpMk id="12" creationId="{79ADAE47-9C27-3417-D1F7-04FDAC17E9B1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0" v="4111"/>
          <ac:grpSpMkLst>
            <pc:docMk/>
            <pc:sldMk cId="0" sldId="433"/>
            <ac:grpSpMk id="13" creationId="{92B4EF33-C50A-815C-4C60-F1E7789EBC0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5" v="4125"/>
          <ac:grpSpMkLst>
            <pc:docMk/>
            <pc:sldMk cId="0" sldId="433"/>
            <ac:grpSpMk id="14" creationId="{45F89BC7-93D6-AA23-30E0-BA1179785EA3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4" v="4121"/>
          <ac:grpSpMkLst>
            <pc:docMk/>
            <pc:sldMk cId="0" sldId="433"/>
            <ac:grpSpMk id="61" creationId="{CBFDEAE5-7FDB-0B2A-739C-A63FF5740AF3}"/>
          </ac:grpSpMkLst>
        </pc:grpChg>
        <pc:grpChg chg="add del mod">
          <ac:chgData name="Aayah Abdulhakeem Kamkar" userId="fe09df7a-02cc-4ebc-a782-b5294a02ed9d" providerId="ADAL" clId="{1C280E7A-D203-4910-B04F-81743BA7246E}" dt="2026-07-19T14:21:39.859" v="98" actId="165"/>
          <ac:grpSpMkLst>
            <pc:docMk/>
            <pc:sldMk cId="0" sldId="433"/>
            <ac:grpSpMk id="62" creationId="{48C49C32-5298-D698-2F3D-0362C15CDD25}"/>
          </ac:grpSpMkLst>
        </pc:grpChg>
        <pc:grpChg chg="add del mod ord">
          <ac:chgData name="Aayah Abdulhakeem Kamkar" userId="fe09df7a-02cc-4ebc-a782-b5294a02ed9d" providerId="ADAL" clId="{1C280E7A-D203-4910-B04F-81743BA7246E}" dt="2026-07-19T15:51:00.321" v="3450" actId="478"/>
          <ac:grpSpMkLst>
            <pc:docMk/>
            <pc:sldMk cId="0" sldId="433"/>
            <ac:grpSpMk id="73" creationId="{2571CF92-46B1-49FF-85EC-F61FAF6F8595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4" v="4123"/>
          <ac:grpSpMkLst>
            <pc:docMk/>
            <pc:sldMk cId="0" sldId="433"/>
            <ac:grpSpMk id="75" creationId="{497442A9-46CA-3BCE-937A-D486B98AD9CD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201"/>
          <ac:grpSpMkLst>
            <pc:docMk/>
            <pc:sldMk cId="0" sldId="433"/>
            <ac:grpSpMk id="76" creationId="{E340E10C-54EC-425F-4813-787AD28B1329}"/>
          </ac:grpSpMkLst>
        </pc:grpChg>
        <pc:grpChg chg="add mod">
          <ac:chgData name="Aayah Abdulhakeem Kamkar" userId="fe09df7a-02cc-4ebc-a782-b5294a02ed9d" providerId="ADAL" clId="{1C280E7A-D203-4910-B04F-81743BA7246E}" dt="2026-07-19T14:23:01.755" v="112" actId="164"/>
          <ac:grpSpMkLst>
            <pc:docMk/>
            <pc:sldMk cId="0" sldId="433"/>
            <ac:grpSpMk id="87" creationId="{5983ECAE-E26A-9415-3A59-62256062B7AB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199"/>
          <ac:grpSpMkLst>
            <pc:docMk/>
            <pc:sldMk cId="0" sldId="433"/>
            <ac:grpSpMk id="90" creationId="{22BD8B05-EAE3-2287-442E-D53005522AB2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38" v="4139"/>
          <ac:grpSpMkLst>
            <pc:docMk/>
            <pc:sldMk cId="0" sldId="433"/>
            <ac:grpSpMk id="111" creationId="{18184F2E-C3FC-33BF-E6D5-83900AFC8DCD}"/>
          </ac:grpSpMkLst>
        </pc:grpChg>
        <pc:grpChg chg="add mod ord">
          <ac:chgData name="Aayah Abdulhakeem Kamkar" userId="fe09df7a-02cc-4ebc-a782-b5294a02ed9d" providerId="ADAL" clId="{1C280E7A-D203-4910-B04F-81743BA7246E}" dt="2026-07-19T16:06:13.667" v="4205"/>
          <ac:grpSpMkLst>
            <pc:docMk/>
            <pc:sldMk cId="0" sldId="433"/>
            <ac:grpSpMk id="159" creationId="{B266492A-7690-15F6-F126-B638D01524F1}"/>
          </ac:grpSpMkLst>
        </pc:grpChg>
        <pc:graphicFrameChg chg="add del mod ord">
          <ac:chgData name="Aayah Abdulhakeem Kamkar" userId="fe09df7a-02cc-4ebc-a782-b5294a02ed9d" providerId="ADAL" clId="{1C280E7A-D203-4910-B04F-81743BA7246E}" dt="2026-07-19T15:45:21.799" v="1567"/>
          <ac:graphicFrameMkLst>
            <pc:docMk/>
            <pc:sldMk cId="0" sldId="433"/>
            <ac:graphicFrameMk id="105" creationId="{DA145431-67FC-7146-7703-3FDED9424C4D}"/>
          </ac:graphicFrameMkLst>
        </pc:graphicFrameChg>
        <pc:graphicFrameChg chg="mod">
          <ac:chgData name="Aayah Abdulhakeem Kamkar" userId="fe09df7a-02cc-4ebc-a782-b5294a02ed9d" providerId="ADAL" clId="{1C280E7A-D203-4910-B04F-81743BA7246E}" dt="2026-07-19T16:06:13.669" v="4209"/>
          <ac:graphicFrameMkLst>
            <pc:docMk/>
            <pc:sldMk cId="0" sldId="433"/>
            <ac:graphicFrameMk id="106" creationId="{02656845-E249-5CD7-53F6-45974C7F605F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4:05.986" v="1214"/>
          <ac:graphicFrameMkLst>
            <pc:docMk/>
            <pc:sldMk cId="0" sldId="433"/>
            <ac:graphicFrameMk id="121" creationId="{F386C6AA-0E35-B495-157E-557F3B1FB996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4:08.709" v="1358"/>
          <ac:graphicFrameMkLst>
            <pc:docMk/>
            <pc:sldMk cId="0" sldId="433"/>
            <ac:graphicFrameMk id="129" creationId="{9CC4B7CD-EADB-391B-8EF0-FB7F0C3CA160}"/>
          </ac:graphicFrameMkLst>
        </pc:graphicFrameChg>
        <pc:graphicFrameChg chg="add mod ord">
          <ac:chgData name="Aayah Abdulhakeem Kamkar" userId="fe09df7a-02cc-4ebc-a782-b5294a02ed9d" providerId="ADAL" clId="{1C280E7A-D203-4910-B04F-81743BA7246E}" dt="2026-07-19T16:06:13.651" v="4173"/>
          <ac:graphicFrameMkLst>
            <pc:docMk/>
            <pc:sldMk cId="0" sldId="433"/>
            <ac:graphicFrameMk id="130" creationId="{758726AA-6456-33F9-A24E-33F68766A5BA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34.861" v="1918"/>
          <ac:graphicFrameMkLst>
            <pc:docMk/>
            <pc:sldMk cId="0" sldId="433"/>
            <ac:graphicFrameMk id="136" creationId="{0FBC2A2C-5293-59B5-5B09-D483350C6ED1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37.835" v="2083"/>
          <ac:graphicFrameMkLst>
            <pc:docMk/>
            <pc:sldMk cId="0" sldId="433"/>
            <ac:graphicFrameMk id="141" creationId="{57EEC564-9D54-AFBD-19D8-669AC4047FCB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5:41.087" v="2241"/>
          <ac:graphicFrameMkLst>
            <pc:docMk/>
            <pc:sldMk cId="0" sldId="433"/>
            <ac:graphicFrameMk id="142" creationId="{188E0013-5D77-C527-513B-2FBCF9F0A5D2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37.624" v="2370"/>
          <ac:graphicFrameMkLst>
            <pc:docMk/>
            <pc:sldMk cId="0" sldId="433"/>
            <ac:graphicFrameMk id="144" creationId="{ADB405A1-47BF-D902-8A03-8AB9C3DA88C9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41.158" v="2516"/>
          <ac:graphicFrameMkLst>
            <pc:docMk/>
            <pc:sldMk cId="0" sldId="433"/>
            <ac:graphicFrameMk id="145" creationId="{C413C651-2E89-CF0F-2106-235937F78954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54.039" v="2731"/>
          <ac:graphicFrameMkLst>
            <pc:docMk/>
            <pc:sldMk cId="0" sldId="433"/>
            <ac:graphicFrameMk id="147" creationId="{6B2EA910-E71E-3293-6783-30E8618A6C1D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6:57.294" v="2909"/>
          <ac:graphicFrameMkLst>
            <pc:docMk/>
            <pc:sldMk cId="0" sldId="433"/>
            <ac:graphicFrameMk id="151" creationId="{C0CE1099-164B-C72C-3D17-B788109AB6CC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7:01.542" v="3087"/>
          <ac:graphicFrameMkLst>
            <pc:docMk/>
            <pc:sldMk cId="0" sldId="433"/>
            <ac:graphicFrameMk id="154" creationId="{90E6CC6E-EFBF-290C-A553-B35171B4E58C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5:47:34.129" v="3230"/>
          <ac:graphicFrameMkLst>
            <pc:docMk/>
            <pc:sldMk cId="0" sldId="433"/>
            <ac:graphicFrameMk id="157" creationId="{F64867F1-21FF-6E94-E7F6-5F381678D8AE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5:41.407" v="3726"/>
          <ac:graphicFrameMkLst>
            <pc:docMk/>
            <pc:sldMk cId="0" sldId="433"/>
            <ac:graphicFrameMk id="158" creationId="{9C4A05F1-879B-E25B-8E7F-C0C5E93D89B6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5:49.467" v="3932"/>
          <ac:graphicFrameMkLst>
            <pc:docMk/>
            <pc:sldMk cId="0" sldId="433"/>
            <ac:graphicFrameMk id="168" creationId="{11241FCB-5C8D-4CBA-F06F-52F8618A00CE}"/>
          </ac:graphicFrameMkLst>
        </pc:graphicFrameChg>
        <pc:graphicFrameChg chg="del mod ord">
          <ac:chgData name="Aayah Abdulhakeem Kamkar" userId="fe09df7a-02cc-4ebc-a782-b5294a02ed9d" providerId="ADAL" clId="{1C280E7A-D203-4910-B04F-81743BA7246E}" dt="2026-07-19T15:43:53.335" v="752"/>
          <ac:graphicFrameMkLst>
            <pc:docMk/>
            <pc:sldMk cId="0" sldId="433"/>
            <ac:graphicFrameMk id="172" creationId="{4DCFCE0C-3B42-A98D-80DE-DADC05B01993}"/>
          </ac:graphicFrameMkLst>
        </pc:graphicFrameChg>
        <pc:graphicFrameChg chg="del">
          <ac:chgData name="Aayah Abdulhakeem Kamkar" userId="fe09df7a-02cc-4ebc-a782-b5294a02ed9d" providerId="ADAL" clId="{1C280E7A-D203-4910-B04F-81743BA7246E}" dt="2026-07-19T14:23:24.320" v="313"/>
          <ac:graphicFrameMkLst>
            <pc:docMk/>
            <pc:sldMk cId="0" sldId="433"/>
            <ac:graphicFrameMk id="173" creationId="{9E31A2CA-67A9-ABAD-352A-E0F660F5D331}"/>
          </ac:graphicFrameMkLst>
        </pc:graphicFrameChg>
        <pc:graphicFrameChg chg="add del mod ord">
          <ac:chgData name="Aayah Abdulhakeem Kamkar" userId="fe09df7a-02cc-4ebc-a782-b5294a02ed9d" providerId="ADAL" clId="{1C280E7A-D203-4910-B04F-81743BA7246E}" dt="2026-07-19T16:06:13.609" v="4082"/>
          <ac:graphicFrameMkLst>
            <pc:docMk/>
            <pc:sldMk cId="0" sldId="433"/>
            <ac:graphicFrameMk id="174" creationId="{D0691182-3E5F-55BB-AB08-F0FEFD195BF1}"/>
          </ac:graphicFrameMkLst>
        </pc:graphicFrameChg>
        <pc:graphicFrameChg chg="add mod ord">
          <ac:chgData name="Aayah Abdulhakeem Kamkar" userId="fe09df7a-02cc-4ebc-a782-b5294a02ed9d" providerId="ADAL" clId="{1C280E7A-D203-4910-B04F-81743BA7246E}" dt="2026-07-19T16:06:13.663" v="4193"/>
          <ac:graphicFrameMkLst>
            <pc:docMk/>
            <pc:sldMk cId="0" sldId="433"/>
            <ac:graphicFrameMk id="176" creationId="{AC3EF5D2-B2D1-AB36-AE05-70AA44139590}"/>
          </ac:graphicFrameMkLst>
        </pc:graphicFrameChg>
      </pc:sldChg>
      <pc:sldChg chg="add del">
        <pc:chgData name="Aayah Abdulhakeem Kamkar" userId="fe09df7a-02cc-4ebc-a782-b5294a02ed9d" providerId="ADAL" clId="{1C280E7A-D203-4910-B04F-81743BA7246E}" dt="2026-07-19T16:08:59.934" v="4350" actId="47"/>
        <pc:sldMkLst>
          <pc:docMk/>
          <pc:sldMk cId="2161619984" sldId="434"/>
        </pc:sldMkLst>
      </pc:sldChg>
      <pc:sldChg chg="addSp delSp modSp add mod">
        <pc:chgData name="Aayah Abdulhakeem Kamkar" userId="fe09df7a-02cc-4ebc-a782-b5294a02ed9d" providerId="ADAL" clId="{1C280E7A-D203-4910-B04F-81743BA7246E}" dt="2026-07-19T16:26:28.061" v="4759"/>
        <pc:sldMkLst>
          <pc:docMk/>
          <pc:sldMk cId="415197068" sldId="435"/>
        </pc:sldMkLst>
        <pc:spChg chg="mod">
          <ac:chgData name="Aayah Abdulhakeem Kamkar" userId="fe09df7a-02cc-4ebc-a782-b5294a02ed9d" providerId="ADAL" clId="{1C280E7A-D203-4910-B04F-81743BA7246E}" dt="2026-07-19T16:18:43.580" v="4588" actId="20577"/>
          <ac:spMkLst>
            <pc:docMk/>
            <pc:sldMk cId="415197068" sldId="435"/>
            <ac:spMk id="4" creationId="{36141D37-E2D4-A891-3107-72DB95257220}"/>
          </ac:spMkLst>
        </pc:spChg>
        <pc:spChg chg="mod">
          <ac:chgData name="Aayah Abdulhakeem Kamkar" userId="fe09df7a-02cc-4ebc-a782-b5294a02ed9d" providerId="ADAL" clId="{1C280E7A-D203-4910-B04F-81743BA7246E}" dt="2026-07-19T16:20:44.528" v="4594" actId="1076"/>
          <ac:spMkLst>
            <pc:docMk/>
            <pc:sldMk cId="415197068" sldId="435"/>
            <ac:spMk id="14" creationId="{1B1BE93B-DC96-D546-0B80-A345DFB340A4}"/>
          </ac:spMkLst>
        </pc:spChg>
        <pc:spChg chg="mod">
          <ac:chgData name="Aayah Abdulhakeem Kamkar" userId="fe09df7a-02cc-4ebc-a782-b5294a02ed9d" providerId="ADAL" clId="{1C280E7A-D203-4910-B04F-81743BA7246E}" dt="2026-07-19T16:24:18.548" v="4676" actId="20577"/>
          <ac:spMkLst>
            <pc:docMk/>
            <pc:sldMk cId="415197068" sldId="435"/>
            <ac:spMk id="15" creationId="{46D874A7-BC5D-6A2C-C9B9-1F4513B6E6F8}"/>
          </ac:spMkLst>
        </pc:spChg>
        <pc:spChg chg="mod">
          <ac:chgData name="Aayah Abdulhakeem Kamkar" userId="fe09df7a-02cc-4ebc-a782-b5294a02ed9d" providerId="ADAL" clId="{1C280E7A-D203-4910-B04F-81743BA7246E}" dt="2026-07-19T16:19:18.349" v="4592"/>
          <ac:spMkLst>
            <pc:docMk/>
            <pc:sldMk cId="415197068" sldId="435"/>
            <ac:spMk id="16" creationId="{1F23840F-753A-7ED8-1B54-207DD7309E27}"/>
          </ac:spMkLst>
        </pc:spChg>
        <pc:spChg chg="mod">
          <ac:chgData name="Aayah Abdulhakeem Kamkar" userId="fe09df7a-02cc-4ebc-a782-b5294a02ed9d" providerId="ADAL" clId="{1C280E7A-D203-4910-B04F-81743BA7246E}" dt="2026-07-19T16:23:33.740" v="4643" actId="20577"/>
          <ac:spMkLst>
            <pc:docMk/>
            <pc:sldMk cId="415197068" sldId="435"/>
            <ac:spMk id="17" creationId="{D64204E5-7E22-4A4A-0F41-C12434A0E744}"/>
          </ac:spMkLst>
        </pc:spChg>
        <pc:spChg chg="mod">
          <ac:chgData name="Aayah Abdulhakeem Kamkar" userId="fe09df7a-02cc-4ebc-a782-b5294a02ed9d" providerId="ADAL" clId="{1C280E7A-D203-4910-B04F-81743BA7246E}" dt="2026-07-19T16:25:47.994" v="4753"/>
          <ac:spMkLst>
            <pc:docMk/>
            <pc:sldMk cId="415197068" sldId="435"/>
            <ac:spMk id="18" creationId="{658AD83B-AFB1-45F7-453A-FF588C5E012C}"/>
          </ac:spMkLst>
        </pc:spChg>
        <pc:spChg chg="mod">
          <ac:chgData name="Aayah Abdulhakeem Kamkar" userId="fe09df7a-02cc-4ebc-a782-b5294a02ed9d" providerId="ADAL" clId="{1C280E7A-D203-4910-B04F-81743BA7246E}" dt="2026-07-19T16:20:50.448" v="4595"/>
          <ac:spMkLst>
            <pc:docMk/>
            <pc:sldMk cId="415197068" sldId="435"/>
            <ac:spMk id="21" creationId="{B06FBAAB-3B69-E38E-576D-4CED878FF809}"/>
          </ac:spMkLst>
        </pc:spChg>
        <pc:spChg chg="mod">
          <ac:chgData name="Aayah Abdulhakeem Kamkar" userId="fe09df7a-02cc-4ebc-a782-b5294a02ed9d" providerId="ADAL" clId="{1C280E7A-D203-4910-B04F-81743BA7246E}" dt="2026-07-19T16:24:24.141" v="4691" actId="20577"/>
          <ac:spMkLst>
            <pc:docMk/>
            <pc:sldMk cId="415197068" sldId="435"/>
            <ac:spMk id="22" creationId="{69BC2849-9B7F-64C5-E527-81B017A5E3F9}"/>
          </ac:spMkLst>
        </pc:spChg>
        <pc:spChg chg="mod">
          <ac:chgData name="Aayah Abdulhakeem Kamkar" userId="fe09df7a-02cc-4ebc-a782-b5294a02ed9d" providerId="ADAL" clId="{1C280E7A-D203-4910-B04F-81743BA7246E}" dt="2026-07-19T16:22:15.705" v="4611" actId="1076"/>
          <ac:spMkLst>
            <pc:docMk/>
            <pc:sldMk cId="415197068" sldId="435"/>
            <ac:spMk id="23" creationId="{CF4ED342-CE56-C6A9-A47C-82708FB8CAF8}"/>
          </ac:spMkLst>
        </pc:spChg>
        <pc:spChg chg="mod">
          <ac:chgData name="Aayah Abdulhakeem Kamkar" userId="fe09df7a-02cc-4ebc-a782-b5294a02ed9d" providerId="ADAL" clId="{1C280E7A-D203-4910-B04F-81743BA7246E}" dt="2026-07-19T16:23:37.762" v="4647" actId="20577"/>
          <ac:spMkLst>
            <pc:docMk/>
            <pc:sldMk cId="415197068" sldId="435"/>
            <ac:spMk id="24" creationId="{C37281E6-5E0C-9625-5E88-B0A353DAB70A}"/>
          </ac:spMkLst>
        </pc:spChg>
        <pc:spChg chg="mod">
          <ac:chgData name="Aayah Abdulhakeem Kamkar" userId="fe09df7a-02cc-4ebc-a782-b5294a02ed9d" providerId="ADAL" clId="{1C280E7A-D203-4910-B04F-81743BA7246E}" dt="2026-07-19T16:25:51.998" v="4754"/>
          <ac:spMkLst>
            <pc:docMk/>
            <pc:sldMk cId="415197068" sldId="435"/>
            <ac:spMk id="25" creationId="{17A6F274-2CBF-9DA2-3423-72AC315E5943}"/>
          </ac:spMkLst>
        </pc:spChg>
        <pc:spChg chg="mod">
          <ac:chgData name="Aayah Abdulhakeem Kamkar" userId="fe09df7a-02cc-4ebc-a782-b5294a02ed9d" providerId="ADAL" clId="{1C280E7A-D203-4910-B04F-81743BA7246E}" dt="2026-07-19T16:21:55.460" v="4608" actId="1076"/>
          <ac:spMkLst>
            <pc:docMk/>
            <pc:sldMk cId="415197068" sldId="435"/>
            <ac:spMk id="28" creationId="{21255F33-53D6-4FC4-CFC5-1B41C4C9B342}"/>
          </ac:spMkLst>
        </pc:spChg>
        <pc:spChg chg="mod">
          <ac:chgData name="Aayah Abdulhakeem Kamkar" userId="fe09df7a-02cc-4ebc-a782-b5294a02ed9d" providerId="ADAL" clId="{1C280E7A-D203-4910-B04F-81743BA7246E}" dt="2026-07-19T16:24:30.050" v="4708" actId="20577"/>
          <ac:spMkLst>
            <pc:docMk/>
            <pc:sldMk cId="415197068" sldId="435"/>
            <ac:spMk id="29" creationId="{69580CC9-D955-657F-2EDA-61C0F5C9E4F2}"/>
          </ac:spMkLst>
        </pc:spChg>
        <pc:spChg chg="mod">
          <ac:chgData name="Aayah Abdulhakeem Kamkar" userId="fe09df7a-02cc-4ebc-a782-b5294a02ed9d" providerId="ADAL" clId="{1C280E7A-D203-4910-B04F-81743BA7246E}" dt="2026-07-19T16:21:49.532" v="4607" actId="1076"/>
          <ac:spMkLst>
            <pc:docMk/>
            <pc:sldMk cId="415197068" sldId="435"/>
            <ac:spMk id="30" creationId="{BB22931A-E9D8-DDF7-A9E6-DA622948C125}"/>
          </ac:spMkLst>
        </pc:spChg>
        <pc:spChg chg="mod">
          <ac:chgData name="Aayah Abdulhakeem Kamkar" userId="fe09df7a-02cc-4ebc-a782-b5294a02ed9d" providerId="ADAL" clId="{1C280E7A-D203-4910-B04F-81743BA7246E}" dt="2026-07-19T16:23:40.453" v="4651" actId="20577"/>
          <ac:spMkLst>
            <pc:docMk/>
            <pc:sldMk cId="415197068" sldId="435"/>
            <ac:spMk id="31" creationId="{1B30B651-82E4-019C-DF94-0CF61ED0EC63}"/>
          </ac:spMkLst>
        </pc:spChg>
        <pc:spChg chg="mod">
          <ac:chgData name="Aayah Abdulhakeem Kamkar" userId="fe09df7a-02cc-4ebc-a782-b5294a02ed9d" providerId="ADAL" clId="{1C280E7A-D203-4910-B04F-81743BA7246E}" dt="2026-07-19T16:25:56.979" v="4755"/>
          <ac:spMkLst>
            <pc:docMk/>
            <pc:sldMk cId="415197068" sldId="435"/>
            <ac:spMk id="32" creationId="{733CB98A-2BA6-D800-4F7B-10484249CA7A}"/>
          </ac:spMkLst>
        </pc:spChg>
        <pc:spChg chg="mod">
          <ac:chgData name="Aayah Abdulhakeem Kamkar" userId="fe09df7a-02cc-4ebc-a782-b5294a02ed9d" providerId="ADAL" clId="{1C280E7A-D203-4910-B04F-81743BA7246E}" dt="2026-07-19T16:20:59.401" v="4597"/>
          <ac:spMkLst>
            <pc:docMk/>
            <pc:sldMk cId="415197068" sldId="435"/>
            <ac:spMk id="35" creationId="{0803C65C-ADC2-8D23-79A6-724401B91348}"/>
          </ac:spMkLst>
        </pc:spChg>
        <pc:spChg chg="mod">
          <ac:chgData name="Aayah Abdulhakeem Kamkar" userId="fe09df7a-02cc-4ebc-a782-b5294a02ed9d" providerId="ADAL" clId="{1C280E7A-D203-4910-B04F-81743BA7246E}" dt="2026-07-19T16:24:37.374" v="4728" actId="20577"/>
          <ac:spMkLst>
            <pc:docMk/>
            <pc:sldMk cId="415197068" sldId="435"/>
            <ac:spMk id="36" creationId="{FC46FB9D-6B3A-81C8-3D91-7FF34152A56D}"/>
          </ac:spMkLst>
        </pc:spChg>
        <pc:spChg chg="mod">
          <ac:chgData name="Aayah Abdulhakeem Kamkar" userId="fe09df7a-02cc-4ebc-a782-b5294a02ed9d" providerId="ADAL" clId="{1C280E7A-D203-4910-B04F-81743BA7246E}" dt="2026-07-19T16:21:42.333" v="4605"/>
          <ac:spMkLst>
            <pc:docMk/>
            <pc:sldMk cId="415197068" sldId="435"/>
            <ac:spMk id="37" creationId="{2CC18767-C27E-D8C7-8366-E17983654352}"/>
          </ac:spMkLst>
        </pc:spChg>
        <pc:spChg chg="mod">
          <ac:chgData name="Aayah Abdulhakeem Kamkar" userId="fe09df7a-02cc-4ebc-a782-b5294a02ed9d" providerId="ADAL" clId="{1C280E7A-D203-4910-B04F-81743BA7246E}" dt="2026-07-19T16:23:42.967" v="4655" actId="20577"/>
          <ac:spMkLst>
            <pc:docMk/>
            <pc:sldMk cId="415197068" sldId="435"/>
            <ac:spMk id="38" creationId="{0C197F2C-77A5-26F4-A2BE-010CA7C81D1E}"/>
          </ac:spMkLst>
        </pc:spChg>
        <pc:spChg chg="mod">
          <ac:chgData name="Aayah Abdulhakeem Kamkar" userId="fe09df7a-02cc-4ebc-a782-b5294a02ed9d" providerId="ADAL" clId="{1C280E7A-D203-4910-B04F-81743BA7246E}" dt="2026-07-19T16:26:02.373" v="4756"/>
          <ac:spMkLst>
            <pc:docMk/>
            <pc:sldMk cId="415197068" sldId="435"/>
            <ac:spMk id="39" creationId="{F429B493-04F6-0EAB-BE3D-4F1CC5C8E1D3}"/>
          </ac:spMkLst>
        </pc:spChg>
        <pc:spChg chg="mod">
          <ac:chgData name="Aayah Abdulhakeem Kamkar" userId="fe09df7a-02cc-4ebc-a782-b5294a02ed9d" providerId="ADAL" clId="{1C280E7A-D203-4910-B04F-81743BA7246E}" dt="2026-07-19T16:21:04.257" v="4598"/>
          <ac:spMkLst>
            <pc:docMk/>
            <pc:sldMk cId="415197068" sldId="435"/>
            <ac:spMk id="42" creationId="{1B033117-CBB5-956C-AD96-CA3E00831674}"/>
          </ac:spMkLst>
        </pc:spChg>
        <pc:spChg chg="mod">
          <ac:chgData name="Aayah Abdulhakeem Kamkar" userId="fe09df7a-02cc-4ebc-a782-b5294a02ed9d" providerId="ADAL" clId="{1C280E7A-D203-4910-B04F-81743BA7246E}" dt="2026-07-19T16:24:56.615" v="4731" actId="14100"/>
          <ac:spMkLst>
            <pc:docMk/>
            <pc:sldMk cId="415197068" sldId="435"/>
            <ac:spMk id="43" creationId="{682E4D4E-3A53-D786-817A-A3F1B87474D8}"/>
          </ac:spMkLst>
        </pc:spChg>
        <pc:spChg chg="mod">
          <ac:chgData name="Aayah Abdulhakeem Kamkar" userId="fe09df7a-02cc-4ebc-a782-b5294a02ed9d" providerId="ADAL" clId="{1C280E7A-D203-4910-B04F-81743BA7246E}" dt="2026-07-19T16:21:37.394" v="4604" actId="1076"/>
          <ac:spMkLst>
            <pc:docMk/>
            <pc:sldMk cId="415197068" sldId="435"/>
            <ac:spMk id="44" creationId="{0B73EF69-82C6-ACA2-B66D-9A23C87A3C50}"/>
          </ac:spMkLst>
        </pc:spChg>
        <pc:spChg chg="mod">
          <ac:chgData name="Aayah Abdulhakeem Kamkar" userId="fe09df7a-02cc-4ebc-a782-b5294a02ed9d" providerId="ADAL" clId="{1C280E7A-D203-4910-B04F-81743BA7246E}" dt="2026-07-19T16:23:45.763" v="4659" actId="20577"/>
          <ac:spMkLst>
            <pc:docMk/>
            <pc:sldMk cId="415197068" sldId="435"/>
            <ac:spMk id="45" creationId="{2168DF79-ACBE-4645-DABF-4DDE7A8EBB1C}"/>
          </ac:spMkLst>
        </pc:spChg>
        <pc:spChg chg="mod">
          <ac:chgData name="Aayah Abdulhakeem Kamkar" userId="fe09df7a-02cc-4ebc-a782-b5294a02ed9d" providerId="ADAL" clId="{1C280E7A-D203-4910-B04F-81743BA7246E}" dt="2026-07-19T16:26:13.501" v="4757"/>
          <ac:spMkLst>
            <pc:docMk/>
            <pc:sldMk cId="415197068" sldId="435"/>
            <ac:spMk id="46" creationId="{0BE8A2AA-9011-46EB-07D7-40A75F70587C}"/>
          </ac:spMkLst>
        </pc:spChg>
        <pc:spChg chg="mod">
          <ac:chgData name="Aayah Abdulhakeem Kamkar" userId="fe09df7a-02cc-4ebc-a782-b5294a02ed9d" providerId="ADAL" clId="{1C280E7A-D203-4910-B04F-81743BA7246E}" dt="2026-07-19T16:21:12.864" v="4599"/>
          <ac:spMkLst>
            <pc:docMk/>
            <pc:sldMk cId="415197068" sldId="435"/>
            <ac:spMk id="49" creationId="{37079499-A294-E99B-868C-EDE2B1609ACE}"/>
          </ac:spMkLst>
        </pc:spChg>
        <pc:spChg chg="mod">
          <ac:chgData name="Aayah Abdulhakeem Kamkar" userId="fe09df7a-02cc-4ebc-a782-b5294a02ed9d" providerId="ADAL" clId="{1C280E7A-D203-4910-B04F-81743BA7246E}" dt="2026-07-19T16:24:50.216" v="4730"/>
          <ac:spMkLst>
            <pc:docMk/>
            <pc:sldMk cId="415197068" sldId="435"/>
            <ac:spMk id="50" creationId="{B0034E01-E398-1F17-1873-E54E4B9FC402}"/>
          </ac:spMkLst>
        </pc:spChg>
        <pc:spChg chg="mod">
          <ac:chgData name="Aayah Abdulhakeem Kamkar" userId="fe09df7a-02cc-4ebc-a782-b5294a02ed9d" providerId="ADAL" clId="{1C280E7A-D203-4910-B04F-81743BA7246E}" dt="2026-07-19T16:21:29.408" v="4602"/>
          <ac:spMkLst>
            <pc:docMk/>
            <pc:sldMk cId="415197068" sldId="435"/>
            <ac:spMk id="51" creationId="{2C80F6CD-608D-9A3D-55C5-BE1B2A6F5005}"/>
          </ac:spMkLst>
        </pc:spChg>
        <pc:spChg chg="mod">
          <ac:chgData name="Aayah Abdulhakeem Kamkar" userId="fe09df7a-02cc-4ebc-a782-b5294a02ed9d" providerId="ADAL" clId="{1C280E7A-D203-4910-B04F-81743BA7246E}" dt="2026-07-19T16:23:48.136" v="4663" actId="20577"/>
          <ac:spMkLst>
            <pc:docMk/>
            <pc:sldMk cId="415197068" sldId="435"/>
            <ac:spMk id="52" creationId="{1F871A06-356D-EE7F-191A-12E0D0E81998}"/>
          </ac:spMkLst>
        </pc:spChg>
        <pc:spChg chg="mod">
          <ac:chgData name="Aayah Abdulhakeem Kamkar" userId="fe09df7a-02cc-4ebc-a782-b5294a02ed9d" providerId="ADAL" clId="{1C280E7A-D203-4910-B04F-81743BA7246E}" dt="2026-07-19T16:26:17.367" v="4758"/>
          <ac:spMkLst>
            <pc:docMk/>
            <pc:sldMk cId="415197068" sldId="435"/>
            <ac:spMk id="53" creationId="{1108CC04-BB9E-56AE-3A07-D3EC2F24BA44}"/>
          </ac:spMkLst>
        </pc:spChg>
        <pc:spChg chg="mod">
          <ac:chgData name="Aayah Abdulhakeem Kamkar" userId="fe09df7a-02cc-4ebc-a782-b5294a02ed9d" providerId="ADAL" clId="{1C280E7A-D203-4910-B04F-81743BA7246E}" dt="2026-07-19T16:21:19.311" v="4600"/>
          <ac:spMkLst>
            <pc:docMk/>
            <pc:sldMk cId="415197068" sldId="435"/>
            <ac:spMk id="56" creationId="{93FD763B-4EE3-5115-20D5-379489299F91}"/>
          </ac:spMkLst>
        </pc:spChg>
        <pc:spChg chg="mod">
          <ac:chgData name="Aayah Abdulhakeem Kamkar" userId="fe09df7a-02cc-4ebc-a782-b5294a02ed9d" providerId="ADAL" clId="{1C280E7A-D203-4910-B04F-81743BA7246E}" dt="2026-07-19T16:25:08.698" v="4733" actId="14100"/>
          <ac:spMkLst>
            <pc:docMk/>
            <pc:sldMk cId="415197068" sldId="435"/>
            <ac:spMk id="57" creationId="{766AB759-F814-34D5-CC45-A492558BB59C}"/>
          </ac:spMkLst>
        </pc:spChg>
        <pc:spChg chg="mod">
          <ac:chgData name="Aayah Abdulhakeem Kamkar" userId="fe09df7a-02cc-4ebc-a782-b5294a02ed9d" providerId="ADAL" clId="{1C280E7A-D203-4910-B04F-81743BA7246E}" dt="2026-07-19T16:21:24.763" v="4601"/>
          <ac:spMkLst>
            <pc:docMk/>
            <pc:sldMk cId="415197068" sldId="435"/>
            <ac:spMk id="58" creationId="{35A7236B-00A9-0DA4-2808-310E3EA640AC}"/>
          </ac:spMkLst>
        </pc:spChg>
        <pc:spChg chg="mod">
          <ac:chgData name="Aayah Abdulhakeem Kamkar" userId="fe09df7a-02cc-4ebc-a782-b5294a02ed9d" providerId="ADAL" clId="{1C280E7A-D203-4910-B04F-81743BA7246E}" dt="2026-07-19T16:23:50.449" v="4667" actId="20577"/>
          <ac:spMkLst>
            <pc:docMk/>
            <pc:sldMk cId="415197068" sldId="435"/>
            <ac:spMk id="59" creationId="{8849CCA2-F45D-6CA7-7206-064A35B3FAA0}"/>
          </ac:spMkLst>
        </pc:spChg>
        <pc:spChg chg="mod">
          <ac:chgData name="Aayah Abdulhakeem Kamkar" userId="fe09df7a-02cc-4ebc-a782-b5294a02ed9d" providerId="ADAL" clId="{1C280E7A-D203-4910-B04F-81743BA7246E}" dt="2026-07-19T16:26:28.061" v="4759"/>
          <ac:spMkLst>
            <pc:docMk/>
            <pc:sldMk cId="415197068" sldId="435"/>
            <ac:spMk id="60" creationId="{658FAFB5-4153-14E5-AEC2-E653056E10E1}"/>
          </ac:spMkLst>
        </pc:spChg>
        <pc:picChg chg="add mod">
          <ac:chgData name="Aayah Abdulhakeem Kamkar" userId="fe09df7a-02cc-4ebc-a782-b5294a02ed9d" providerId="ADAL" clId="{1C280E7A-D203-4910-B04F-81743BA7246E}" dt="2026-07-19T16:17:15.164" v="4565" actId="571"/>
          <ac:picMkLst>
            <pc:docMk/>
            <pc:sldMk cId="415197068" sldId="435"/>
            <ac:picMk id="3" creationId="{E7BD7B27-656B-37FA-1041-28BF3B8DB36E}"/>
          </ac:picMkLst>
        </pc:picChg>
        <pc:picChg chg="add mod">
          <ac:chgData name="Aayah Abdulhakeem Kamkar" userId="fe09df7a-02cc-4ebc-a782-b5294a02ed9d" providerId="ADAL" clId="{1C280E7A-D203-4910-B04F-81743BA7246E}" dt="2026-07-19T16:17:20.999" v="4566" actId="571"/>
          <ac:picMkLst>
            <pc:docMk/>
            <pc:sldMk cId="415197068" sldId="435"/>
            <ac:picMk id="19" creationId="{6E748D68-33A6-9923-49F2-8C34D61BEF17}"/>
          </ac:picMkLst>
        </pc:picChg>
        <pc:picChg chg="add mod">
          <ac:chgData name="Aayah Abdulhakeem Kamkar" userId="fe09df7a-02cc-4ebc-a782-b5294a02ed9d" providerId="ADAL" clId="{1C280E7A-D203-4910-B04F-81743BA7246E}" dt="2026-07-19T16:17:24.959" v="4567" actId="571"/>
          <ac:picMkLst>
            <pc:docMk/>
            <pc:sldMk cId="415197068" sldId="435"/>
            <ac:picMk id="26" creationId="{1C24C832-3432-4D9C-F952-E33B47238595}"/>
          </ac:picMkLst>
        </pc:picChg>
        <pc:picChg chg="add mod">
          <ac:chgData name="Aayah Abdulhakeem Kamkar" userId="fe09df7a-02cc-4ebc-a782-b5294a02ed9d" providerId="ADAL" clId="{1C280E7A-D203-4910-B04F-81743BA7246E}" dt="2026-07-19T16:17:24.959" v="4567" actId="571"/>
          <ac:picMkLst>
            <pc:docMk/>
            <pc:sldMk cId="415197068" sldId="435"/>
            <ac:picMk id="33" creationId="{BF5E4FA5-C6EC-F5DB-E862-F76A8DD7687B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67" creationId="{9E1515E3-4F24-8CD4-8854-63DC07FD5382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77" creationId="{732FE05F-E2DD-CE54-0A30-540D0A830FA2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79" creationId="{59AB5444-BB5D-5FD3-82AF-FCE8D32A0899}"/>
          </ac:picMkLst>
        </pc:picChg>
        <pc:picChg chg="del">
          <ac:chgData name="Aayah Abdulhakeem Kamkar" userId="fe09df7a-02cc-4ebc-a782-b5294a02ed9d" providerId="ADAL" clId="{1C280E7A-D203-4910-B04F-81743BA7246E}" dt="2026-07-19T16:17:09.770" v="4564" actId="478"/>
          <ac:picMkLst>
            <pc:docMk/>
            <pc:sldMk cId="415197068" sldId="435"/>
            <ac:picMk id="81" creationId="{8E9160E6-A169-EDF3-4717-83A71A13C49F}"/>
          </ac:picMkLst>
        </pc:picChg>
      </pc:sldChg>
      <pc:sldChg chg="delSp modSp add mod">
        <pc:chgData name="Aayah Abdulhakeem Kamkar" userId="fe09df7a-02cc-4ebc-a782-b5294a02ed9d" providerId="ADAL" clId="{1C280E7A-D203-4910-B04F-81743BA7246E}" dt="2026-07-19T16:26:52.336" v="4763"/>
        <pc:sldMkLst>
          <pc:docMk/>
          <pc:sldMk cId="1020007127" sldId="436"/>
        </pc:sldMkLst>
        <pc:spChg chg="mod">
          <ac:chgData name="Aayah Abdulhakeem Kamkar" userId="fe09df7a-02cc-4ebc-a782-b5294a02ed9d" providerId="ADAL" clId="{1C280E7A-D203-4910-B04F-81743BA7246E}" dt="2026-07-19T16:18:53.349" v="4589"/>
          <ac:spMkLst>
            <pc:docMk/>
            <pc:sldMk cId="1020007127" sldId="436"/>
            <ac:spMk id="4" creationId="{993BB1A1-2EA1-DE91-478B-C2B2405EE89B}"/>
          </ac:spMkLst>
        </pc:spChg>
        <pc:spChg chg="mod">
          <ac:chgData name="Aayah Abdulhakeem Kamkar" userId="fe09df7a-02cc-4ebc-a782-b5294a02ed9d" providerId="ADAL" clId="{1C280E7A-D203-4910-B04F-81743BA7246E}" dt="2026-07-19T16:22:27.930" v="4612"/>
          <ac:spMkLst>
            <pc:docMk/>
            <pc:sldMk cId="1020007127" sldId="436"/>
            <ac:spMk id="14" creationId="{AC8B4354-196B-6421-C40B-566796B403D8}"/>
          </ac:spMkLst>
        </pc:spChg>
        <pc:spChg chg="mod">
          <ac:chgData name="Aayah Abdulhakeem Kamkar" userId="fe09df7a-02cc-4ebc-a782-b5294a02ed9d" providerId="ADAL" clId="{1C280E7A-D203-4910-B04F-81743BA7246E}" dt="2026-07-19T16:25:21.726" v="4734"/>
          <ac:spMkLst>
            <pc:docMk/>
            <pc:sldMk cId="1020007127" sldId="436"/>
            <ac:spMk id="15" creationId="{B435D4F2-980C-9BA9-C744-156446AC231D}"/>
          </ac:spMkLst>
        </pc:spChg>
        <pc:spChg chg="mod">
          <ac:chgData name="Aayah Abdulhakeem Kamkar" userId="fe09df7a-02cc-4ebc-a782-b5294a02ed9d" providerId="ADAL" clId="{1C280E7A-D203-4910-B04F-81743BA7246E}" dt="2026-07-19T16:23:04.488" v="4621"/>
          <ac:spMkLst>
            <pc:docMk/>
            <pc:sldMk cId="1020007127" sldId="436"/>
            <ac:spMk id="16" creationId="{FC265613-D68E-D6A3-DE35-4ED8114BE62F}"/>
          </ac:spMkLst>
        </pc:spChg>
        <pc:spChg chg="mod">
          <ac:chgData name="Aayah Abdulhakeem Kamkar" userId="fe09df7a-02cc-4ebc-a782-b5294a02ed9d" providerId="ADAL" clId="{1C280E7A-D203-4910-B04F-81743BA7246E}" dt="2026-07-19T16:23:19.311" v="4625" actId="20577"/>
          <ac:spMkLst>
            <pc:docMk/>
            <pc:sldMk cId="1020007127" sldId="436"/>
            <ac:spMk id="17" creationId="{B812E8CF-B4F2-9AE7-DB83-208E3929A547}"/>
          </ac:spMkLst>
        </pc:spChg>
        <pc:spChg chg="mod">
          <ac:chgData name="Aayah Abdulhakeem Kamkar" userId="fe09df7a-02cc-4ebc-a782-b5294a02ed9d" providerId="ADAL" clId="{1C280E7A-D203-4910-B04F-81743BA7246E}" dt="2026-07-19T16:26:40.389" v="4760"/>
          <ac:spMkLst>
            <pc:docMk/>
            <pc:sldMk cId="1020007127" sldId="436"/>
            <ac:spMk id="18" creationId="{865A8764-22D2-3383-ADCB-0707548B6D55}"/>
          </ac:spMkLst>
        </pc:spChg>
        <pc:spChg chg="mod">
          <ac:chgData name="Aayah Abdulhakeem Kamkar" userId="fe09df7a-02cc-4ebc-a782-b5294a02ed9d" providerId="ADAL" clId="{1C280E7A-D203-4910-B04F-81743BA7246E}" dt="2026-07-19T16:22:32.320" v="4613"/>
          <ac:spMkLst>
            <pc:docMk/>
            <pc:sldMk cId="1020007127" sldId="436"/>
            <ac:spMk id="21" creationId="{8F3B9DF5-4257-65AC-2823-28415A0E5458}"/>
          </ac:spMkLst>
        </pc:spChg>
        <pc:spChg chg="mod">
          <ac:chgData name="Aayah Abdulhakeem Kamkar" userId="fe09df7a-02cc-4ebc-a782-b5294a02ed9d" providerId="ADAL" clId="{1C280E7A-D203-4910-B04F-81743BA7246E}" dt="2026-07-19T16:25:25.047" v="4740" actId="20577"/>
          <ac:spMkLst>
            <pc:docMk/>
            <pc:sldMk cId="1020007127" sldId="436"/>
            <ac:spMk id="22" creationId="{CBCF0F01-C17E-AA63-B570-A130F5482367}"/>
          </ac:spMkLst>
        </pc:spChg>
        <pc:spChg chg="mod">
          <ac:chgData name="Aayah Abdulhakeem Kamkar" userId="fe09df7a-02cc-4ebc-a782-b5294a02ed9d" providerId="ADAL" clId="{1C280E7A-D203-4910-B04F-81743BA7246E}" dt="2026-07-19T16:22:59.791" v="4620" actId="1076"/>
          <ac:spMkLst>
            <pc:docMk/>
            <pc:sldMk cId="1020007127" sldId="436"/>
            <ac:spMk id="23" creationId="{B7652B89-58E9-4D13-B070-81EF773B600A}"/>
          </ac:spMkLst>
        </pc:spChg>
        <pc:spChg chg="mod">
          <ac:chgData name="Aayah Abdulhakeem Kamkar" userId="fe09df7a-02cc-4ebc-a782-b5294a02ed9d" providerId="ADAL" clId="{1C280E7A-D203-4910-B04F-81743BA7246E}" dt="2026-07-19T16:23:22.585" v="4629" actId="20577"/>
          <ac:spMkLst>
            <pc:docMk/>
            <pc:sldMk cId="1020007127" sldId="436"/>
            <ac:spMk id="24" creationId="{1DA17830-E609-336E-DEA1-62D2A0DF8D9E}"/>
          </ac:spMkLst>
        </pc:spChg>
        <pc:spChg chg="mod">
          <ac:chgData name="Aayah Abdulhakeem Kamkar" userId="fe09df7a-02cc-4ebc-a782-b5294a02ed9d" providerId="ADAL" clId="{1C280E7A-D203-4910-B04F-81743BA7246E}" dt="2026-07-19T16:26:44.690" v="4761"/>
          <ac:spMkLst>
            <pc:docMk/>
            <pc:sldMk cId="1020007127" sldId="436"/>
            <ac:spMk id="25" creationId="{C426D9B1-E7DD-EBD1-70E0-E18786435E5F}"/>
          </ac:spMkLst>
        </pc:spChg>
        <pc:spChg chg="mod">
          <ac:chgData name="Aayah Abdulhakeem Kamkar" userId="fe09df7a-02cc-4ebc-a782-b5294a02ed9d" providerId="ADAL" clId="{1C280E7A-D203-4910-B04F-81743BA7246E}" dt="2026-07-19T16:22:36.799" v="4614"/>
          <ac:spMkLst>
            <pc:docMk/>
            <pc:sldMk cId="1020007127" sldId="436"/>
            <ac:spMk id="28" creationId="{C7063970-E548-B2F5-C8B1-0BDB5D6AA429}"/>
          </ac:spMkLst>
        </pc:spChg>
        <pc:spChg chg="mod">
          <ac:chgData name="Aayah Abdulhakeem Kamkar" userId="fe09df7a-02cc-4ebc-a782-b5294a02ed9d" providerId="ADAL" clId="{1C280E7A-D203-4910-B04F-81743BA7246E}" dt="2026-07-19T16:25:28.113" v="4746" actId="20577"/>
          <ac:spMkLst>
            <pc:docMk/>
            <pc:sldMk cId="1020007127" sldId="436"/>
            <ac:spMk id="29" creationId="{05E7D61A-84C9-F7D1-54E2-2EC8086ED02A}"/>
          </ac:spMkLst>
        </pc:spChg>
        <pc:spChg chg="mod">
          <ac:chgData name="Aayah Abdulhakeem Kamkar" userId="fe09df7a-02cc-4ebc-a782-b5294a02ed9d" providerId="ADAL" clId="{1C280E7A-D203-4910-B04F-81743BA7246E}" dt="2026-07-19T16:22:52" v="4618" actId="1076"/>
          <ac:spMkLst>
            <pc:docMk/>
            <pc:sldMk cId="1020007127" sldId="436"/>
            <ac:spMk id="30" creationId="{63D4FC24-8806-DB2E-6C14-F659AE3D1705}"/>
          </ac:spMkLst>
        </pc:spChg>
        <pc:spChg chg="mod">
          <ac:chgData name="Aayah Abdulhakeem Kamkar" userId="fe09df7a-02cc-4ebc-a782-b5294a02ed9d" providerId="ADAL" clId="{1C280E7A-D203-4910-B04F-81743BA7246E}" dt="2026-07-19T16:23:25.203" v="4633" actId="20577"/>
          <ac:spMkLst>
            <pc:docMk/>
            <pc:sldMk cId="1020007127" sldId="436"/>
            <ac:spMk id="31" creationId="{738EE98D-FA6A-1690-15D3-4D05C09F6F0F}"/>
          </ac:spMkLst>
        </pc:spChg>
        <pc:spChg chg="mod">
          <ac:chgData name="Aayah Abdulhakeem Kamkar" userId="fe09df7a-02cc-4ebc-a782-b5294a02ed9d" providerId="ADAL" clId="{1C280E7A-D203-4910-B04F-81743BA7246E}" dt="2026-07-19T16:26:48.593" v="4762"/>
          <ac:spMkLst>
            <pc:docMk/>
            <pc:sldMk cId="1020007127" sldId="436"/>
            <ac:spMk id="32" creationId="{F33AF941-2BD7-5B02-4E85-620652D61C1D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34" creationId="{3C0E5BEA-B43B-4BE4-9E1B-64D9620FD4C7}"/>
          </ac:spMkLst>
        </pc:spChg>
        <pc:spChg chg="mod">
          <ac:chgData name="Aayah Abdulhakeem Kamkar" userId="fe09df7a-02cc-4ebc-a782-b5294a02ed9d" providerId="ADAL" clId="{1C280E7A-D203-4910-B04F-81743BA7246E}" dt="2026-07-19T16:22:40.883" v="4615"/>
          <ac:spMkLst>
            <pc:docMk/>
            <pc:sldMk cId="1020007127" sldId="436"/>
            <ac:spMk id="35" creationId="{FA5113AD-D61B-5C1C-5FEE-DE491A2075DD}"/>
          </ac:spMkLst>
        </pc:spChg>
        <pc:spChg chg="mod">
          <ac:chgData name="Aayah Abdulhakeem Kamkar" userId="fe09df7a-02cc-4ebc-a782-b5294a02ed9d" providerId="ADAL" clId="{1C280E7A-D203-4910-B04F-81743BA7246E}" dt="2026-07-19T16:25:31.513" v="4752" actId="20577"/>
          <ac:spMkLst>
            <pc:docMk/>
            <pc:sldMk cId="1020007127" sldId="436"/>
            <ac:spMk id="36" creationId="{665AEFCD-5937-575A-8640-EF94486DF863}"/>
          </ac:spMkLst>
        </pc:spChg>
        <pc:spChg chg="mod">
          <ac:chgData name="Aayah Abdulhakeem Kamkar" userId="fe09df7a-02cc-4ebc-a782-b5294a02ed9d" providerId="ADAL" clId="{1C280E7A-D203-4910-B04F-81743BA7246E}" dt="2026-07-19T16:22:44.714" v="4616"/>
          <ac:spMkLst>
            <pc:docMk/>
            <pc:sldMk cId="1020007127" sldId="436"/>
            <ac:spMk id="37" creationId="{672AF72C-6099-1753-D8E5-09978A97A220}"/>
          </ac:spMkLst>
        </pc:spChg>
        <pc:spChg chg="mod">
          <ac:chgData name="Aayah Abdulhakeem Kamkar" userId="fe09df7a-02cc-4ebc-a782-b5294a02ed9d" providerId="ADAL" clId="{1C280E7A-D203-4910-B04F-81743BA7246E}" dt="2026-07-19T16:23:28.686" v="4639" actId="20577"/>
          <ac:spMkLst>
            <pc:docMk/>
            <pc:sldMk cId="1020007127" sldId="436"/>
            <ac:spMk id="38" creationId="{2C389D1A-8773-57AD-A876-329E07A5A476}"/>
          </ac:spMkLst>
        </pc:spChg>
        <pc:spChg chg="mod">
          <ac:chgData name="Aayah Abdulhakeem Kamkar" userId="fe09df7a-02cc-4ebc-a782-b5294a02ed9d" providerId="ADAL" clId="{1C280E7A-D203-4910-B04F-81743BA7246E}" dt="2026-07-19T16:26:52.336" v="4763"/>
          <ac:spMkLst>
            <pc:docMk/>
            <pc:sldMk cId="1020007127" sldId="436"/>
            <ac:spMk id="39" creationId="{BC523A6C-4973-F095-C77A-938B3A7E04DE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1" creationId="{6CAE4623-50E2-D8AB-17D0-8EF04390DEA1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2" creationId="{508C5DE3-5A2F-6237-DEA1-0B5F2DB93F0F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3" creationId="{1716D174-113B-043D-D754-0D7B1E3D2692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4" creationId="{6908C9D3-4984-D5FD-4E3B-874F09FB2F4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5" creationId="{C9755787-4348-795C-139C-EC4F8BB805D4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46" creationId="{54DB7C83-D3C5-6EA8-BF9F-118A4AD77E8A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8" creationId="{689AC6B1-3F65-5A24-6705-6D714C64F46E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49" creationId="{6228D364-7673-72F9-F61E-FB2940AC305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0" creationId="{94E8FAD0-D19E-EDD7-4A9D-CF1CB0F5B386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1" creationId="{5292BA03-18CE-5C67-C20F-08C880881AD0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2" creationId="{282D64AB-01BB-7DD5-5A90-A3EAFB5B515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3" creationId="{C3A4261D-DFAA-615C-FB5A-B8E018114E0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6" creationId="{58817F47-F07A-132A-1E11-B48B21956AEB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57" creationId="{592E82D5-35BA-5974-D6E8-499DCDA2EBBA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8" creationId="{44F2A7AA-8A43-2AC9-9215-835CF7CF4DEC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59" creationId="{C009FB71-20B0-27FD-58B6-E0BA8EBDD643}"/>
          </ac:spMkLst>
        </pc:spChg>
        <pc:spChg chg="del">
          <ac:chgData name="Aayah Abdulhakeem Kamkar" userId="fe09df7a-02cc-4ebc-a782-b5294a02ed9d" providerId="ADAL" clId="{1C280E7A-D203-4910-B04F-81743BA7246E}" dt="2026-07-19T16:17:39.992" v="4572" actId="478"/>
          <ac:spMkLst>
            <pc:docMk/>
            <pc:sldMk cId="1020007127" sldId="436"/>
            <ac:spMk id="60" creationId="{AA9029B6-F8AB-98D7-351D-43DE9D89ACF4}"/>
          </ac:spMkLst>
        </pc:spChg>
        <pc:spChg chg="del">
          <ac:chgData name="Aayah Abdulhakeem Kamkar" userId="fe09df7a-02cc-4ebc-a782-b5294a02ed9d" providerId="ADAL" clId="{1C280E7A-D203-4910-B04F-81743BA7246E}" dt="2026-07-19T16:17:45.065" v="4573" actId="478"/>
          <ac:spMkLst>
            <pc:docMk/>
            <pc:sldMk cId="1020007127" sldId="436"/>
            <ac:spMk id="62" creationId="{65E0A840-4203-08F0-D984-1EBA789DFB9E}"/>
          </ac:spMkLst>
        </pc:spChg>
        <pc:picChg chg="del">
          <ac:chgData name="Aayah Abdulhakeem Kamkar" userId="fe09df7a-02cc-4ebc-a782-b5294a02ed9d" providerId="ADAL" clId="{1C280E7A-D203-4910-B04F-81743BA7246E}" dt="2026-07-19T16:17:39.992" v="4572" actId="478"/>
          <ac:picMkLst>
            <pc:docMk/>
            <pc:sldMk cId="1020007127" sldId="436"/>
            <ac:picMk id="85" creationId="{97764365-8D5E-2E13-3D25-05FD794C6DBB}"/>
          </ac:picMkLst>
        </pc:picChg>
      </pc:sldChg>
      <pc:sldChg chg="modSp add del mod">
        <pc:chgData name="Aayah Abdulhakeem Kamkar" userId="fe09df7a-02cc-4ebc-a782-b5294a02ed9d" providerId="ADAL" clId="{1C280E7A-D203-4910-B04F-81743BA7246E}" dt="2026-07-19T16:17:28.444" v="4568" actId="47"/>
        <pc:sldMkLst>
          <pc:docMk/>
          <pc:sldMk cId="3323443788" sldId="436"/>
        </pc:sldMkLst>
        <pc:spChg chg="mod">
          <ac:chgData name="Aayah Abdulhakeem Kamkar" userId="fe09df7a-02cc-4ebc-a782-b5294a02ed9d" providerId="ADAL" clId="{1C280E7A-D203-4910-B04F-81743BA7246E}" dt="2026-07-19T16:16:58.398" v="4563" actId="20577"/>
          <ac:spMkLst>
            <pc:docMk/>
            <pc:sldMk cId="3323443788" sldId="436"/>
            <ac:spMk id="4" creationId="{C4C7E058-F00E-C989-8902-8FE20C3491D0}"/>
          </ac:spMkLst>
        </pc:spChg>
      </pc:sldChg>
      <pc:sldMasterChg chg="addSp modSp mod">
        <pc:chgData name="Aayah Abdulhakeem Kamkar" userId="fe09df7a-02cc-4ebc-a782-b5294a02ed9d" providerId="ADAL" clId="{1C280E7A-D203-4910-B04F-81743BA7246E}" dt="2026-07-19T14:23:24.413" v="471"/>
        <pc:sldMasterMkLst>
          <pc:docMk/>
          <pc:sldMasterMk cId="0" sldId="2147483648"/>
        </pc:sldMasterMkLst>
        <pc:graphicFrameChg chg="add mod modVis">
          <ac:chgData name="Aayah Abdulhakeem Kamkar" userId="fe09df7a-02cc-4ebc-a782-b5294a02ed9d" providerId="ADAL" clId="{1C280E7A-D203-4910-B04F-81743BA7246E}" dt="2026-07-19T14:23:24.413" v="471"/>
          <ac:graphicFrameMkLst>
            <pc:docMk/>
            <pc:sldMasterMk cId="0" sldId="2147483648"/>
            <ac:graphicFrameMk id="2" creationId="{50D672F3-9192-165A-E730-349E1AC3D2A8}"/>
          </ac:graphicFrameMkLst>
        </pc:graphicFrameChg>
      </pc:sldMasterChg>
      <pc:sldMasterChg chg="addSp modSp mod">
        <pc:chgData name="Aayah Abdulhakeem Kamkar" userId="fe09df7a-02cc-4ebc-a782-b5294a02ed9d" providerId="ADAL" clId="{1C280E7A-D203-4910-B04F-81743BA7246E}" dt="2026-07-19T14:23:24.395" v="459"/>
        <pc:sldMasterMkLst>
          <pc:docMk/>
          <pc:sldMasterMk cId="1974516234" sldId="2147483650"/>
        </pc:sldMasterMkLst>
        <pc:spChg chg="mod">
          <ac:chgData name="Aayah Abdulhakeem Kamkar" userId="fe09df7a-02cc-4ebc-a782-b5294a02ed9d" providerId="ADAL" clId="{1C280E7A-D203-4910-B04F-81743BA7246E}" dt="2026-07-19T14:23:24.027" v="120" actId="299"/>
          <ac:spMkLst>
            <pc:docMk/>
            <pc:sldMasterMk cId="1974516234" sldId="2147483650"/>
            <ac:spMk id="2" creationId="{1D39382C-632D-6644-CA54-FAF119852ED7}"/>
          </ac:spMkLst>
        </pc:spChg>
        <pc:graphicFrameChg chg="add mod ord modVis">
          <ac:chgData name="Aayah Abdulhakeem Kamkar" userId="fe09df7a-02cc-4ebc-a782-b5294a02ed9d" providerId="ADAL" clId="{1C280E7A-D203-4910-B04F-81743BA7246E}" dt="2026-07-19T14:23:24.395" v="459"/>
          <ac:graphicFrameMkLst>
            <pc:docMk/>
            <pc:sldMasterMk cId="1974516234" sldId="2147483650"/>
            <ac:graphicFrameMk id="7" creationId="{B84CD634-B867-1BDE-4663-523D84C6B88A}"/>
          </ac:graphicFrameMkLst>
        </pc:graphicFrameChg>
      </pc:sldMasterChg>
    </pc:docChg>
  </pc:docChgLst>
  <pc:docChgLst>
    <pc:chgData name="Alya Eisa Al Hazami" userId="621a2804-1fa9-4552-a97c-7d61af64718a" providerId="ADAL" clId="{A3F9380B-383D-4B03-BC6E-ED99686AF61E}"/>
    <pc:docChg chg="addSld modSld">
      <pc:chgData name="Alya Eisa Al Hazami" userId="621a2804-1fa9-4552-a97c-7d61af64718a" providerId="ADAL" clId="{A3F9380B-383D-4B03-BC6E-ED99686AF61E}" dt="2026-07-19T14:14:17.606" v="1"/>
      <pc:docMkLst>
        <pc:docMk/>
      </pc:docMkLst>
      <pc:sldChg chg="modSp">
        <pc:chgData name="Alya Eisa Al Hazami" userId="621a2804-1fa9-4552-a97c-7d61af64718a" providerId="ADAL" clId="{A3F9380B-383D-4B03-BC6E-ED99686AF61E}" dt="2026-07-19T14:12:43.613" v="0"/>
        <pc:sldMkLst>
          <pc:docMk/>
          <pc:sldMk cId="0" sldId="268"/>
        </pc:sldMkLst>
        <pc:spChg chg="mod">
          <ac:chgData name="Alya Eisa Al Hazami" userId="621a2804-1fa9-4552-a97c-7d61af64718a" providerId="ADAL" clId="{A3F9380B-383D-4B03-BC6E-ED99686AF61E}" dt="2026-07-19T14:12:43.613" v="0"/>
          <ac:spMkLst>
            <pc:docMk/>
            <pc:sldMk cId="0" sldId="268"/>
            <ac:spMk id="21" creationId="{00000000-0000-0000-0000-000000000000}"/>
          </ac:spMkLst>
        </pc:spChg>
      </pc:sldChg>
      <pc:sldChg chg="add setBg">
        <pc:chgData name="Alya Eisa Al Hazami" userId="621a2804-1fa9-4552-a97c-7d61af64718a" providerId="ADAL" clId="{A3F9380B-383D-4B03-BC6E-ED99686AF61E}" dt="2026-07-19T14:14:17.606" v="1"/>
        <pc:sldMkLst>
          <pc:docMk/>
          <pc:sldMk cId="2611850476" sldId="27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44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5B056-49B1-4397-30D4-31FA931F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199B5-549A-7CB8-370A-6953687CD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A6E3A-4E1D-08C6-C53A-18A95B46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42C53-4603-6390-7216-7149E40CA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2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D672F3-9192-165A-E730-349E1AC3D2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07632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06" imgH="608" progId="TCLayout.ActiveDocument.1">
                  <p:embed/>
                </p:oleObj>
              </mc:Choice>
              <mc:Fallback>
                <p:oleObj name="think-cell Slide" r:id="rId4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D672F3-9192-165A-E730-349E1AC3D2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10128" cy="685800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zwe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47472"/>
            <a:ext cx="1298448" cy="649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COUNTRY OVERVIEW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347472" y="15361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</a:t>
            </a:r>
            <a:endParaRPr lang="en-US" sz="4000"/>
          </a:p>
        </p:txBody>
      </p:sp>
      <p:sp>
        <p:nvSpPr>
          <p:cNvPr id="6" name="Text 3"/>
          <p:cNvSpPr/>
          <p:nvPr/>
        </p:nvSpPr>
        <p:spPr>
          <a:xfrm>
            <a:off x="384048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Republic of India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384048" y="2688336"/>
            <a:ext cx="2542032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28346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384048" y="3054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Lower-middle income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384048" y="33649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384048" y="358444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Delhi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384048" y="389534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/ CAP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384048" y="4114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~$2,700 (2024)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384048" y="44256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CURRENCY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384048" y="4645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 Rupee (INR)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384048" y="49560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LANGUAGES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384048" y="51755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Hindi, English + 21 others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384048" y="54864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384048" y="57058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2026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384048" y="6382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2026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361188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 SNAPSHOT · JULY 2026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7279340" y="402336"/>
            <a:ext cx="4516419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11880" y="603504"/>
            <a:ext cx="45720" cy="2194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21608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3611880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11880" y="896112"/>
            <a:ext cx="2670048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721608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~1.48B</a:t>
            </a:r>
            <a:endParaRPr lang="en-US" sz="2000"/>
          </a:p>
        </p:txBody>
      </p:sp>
      <p:sp>
        <p:nvSpPr>
          <p:cNvPr id="28" name="Text 25"/>
          <p:cNvSpPr/>
          <p:nvPr/>
        </p:nvSpPr>
        <p:spPr>
          <a:xfrm>
            <a:off x="3721608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Population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>
          <a:xfrm>
            <a:off x="5001768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mid-2026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3611880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721608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72.5 yrs</a:t>
            </a:r>
            <a:endParaRPr lang="en-US" sz="2000"/>
          </a:p>
        </p:txBody>
      </p:sp>
      <p:sp>
        <p:nvSpPr>
          <p:cNvPr id="32" name="Text 29"/>
          <p:cNvSpPr/>
          <p:nvPr/>
        </p:nvSpPr>
        <p:spPr>
          <a:xfrm>
            <a:off x="3721608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 Expectancy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5001768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WPP '24</a:t>
            </a:r>
            <a:endParaRPr lang="en-US" sz="800"/>
          </a:p>
        </p:txBody>
      </p:sp>
      <p:sp>
        <p:nvSpPr>
          <p:cNvPr id="34" name="Shape 31"/>
          <p:cNvSpPr/>
          <p:nvPr/>
        </p:nvSpPr>
        <p:spPr>
          <a:xfrm>
            <a:off x="3611880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721608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~78%</a:t>
            </a:r>
            <a:endParaRPr lang="en-US" sz="2000"/>
          </a:p>
        </p:txBody>
      </p:sp>
      <p:sp>
        <p:nvSpPr>
          <p:cNvPr id="36" name="Text 33"/>
          <p:cNvSpPr/>
          <p:nvPr/>
        </p:nvSpPr>
        <p:spPr>
          <a:xfrm>
            <a:off x="3721608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 Literacy</a:t>
            </a:r>
            <a:endParaRPr lang="en-US" sz="1200"/>
          </a:p>
        </p:txBody>
      </p:sp>
      <p:sp>
        <p:nvSpPr>
          <p:cNvPr id="37" name="Text 34"/>
          <p:cNvSpPr/>
          <p:nvPr/>
        </p:nvSpPr>
        <p:spPr>
          <a:xfrm>
            <a:off x="5001768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2024</a:t>
            </a:r>
            <a:endParaRPr lang="en-US" sz="800"/>
          </a:p>
        </p:txBody>
      </p:sp>
      <p:sp>
        <p:nvSpPr>
          <p:cNvPr id="38" name="Shape 35"/>
          <p:cNvSpPr/>
          <p:nvPr/>
        </p:nvSpPr>
        <p:spPr>
          <a:xfrm>
            <a:off x="6409944" y="603504"/>
            <a:ext cx="45720" cy="2194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519672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</a:t>
            </a:r>
            <a:endParaRPr lang="en-US" sz="1200"/>
          </a:p>
        </p:txBody>
      </p:sp>
      <p:sp>
        <p:nvSpPr>
          <p:cNvPr id="40" name="Shape 37"/>
          <p:cNvSpPr/>
          <p:nvPr/>
        </p:nvSpPr>
        <p:spPr>
          <a:xfrm>
            <a:off x="6409944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409944" y="896112"/>
            <a:ext cx="2670048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519672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~$4.1tn</a:t>
            </a:r>
            <a:endParaRPr lang="en-US" sz="2000"/>
          </a:p>
        </p:txBody>
      </p:sp>
      <p:sp>
        <p:nvSpPr>
          <p:cNvPr id="43" name="Text 40"/>
          <p:cNvSpPr/>
          <p:nvPr/>
        </p:nvSpPr>
        <p:spPr>
          <a:xfrm>
            <a:off x="6519672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· ~7% growth 2026f</a:t>
            </a:r>
            <a:endParaRPr lang="en-US" sz="1200"/>
          </a:p>
        </p:txBody>
      </p:sp>
      <p:sp>
        <p:nvSpPr>
          <p:cNvPr id="44" name="Text 41"/>
          <p:cNvSpPr/>
          <p:nvPr/>
        </p:nvSpPr>
        <p:spPr>
          <a:xfrm>
            <a:off x="7799832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IMF 2025</a:t>
            </a:r>
            <a:endParaRPr lang="en-US" sz="800"/>
          </a:p>
        </p:txBody>
      </p:sp>
      <p:sp>
        <p:nvSpPr>
          <p:cNvPr id="45" name="Shape 42"/>
          <p:cNvSpPr/>
          <p:nvPr/>
        </p:nvSpPr>
        <p:spPr>
          <a:xfrm>
            <a:off x="6409944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519672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~4%</a:t>
            </a:r>
            <a:endParaRPr lang="en-US" sz="2000"/>
          </a:p>
        </p:txBody>
      </p:sp>
      <p:sp>
        <p:nvSpPr>
          <p:cNvPr id="47" name="Text 44"/>
          <p:cNvSpPr/>
          <p:nvPr/>
        </p:nvSpPr>
        <p:spPr>
          <a:xfrm>
            <a:off x="6519672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Inflation (CPI y/y)</a:t>
            </a:r>
            <a:endParaRPr lang="en-US" sz="1200"/>
          </a:p>
        </p:txBody>
      </p:sp>
      <p:sp>
        <p:nvSpPr>
          <p:cNvPr id="48" name="Text 45"/>
          <p:cNvSpPr/>
          <p:nvPr/>
        </p:nvSpPr>
        <p:spPr>
          <a:xfrm>
            <a:off x="7799832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 2026</a:t>
            </a:r>
            <a:endParaRPr lang="en-US" sz="800"/>
          </a:p>
        </p:txBody>
      </p:sp>
      <p:sp>
        <p:nvSpPr>
          <p:cNvPr id="49" name="Shape 46"/>
          <p:cNvSpPr/>
          <p:nvPr/>
        </p:nvSpPr>
        <p:spPr>
          <a:xfrm>
            <a:off x="6409944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519672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3.1%</a:t>
            </a:r>
            <a:endParaRPr lang="en-US" sz="2000"/>
          </a:p>
        </p:txBody>
      </p:sp>
      <p:sp>
        <p:nvSpPr>
          <p:cNvPr id="51" name="Text 48"/>
          <p:cNvSpPr/>
          <p:nvPr/>
        </p:nvSpPr>
        <p:spPr>
          <a:xfrm>
            <a:off x="6519672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Unemployment</a:t>
            </a:r>
            <a:endParaRPr lang="en-US" sz="1200"/>
          </a:p>
        </p:txBody>
      </p:sp>
      <p:sp>
        <p:nvSpPr>
          <p:cNvPr id="52" name="Text 49"/>
          <p:cNvSpPr/>
          <p:nvPr/>
        </p:nvSpPr>
        <p:spPr>
          <a:xfrm>
            <a:off x="7799832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9.9%</a:t>
            </a:r>
            <a:endParaRPr lang="en-US" sz="800"/>
          </a:p>
        </p:txBody>
      </p:sp>
      <p:sp>
        <p:nvSpPr>
          <p:cNvPr id="53" name="Shape 50"/>
          <p:cNvSpPr/>
          <p:nvPr/>
        </p:nvSpPr>
        <p:spPr>
          <a:xfrm>
            <a:off x="9208008" y="603504"/>
            <a:ext cx="45720" cy="219456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317736" y="5760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&amp; HUMANITARIAN</a:t>
            </a:r>
            <a:endParaRPr lang="en-US" sz="1200"/>
          </a:p>
        </p:txBody>
      </p:sp>
      <p:sp>
        <p:nvSpPr>
          <p:cNvPr id="55" name="Shape 52"/>
          <p:cNvSpPr/>
          <p:nvPr/>
        </p:nvSpPr>
        <p:spPr>
          <a:xfrm>
            <a:off x="9208008" y="896112"/>
            <a:ext cx="267004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9208008" y="896112"/>
            <a:ext cx="2670048" cy="41148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9317736" y="986657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27/1K</a:t>
            </a:r>
            <a:endParaRPr lang="en-US" sz="2000"/>
          </a:p>
        </p:txBody>
      </p:sp>
      <p:sp>
        <p:nvSpPr>
          <p:cNvPr id="58" name="Text 55"/>
          <p:cNvSpPr/>
          <p:nvPr/>
        </p:nvSpPr>
        <p:spPr>
          <a:xfrm>
            <a:off x="9317736" y="1324269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Under-5 Mortality</a:t>
            </a:r>
            <a:endParaRPr lang="en-US" sz="1200"/>
          </a:p>
        </p:txBody>
      </p:sp>
      <p:sp>
        <p:nvSpPr>
          <p:cNvPr id="59" name="Text 56"/>
          <p:cNvSpPr/>
          <p:nvPr/>
        </p:nvSpPr>
        <p:spPr>
          <a:xfrm>
            <a:off x="10597896" y="9418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2024</a:t>
            </a:r>
            <a:endParaRPr lang="en-US" sz="800"/>
          </a:p>
        </p:txBody>
      </p:sp>
      <p:sp>
        <p:nvSpPr>
          <p:cNvPr id="60" name="Shape 57"/>
          <p:cNvSpPr/>
          <p:nvPr/>
        </p:nvSpPr>
        <p:spPr>
          <a:xfrm>
            <a:off x="9208008" y="1682496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9317736" y="1773041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~5%</a:t>
            </a:r>
            <a:endParaRPr lang="en-US" sz="2000"/>
          </a:p>
        </p:txBody>
      </p:sp>
      <p:sp>
        <p:nvSpPr>
          <p:cNvPr id="62" name="Text 59"/>
          <p:cNvSpPr/>
          <p:nvPr/>
        </p:nvSpPr>
        <p:spPr>
          <a:xfrm>
            <a:off x="9317736" y="2110653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Poverty Rate</a:t>
            </a:r>
            <a:endParaRPr lang="en-US" sz="1200"/>
          </a:p>
        </p:txBody>
      </p:sp>
      <p:sp>
        <p:nvSpPr>
          <p:cNvPr id="63" name="Text 60"/>
          <p:cNvSpPr/>
          <p:nvPr/>
        </p:nvSpPr>
        <p:spPr>
          <a:xfrm>
            <a:off x="10597896" y="1728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2023</a:t>
            </a:r>
            <a:endParaRPr lang="en-US" sz="800"/>
          </a:p>
        </p:txBody>
      </p:sp>
      <p:sp>
        <p:nvSpPr>
          <p:cNvPr id="64" name="Shape 61"/>
          <p:cNvSpPr/>
          <p:nvPr/>
        </p:nvSpPr>
        <p:spPr>
          <a:xfrm>
            <a:off x="9208008" y="2468880"/>
            <a:ext cx="2670048" cy="731520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9317736" y="2559425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~100%</a:t>
            </a:r>
            <a:endParaRPr lang="en-US" sz="2000"/>
          </a:p>
        </p:txBody>
      </p:sp>
      <p:sp>
        <p:nvSpPr>
          <p:cNvPr id="66" name="Text 63"/>
          <p:cNvSpPr/>
          <p:nvPr/>
        </p:nvSpPr>
        <p:spPr>
          <a:xfrm>
            <a:off x="9317736" y="2897037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</a:t>
            </a:r>
            <a:endParaRPr lang="en-US" sz="1200"/>
          </a:p>
        </p:txBody>
      </p:sp>
      <p:sp>
        <p:nvSpPr>
          <p:cNvPr id="67" name="Text 64"/>
          <p:cNvSpPr/>
          <p:nvPr/>
        </p:nvSpPr>
        <p:spPr>
          <a:xfrm>
            <a:off x="10597896" y="25146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~99%</a:t>
            </a:r>
            <a:endParaRPr lang="en-US" sz="800"/>
          </a:p>
        </p:txBody>
      </p:sp>
      <p:sp>
        <p:nvSpPr>
          <p:cNvPr id="68" name="Text 65"/>
          <p:cNvSpPr/>
          <p:nvPr/>
        </p:nvSpPr>
        <p:spPr>
          <a:xfrm>
            <a:off x="3611880" y="3401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CONTEXT · SECTOR STATUS</a:t>
            </a:r>
            <a:endParaRPr lang="en-US" sz="1200"/>
          </a:p>
        </p:txBody>
      </p:sp>
      <p:sp>
        <p:nvSpPr>
          <p:cNvPr id="69" name="Shape 66"/>
          <p:cNvSpPr/>
          <p:nvPr/>
        </p:nvSpPr>
        <p:spPr>
          <a:xfrm>
            <a:off x="7942728" y="3529584"/>
            <a:ext cx="3853031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6629400" y="3675888"/>
            <a:ext cx="5148072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8"/>
          <p:cNvSpPr/>
          <p:nvPr/>
        </p:nvSpPr>
        <p:spPr>
          <a:xfrm>
            <a:off x="6629400" y="3675888"/>
            <a:ext cx="5148072" cy="41148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9"/>
          <p:cNvSpPr/>
          <p:nvPr/>
        </p:nvSpPr>
        <p:spPr>
          <a:xfrm>
            <a:off x="6793992" y="3767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STATUS</a:t>
            </a:r>
            <a:endParaRPr lang="en-US" sz="1200"/>
          </a:p>
        </p:txBody>
      </p:sp>
      <p:sp>
        <p:nvSpPr>
          <p:cNvPr id="74" name="Text 70"/>
          <p:cNvSpPr/>
          <p:nvPr/>
        </p:nvSpPr>
        <p:spPr>
          <a:xfrm>
            <a:off x="6793992" y="4078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75" name="Shape 71"/>
          <p:cNvSpPr/>
          <p:nvPr/>
        </p:nvSpPr>
        <p:spPr>
          <a:xfrm>
            <a:off x="10725912" y="4082796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76" name="Text 72"/>
          <p:cNvSpPr/>
          <p:nvPr/>
        </p:nvSpPr>
        <p:spPr>
          <a:xfrm>
            <a:off x="10725912" y="408279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77" name="Shape 73"/>
          <p:cNvSpPr/>
          <p:nvPr/>
        </p:nvSpPr>
        <p:spPr>
          <a:xfrm>
            <a:off x="6793992" y="4407408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4"/>
          <p:cNvSpPr/>
          <p:nvPr/>
        </p:nvSpPr>
        <p:spPr>
          <a:xfrm>
            <a:off x="6793992" y="44394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79" name="Shape 75"/>
          <p:cNvSpPr/>
          <p:nvPr/>
        </p:nvSpPr>
        <p:spPr>
          <a:xfrm>
            <a:off x="10725912" y="4443984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0" name="Text 76"/>
          <p:cNvSpPr/>
          <p:nvPr/>
        </p:nvSpPr>
        <p:spPr>
          <a:xfrm>
            <a:off x="10725912" y="4443984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81" name="Shape 77"/>
          <p:cNvSpPr/>
          <p:nvPr/>
        </p:nvSpPr>
        <p:spPr>
          <a:xfrm>
            <a:off x="6793992" y="4768596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8"/>
          <p:cNvSpPr/>
          <p:nvPr/>
        </p:nvSpPr>
        <p:spPr>
          <a:xfrm>
            <a:off x="6793992" y="4800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</a:t>
            </a:r>
            <a:endParaRPr lang="en-US" sz="1200"/>
          </a:p>
        </p:txBody>
      </p:sp>
      <p:sp>
        <p:nvSpPr>
          <p:cNvPr id="83" name="Shape 79"/>
          <p:cNvSpPr/>
          <p:nvPr/>
        </p:nvSpPr>
        <p:spPr>
          <a:xfrm>
            <a:off x="10725912" y="4805172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4" name="Text 80"/>
          <p:cNvSpPr/>
          <p:nvPr/>
        </p:nvSpPr>
        <p:spPr>
          <a:xfrm>
            <a:off x="10725912" y="480517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85" name="Shape 81"/>
          <p:cNvSpPr/>
          <p:nvPr/>
        </p:nvSpPr>
        <p:spPr>
          <a:xfrm>
            <a:off x="6793992" y="5129784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6793992" y="51617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</a:t>
            </a:r>
            <a:endParaRPr lang="en-US" sz="1200"/>
          </a:p>
        </p:txBody>
      </p:sp>
      <p:sp>
        <p:nvSpPr>
          <p:cNvPr id="87" name="Shape 83"/>
          <p:cNvSpPr/>
          <p:nvPr/>
        </p:nvSpPr>
        <p:spPr>
          <a:xfrm>
            <a:off x="10725912" y="5166360"/>
            <a:ext cx="868680" cy="246888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88" name="Text 84"/>
          <p:cNvSpPr/>
          <p:nvPr/>
        </p:nvSpPr>
        <p:spPr>
          <a:xfrm>
            <a:off x="10725912" y="51663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</a:t>
            </a:r>
            <a:endParaRPr lang="en-US" sz="1000"/>
          </a:p>
        </p:txBody>
      </p:sp>
      <p:sp>
        <p:nvSpPr>
          <p:cNvPr id="89" name="Shape 85"/>
          <p:cNvSpPr/>
          <p:nvPr/>
        </p:nvSpPr>
        <p:spPr>
          <a:xfrm>
            <a:off x="6793992" y="5490972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6"/>
          <p:cNvSpPr/>
          <p:nvPr/>
        </p:nvSpPr>
        <p:spPr>
          <a:xfrm>
            <a:off x="6793992" y="5522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91" name="Shape 87"/>
          <p:cNvSpPr/>
          <p:nvPr/>
        </p:nvSpPr>
        <p:spPr>
          <a:xfrm>
            <a:off x="10725912" y="5527548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2" name="Text 88"/>
          <p:cNvSpPr/>
          <p:nvPr/>
        </p:nvSpPr>
        <p:spPr>
          <a:xfrm>
            <a:off x="10725912" y="55275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93" name="Shape 89"/>
          <p:cNvSpPr/>
          <p:nvPr/>
        </p:nvSpPr>
        <p:spPr>
          <a:xfrm>
            <a:off x="6793992" y="5852160"/>
            <a:ext cx="4818888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0"/>
          <p:cNvSpPr/>
          <p:nvPr/>
        </p:nvSpPr>
        <p:spPr>
          <a:xfrm>
            <a:off x="6793992" y="58841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200"/>
          </a:p>
        </p:txBody>
      </p:sp>
      <p:sp>
        <p:nvSpPr>
          <p:cNvPr id="95" name="Shape 91"/>
          <p:cNvSpPr/>
          <p:nvPr/>
        </p:nvSpPr>
        <p:spPr>
          <a:xfrm>
            <a:off x="10725912" y="5888736"/>
            <a:ext cx="868680" cy="2468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96" name="Text 92"/>
          <p:cNvSpPr/>
          <p:nvPr/>
        </p:nvSpPr>
        <p:spPr>
          <a:xfrm>
            <a:off x="10725912" y="5888736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</a:t>
            </a:r>
            <a:endParaRPr lang="en-US" sz="1000"/>
          </a:p>
        </p:txBody>
      </p:sp>
      <p:sp>
        <p:nvSpPr>
          <p:cNvPr id="97" name="Shape 9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4"/>
          <p:cNvSpPr/>
          <p:nvPr/>
        </p:nvSpPr>
        <p:spPr>
          <a:xfrm>
            <a:off x="368447" y="65541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· UN IGME · IMF · WHO/UNICEF JMP</a:t>
            </a:r>
            <a:endParaRPr lang="en-US" sz="800"/>
          </a:p>
        </p:txBody>
      </p:sp>
      <p:sp>
        <p:nvSpPr>
          <p:cNvPr id="99" name="Text 9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01 / 23</a:t>
            </a:r>
            <a:endParaRPr lang="en-US" sz="1200"/>
          </a:p>
        </p:txBody>
      </p:sp>
      <p:sp>
        <p:nvSpPr>
          <p:cNvPr id="70" name="Andaman and Nicobar Islands"/>
          <p:cNvSpPr/>
          <p:nvPr/>
        </p:nvSpPr>
        <p:spPr>
          <a:xfrm>
            <a:off x="5769121" y="5795140"/>
            <a:ext cx="23607" cy="54114"/>
          </a:xfrm>
          <a:custGeom>
            <a:avLst/>
            <a:gdLst/>
            <a:ahLst/>
            <a:cxnLst/>
            <a:rect l="l" t="t" r="r" b="b"/>
            <a:pathLst>
              <a:path w="23607" h="54114">
                <a:moveTo>
                  <a:pt x="12682" y="45935"/>
                </a:moveTo>
                <a:lnTo>
                  <a:pt x="7153" y="39987"/>
                </a:lnTo>
                <a:lnTo>
                  <a:pt x="18761" y="45654"/>
                </a:lnTo>
                <a:lnTo>
                  <a:pt x="23607" y="33849"/>
                </a:lnTo>
                <a:lnTo>
                  <a:pt x="17328" y="0"/>
                </a:lnTo>
                <a:lnTo>
                  <a:pt x="8063" y="14351"/>
                </a:lnTo>
                <a:lnTo>
                  <a:pt x="3113" y="8853"/>
                </a:lnTo>
                <a:lnTo>
                  <a:pt x="7729" y="30427"/>
                </a:lnTo>
                <a:lnTo>
                  <a:pt x="7268" y="22491"/>
                </a:lnTo>
                <a:lnTo>
                  <a:pt x="0" y="27883"/>
                </a:lnTo>
                <a:lnTo>
                  <a:pt x="2124" y="54114"/>
                </a:lnTo>
                <a:lnTo>
                  <a:pt x="17500" y="52039"/>
                </a:lnTo>
                <a:lnTo>
                  <a:pt x="12682" y="45935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ndhra Pradesh"/>
          <p:cNvSpPr/>
          <p:nvPr/>
        </p:nvSpPr>
        <p:spPr>
          <a:xfrm>
            <a:off x="4473181" y="5247866"/>
            <a:ext cx="649752" cy="573851"/>
          </a:xfrm>
          <a:custGeom>
            <a:avLst/>
            <a:gdLst/>
            <a:ahLst/>
            <a:cxnLst/>
            <a:rect l="l" t="t" r="r" b="b"/>
            <a:pathLst>
              <a:path w="649752" h="573851">
                <a:moveTo>
                  <a:pt x="285198" y="491328"/>
                </a:moveTo>
                <a:lnTo>
                  <a:pt x="273715" y="439933"/>
                </a:lnTo>
                <a:lnTo>
                  <a:pt x="279315" y="401642"/>
                </a:lnTo>
                <a:lnTo>
                  <a:pt x="267186" y="358288"/>
                </a:lnTo>
                <a:lnTo>
                  <a:pt x="286493" y="304974"/>
                </a:lnTo>
                <a:lnTo>
                  <a:pt x="318766" y="287632"/>
                </a:lnTo>
                <a:lnTo>
                  <a:pt x="339831" y="302463"/>
                </a:lnTo>
                <a:lnTo>
                  <a:pt x="369623" y="250941"/>
                </a:lnTo>
                <a:lnTo>
                  <a:pt x="403447" y="250676"/>
                </a:lnTo>
                <a:lnTo>
                  <a:pt x="451713" y="228573"/>
                </a:lnTo>
                <a:lnTo>
                  <a:pt x="452188" y="184822"/>
                </a:lnTo>
                <a:lnTo>
                  <a:pt x="599459" y="74606"/>
                </a:lnTo>
                <a:lnTo>
                  <a:pt x="649752" y="10126"/>
                </a:lnTo>
                <a:lnTo>
                  <a:pt x="646707" y="310"/>
                </a:lnTo>
                <a:lnTo>
                  <a:pt x="637307" y="2654"/>
                </a:lnTo>
                <a:lnTo>
                  <a:pt x="643441" y="7580"/>
                </a:lnTo>
                <a:lnTo>
                  <a:pt x="637747" y="12100"/>
                </a:lnTo>
                <a:lnTo>
                  <a:pt x="623113" y="12345"/>
                </a:lnTo>
                <a:lnTo>
                  <a:pt x="616877" y="31639"/>
                </a:lnTo>
                <a:lnTo>
                  <a:pt x="596263" y="35549"/>
                </a:lnTo>
                <a:lnTo>
                  <a:pt x="580138" y="30553"/>
                </a:lnTo>
                <a:lnTo>
                  <a:pt x="572124" y="12699"/>
                </a:lnTo>
                <a:lnTo>
                  <a:pt x="568920" y="20822"/>
                </a:lnTo>
                <a:lnTo>
                  <a:pt x="558396" y="0"/>
                </a:lnTo>
                <a:lnTo>
                  <a:pt x="551166" y="13332"/>
                </a:lnTo>
                <a:lnTo>
                  <a:pt x="545530" y="6104"/>
                </a:lnTo>
                <a:lnTo>
                  <a:pt x="545029" y="18243"/>
                </a:lnTo>
                <a:lnTo>
                  <a:pt x="532729" y="14375"/>
                </a:lnTo>
                <a:lnTo>
                  <a:pt x="540472" y="28108"/>
                </a:lnTo>
                <a:lnTo>
                  <a:pt x="508506" y="45331"/>
                </a:lnTo>
                <a:lnTo>
                  <a:pt x="511881" y="68698"/>
                </a:lnTo>
                <a:lnTo>
                  <a:pt x="491421" y="62620"/>
                </a:lnTo>
                <a:lnTo>
                  <a:pt x="477953" y="81270"/>
                </a:lnTo>
                <a:lnTo>
                  <a:pt x="465341" y="53893"/>
                </a:lnTo>
                <a:lnTo>
                  <a:pt x="447715" y="102491"/>
                </a:lnTo>
                <a:lnTo>
                  <a:pt x="428674" y="95960"/>
                </a:lnTo>
                <a:lnTo>
                  <a:pt x="395017" y="117626"/>
                </a:lnTo>
                <a:lnTo>
                  <a:pt x="358294" y="114598"/>
                </a:lnTo>
                <a:lnTo>
                  <a:pt x="349504" y="125525"/>
                </a:lnTo>
                <a:lnTo>
                  <a:pt x="338895" y="123007"/>
                </a:lnTo>
                <a:lnTo>
                  <a:pt x="332997" y="137039"/>
                </a:lnTo>
                <a:lnTo>
                  <a:pt x="371035" y="156987"/>
                </a:lnTo>
                <a:lnTo>
                  <a:pt x="358932" y="169641"/>
                </a:lnTo>
                <a:lnTo>
                  <a:pt x="338165" y="170571"/>
                </a:lnTo>
                <a:lnTo>
                  <a:pt x="332176" y="186346"/>
                </a:lnTo>
                <a:lnTo>
                  <a:pt x="310579" y="176422"/>
                </a:lnTo>
                <a:lnTo>
                  <a:pt x="301204" y="187219"/>
                </a:lnTo>
                <a:lnTo>
                  <a:pt x="296659" y="181825"/>
                </a:lnTo>
                <a:lnTo>
                  <a:pt x="292945" y="191954"/>
                </a:lnTo>
                <a:lnTo>
                  <a:pt x="312364" y="196998"/>
                </a:lnTo>
                <a:lnTo>
                  <a:pt x="309783" y="210211"/>
                </a:lnTo>
                <a:lnTo>
                  <a:pt x="294331" y="205873"/>
                </a:lnTo>
                <a:lnTo>
                  <a:pt x="279353" y="185990"/>
                </a:lnTo>
                <a:lnTo>
                  <a:pt x="264775" y="197316"/>
                </a:lnTo>
                <a:lnTo>
                  <a:pt x="269108" y="207256"/>
                </a:lnTo>
                <a:lnTo>
                  <a:pt x="260354" y="221135"/>
                </a:lnTo>
                <a:lnTo>
                  <a:pt x="244961" y="213479"/>
                </a:lnTo>
                <a:lnTo>
                  <a:pt x="202860" y="227955"/>
                </a:lnTo>
                <a:lnTo>
                  <a:pt x="199580" y="257651"/>
                </a:lnTo>
                <a:lnTo>
                  <a:pt x="182726" y="256527"/>
                </a:lnTo>
                <a:lnTo>
                  <a:pt x="164488" y="275751"/>
                </a:lnTo>
                <a:lnTo>
                  <a:pt x="133749" y="271042"/>
                </a:lnTo>
                <a:lnTo>
                  <a:pt x="111452" y="291976"/>
                </a:lnTo>
                <a:lnTo>
                  <a:pt x="39393" y="280718"/>
                </a:lnTo>
                <a:lnTo>
                  <a:pt x="21876" y="289990"/>
                </a:lnTo>
                <a:lnTo>
                  <a:pt x="29624" y="306928"/>
                </a:lnTo>
                <a:lnTo>
                  <a:pt x="17017" y="321638"/>
                </a:lnTo>
                <a:lnTo>
                  <a:pt x="32901" y="350322"/>
                </a:lnTo>
                <a:lnTo>
                  <a:pt x="25844" y="364824"/>
                </a:lnTo>
                <a:lnTo>
                  <a:pt x="953" y="358478"/>
                </a:lnTo>
                <a:lnTo>
                  <a:pt x="8518" y="370824"/>
                </a:lnTo>
                <a:lnTo>
                  <a:pt x="0" y="400272"/>
                </a:lnTo>
                <a:lnTo>
                  <a:pt x="17081" y="410520"/>
                </a:lnTo>
                <a:lnTo>
                  <a:pt x="9755" y="418385"/>
                </a:lnTo>
                <a:lnTo>
                  <a:pt x="14251" y="431644"/>
                </a:lnTo>
                <a:lnTo>
                  <a:pt x="42460" y="423265"/>
                </a:lnTo>
                <a:lnTo>
                  <a:pt x="51092" y="435660"/>
                </a:lnTo>
                <a:lnTo>
                  <a:pt x="52219" y="423471"/>
                </a:lnTo>
                <a:lnTo>
                  <a:pt x="61225" y="436927"/>
                </a:lnTo>
                <a:lnTo>
                  <a:pt x="47764" y="441604"/>
                </a:lnTo>
                <a:lnTo>
                  <a:pt x="51592" y="462925"/>
                </a:lnTo>
                <a:lnTo>
                  <a:pt x="45363" y="450476"/>
                </a:lnTo>
                <a:lnTo>
                  <a:pt x="31279" y="453006"/>
                </a:lnTo>
                <a:lnTo>
                  <a:pt x="21030" y="437604"/>
                </a:lnTo>
                <a:lnTo>
                  <a:pt x="10545" y="438383"/>
                </a:lnTo>
                <a:lnTo>
                  <a:pt x="22522" y="458950"/>
                </a:lnTo>
                <a:lnTo>
                  <a:pt x="18876" y="475243"/>
                </a:lnTo>
                <a:lnTo>
                  <a:pt x="33219" y="473992"/>
                </a:lnTo>
                <a:lnTo>
                  <a:pt x="34168" y="459673"/>
                </a:lnTo>
                <a:lnTo>
                  <a:pt x="54342" y="466866"/>
                </a:lnTo>
                <a:lnTo>
                  <a:pt x="56199" y="480990"/>
                </a:lnTo>
                <a:lnTo>
                  <a:pt x="77530" y="475829"/>
                </a:lnTo>
                <a:lnTo>
                  <a:pt x="86422" y="457959"/>
                </a:lnTo>
                <a:lnTo>
                  <a:pt x="99524" y="457014"/>
                </a:lnTo>
                <a:lnTo>
                  <a:pt x="96712" y="468258"/>
                </a:lnTo>
                <a:lnTo>
                  <a:pt x="109883" y="465140"/>
                </a:lnTo>
                <a:lnTo>
                  <a:pt x="107631" y="484430"/>
                </a:lnTo>
                <a:lnTo>
                  <a:pt x="133223" y="489271"/>
                </a:lnTo>
                <a:lnTo>
                  <a:pt x="131242" y="511728"/>
                </a:lnTo>
                <a:lnTo>
                  <a:pt x="148355" y="516233"/>
                </a:lnTo>
                <a:lnTo>
                  <a:pt x="134011" y="545662"/>
                </a:lnTo>
                <a:lnTo>
                  <a:pt x="138375" y="552550"/>
                </a:lnTo>
                <a:lnTo>
                  <a:pt x="129365" y="546151"/>
                </a:lnTo>
                <a:lnTo>
                  <a:pt x="116902" y="567909"/>
                </a:lnTo>
                <a:lnTo>
                  <a:pt x="138391" y="573851"/>
                </a:lnTo>
                <a:lnTo>
                  <a:pt x="158707" y="534833"/>
                </a:lnTo>
                <a:lnTo>
                  <a:pt x="195227" y="539081"/>
                </a:lnTo>
                <a:lnTo>
                  <a:pt x="201073" y="525869"/>
                </a:lnTo>
                <a:lnTo>
                  <a:pt x="217639" y="524348"/>
                </a:lnTo>
                <a:lnTo>
                  <a:pt x="217396" y="509998"/>
                </a:lnTo>
                <a:lnTo>
                  <a:pt x="243805" y="522657"/>
                </a:lnTo>
                <a:lnTo>
                  <a:pt x="263334" y="493273"/>
                </a:lnTo>
                <a:lnTo>
                  <a:pt x="283042" y="499562"/>
                </a:lnTo>
                <a:lnTo>
                  <a:pt x="285198" y="4913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runāchal Pradesh"/>
          <p:cNvSpPr/>
          <p:nvPr/>
        </p:nvSpPr>
        <p:spPr>
          <a:xfrm>
            <a:off x="5676534" y="4344346"/>
            <a:ext cx="477471" cy="243730"/>
          </a:xfrm>
          <a:custGeom>
            <a:avLst/>
            <a:gdLst/>
            <a:ahLst/>
            <a:cxnLst/>
            <a:rect l="l" t="t" r="r" b="b"/>
            <a:pathLst>
              <a:path w="477471" h="243730">
                <a:moveTo>
                  <a:pt x="300195" y="243730"/>
                </a:moveTo>
                <a:lnTo>
                  <a:pt x="316206" y="242188"/>
                </a:lnTo>
                <a:lnTo>
                  <a:pt x="381171" y="191400"/>
                </a:lnTo>
                <a:lnTo>
                  <a:pt x="419892" y="183199"/>
                </a:lnTo>
                <a:lnTo>
                  <a:pt x="433732" y="200015"/>
                </a:lnTo>
                <a:lnTo>
                  <a:pt x="457461" y="204008"/>
                </a:lnTo>
                <a:lnTo>
                  <a:pt x="435001" y="162699"/>
                </a:lnTo>
                <a:lnTo>
                  <a:pt x="464544" y="136803"/>
                </a:lnTo>
                <a:lnTo>
                  <a:pt x="475322" y="137994"/>
                </a:lnTo>
                <a:lnTo>
                  <a:pt x="477471" y="126762"/>
                </a:lnTo>
                <a:lnTo>
                  <a:pt x="468746" y="122069"/>
                </a:lnTo>
                <a:lnTo>
                  <a:pt x="476318" y="111231"/>
                </a:lnTo>
                <a:lnTo>
                  <a:pt x="416519" y="87725"/>
                </a:lnTo>
                <a:lnTo>
                  <a:pt x="394932" y="98343"/>
                </a:lnTo>
                <a:lnTo>
                  <a:pt x="383914" y="92258"/>
                </a:lnTo>
                <a:lnTo>
                  <a:pt x="412633" y="60190"/>
                </a:lnTo>
                <a:lnTo>
                  <a:pt x="405313" y="33711"/>
                </a:lnTo>
                <a:lnTo>
                  <a:pt x="376109" y="48907"/>
                </a:lnTo>
                <a:lnTo>
                  <a:pt x="371915" y="33795"/>
                </a:lnTo>
                <a:lnTo>
                  <a:pt x="394586" y="18093"/>
                </a:lnTo>
                <a:lnTo>
                  <a:pt x="382444" y="19953"/>
                </a:lnTo>
                <a:lnTo>
                  <a:pt x="369780" y="0"/>
                </a:lnTo>
                <a:lnTo>
                  <a:pt x="330009" y="17512"/>
                </a:lnTo>
                <a:lnTo>
                  <a:pt x="317658" y="37361"/>
                </a:lnTo>
                <a:lnTo>
                  <a:pt x="264869" y="25978"/>
                </a:lnTo>
                <a:lnTo>
                  <a:pt x="251098" y="9783"/>
                </a:lnTo>
                <a:lnTo>
                  <a:pt x="217415" y="33006"/>
                </a:lnTo>
                <a:lnTo>
                  <a:pt x="193867" y="69224"/>
                </a:lnTo>
                <a:lnTo>
                  <a:pt x="145945" y="71959"/>
                </a:lnTo>
                <a:lnTo>
                  <a:pt x="136300" y="98876"/>
                </a:lnTo>
                <a:lnTo>
                  <a:pt x="93003" y="117106"/>
                </a:lnTo>
                <a:lnTo>
                  <a:pt x="97248" y="129089"/>
                </a:lnTo>
                <a:lnTo>
                  <a:pt x="82682" y="143866"/>
                </a:lnTo>
                <a:lnTo>
                  <a:pt x="54202" y="140512"/>
                </a:lnTo>
                <a:lnTo>
                  <a:pt x="30465" y="153131"/>
                </a:lnTo>
                <a:lnTo>
                  <a:pt x="0" y="140783"/>
                </a:lnTo>
                <a:lnTo>
                  <a:pt x="8364" y="173344"/>
                </a:lnTo>
                <a:lnTo>
                  <a:pt x="38562" y="173802"/>
                </a:lnTo>
                <a:lnTo>
                  <a:pt x="46818" y="190681"/>
                </a:lnTo>
                <a:lnTo>
                  <a:pt x="39240" y="209024"/>
                </a:lnTo>
                <a:lnTo>
                  <a:pt x="52776" y="225512"/>
                </a:lnTo>
                <a:lnTo>
                  <a:pt x="91663" y="213079"/>
                </a:lnTo>
                <a:lnTo>
                  <a:pt x="120106" y="223454"/>
                </a:lnTo>
                <a:lnTo>
                  <a:pt x="172066" y="218756"/>
                </a:lnTo>
                <a:lnTo>
                  <a:pt x="221574" y="170152"/>
                </a:lnTo>
                <a:lnTo>
                  <a:pt x="219076" y="160338"/>
                </a:lnTo>
                <a:lnTo>
                  <a:pt x="237325" y="167133"/>
                </a:lnTo>
                <a:lnTo>
                  <a:pt x="330421" y="132088"/>
                </a:lnTo>
                <a:lnTo>
                  <a:pt x="360217" y="131377"/>
                </a:lnTo>
                <a:lnTo>
                  <a:pt x="342386" y="152595"/>
                </a:lnTo>
                <a:lnTo>
                  <a:pt x="349895" y="178862"/>
                </a:lnTo>
                <a:lnTo>
                  <a:pt x="363999" y="183835"/>
                </a:lnTo>
                <a:lnTo>
                  <a:pt x="353797" y="193455"/>
                </a:lnTo>
                <a:lnTo>
                  <a:pt x="322596" y="192862"/>
                </a:lnTo>
                <a:lnTo>
                  <a:pt x="318045" y="204498"/>
                </a:lnTo>
                <a:lnTo>
                  <a:pt x="297154" y="212611"/>
                </a:lnTo>
                <a:lnTo>
                  <a:pt x="300195" y="24373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ssam"/>
          <p:cNvSpPr/>
          <p:nvPr/>
        </p:nvSpPr>
        <p:spPr>
          <a:xfrm>
            <a:off x="5526101" y="4475747"/>
            <a:ext cx="514432" cy="335751"/>
          </a:xfrm>
          <a:custGeom>
            <a:avLst/>
            <a:gdLst/>
            <a:ahLst/>
            <a:cxnLst/>
            <a:rect l="l" t="t" r="r" b="b"/>
            <a:pathLst>
              <a:path w="514432" h="335751">
                <a:moveTo>
                  <a:pt x="447431" y="81716"/>
                </a:moveTo>
                <a:lnTo>
                  <a:pt x="468478" y="73097"/>
                </a:lnTo>
                <a:lnTo>
                  <a:pt x="473029" y="61461"/>
                </a:lnTo>
                <a:lnTo>
                  <a:pt x="504230" y="62054"/>
                </a:lnTo>
                <a:lnTo>
                  <a:pt x="514432" y="52434"/>
                </a:lnTo>
                <a:lnTo>
                  <a:pt x="500328" y="47461"/>
                </a:lnTo>
                <a:lnTo>
                  <a:pt x="492819" y="21194"/>
                </a:lnTo>
                <a:lnTo>
                  <a:pt x="510687" y="0"/>
                </a:lnTo>
                <a:lnTo>
                  <a:pt x="480854" y="687"/>
                </a:lnTo>
                <a:lnTo>
                  <a:pt x="387758" y="35732"/>
                </a:lnTo>
                <a:lnTo>
                  <a:pt x="369509" y="28937"/>
                </a:lnTo>
                <a:lnTo>
                  <a:pt x="372007" y="38751"/>
                </a:lnTo>
                <a:lnTo>
                  <a:pt x="316520" y="88802"/>
                </a:lnTo>
                <a:lnTo>
                  <a:pt x="270539" y="92053"/>
                </a:lnTo>
                <a:lnTo>
                  <a:pt x="242096" y="81678"/>
                </a:lnTo>
                <a:lnTo>
                  <a:pt x="191930" y="97919"/>
                </a:lnTo>
                <a:lnTo>
                  <a:pt x="178596" y="91587"/>
                </a:lnTo>
                <a:lnTo>
                  <a:pt x="162128" y="101417"/>
                </a:lnTo>
                <a:lnTo>
                  <a:pt x="82910" y="104783"/>
                </a:lnTo>
                <a:lnTo>
                  <a:pt x="53491" y="93168"/>
                </a:lnTo>
                <a:lnTo>
                  <a:pt x="13042" y="107729"/>
                </a:lnTo>
                <a:lnTo>
                  <a:pt x="12842" y="138497"/>
                </a:lnTo>
                <a:lnTo>
                  <a:pt x="0" y="155476"/>
                </a:lnTo>
                <a:lnTo>
                  <a:pt x="15357" y="177029"/>
                </a:lnTo>
                <a:lnTo>
                  <a:pt x="12420" y="219016"/>
                </a:lnTo>
                <a:lnTo>
                  <a:pt x="26180" y="206651"/>
                </a:lnTo>
                <a:lnTo>
                  <a:pt x="15962" y="194587"/>
                </a:lnTo>
                <a:lnTo>
                  <a:pt x="36832" y="175130"/>
                </a:lnTo>
                <a:lnTo>
                  <a:pt x="101661" y="176762"/>
                </a:lnTo>
                <a:lnTo>
                  <a:pt x="106430" y="187969"/>
                </a:lnTo>
                <a:lnTo>
                  <a:pt x="121883" y="184370"/>
                </a:lnTo>
                <a:lnTo>
                  <a:pt x="124050" y="196552"/>
                </a:lnTo>
                <a:lnTo>
                  <a:pt x="149122" y="183504"/>
                </a:lnTo>
                <a:lnTo>
                  <a:pt x="153145" y="169289"/>
                </a:lnTo>
                <a:lnTo>
                  <a:pt x="160533" y="180618"/>
                </a:lnTo>
                <a:lnTo>
                  <a:pt x="173136" y="161729"/>
                </a:lnTo>
                <a:lnTo>
                  <a:pt x="180754" y="172397"/>
                </a:lnTo>
                <a:lnTo>
                  <a:pt x="209728" y="166446"/>
                </a:lnTo>
                <a:lnTo>
                  <a:pt x="199759" y="177093"/>
                </a:lnTo>
                <a:lnTo>
                  <a:pt x="205712" y="180177"/>
                </a:lnTo>
                <a:lnTo>
                  <a:pt x="200061" y="200973"/>
                </a:lnTo>
                <a:lnTo>
                  <a:pt x="218612" y="193748"/>
                </a:lnTo>
                <a:lnTo>
                  <a:pt x="240508" y="208103"/>
                </a:lnTo>
                <a:lnTo>
                  <a:pt x="233318" y="219111"/>
                </a:lnTo>
                <a:lnTo>
                  <a:pt x="252713" y="240988"/>
                </a:lnTo>
                <a:lnTo>
                  <a:pt x="226476" y="250454"/>
                </a:lnTo>
                <a:lnTo>
                  <a:pt x="227069" y="271252"/>
                </a:lnTo>
                <a:lnTo>
                  <a:pt x="206376" y="268687"/>
                </a:lnTo>
                <a:lnTo>
                  <a:pt x="211443" y="283084"/>
                </a:lnTo>
                <a:lnTo>
                  <a:pt x="203010" y="326371"/>
                </a:lnTo>
                <a:lnTo>
                  <a:pt x="221746" y="325345"/>
                </a:lnTo>
                <a:lnTo>
                  <a:pt x="225242" y="335751"/>
                </a:lnTo>
                <a:lnTo>
                  <a:pt x="249463" y="301979"/>
                </a:lnTo>
                <a:lnTo>
                  <a:pt x="254884" y="314926"/>
                </a:lnTo>
                <a:lnTo>
                  <a:pt x="272147" y="311467"/>
                </a:lnTo>
                <a:lnTo>
                  <a:pt x="277666" y="276501"/>
                </a:lnTo>
                <a:lnTo>
                  <a:pt x="307061" y="233188"/>
                </a:lnTo>
                <a:lnTo>
                  <a:pt x="295353" y="212052"/>
                </a:lnTo>
                <a:lnTo>
                  <a:pt x="331073" y="174861"/>
                </a:lnTo>
                <a:lnTo>
                  <a:pt x="333517" y="188973"/>
                </a:lnTo>
                <a:lnTo>
                  <a:pt x="348433" y="179514"/>
                </a:lnTo>
                <a:lnTo>
                  <a:pt x="350255" y="157090"/>
                </a:lnTo>
                <a:lnTo>
                  <a:pt x="371036" y="124714"/>
                </a:lnTo>
                <a:lnTo>
                  <a:pt x="375941" y="131989"/>
                </a:lnTo>
                <a:lnTo>
                  <a:pt x="387639" y="114148"/>
                </a:lnTo>
                <a:lnTo>
                  <a:pt x="447431" y="8171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Bihār"/>
          <p:cNvSpPr/>
          <p:nvPr/>
        </p:nvSpPr>
        <p:spPr>
          <a:xfrm>
            <a:off x="5006840" y="4514721"/>
            <a:ext cx="405380" cy="283618"/>
          </a:xfrm>
          <a:custGeom>
            <a:avLst/>
            <a:gdLst/>
            <a:ahLst/>
            <a:cxnLst/>
            <a:rect l="l" t="t" r="r" b="b"/>
            <a:pathLst>
              <a:path w="405380" h="283618">
                <a:moveTo>
                  <a:pt x="14902" y="262636"/>
                </a:moveTo>
                <a:lnTo>
                  <a:pt x="44975" y="262042"/>
                </a:lnTo>
                <a:lnTo>
                  <a:pt x="56019" y="252337"/>
                </a:lnTo>
                <a:lnTo>
                  <a:pt x="64159" y="266843"/>
                </a:lnTo>
                <a:lnTo>
                  <a:pt x="79536" y="259561"/>
                </a:lnTo>
                <a:lnTo>
                  <a:pt x="95736" y="283618"/>
                </a:lnTo>
                <a:lnTo>
                  <a:pt x="120645" y="262180"/>
                </a:lnTo>
                <a:lnTo>
                  <a:pt x="128926" y="276081"/>
                </a:lnTo>
                <a:lnTo>
                  <a:pt x="143994" y="276066"/>
                </a:lnTo>
                <a:lnTo>
                  <a:pt x="166937" y="260019"/>
                </a:lnTo>
                <a:lnTo>
                  <a:pt x="191130" y="257937"/>
                </a:lnTo>
                <a:lnTo>
                  <a:pt x="196722" y="236719"/>
                </a:lnTo>
                <a:lnTo>
                  <a:pt x="222660" y="240321"/>
                </a:lnTo>
                <a:lnTo>
                  <a:pt x="254367" y="276469"/>
                </a:lnTo>
                <a:lnTo>
                  <a:pt x="267282" y="255377"/>
                </a:lnTo>
                <a:lnTo>
                  <a:pt x="292766" y="260906"/>
                </a:lnTo>
                <a:lnTo>
                  <a:pt x="294668" y="251481"/>
                </a:lnTo>
                <a:lnTo>
                  <a:pt x="303726" y="255342"/>
                </a:lnTo>
                <a:lnTo>
                  <a:pt x="311435" y="219296"/>
                </a:lnTo>
                <a:lnTo>
                  <a:pt x="326232" y="201368"/>
                </a:lnTo>
                <a:lnTo>
                  <a:pt x="338491" y="203933"/>
                </a:lnTo>
                <a:lnTo>
                  <a:pt x="347114" y="190328"/>
                </a:lnTo>
                <a:lnTo>
                  <a:pt x="366201" y="199760"/>
                </a:lnTo>
                <a:lnTo>
                  <a:pt x="363642" y="181567"/>
                </a:lnTo>
                <a:lnTo>
                  <a:pt x="375042" y="173691"/>
                </a:lnTo>
                <a:lnTo>
                  <a:pt x="386938" y="178549"/>
                </a:lnTo>
                <a:lnTo>
                  <a:pt x="385024" y="159369"/>
                </a:lnTo>
                <a:lnTo>
                  <a:pt x="365575" y="139563"/>
                </a:lnTo>
                <a:lnTo>
                  <a:pt x="405380" y="102635"/>
                </a:lnTo>
                <a:lnTo>
                  <a:pt x="399929" y="83132"/>
                </a:lnTo>
                <a:lnTo>
                  <a:pt x="388964" y="85196"/>
                </a:lnTo>
                <a:lnTo>
                  <a:pt x="382544" y="101317"/>
                </a:lnTo>
                <a:lnTo>
                  <a:pt x="371893" y="90521"/>
                </a:lnTo>
                <a:lnTo>
                  <a:pt x="327268" y="102727"/>
                </a:lnTo>
                <a:lnTo>
                  <a:pt x="306988" y="93685"/>
                </a:lnTo>
                <a:lnTo>
                  <a:pt x="305328" y="81773"/>
                </a:lnTo>
                <a:lnTo>
                  <a:pt x="277602" y="96170"/>
                </a:lnTo>
                <a:lnTo>
                  <a:pt x="245254" y="78882"/>
                </a:lnTo>
                <a:lnTo>
                  <a:pt x="220379" y="74775"/>
                </a:lnTo>
                <a:lnTo>
                  <a:pt x="205941" y="83359"/>
                </a:lnTo>
                <a:lnTo>
                  <a:pt x="188460" y="56689"/>
                </a:lnTo>
                <a:lnTo>
                  <a:pt x="154000" y="66736"/>
                </a:lnTo>
                <a:lnTo>
                  <a:pt x="152260" y="56880"/>
                </a:lnTo>
                <a:lnTo>
                  <a:pt x="107708" y="41413"/>
                </a:lnTo>
                <a:lnTo>
                  <a:pt x="105826" y="15717"/>
                </a:lnTo>
                <a:lnTo>
                  <a:pt x="79284" y="11932"/>
                </a:lnTo>
                <a:lnTo>
                  <a:pt x="67294" y="0"/>
                </a:lnTo>
                <a:lnTo>
                  <a:pt x="42973" y="6105"/>
                </a:lnTo>
                <a:lnTo>
                  <a:pt x="60248" y="55303"/>
                </a:lnTo>
                <a:lnTo>
                  <a:pt x="76025" y="58074"/>
                </a:lnTo>
                <a:lnTo>
                  <a:pt x="74935" y="68414"/>
                </a:lnTo>
                <a:lnTo>
                  <a:pt x="89525" y="78230"/>
                </a:lnTo>
                <a:lnTo>
                  <a:pt x="62384" y="77153"/>
                </a:lnTo>
                <a:lnTo>
                  <a:pt x="47859" y="87689"/>
                </a:lnTo>
                <a:lnTo>
                  <a:pt x="69744" y="100713"/>
                </a:lnTo>
                <a:lnTo>
                  <a:pt x="68877" y="112085"/>
                </a:lnTo>
                <a:lnTo>
                  <a:pt x="56109" y="117844"/>
                </a:lnTo>
                <a:lnTo>
                  <a:pt x="107008" y="157113"/>
                </a:lnTo>
                <a:lnTo>
                  <a:pt x="63843" y="157723"/>
                </a:lnTo>
                <a:lnTo>
                  <a:pt x="42833" y="182876"/>
                </a:lnTo>
                <a:lnTo>
                  <a:pt x="3015" y="203469"/>
                </a:lnTo>
                <a:lnTo>
                  <a:pt x="0" y="219476"/>
                </a:lnTo>
                <a:lnTo>
                  <a:pt x="18541" y="254049"/>
                </a:lnTo>
                <a:lnTo>
                  <a:pt x="14902" y="2626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ndīgarh"/>
          <p:cNvSpPr/>
          <p:nvPr/>
        </p:nvSpPr>
        <p:spPr>
          <a:xfrm>
            <a:off x="4468308" y="4230746"/>
            <a:ext cx="10803" cy="7732"/>
          </a:xfrm>
          <a:custGeom>
            <a:avLst/>
            <a:gdLst/>
            <a:ahLst/>
            <a:cxnLst/>
            <a:rect l="l" t="t" r="r" b="b"/>
            <a:pathLst>
              <a:path w="10803" h="7732">
                <a:moveTo>
                  <a:pt x="10803" y="0"/>
                </a:moveTo>
                <a:lnTo>
                  <a:pt x="0" y="1014"/>
                </a:lnTo>
                <a:lnTo>
                  <a:pt x="8032" y="7732"/>
                </a:lnTo>
                <a:lnTo>
                  <a:pt x="10803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hattīsgarh"/>
          <p:cNvSpPr/>
          <p:nvPr/>
        </p:nvSpPr>
        <p:spPr>
          <a:xfrm>
            <a:off x="4758756" y="4814160"/>
            <a:ext cx="335674" cy="553830"/>
          </a:xfrm>
          <a:custGeom>
            <a:avLst/>
            <a:gdLst/>
            <a:ahLst/>
            <a:cxnLst/>
            <a:rect l="l" t="t" r="r" b="b"/>
            <a:pathLst>
              <a:path w="335674" h="553830">
                <a:moveTo>
                  <a:pt x="0" y="472369"/>
                </a:moveTo>
                <a:lnTo>
                  <a:pt x="37607" y="499584"/>
                </a:lnTo>
                <a:lnTo>
                  <a:pt x="38429" y="520866"/>
                </a:lnTo>
                <a:lnTo>
                  <a:pt x="57487" y="520124"/>
                </a:lnTo>
                <a:lnTo>
                  <a:pt x="59872" y="553527"/>
                </a:lnTo>
                <a:lnTo>
                  <a:pt x="91216" y="553830"/>
                </a:lnTo>
                <a:lnTo>
                  <a:pt x="101971" y="513162"/>
                </a:lnTo>
                <a:lnTo>
                  <a:pt x="120274" y="504781"/>
                </a:lnTo>
                <a:lnTo>
                  <a:pt x="137642" y="483998"/>
                </a:lnTo>
                <a:lnTo>
                  <a:pt x="131954" y="478117"/>
                </a:lnTo>
                <a:lnTo>
                  <a:pt x="160633" y="455157"/>
                </a:lnTo>
                <a:lnTo>
                  <a:pt x="156025" y="410543"/>
                </a:lnTo>
                <a:lnTo>
                  <a:pt x="142968" y="403511"/>
                </a:lnTo>
                <a:lnTo>
                  <a:pt x="145939" y="378678"/>
                </a:lnTo>
                <a:lnTo>
                  <a:pt x="128648" y="367462"/>
                </a:lnTo>
                <a:lnTo>
                  <a:pt x="130094" y="356432"/>
                </a:lnTo>
                <a:lnTo>
                  <a:pt x="159936" y="360003"/>
                </a:lnTo>
                <a:lnTo>
                  <a:pt x="168715" y="374714"/>
                </a:lnTo>
                <a:lnTo>
                  <a:pt x="176910" y="368189"/>
                </a:lnTo>
                <a:lnTo>
                  <a:pt x="189727" y="371980"/>
                </a:lnTo>
                <a:lnTo>
                  <a:pt x="188781" y="379976"/>
                </a:lnTo>
                <a:lnTo>
                  <a:pt x="198186" y="374784"/>
                </a:lnTo>
                <a:lnTo>
                  <a:pt x="198843" y="360771"/>
                </a:lnTo>
                <a:lnTo>
                  <a:pt x="173103" y="355342"/>
                </a:lnTo>
                <a:lnTo>
                  <a:pt x="169164" y="282254"/>
                </a:lnTo>
                <a:lnTo>
                  <a:pt x="178491" y="287672"/>
                </a:lnTo>
                <a:lnTo>
                  <a:pt x="192744" y="258979"/>
                </a:lnTo>
                <a:lnTo>
                  <a:pt x="232707" y="263279"/>
                </a:lnTo>
                <a:lnTo>
                  <a:pt x="243900" y="239345"/>
                </a:lnTo>
                <a:lnTo>
                  <a:pt x="255090" y="241742"/>
                </a:lnTo>
                <a:lnTo>
                  <a:pt x="249530" y="228506"/>
                </a:lnTo>
                <a:lnTo>
                  <a:pt x="270120" y="197864"/>
                </a:lnTo>
                <a:lnTo>
                  <a:pt x="267967" y="175511"/>
                </a:lnTo>
                <a:lnTo>
                  <a:pt x="304273" y="152205"/>
                </a:lnTo>
                <a:lnTo>
                  <a:pt x="304194" y="134517"/>
                </a:lnTo>
                <a:lnTo>
                  <a:pt x="321355" y="126254"/>
                </a:lnTo>
                <a:lnTo>
                  <a:pt x="335674" y="103556"/>
                </a:lnTo>
                <a:lnTo>
                  <a:pt x="315591" y="100089"/>
                </a:lnTo>
                <a:lnTo>
                  <a:pt x="306027" y="83356"/>
                </a:lnTo>
                <a:lnTo>
                  <a:pt x="309503" y="67798"/>
                </a:lnTo>
                <a:lnTo>
                  <a:pt x="300441" y="63935"/>
                </a:lnTo>
                <a:lnTo>
                  <a:pt x="304771" y="41384"/>
                </a:lnTo>
                <a:lnTo>
                  <a:pt x="284899" y="43444"/>
                </a:lnTo>
                <a:lnTo>
                  <a:pt x="257268" y="1820"/>
                </a:lnTo>
                <a:lnTo>
                  <a:pt x="248184" y="0"/>
                </a:lnTo>
                <a:lnTo>
                  <a:pt x="233532" y="19402"/>
                </a:lnTo>
                <a:lnTo>
                  <a:pt x="205869" y="12666"/>
                </a:lnTo>
                <a:lnTo>
                  <a:pt x="183298" y="28278"/>
                </a:lnTo>
                <a:lnTo>
                  <a:pt x="108724" y="17879"/>
                </a:lnTo>
                <a:lnTo>
                  <a:pt x="115847" y="33757"/>
                </a:lnTo>
                <a:lnTo>
                  <a:pt x="106141" y="45689"/>
                </a:lnTo>
                <a:lnTo>
                  <a:pt x="110241" y="54755"/>
                </a:lnTo>
                <a:lnTo>
                  <a:pt x="134357" y="50312"/>
                </a:lnTo>
                <a:lnTo>
                  <a:pt x="156393" y="68635"/>
                </a:lnTo>
                <a:lnTo>
                  <a:pt x="153739" y="84494"/>
                </a:lnTo>
                <a:lnTo>
                  <a:pt x="135901" y="90124"/>
                </a:lnTo>
                <a:lnTo>
                  <a:pt x="109825" y="137593"/>
                </a:lnTo>
                <a:lnTo>
                  <a:pt x="68243" y="146407"/>
                </a:lnTo>
                <a:lnTo>
                  <a:pt x="59698" y="179259"/>
                </a:lnTo>
                <a:lnTo>
                  <a:pt x="51698" y="175190"/>
                </a:lnTo>
                <a:lnTo>
                  <a:pt x="36899" y="209932"/>
                </a:lnTo>
                <a:lnTo>
                  <a:pt x="33110" y="246343"/>
                </a:lnTo>
                <a:lnTo>
                  <a:pt x="15564" y="257242"/>
                </a:lnTo>
                <a:lnTo>
                  <a:pt x="12325" y="271821"/>
                </a:lnTo>
                <a:lnTo>
                  <a:pt x="22240" y="278270"/>
                </a:lnTo>
                <a:lnTo>
                  <a:pt x="25625" y="300237"/>
                </a:lnTo>
                <a:lnTo>
                  <a:pt x="16944" y="306046"/>
                </a:lnTo>
                <a:lnTo>
                  <a:pt x="29224" y="307797"/>
                </a:lnTo>
                <a:lnTo>
                  <a:pt x="28776" y="331132"/>
                </a:lnTo>
                <a:lnTo>
                  <a:pt x="9963" y="338822"/>
                </a:lnTo>
                <a:lnTo>
                  <a:pt x="23115" y="354014"/>
                </a:lnTo>
                <a:lnTo>
                  <a:pt x="10489" y="378199"/>
                </a:lnTo>
                <a:lnTo>
                  <a:pt x="22259" y="376255"/>
                </a:lnTo>
                <a:lnTo>
                  <a:pt x="50919" y="405782"/>
                </a:lnTo>
                <a:lnTo>
                  <a:pt x="39415" y="422650"/>
                </a:lnTo>
                <a:lnTo>
                  <a:pt x="24449" y="412758"/>
                </a:lnTo>
                <a:lnTo>
                  <a:pt x="9848" y="426576"/>
                </a:lnTo>
                <a:lnTo>
                  <a:pt x="0" y="47236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elhi"/>
          <p:cNvSpPr/>
          <p:nvPr/>
        </p:nvSpPr>
        <p:spPr>
          <a:xfrm>
            <a:off x="4482861" y="4397181"/>
            <a:ext cx="36057" cy="39766"/>
          </a:xfrm>
          <a:custGeom>
            <a:avLst/>
            <a:gdLst/>
            <a:ahLst/>
            <a:cxnLst/>
            <a:rect l="l" t="t" r="r" b="b"/>
            <a:pathLst>
              <a:path w="36057" h="39766">
                <a:moveTo>
                  <a:pt x="26534" y="0"/>
                </a:moveTo>
                <a:lnTo>
                  <a:pt x="5445" y="3472"/>
                </a:lnTo>
                <a:lnTo>
                  <a:pt x="0" y="31337"/>
                </a:lnTo>
                <a:lnTo>
                  <a:pt x="17105" y="30169"/>
                </a:lnTo>
                <a:lnTo>
                  <a:pt x="23648" y="39766"/>
                </a:lnTo>
                <a:lnTo>
                  <a:pt x="36057" y="32270"/>
                </a:lnTo>
                <a:lnTo>
                  <a:pt x="2653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ādra and Nagar Haveli and Damān and Diu"/>
          <p:cNvSpPr/>
          <p:nvPr/>
        </p:nvSpPr>
        <p:spPr>
          <a:xfrm>
            <a:off x="4159525" y="5142849"/>
            <a:ext cx="24297" cy="25734"/>
          </a:xfrm>
          <a:custGeom>
            <a:avLst/>
            <a:gdLst/>
            <a:ahLst/>
            <a:cxnLst/>
            <a:rect l="l" t="t" r="r" b="b"/>
            <a:pathLst>
              <a:path w="24297" h="25734">
                <a:moveTo>
                  <a:pt x="24297" y="21051"/>
                </a:moveTo>
                <a:lnTo>
                  <a:pt x="20868" y="13355"/>
                </a:lnTo>
                <a:lnTo>
                  <a:pt x="12072" y="17422"/>
                </a:lnTo>
                <a:lnTo>
                  <a:pt x="20755" y="6307"/>
                </a:lnTo>
                <a:lnTo>
                  <a:pt x="15026" y="0"/>
                </a:lnTo>
                <a:lnTo>
                  <a:pt x="0" y="7449"/>
                </a:lnTo>
                <a:lnTo>
                  <a:pt x="10373" y="25734"/>
                </a:lnTo>
                <a:lnTo>
                  <a:pt x="24297" y="2105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Goa"/>
          <p:cNvSpPr/>
          <p:nvPr/>
        </p:nvSpPr>
        <p:spPr>
          <a:xfrm>
            <a:off x="4221655" y="5542959"/>
            <a:ext cx="53821" cy="78404"/>
          </a:xfrm>
          <a:custGeom>
            <a:avLst/>
            <a:gdLst/>
            <a:ahLst/>
            <a:cxnLst/>
            <a:rect l="l" t="t" r="r" b="b"/>
            <a:pathLst>
              <a:path w="53821" h="78404">
                <a:moveTo>
                  <a:pt x="0" y="6470"/>
                </a:moveTo>
                <a:lnTo>
                  <a:pt x="9161" y="29683"/>
                </a:lnTo>
                <a:lnTo>
                  <a:pt x="21256" y="32114"/>
                </a:lnTo>
                <a:lnTo>
                  <a:pt x="8761" y="34157"/>
                </a:lnTo>
                <a:lnTo>
                  <a:pt x="17870" y="41153"/>
                </a:lnTo>
                <a:lnTo>
                  <a:pt x="19285" y="62788"/>
                </a:lnTo>
                <a:lnTo>
                  <a:pt x="31855" y="78404"/>
                </a:lnTo>
                <a:lnTo>
                  <a:pt x="46978" y="73886"/>
                </a:lnTo>
                <a:lnTo>
                  <a:pt x="46893" y="47576"/>
                </a:lnTo>
                <a:lnTo>
                  <a:pt x="53821" y="44383"/>
                </a:lnTo>
                <a:lnTo>
                  <a:pt x="46821" y="12590"/>
                </a:lnTo>
                <a:lnTo>
                  <a:pt x="25676" y="16609"/>
                </a:lnTo>
                <a:lnTo>
                  <a:pt x="14743" y="0"/>
                </a:lnTo>
                <a:lnTo>
                  <a:pt x="0" y="647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Gujarāt"/>
          <p:cNvSpPr/>
          <p:nvPr/>
        </p:nvSpPr>
        <p:spPr>
          <a:xfrm>
            <a:off x="3769337" y="4760986"/>
            <a:ext cx="517542" cy="401651"/>
          </a:xfrm>
          <a:custGeom>
            <a:avLst/>
            <a:gdLst/>
            <a:ahLst/>
            <a:cxnLst/>
            <a:rect l="l" t="t" r="r" b="b"/>
            <a:pathLst>
              <a:path w="517542" h="401651">
                <a:moveTo>
                  <a:pt x="394210" y="395166"/>
                </a:moveTo>
                <a:lnTo>
                  <a:pt x="390576" y="388803"/>
                </a:lnTo>
                <a:lnTo>
                  <a:pt x="405187" y="381859"/>
                </a:lnTo>
                <a:lnTo>
                  <a:pt x="410943" y="388170"/>
                </a:lnTo>
                <a:lnTo>
                  <a:pt x="402592" y="399569"/>
                </a:lnTo>
                <a:lnTo>
                  <a:pt x="431267" y="396082"/>
                </a:lnTo>
                <a:lnTo>
                  <a:pt x="433936" y="350518"/>
                </a:lnTo>
                <a:lnTo>
                  <a:pt x="457957" y="363925"/>
                </a:lnTo>
                <a:lnTo>
                  <a:pt x="474044" y="348344"/>
                </a:lnTo>
                <a:lnTo>
                  <a:pt x="470697" y="327299"/>
                </a:lnTo>
                <a:lnTo>
                  <a:pt x="444324" y="310764"/>
                </a:lnTo>
                <a:lnTo>
                  <a:pt x="463740" y="310474"/>
                </a:lnTo>
                <a:lnTo>
                  <a:pt x="473758" y="290207"/>
                </a:lnTo>
                <a:lnTo>
                  <a:pt x="504848" y="281995"/>
                </a:lnTo>
                <a:lnTo>
                  <a:pt x="466695" y="282048"/>
                </a:lnTo>
                <a:lnTo>
                  <a:pt x="462109" y="253377"/>
                </a:lnTo>
                <a:lnTo>
                  <a:pt x="490717" y="242508"/>
                </a:lnTo>
                <a:lnTo>
                  <a:pt x="484030" y="206877"/>
                </a:lnTo>
                <a:lnTo>
                  <a:pt x="502440" y="203418"/>
                </a:lnTo>
                <a:lnTo>
                  <a:pt x="481871" y="191059"/>
                </a:lnTo>
                <a:lnTo>
                  <a:pt x="509605" y="182297"/>
                </a:lnTo>
                <a:lnTo>
                  <a:pt x="517542" y="162914"/>
                </a:lnTo>
                <a:lnTo>
                  <a:pt x="487444" y="124460"/>
                </a:lnTo>
                <a:lnTo>
                  <a:pt x="448398" y="110874"/>
                </a:lnTo>
                <a:lnTo>
                  <a:pt x="450714" y="95718"/>
                </a:lnTo>
                <a:lnTo>
                  <a:pt x="439921" y="96981"/>
                </a:lnTo>
                <a:lnTo>
                  <a:pt x="425980" y="80792"/>
                </a:lnTo>
                <a:lnTo>
                  <a:pt x="426806" y="53302"/>
                </a:lnTo>
                <a:lnTo>
                  <a:pt x="417102" y="62286"/>
                </a:lnTo>
                <a:lnTo>
                  <a:pt x="402827" y="45403"/>
                </a:lnTo>
                <a:lnTo>
                  <a:pt x="415186" y="30554"/>
                </a:lnTo>
                <a:lnTo>
                  <a:pt x="403564" y="27685"/>
                </a:lnTo>
                <a:lnTo>
                  <a:pt x="404652" y="18929"/>
                </a:lnTo>
                <a:lnTo>
                  <a:pt x="390069" y="32896"/>
                </a:lnTo>
                <a:lnTo>
                  <a:pt x="359802" y="16891"/>
                </a:lnTo>
                <a:lnTo>
                  <a:pt x="353151" y="26089"/>
                </a:lnTo>
                <a:lnTo>
                  <a:pt x="335986" y="11101"/>
                </a:lnTo>
                <a:lnTo>
                  <a:pt x="344206" y="7335"/>
                </a:lnTo>
                <a:lnTo>
                  <a:pt x="320918" y="0"/>
                </a:lnTo>
                <a:lnTo>
                  <a:pt x="303891" y="9017"/>
                </a:lnTo>
                <a:lnTo>
                  <a:pt x="242376" y="1981"/>
                </a:lnTo>
                <a:lnTo>
                  <a:pt x="233490" y="14806"/>
                </a:lnTo>
                <a:lnTo>
                  <a:pt x="244424" y="26878"/>
                </a:lnTo>
                <a:lnTo>
                  <a:pt x="220409" y="42611"/>
                </a:lnTo>
                <a:lnTo>
                  <a:pt x="199598" y="40417"/>
                </a:lnTo>
                <a:lnTo>
                  <a:pt x="199763" y="25444"/>
                </a:lnTo>
                <a:lnTo>
                  <a:pt x="162060" y="36611"/>
                </a:lnTo>
                <a:lnTo>
                  <a:pt x="155155" y="47474"/>
                </a:lnTo>
                <a:lnTo>
                  <a:pt x="131250" y="47482"/>
                </a:lnTo>
                <a:lnTo>
                  <a:pt x="120066" y="36783"/>
                </a:lnTo>
                <a:lnTo>
                  <a:pt x="71970" y="42907"/>
                </a:lnTo>
                <a:lnTo>
                  <a:pt x="67263" y="35927"/>
                </a:lnTo>
                <a:lnTo>
                  <a:pt x="60684" y="43810"/>
                </a:lnTo>
                <a:lnTo>
                  <a:pt x="57551" y="34623"/>
                </a:lnTo>
                <a:lnTo>
                  <a:pt x="51584" y="65009"/>
                </a:lnTo>
                <a:lnTo>
                  <a:pt x="20442" y="63823"/>
                </a:lnTo>
                <a:lnTo>
                  <a:pt x="7256" y="73447"/>
                </a:lnTo>
                <a:lnTo>
                  <a:pt x="0" y="96184"/>
                </a:lnTo>
                <a:lnTo>
                  <a:pt x="29393" y="104784"/>
                </a:lnTo>
                <a:lnTo>
                  <a:pt x="22832" y="113366"/>
                </a:lnTo>
                <a:lnTo>
                  <a:pt x="40730" y="121281"/>
                </a:lnTo>
                <a:lnTo>
                  <a:pt x="34345" y="128543"/>
                </a:lnTo>
                <a:lnTo>
                  <a:pt x="41938" y="123861"/>
                </a:lnTo>
                <a:lnTo>
                  <a:pt x="41761" y="135285"/>
                </a:lnTo>
                <a:lnTo>
                  <a:pt x="87714" y="164489"/>
                </a:lnTo>
                <a:lnTo>
                  <a:pt x="129731" y="167277"/>
                </a:lnTo>
                <a:lnTo>
                  <a:pt x="159768" y="157182"/>
                </a:lnTo>
                <a:lnTo>
                  <a:pt x="177355" y="131802"/>
                </a:lnTo>
                <a:lnTo>
                  <a:pt x="211045" y="131425"/>
                </a:lnTo>
                <a:lnTo>
                  <a:pt x="163306" y="189474"/>
                </a:lnTo>
                <a:lnTo>
                  <a:pt x="142578" y="200448"/>
                </a:lnTo>
                <a:lnTo>
                  <a:pt x="131187" y="195477"/>
                </a:lnTo>
                <a:lnTo>
                  <a:pt x="125054" y="206445"/>
                </a:lnTo>
                <a:lnTo>
                  <a:pt x="84438" y="220865"/>
                </a:lnTo>
                <a:lnTo>
                  <a:pt x="87555" y="200975"/>
                </a:lnTo>
                <a:lnTo>
                  <a:pt x="74603" y="203759"/>
                </a:lnTo>
                <a:lnTo>
                  <a:pt x="77247" y="195756"/>
                </a:lnTo>
                <a:lnTo>
                  <a:pt x="66520" y="210659"/>
                </a:lnTo>
                <a:lnTo>
                  <a:pt x="166035" y="320888"/>
                </a:lnTo>
                <a:lnTo>
                  <a:pt x="219991" y="352740"/>
                </a:lnTo>
                <a:lnTo>
                  <a:pt x="325053" y="308313"/>
                </a:lnTo>
                <a:lnTo>
                  <a:pt x="341051" y="270882"/>
                </a:lnTo>
                <a:lnTo>
                  <a:pt x="329137" y="254887"/>
                </a:lnTo>
                <a:lnTo>
                  <a:pt x="346316" y="210270"/>
                </a:lnTo>
                <a:lnTo>
                  <a:pt x="350709" y="219596"/>
                </a:lnTo>
                <a:lnTo>
                  <a:pt x="357915" y="209807"/>
                </a:lnTo>
                <a:lnTo>
                  <a:pt x="377457" y="217648"/>
                </a:lnTo>
                <a:lnTo>
                  <a:pt x="392415" y="210840"/>
                </a:lnTo>
                <a:lnTo>
                  <a:pt x="377648" y="222693"/>
                </a:lnTo>
                <a:lnTo>
                  <a:pt x="363177" y="220658"/>
                </a:lnTo>
                <a:lnTo>
                  <a:pt x="357275" y="243754"/>
                </a:lnTo>
                <a:lnTo>
                  <a:pt x="370223" y="241885"/>
                </a:lnTo>
                <a:lnTo>
                  <a:pt x="358893" y="266223"/>
                </a:lnTo>
                <a:lnTo>
                  <a:pt x="381644" y="268009"/>
                </a:lnTo>
                <a:lnTo>
                  <a:pt x="365769" y="274380"/>
                </a:lnTo>
                <a:lnTo>
                  <a:pt x="375890" y="278454"/>
                </a:lnTo>
                <a:lnTo>
                  <a:pt x="364609" y="297893"/>
                </a:lnTo>
                <a:lnTo>
                  <a:pt x="389495" y="362950"/>
                </a:lnTo>
                <a:lnTo>
                  <a:pt x="375898" y="401651"/>
                </a:lnTo>
                <a:lnTo>
                  <a:pt x="394210" y="39516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Haryāna"/>
          <p:cNvSpPr/>
          <p:nvPr/>
        </p:nvSpPr>
        <p:spPr>
          <a:xfrm>
            <a:off x="4286935" y="4217452"/>
            <a:ext cx="254575" cy="285311"/>
          </a:xfrm>
          <a:custGeom>
            <a:avLst/>
            <a:gdLst/>
            <a:ahLst/>
            <a:cxnLst/>
            <a:rect l="l" t="t" r="r" b="b"/>
            <a:pathLst>
              <a:path w="254575" h="285311">
                <a:moveTo>
                  <a:pt x="233498" y="209968"/>
                </a:moveTo>
                <a:lnTo>
                  <a:pt x="219574" y="219495"/>
                </a:lnTo>
                <a:lnTo>
                  <a:pt x="192315" y="203895"/>
                </a:lnTo>
                <a:lnTo>
                  <a:pt x="200795" y="199879"/>
                </a:lnTo>
                <a:lnTo>
                  <a:pt x="201371" y="183201"/>
                </a:lnTo>
                <a:lnTo>
                  <a:pt x="223944" y="177679"/>
                </a:lnTo>
                <a:lnTo>
                  <a:pt x="215129" y="100556"/>
                </a:lnTo>
                <a:lnTo>
                  <a:pt x="254575" y="47164"/>
                </a:lnTo>
                <a:lnTo>
                  <a:pt x="222531" y="38720"/>
                </a:lnTo>
                <a:lnTo>
                  <a:pt x="218986" y="19487"/>
                </a:lnTo>
                <a:lnTo>
                  <a:pt x="198607" y="457"/>
                </a:lnTo>
                <a:lnTo>
                  <a:pt x="187145" y="0"/>
                </a:lnTo>
                <a:lnTo>
                  <a:pt x="200225" y="45651"/>
                </a:lnTo>
                <a:lnTo>
                  <a:pt x="184293" y="42100"/>
                </a:lnTo>
                <a:lnTo>
                  <a:pt x="169283" y="56472"/>
                </a:lnTo>
                <a:lnTo>
                  <a:pt x="177378" y="63249"/>
                </a:lnTo>
                <a:lnTo>
                  <a:pt x="168434" y="72847"/>
                </a:lnTo>
                <a:lnTo>
                  <a:pt x="158379" y="62632"/>
                </a:lnTo>
                <a:lnTo>
                  <a:pt x="150159" y="71160"/>
                </a:lnTo>
                <a:lnTo>
                  <a:pt x="140870" y="65764"/>
                </a:lnTo>
                <a:lnTo>
                  <a:pt x="143814" y="92453"/>
                </a:lnTo>
                <a:lnTo>
                  <a:pt x="127503" y="102081"/>
                </a:lnTo>
                <a:lnTo>
                  <a:pt x="79966" y="96395"/>
                </a:lnTo>
                <a:lnTo>
                  <a:pt x="61716" y="119688"/>
                </a:lnTo>
                <a:lnTo>
                  <a:pt x="62224" y="101035"/>
                </a:lnTo>
                <a:lnTo>
                  <a:pt x="50596" y="87157"/>
                </a:lnTo>
                <a:lnTo>
                  <a:pt x="3385" y="85652"/>
                </a:lnTo>
                <a:lnTo>
                  <a:pt x="0" y="101854"/>
                </a:lnTo>
                <a:lnTo>
                  <a:pt x="11303" y="101254"/>
                </a:lnTo>
                <a:lnTo>
                  <a:pt x="9932" y="138521"/>
                </a:lnTo>
                <a:lnTo>
                  <a:pt x="30388" y="131839"/>
                </a:lnTo>
                <a:lnTo>
                  <a:pt x="48704" y="147100"/>
                </a:lnTo>
                <a:lnTo>
                  <a:pt x="75975" y="144819"/>
                </a:lnTo>
                <a:lnTo>
                  <a:pt x="88268" y="201197"/>
                </a:lnTo>
                <a:lnTo>
                  <a:pt x="131736" y="241769"/>
                </a:lnTo>
                <a:lnTo>
                  <a:pt x="118969" y="247292"/>
                </a:lnTo>
                <a:lnTo>
                  <a:pt x="127287" y="248510"/>
                </a:lnTo>
                <a:lnTo>
                  <a:pt x="118463" y="261139"/>
                </a:lnTo>
                <a:lnTo>
                  <a:pt x="122910" y="268902"/>
                </a:lnTo>
                <a:lnTo>
                  <a:pt x="141690" y="271048"/>
                </a:lnTo>
                <a:lnTo>
                  <a:pt x="136811" y="255975"/>
                </a:lnTo>
                <a:lnTo>
                  <a:pt x="151834" y="252326"/>
                </a:lnTo>
                <a:lnTo>
                  <a:pt x="147759" y="239281"/>
                </a:lnTo>
                <a:lnTo>
                  <a:pt x="162695" y="241969"/>
                </a:lnTo>
                <a:lnTo>
                  <a:pt x="168589" y="258180"/>
                </a:lnTo>
                <a:lnTo>
                  <a:pt x="193040" y="235558"/>
                </a:lnTo>
                <a:lnTo>
                  <a:pt x="202978" y="242859"/>
                </a:lnTo>
                <a:lnTo>
                  <a:pt x="198096" y="285311"/>
                </a:lnTo>
                <a:lnTo>
                  <a:pt x="212349" y="277989"/>
                </a:lnTo>
                <a:lnTo>
                  <a:pt x="209022" y="270642"/>
                </a:lnTo>
                <a:lnTo>
                  <a:pt x="239719" y="267784"/>
                </a:lnTo>
                <a:lnTo>
                  <a:pt x="249745" y="259080"/>
                </a:lnTo>
                <a:lnTo>
                  <a:pt x="243985" y="247333"/>
                </a:lnTo>
                <a:lnTo>
                  <a:pt x="250186" y="233738"/>
                </a:lnTo>
                <a:lnTo>
                  <a:pt x="233498" y="2099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Himāchal Pradesh"/>
          <p:cNvSpPr/>
          <p:nvPr/>
        </p:nvSpPr>
        <p:spPr>
          <a:xfrm>
            <a:off x="4377916" y="4011156"/>
            <a:ext cx="277940" cy="250925"/>
          </a:xfrm>
          <a:custGeom>
            <a:avLst/>
            <a:gdLst/>
            <a:ahLst/>
            <a:cxnLst/>
            <a:rect l="l" t="t" r="r" b="b"/>
            <a:pathLst>
              <a:path w="277940" h="250925">
                <a:moveTo>
                  <a:pt x="161289" y="250925"/>
                </a:moveTo>
                <a:lnTo>
                  <a:pt x="181030" y="241212"/>
                </a:lnTo>
                <a:lnTo>
                  <a:pt x="171688" y="218651"/>
                </a:lnTo>
                <a:lnTo>
                  <a:pt x="187770" y="184720"/>
                </a:lnTo>
                <a:lnTo>
                  <a:pt x="225951" y="172916"/>
                </a:lnTo>
                <a:lnTo>
                  <a:pt x="277940" y="188396"/>
                </a:lnTo>
                <a:lnTo>
                  <a:pt x="256834" y="165918"/>
                </a:lnTo>
                <a:lnTo>
                  <a:pt x="254618" y="153036"/>
                </a:lnTo>
                <a:lnTo>
                  <a:pt x="264754" y="144694"/>
                </a:lnTo>
                <a:lnTo>
                  <a:pt x="253222" y="129952"/>
                </a:lnTo>
                <a:lnTo>
                  <a:pt x="259395" y="110869"/>
                </a:lnTo>
                <a:lnTo>
                  <a:pt x="232834" y="89041"/>
                </a:lnTo>
                <a:lnTo>
                  <a:pt x="239340" y="73935"/>
                </a:lnTo>
                <a:lnTo>
                  <a:pt x="232809" y="66302"/>
                </a:lnTo>
                <a:lnTo>
                  <a:pt x="219788" y="66064"/>
                </a:lnTo>
                <a:lnTo>
                  <a:pt x="227383" y="43892"/>
                </a:lnTo>
                <a:lnTo>
                  <a:pt x="197094" y="55914"/>
                </a:lnTo>
                <a:lnTo>
                  <a:pt x="169956" y="23538"/>
                </a:lnTo>
                <a:lnTo>
                  <a:pt x="141980" y="38622"/>
                </a:lnTo>
                <a:lnTo>
                  <a:pt x="108938" y="20047"/>
                </a:lnTo>
                <a:lnTo>
                  <a:pt x="97500" y="0"/>
                </a:lnTo>
                <a:lnTo>
                  <a:pt x="66371" y="6182"/>
                </a:lnTo>
                <a:lnTo>
                  <a:pt x="29236" y="33657"/>
                </a:lnTo>
                <a:lnTo>
                  <a:pt x="20151" y="28750"/>
                </a:lnTo>
                <a:lnTo>
                  <a:pt x="27835" y="53445"/>
                </a:lnTo>
                <a:lnTo>
                  <a:pt x="19414" y="65252"/>
                </a:lnTo>
                <a:lnTo>
                  <a:pt x="27814" y="75424"/>
                </a:lnTo>
                <a:lnTo>
                  <a:pt x="1876" y="89527"/>
                </a:lnTo>
                <a:lnTo>
                  <a:pt x="0" y="104168"/>
                </a:lnTo>
                <a:lnTo>
                  <a:pt x="25689" y="114671"/>
                </a:lnTo>
                <a:lnTo>
                  <a:pt x="47622" y="171146"/>
                </a:lnTo>
                <a:lnTo>
                  <a:pt x="63526" y="159702"/>
                </a:lnTo>
                <a:lnTo>
                  <a:pt x="68779" y="173564"/>
                </a:lnTo>
                <a:lnTo>
                  <a:pt x="85232" y="178504"/>
                </a:lnTo>
                <a:lnTo>
                  <a:pt x="83843" y="198153"/>
                </a:lnTo>
                <a:lnTo>
                  <a:pt x="127518" y="225166"/>
                </a:lnTo>
                <a:lnTo>
                  <a:pt x="131550" y="245016"/>
                </a:lnTo>
                <a:lnTo>
                  <a:pt x="161289" y="250925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Jammu and Kashmīr"/>
          <p:cNvSpPr/>
          <p:nvPr/>
        </p:nvSpPr>
        <p:spPr>
          <a:xfrm>
            <a:off x="4198428" y="3848768"/>
            <a:ext cx="273279" cy="248448"/>
          </a:xfrm>
          <a:custGeom>
            <a:avLst/>
            <a:gdLst/>
            <a:ahLst/>
            <a:cxnLst/>
            <a:rect l="l" t="t" r="r" b="b"/>
            <a:pathLst>
              <a:path w="273279" h="248448">
                <a:moveTo>
                  <a:pt x="60521" y="0"/>
                </a:moveTo>
                <a:lnTo>
                  <a:pt x="52056" y="20214"/>
                </a:lnTo>
                <a:lnTo>
                  <a:pt x="29242" y="28154"/>
                </a:lnTo>
                <a:lnTo>
                  <a:pt x="21166" y="47360"/>
                </a:lnTo>
                <a:lnTo>
                  <a:pt x="4633" y="46836"/>
                </a:lnTo>
                <a:lnTo>
                  <a:pt x="0" y="64347"/>
                </a:lnTo>
                <a:lnTo>
                  <a:pt x="16204" y="107370"/>
                </a:lnTo>
                <a:lnTo>
                  <a:pt x="19297" y="177077"/>
                </a:lnTo>
                <a:lnTo>
                  <a:pt x="32203" y="187972"/>
                </a:lnTo>
                <a:lnTo>
                  <a:pt x="46194" y="186111"/>
                </a:lnTo>
                <a:lnTo>
                  <a:pt x="79769" y="206111"/>
                </a:lnTo>
                <a:lnTo>
                  <a:pt x="107016" y="198815"/>
                </a:lnTo>
                <a:lnTo>
                  <a:pt x="105667" y="230035"/>
                </a:lnTo>
                <a:lnTo>
                  <a:pt x="133251" y="229119"/>
                </a:lnTo>
                <a:lnTo>
                  <a:pt x="173854" y="248448"/>
                </a:lnTo>
                <a:lnTo>
                  <a:pt x="206812" y="217238"/>
                </a:lnTo>
                <a:lnTo>
                  <a:pt x="199639" y="191138"/>
                </a:lnTo>
                <a:lnTo>
                  <a:pt x="208724" y="196045"/>
                </a:lnTo>
                <a:lnTo>
                  <a:pt x="245859" y="168570"/>
                </a:lnTo>
                <a:lnTo>
                  <a:pt x="273279" y="169209"/>
                </a:lnTo>
                <a:lnTo>
                  <a:pt x="263461" y="146605"/>
                </a:lnTo>
                <a:lnTo>
                  <a:pt x="241552" y="131885"/>
                </a:lnTo>
                <a:lnTo>
                  <a:pt x="229199" y="135109"/>
                </a:lnTo>
                <a:lnTo>
                  <a:pt x="234082" y="119431"/>
                </a:lnTo>
                <a:lnTo>
                  <a:pt x="214472" y="98885"/>
                </a:lnTo>
                <a:lnTo>
                  <a:pt x="198842" y="100966"/>
                </a:lnTo>
                <a:lnTo>
                  <a:pt x="187008" y="79860"/>
                </a:lnTo>
                <a:lnTo>
                  <a:pt x="163245" y="71474"/>
                </a:lnTo>
                <a:lnTo>
                  <a:pt x="148978" y="25990"/>
                </a:lnTo>
                <a:lnTo>
                  <a:pt x="136976" y="17847"/>
                </a:lnTo>
                <a:lnTo>
                  <a:pt x="123741" y="29027"/>
                </a:lnTo>
                <a:lnTo>
                  <a:pt x="96559" y="18266"/>
                </a:lnTo>
                <a:lnTo>
                  <a:pt x="90220" y="74"/>
                </a:lnTo>
                <a:lnTo>
                  <a:pt x="60521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Jhārkhand"/>
          <p:cNvSpPr/>
          <p:nvPr/>
        </p:nvSpPr>
        <p:spPr>
          <a:xfrm>
            <a:off x="5007625" y="4705049"/>
            <a:ext cx="376821" cy="296521"/>
          </a:xfrm>
          <a:custGeom>
            <a:avLst/>
            <a:gdLst/>
            <a:ahLst/>
            <a:cxnLst/>
            <a:rect l="l" t="t" r="r" b="b"/>
            <a:pathLst>
              <a:path w="376821" h="296521">
                <a:moveTo>
                  <a:pt x="0" y="109492"/>
                </a:moveTo>
                <a:lnTo>
                  <a:pt x="30564" y="134140"/>
                </a:lnTo>
                <a:lnTo>
                  <a:pt x="36261" y="152726"/>
                </a:lnTo>
                <a:lnTo>
                  <a:pt x="55902" y="150495"/>
                </a:lnTo>
                <a:lnTo>
                  <a:pt x="57602" y="193888"/>
                </a:lnTo>
                <a:lnTo>
                  <a:pt x="66722" y="209200"/>
                </a:lnTo>
                <a:lnTo>
                  <a:pt x="86779" y="211501"/>
                </a:lnTo>
                <a:lnTo>
                  <a:pt x="55279" y="247832"/>
                </a:lnTo>
                <a:lnTo>
                  <a:pt x="78282" y="263833"/>
                </a:lnTo>
                <a:lnTo>
                  <a:pt x="141431" y="251424"/>
                </a:lnTo>
                <a:lnTo>
                  <a:pt x="145485" y="268080"/>
                </a:lnTo>
                <a:lnTo>
                  <a:pt x="134895" y="286667"/>
                </a:lnTo>
                <a:lnTo>
                  <a:pt x="155347" y="293099"/>
                </a:lnTo>
                <a:lnTo>
                  <a:pt x="166170" y="279793"/>
                </a:lnTo>
                <a:lnTo>
                  <a:pt x="191748" y="289135"/>
                </a:lnTo>
                <a:lnTo>
                  <a:pt x="201692" y="283731"/>
                </a:lnTo>
                <a:lnTo>
                  <a:pt x="198323" y="294365"/>
                </a:lnTo>
                <a:lnTo>
                  <a:pt x="209823" y="296521"/>
                </a:lnTo>
                <a:lnTo>
                  <a:pt x="221071" y="244119"/>
                </a:lnTo>
                <a:lnTo>
                  <a:pt x="253171" y="267310"/>
                </a:lnTo>
                <a:lnTo>
                  <a:pt x="278519" y="275396"/>
                </a:lnTo>
                <a:lnTo>
                  <a:pt x="289841" y="268905"/>
                </a:lnTo>
                <a:lnTo>
                  <a:pt x="279718" y="243400"/>
                </a:lnTo>
                <a:lnTo>
                  <a:pt x="251515" y="224507"/>
                </a:lnTo>
                <a:lnTo>
                  <a:pt x="261904" y="207096"/>
                </a:lnTo>
                <a:lnTo>
                  <a:pt x="235529" y="206619"/>
                </a:lnTo>
                <a:lnTo>
                  <a:pt x="208757" y="192542"/>
                </a:lnTo>
                <a:lnTo>
                  <a:pt x="206858" y="164438"/>
                </a:lnTo>
                <a:lnTo>
                  <a:pt x="221780" y="163438"/>
                </a:lnTo>
                <a:lnTo>
                  <a:pt x="221593" y="154719"/>
                </a:lnTo>
                <a:lnTo>
                  <a:pt x="242622" y="170027"/>
                </a:lnTo>
                <a:lnTo>
                  <a:pt x="254972" y="150902"/>
                </a:lnTo>
                <a:lnTo>
                  <a:pt x="282444" y="145708"/>
                </a:lnTo>
                <a:lnTo>
                  <a:pt x="282944" y="132672"/>
                </a:lnTo>
                <a:lnTo>
                  <a:pt x="318376" y="133699"/>
                </a:lnTo>
                <a:lnTo>
                  <a:pt x="318760" y="114461"/>
                </a:lnTo>
                <a:lnTo>
                  <a:pt x="336232" y="119803"/>
                </a:lnTo>
                <a:lnTo>
                  <a:pt x="339288" y="108072"/>
                </a:lnTo>
                <a:lnTo>
                  <a:pt x="355373" y="105327"/>
                </a:lnTo>
                <a:lnTo>
                  <a:pt x="350789" y="96060"/>
                </a:lnTo>
                <a:lnTo>
                  <a:pt x="364020" y="84794"/>
                </a:lnTo>
                <a:lnTo>
                  <a:pt x="361606" y="67191"/>
                </a:lnTo>
                <a:lnTo>
                  <a:pt x="372770" y="67014"/>
                </a:lnTo>
                <a:lnTo>
                  <a:pt x="365352" y="51642"/>
                </a:lnTo>
                <a:lnTo>
                  <a:pt x="376821" y="33584"/>
                </a:lnTo>
                <a:lnTo>
                  <a:pt x="346329" y="0"/>
                </a:lnTo>
                <a:lnTo>
                  <a:pt x="311022" y="28375"/>
                </a:lnTo>
                <a:lnTo>
                  <a:pt x="302941" y="65014"/>
                </a:lnTo>
                <a:lnTo>
                  <a:pt x="266497" y="65049"/>
                </a:lnTo>
                <a:lnTo>
                  <a:pt x="253624" y="86137"/>
                </a:lnTo>
                <a:lnTo>
                  <a:pt x="221875" y="49993"/>
                </a:lnTo>
                <a:lnTo>
                  <a:pt x="195937" y="46391"/>
                </a:lnTo>
                <a:lnTo>
                  <a:pt x="190345" y="67609"/>
                </a:lnTo>
                <a:lnTo>
                  <a:pt x="166152" y="69691"/>
                </a:lnTo>
                <a:lnTo>
                  <a:pt x="143209" y="85738"/>
                </a:lnTo>
                <a:lnTo>
                  <a:pt x="128141" y="85753"/>
                </a:lnTo>
                <a:lnTo>
                  <a:pt x="119860" y="71852"/>
                </a:lnTo>
                <a:lnTo>
                  <a:pt x="94951" y="93290"/>
                </a:lnTo>
                <a:lnTo>
                  <a:pt x="78751" y="69233"/>
                </a:lnTo>
                <a:lnTo>
                  <a:pt x="63374" y="76515"/>
                </a:lnTo>
                <a:lnTo>
                  <a:pt x="55234" y="62009"/>
                </a:lnTo>
                <a:lnTo>
                  <a:pt x="44190" y="71714"/>
                </a:lnTo>
                <a:lnTo>
                  <a:pt x="5832" y="74237"/>
                </a:lnTo>
                <a:lnTo>
                  <a:pt x="10372" y="86425"/>
                </a:lnTo>
                <a:lnTo>
                  <a:pt x="0" y="10949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Karnātaka"/>
          <p:cNvSpPr/>
          <p:nvPr/>
        </p:nvSpPr>
        <p:spPr>
          <a:xfrm>
            <a:off x="4255653" y="5310348"/>
            <a:ext cx="365883" cy="601489"/>
          </a:xfrm>
          <a:custGeom>
            <a:avLst/>
            <a:gdLst/>
            <a:ahLst/>
            <a:cxnLst/>
            <a:rect l="l" t="t" r="r" b="b"/>
            <a:pathLst>
              <a:path w="365883" h="601489">
                <a:moveTo>
                  <a:pt x="2064" y="245661"/>
                </a:moveTo>
                <a:lnTo>
                  <a:pt x="12823" y="245201"/>
                </a:lnTo>
                <a:lnTo>
                  <a:pt x="19823" y="276994"/>
                </a:lnTo>
                <a:lnTo>
                  <a:pt x="12895" y="280187"/>
                </a:lnTo>
                <a:lnTo>
                  <a:pt x="16571" y="299259"/>
                </a:lnTo>
                <a:lnTo>
                  <a:pt x="0" y="320061"/>
                </a:lnTo>
                <a:lnTo>
                  <a:pt x="13848" y="327515"/>
                </a:lnTo>
                <a:lnTo>
                  <a:pt x="42094" y="402309"/>
                </a:lnTo>
                <a:lnTo>
                  <a:pt x="61369" y="496341"/>
                </a:lnTo>
                <a:lnTo>
                  <a:pt x="100394" y="514037"/>
                </a:lnTo>
                <a:lnTo>
                  <a:pt x="107549" y="540716"/>
                </a:lnTo>
                <a:lnTo>
                  <a:pt x="143731" y="569736"/>
                </a:lnTo>
                <a:lnTo>
                  <a:pt x="164406" y="567993"/>
                </a:lnTo>
                <a:lnTo>
                  <a:pt x="165017" y="579261"/>
                </a:lnTo>
                <a:lnTo>
                  <a:pt x="205216" y="600558"/>
                </a:lnTo>
                <a:lnTo>
                  <a:pt x="224734" y="601489"/>
                </a:lnTo>
                <a:lnTo>
                  <a:pt x="235270" y="582633"/>
                </a:lnTo>
                <a:lnTo>
                  <a:pt x="246237" y="590599"/>
                </a:lnTo>
                <a:lnTo>
                  <a:pt x="256997" y="582531"/>
                </a:lnTo>
                <a:lnTo>
                  <a:pt x="271440" y="587109"/>
                </a:lnTo>
                <a:lnTo>
                  <a:pt x="276886" y="571099"/>
                </a:lnTo>
                <a:lnTo>
                  <a:pt x="291663" y="570338"/>
                </a:lnTo>
                <a:lnTo>
                  <a:pt x="299887" y="556154"/>
                </a:lnTo>
                <a:lnTo>
                  <a:pt x="275085" y="547884"/>
                </a:lnTo>
                <a:lnTo>
                  <a:pt x="286871" y="533817"/>
                </a:lnTo>
                <a:lnTo>
                  <a:pt x="285411" y="507584"/>
                </a:lnTo>
                <a:lnTo>
                  <a:pt x="296894" y="507072"/>
                </a:lnTo>
                <a:lnTo>
                  <a:pt x="304716" y="489755"/>
                </a:lnTo>
                <a:lnTo>
                  <a:pt x="336868" y="499379"/>
                </a:lnTo>
                <a:lnTo>
                  <a:pt x="347038" y="483577"/>
                </a:lnTo>
                <a:lnTo>
                  <a:pt x="355903" y="490068"/>
                </a:lnTo>
                <a:lnTo>
                  <a:pt x="351539" y="483180"/>
                </a:lnTo>
                <a:lnTo>
                  <a:pt x="365883" y="453751"/>
                </a:lnTo>
                <a:lnTo>
                  <a:pt x="348770" y="449246"/>
                </a:lnTo>
                <a:lnTo>
                  <a:pt x="350814" y="426845"/>
                </a:lnTo>
                <a:lnTo>
                  <a:pt x="325159" y="421948"/>
                </a:lnTo>
                <a:lnTo>
                  <a:pt x="328132" y="404197"/>
                </a:lnTo>
                <a:lnTo>
                  <a:pt x="314240" y="405776"/>
                </a:lnTo>
                <a:lnTo>
                  <a:pt x="315791" y="394126"/>
                </a:lnTo>
                <a:lnTo>
                  <a:pt x="279417" y="417741"/>
                </a:lnTo>
                <a:lnTo>
                  <a:pt x="271870" y="404384"/>
                </a:lnTo>
                <a:lnTo>
                  <a:pt x="251696" y="397191"/>
                </a:lnTo>
                <a:lnTo>
                  <a:pt x="250747" y="411510"/>
                </a:lnTo>
                <a:lnTo>
                  <a:pt x="236537" y="412952"/>
                </a:lnTo>
                <a:lnTo>
                  <a:pt x="240050" y="396468"/>
                </a:lnTo>
                <a:lnTo>
                  <a:pt x="228073" y="375901"/>
                </a:lnTo>
                <a:lnTo>
                  <a:pt x="238558" y="375122"/>
                </a:lnTo>
                <a:lnTo>
                  <a:pt x="248807" y="390524"/>
                </a:lnTo>
                <a:lnTo>
                  <a:pt x="262891" y="387994"/>
                </a:lnTo>
                <a:lnTo>
                  <a:pt x="269224" y="400429"/>
                </a:lnTo>
                <a:lnTo>
                  <a:pt x="265264" y="379221"/>
                </a:lnTo>
                <a:lnTo>
                  <a:pt x="277649" y="376839"/>
                </a:lnTo>
                <a:lnTo>
                  <a:pt x="277678" y="367483"/>
                </a:lnTo>
                <a:lnTo>
                  <a:pt x="268637" y="361157"/>
                </a:lnTo>
                <a:lnTo>
                  <a:pt x="268570" y="373173"/>
                </a:lnTo>
                <a:lnTo>
                  <a:pt x="249468" y="360607"/>
                </a:lnTo>
                <a:lnTo>
                  <a:pt x="245432" y="371329"/>
                </a:lnTo>
                <a:lnTo>
                  <a:pt x="231779" y="369162"/>
                </a:lnTo>
                <a:lnTo>
                  <a:pt x="227283" y="355903"/>
                </a:lnTo>
                <a:lnTo>
                  <a:pt x="234609" y="348038"/>
                </a:lnTo>
                <a:lnTo>
                  <a:pt x="217528" y="337790"/>
                </a:lnTo>
                <a:lnTo>
                  <a:pt x="226046" y="308342"/>
                </a:lnTo>
                <a:lnTo>
                  <a:pt x="218481" y="295996"/>
                </a:lnTo>
                <a:lnTo>
                  <a:pt x="243372" y="302342"/>
                </a:lnTo>
                <a:lnTo>
                  <a:pt x="250429" y="287840"/>
                </a:lnTo>
                <a:lnTo>
                  <a:pt x="234545" y="259156"/>
                </a:lnTo>
                <a:lnTo>
                  <a:pt x="247152" y="244446"/>
                </a:lnTo>
                <a:lnTo>
                  <a:pt x="239316" y="227681"/>
                </a:lnTo>
                <a:lnTo>
                  <a:pt x="251745" y="218922"/>
                </a:lnTo>
                <a:lnTo>
                  <a:pt x="278459" y="221550"/>
                </a:lnTo>
                <a:lnTo>
                  <a:pt x="276557" y="192733"/>
                </a:lnTo>
                <a:lnTo>
                  <a:pt x="285328" y="189405"/>
                </a:lnTo>
                <a:lnTo>
                  <a:pt x="255864" y="173651"/>
                </a:lnTo>
                <a:lnTo>
                  <a:pt x="274712" y="162577"/>
                </a:lnTo>
                <a:lnTo>
                  <a:pt x="277572" y="126137"/>
                </a:lnTo>
                <a:lnTo>
                  <a:pt x="267613" y="107848"/>
                </a:lnTo>
                <a:lnTo>
                  <a:pt x="293033" y="83726"/>
                </a:lnTo>
                <a:lnTo>
                  <a:pt x="272736" y="76132"/>
                </a:lnTo>
                <a:lnTo>
                  <a:pt x="290055" y="42359"/>
                </a:lnTo>
                <a:lnTo>
                  <a:pt x="281245" y="34699"/>
                </a:lnTo>
                <a:lnTo>
                  <a:pt x="285949" y="14936"/>
                </a:lnTo>
                <a:lnTo>
                  <a:pt x="266441" y="12675"/>
                </a:lnTo>
                <a:lnTo>
                  <a:pt x="266429" y="0"/>
                </a:lnTo>
                <a:lnTo>
                  <a:pt x="245743" y="25951"/>
                </a:lnTo>
                <a:lnTo>
                  <a:pt x="232750" y="23119"/>
                </a:lnTo>
                <a:lnTo>
                  <a:pt x="230067" y="47000"/>
                </a:lnTo>
                <a:lnTo>
                  <a:pt x="215494" y="48426"/>
                </a:lnTo>
                <a:lnTo>
                  <a:pt x="211494" y="67617"/>
                </a:lnTo>
                <a:lnTo>
                  <a:pt x="197853" y="60703"/>
                </a:lnTo>
                <a:lnTo>
                  <a:pt x="182223" y="74952"/>
                </a:lnTo>
                <a:lnTo>
                  <a:pt x="186446" y="99776"/>
                </a:lnTo>
                <a:lnTo>
                  <a:pt x="149622" y="99069"/>
                </a:lnTo>
                <a:lnTo>
                  <a:pt x="125375" y="85500"/>
                </a:lnTo>
                <a:lnTo>
                  <a:pt x="128415" y="130705"/>
                </a:lnTo>
                <a:lnTo>
                  <a:pt x="96607" y="131188"/>
                </a:lnTo>
                <a:lnTo>
                  <a:pt x="91283" y="141266"/>
                </a:lnTo>
                <a:lnTo>
                  <a:pt x="68285" y="132223"/>
                </a:lnTo>
                <a:lnTo>
                  <a:pt x="67287" y="147339"/>
                </a:lnTo>
                <a:lnTo>
                  <a:pt x="48691" y="152337"/>
                </a:lnTo>
                <a:lnTo>
                  <a:pt x="48362" y="161880"/>
                </a:lnTo>
                <a:lnTo>
                  <a:pt x="38720" y="166524"/>
                </a:lnTo>
                <a:lnTo>
                  <a:pt x="30596" y="156877"/>
                </a:lnTo>
                <a:lnTo>
                  <a:pt x="14461" y="167042"/>
                </a:lnTo>
                <a:lnTo>
                  <a:pt x="18888" y="191279"/>
                </a:lnTo>
                <a:lnTo>
                  <a:pt x="33716" y="198313"/>
                </a:lnTo>
                <a:lnTo>
                  <a:pt x="21851" y="210402"/>
                </a:lnTo>
                <a:lnTo>
                  <a:pt x="30146" y="211367"/>
                </a:lnTo>
                <a:lnTo>
                  <a:pt x="22352" y="233920"/>
                </a:lnTo>
                <a:lnTo>
                  <a:pt x="2064" y="24566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Kerala"/>
          <p:cNvSpPr/>
          <p:nvPr/>
        </p:nvSpPr>
        <p:spPr>
          <a:xfrm>
            <a:off x="4318791" y="5807004"/>
            <a:ext cx="207087" cy="392401"/>
          </a:xfrm>
          <a:custGeom>
            <a:avLst/>
            <a:gdLst/>
            <a:ahLst/>
            <a:cxnLst/>
            <a:rect l="l" t="t" r="r" b="b"/>
            <a:pathLst>
              <a:path w="207087" h="392401">
                <a:moveTo>
                  <a:pt x="54384" y="96334"/>
                </a:moveTo>
                <a:lnTo>
                  <a:pt x="100289" y="211479"/>
                </a:lnTo>
                <a:lnTo>
                  <a:pt x="136494" y="340840"/>
                </a:lnTo>
                <a:lnTo>
                  <a:pt x="171864" y="386955"/>
                </a:lnTo>
                <a:lnTo>
                  <a:pt x="187813" y="392401"/>
                </a:lnTo>
                <a:lnTo>
                  <a:pt x="196621" y="372495"/>
                </a:lnTo>
                <a:lnTo>
                  <a:pt x="185488" y="330855"/>
                </a:lnTo>
                <a:lnTo>
                  <a:pt x="207087" y="288058"/>
                </a:lnTo>
                <a:lnTo>
                  <a:pt x="187020" y="278944"/>
                </a:lnTo>
                <a:lnTo>
                  <a:pt x="195728" y="248112"/>
                </a:lnTo>
                <a:lnTo>
                  <a:pt x="192672" y="214014"/>
                </a:lnTo>
                <a:lnTo>
                  <a:pt x="172185" y="225704"/>
                </a:lnTo>
                <a:lnTo>
                  <a:pt x="159675" y="218377"/>
                </a:lnTo>
                <a:lnTo>
                  <a:pt x="165972" y="176234"/>
                </a:lnTo>
                <a:lnTo>
                  <a:pt x="145764" y="163319"/>
                </a:lnTo>
                <a:lnTo>
                  <a:pt x="157301" y="152491"/>
                </a:lnTo>
                <a:lnTo>
                  <a:pt x="151909" y="138091"/>
                </a:lnTo>
                <a:lnTo>
                  <a:pt x="129430" y="140751"/>
                </a:lnTo>
                <a:lnTo>
                  <a:pt x="136709" y="125728"/>
                </a:lnTo>
                <a:lnTo>
                  <a:pt x="112237" y="116161"/>
                </a:lnTo>
                <a:lnTo>
                  <a:pt x="111188" y="107090"/>
                </a:lnTo>
                <a:lnTo>
                  <a:pt x="128208" y="100742"/>
                </a:lnTo>
                <a:lnTo>
                  <a:pt x="125832" y="90631"/>
                </a:lnTo>
                <a:lnTo>
                  <a:pt x="101879" y="82605"/>
                </a:lnTo>
                <a:lnTo>
                  <a:pt x="101268" y="71337"/>
                </a:lnTo>
                <a:lnTo>
                  <a:pt x="80593" y="73080"/>
                </a:lnTo>
                <a:lnTo>
                  <a:pt x="44411" y="44060"/>
                </a:lnTo>
                <a:lnTo>
                  <a:pt x="37256" y="17381"/>
                </a:lnTo>
                <a:lnTo>
                  <a:pt x="14497" y="10968"/>
                </a:lnTo>
                <a:lnTo>
                  <a:pt x="10960" y="0"/>
                </a:lnTo>
                <a:lnTo>
                  <a:pt x="0" y="2766"/>
                </a:lnTo>
                <a:lnTo>
                  <a:pt x="27084" y="68919"/>
                </a:lnTo>
                <a:lnTo>
                  <a:pt x="54384" y="9633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Ladākh"/>
          <p:cNvSpPr/>
          <p:nvPr/>
        </p:nvSpPr>
        <p:spPr>
          <a:xfrm>
            <a:off x="4130108" y="3675898"/>
            <a:ext cx="633051" cy="415912"/>
          </a:xfrm>
          <a:custGeom>
            <a:avLst/>
            <a:gdLst/>
            <a:ahLst/>
            <a:cxnLst/>
            <a:rect l="l" t="t" r="r" b="b"/>
            <a:pathLst>
              <a:path w="633051" h="415912">
                <a:moveTo>
                  <a:pt x="128841" y="172870"/>
                </a:moveTo>
                <a:lnTo>
                  <a:pt x="158540" y="172944"/>
                </a:lnTo>
                <a:lnTo>
                  <a:pt x="164879" y="191136"/>
                </a:lnTo>
                <a:lnTo>
                  <a:pt x="192061" y="201897"/>
                </a:lnTo>
                <a:lnTo>
                  <a:pt x="205296" y="190717"/>
                </a:lnTo>
                <a:lnTo>
                  <a:pt x="217298" y="198860"/>
                </a:lnTo>
                <a:lnTo>
                  <a:pt x="231565" y="244344"/>
                </a:lnTo>
                <a:lnTo>
                  <a:pt x="255328" y="252730"/>
                </a:lnTo>
                <a:lnTo>
                  <a:pt x="267162" y="273836"/>
                </a:lnTo>
                <a:lnTo>
                  <a:pt x="282792" y="271755"/>
                </a:lnTo>
                <a:lnTo>
                  <a:pt x="302402" y="292301"/>
                </a:lnTo>
                <a:lnTo>
                  <a:pt x="297519" y="307979"/>
                </a:lnTo>
                <a:lnTo>
                  <a:pt x="309872" y="304755"/>
                </a:lnTo>
                <a:lnTo>
                  <a:pt x="331781" y="319475"/>
                </a:lnTo>
                <a:lnTo>
                  <a:pt x="359893" y="357765"/>
                </a:lnTo>
                <a:lnTo>
                  <a:pt x="390693" y="373995"/>
                </a:lnTo>
                <a:lnTo>
                  <a:pt x="420253" y="359335"/>
                </a:lnTo>
                <a:lnTo>
                  <a:pt x="444971" y="391194"/>
                </a:lnTo>
                <a:lnTo>
                  <a:pt x="475177" y="379135"/>
                </a:lnTo>
                <a:lnTo>
                  <a:pt x="470188" y="404136"/>
                </a:lnTo>
                <a:lnTo>
                  <a:pt x="506110" y="384410"/>
                </a:lnTo>
                <a:lnTo>
                  <a:pt x="510839" y="407078"/>
                </a:lnTo>
                <a:lnTo>
                  <a:pt x="523716" y="415912"/>
                </a:lnTo>
                <a:lnTo>
                  <a:pt x="551011" y="393563"/>
                </a:lnTo>
                <a:lnTo>
                  <a:pt x="561380" y="398846"/>
                </a:lnTo>
                <a:lnTo>
                  <a:pt x="575957" y="380697"/>
                </a:lnTo>
                <a:lnTo>
                  <a:pt x="551925" y="356768"/>
                </a:lnTo>
                <a:lnTo>
                  <a:pt x="561811" y="334979"/>
                </a:lnTo>
                <a:lnTo>
                  <a:pt x="521131" y="324387"/>
                </a:lnTo>
                <a:lnTo>
                  <a:pt x="518122" y="302344"/>
                </a:lnTo>
                <a:lnTo>
                  <a:pt x="533618" y="303699"/>
                </a:lnTo>
                <a:lnTo>
                  <a:pt x="517271" y="272052"/>
                </a:lnTo>
                <a:lnTo>
                  <a:pt x="538840" y="263689"/>
                </a:lnTo>
                <a:lnTo>
                  <a:pt x="560208" y="268066"/>
                </a:lnTo>
                <a:lnTo>
                  <a:pt x="573103" y="245369"/>
                </a:lnTo>
                <a:lnTo>
                  <a:pt x="566294" y="228467"/>
                </a:lnTo>
                <a:lnTo>
                  <a:pt x="589535" y="227521"/>
                </a:lnTo>
                <a:lnTo>
                  <a:pt x="588060" y="215014"/>
                </a:lnTo>
                <a:lnTo>
                  <a:pt x="611920" y="207364"/>
                </a:lnTo>
                <a:lnTo>
                  <a:pt x="633051" y="140871"/>
                </a:lnTo>
                <a:lnTo>
                  <a:pt x="606233" y="108829"/>
                </a:lnTo>
                <a:lnTo>
                  <a:pt x="584935" y="111966"/>
                </a:lnTo>
                <a:lnTo>
                  <a:pt x="555675" y="95007"/>
                </a:lnTo>
                <a:lnTo>
                  <a:pt x="542439" y="96456"/>
                </a:lnTo>
                <a:lnTo>
                  <a:pt x="535689" y="108965"/>
                </a:lnTo>
                <a:lnTo>
                  <a:pt x="477951" y="113432"/>
                </a:lnTo>
                <a:lnTo>
                  <a:pt x="454679" y="135058"/>
                </a:lnTo>
                <a:lnTo>
                  <a:pt x="439633" y="129082"/>
                </a:lnTo>
                <a:lnTo>
                  <a:pt x="442081" y="142341"/>
                </a:lnTo>
                <a:lnTo>
                  <a:pt x="393191" y="140529"/>
                </a:lnTo>
                <a:lnTo>
                  <a:pt x="388331" y="135240"/>
                </a:lnTo>
                <a:lnTo>
                  <a:pt x="401711" y="135661"/>
                </a:lnTo>
                <a:lnTo>
                  <a:pt x="391279" y="119366"/>
                </a:lnTo>
                <a:lnTo>
                  <a:pt x="346782" y="108216"/>
                </a:lnTo>
                <a:lnTo>
                  <a:pt x="339536" y="98684"/>
                </a:lnTo>
                <a:lnTo>
                  <a:pt x="345973" y="90399"/>
                </a:lnTo>
                <a:lnTo>
                  <a:pt x="333160" y="78451"/>
                </a:lnTo>
                <a:lnTo>
                  <a:pt x="261929" y="44293"/>
                </a:lnTo>
                <a:lnTo>
                  <a:pt x="227288" y="2252"/>
                </a:lnTo>
                <a:lnTo>
                  <a:pt x="192967" y="15097"/>
                </a:lnTo>
                <a:lnTo>
                  <a:pt x="174552" y="0"/>
                </a:lnTo>
                <a:lnTo>
                  <a:pt x="165008" y="11368"/>
                </a:lnTo>
                <a:lnTo>
                  <a:pt x="152898" y="7732"/>
                </a:lnTo>
                <a:lnTo>
                  <a:pt x="122445" y="23844"/>
                </a:lnTo>
                <a:lnTo>
                  <a:pt x="92696" y="14569"/>
                </a:lnTo>
                <a:lnTo>
                  <a:pt x="109321" y="33033"/>
                </a:lnTo>
                <a:lnTo>
                  <a:pt x="43457" y="33207"/>
                </a:lnTo>
                <a:lnTo>
                  <a:pt x="35858" y="54408"/>
                </a:lnTo>
                <a:lnTo>
                  <a:pt x="0" y="78709"/>
                </a:lnTo>
                <a:lnTo>
                  <a:pt x="3802" y="105719"/>
                </a:lnTo>
                <a:lnTo>
                  <a:pt x="44680" y="105289"/>
                </a:lnTo>
                <a:lnTo>
                  <a:pt x="58705" y="127091"/>
                </a:lnTo>
                <a:lnTo>
                  <a:pt x="100396" y="136223"/>
                </a:lnTo>
                <a:lnTo>
                  <a:pt x="94818" y="162518"/>
                </a:lnTo>
                <a:lnTo>
                  <a:pt x="128841" y="17287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Lakshadweep"/>
          <p:cNvSpPr/>
          <p:nvPr/>
        </p:nvSpPr>
        <p:spPr>
          <a:xfrm>
            <a:off x="4147286" y="5941376"/>
            <a:ext cx="2312" cy="6786"/>
          </a:xfrm>
          <a:custGeom>
            <a:avLst/>
            <a:gdLst/>
            <a:ahLst/>
            <a:cxnLst/>
            <a:rect l="l" t="t" r="r" b="b"/>
            <a:pathLst>
              <a:path w="2312" h="6786">
                <a:moveTo>
                  <a:pt x="0" y="6786"/>
                </a:moveTo>
                <a:lnTo>
                  <a:pt x="2312" y="0"/>
                </a:lnTo>
                <a:lnTo>
                  <a:pt x="0" y="678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adhya Pradesh"/>
          <p:cNvSpPr/>
          <p:nvPr/>
        </p:nvSpPr>
        <p:spPr>
          <a:xfrm>
            <a:off x="4250500" y="4571693"/>
            <a:ext cx="714828" cy="508891"/>
          </a:xfrm>
          <a:custGeom>
            <a:avLst/>
            <a:gdLst/>
            <a:ahLst/>
            <a:cxnLst/>
            <a:rect l="l" t="t" r="r" b="b"/>
            <a:pathLst>
              <a:path w="714828" h="508891">
                <a:moveTo>
                  <a:pt x="539774" y="485707"/>
                </a:moveTo>
                <a:lnTo>
                  <a:pt x="553249" y="430928"/>
                </a:lnTo>
                <a:lnTo>
                  <a:pt x="561095" y="416747"/>
                </a:lnTo>
                <a:lnTo>
                  <a:pt x="567878" y="421872"/>
                </a:lnTo>
                <a:lnTo>
                  <a:pt x="576499" y="388874"/>
                </a:lnTo>
                <a:lnTo>
                  <a:pt x="618081" y="380060"/>
                </a:lnTo>
                <a:lnTo>
                  <a:pt x="644157" y="332591"/>
                </a:lnTo>
                <a:lnTo>
                  <a:pt x="661995" y="326961"/>
                </a:lnTo>
                <a:lnTo>
                  <a:pt x="664649" y="311102"/>
                </a:lnTo>
                <a:lnTo>
                  <a:pt x="642613" y="292779"/>
                </a:lnTo>
                <a:lnTo>
                  <a:pt x="618497" y="297222"/>
                </a:lnTo>
                <a:lnTo>
                  <a:pt x="614397" y="288156"/>
                </a:lnTo>
                <a:lnTo>
                  <a:pt x="624103" y="276224"/>
                </a:lnTo>
                <a:lnTo>
                  <a:pt x="616992" y="260324"/>
                </a:lnTo>
                <a:lnTo>
                  <a:pt x="633845" y="268761"/>
                </a:lnTo>
                <a:lnTo>
                  <a:pt x="700581" y="266010"/>
                </a:lnTo>
                <a:lnTo>
                  <a:pt x="714828" y="255068"/>
                </a:lnTo>
                <a:lnTo>
                  <a:pt x="702954" y="240511"/>
                </a:lnTo>
                <a:lnTo>
                  <a:pt x="711855" y="195455"/>
                </a:lnTo>
                <a:lnTo>
                  <a:pt x="683826" y="190112"/>
                </a:lnTo>
                <a:lnTo>
                  <a:pt x="682735" y="199897"/>
                </a:lnTo>
                <a:lnTo>
                  <a:pt x="673158" y="198684"/>
                </a:lnTo>
                <a:lnTo>
                  <a:pt x="665436" y="179884"/>
                </a:lnTo>
                <a:lnTo>
                  <a:pt x="646034" y="179197"/>
                </a:lnTo>
                <a:lnTo>
                  <a:pt x="641295" y="163475"/>
                </a:lnTo>
                <a:lnTo>
                  <a:pt x="617245" y="159077"/>
                </a:lnTo>
                <a:lnTo>
                  <a:pt x="614078" y="147154"/>
                </a:lnTo>
                <a:lnTo>
                  <a:pt x="607438" y="157678"/>
                </a:lnTo>
                <a:lnTo>
                  <a:pt x="590046" y="149453"/>
                </a:lnTo>
                <a:lnTo>
                  <a:pt x="578818" y="173890"/>
                </a:lnTo>
                <a:lnTo>
                  <a:pt x="552158" y="170819"/>
                </a:lnTo>
                <a:lnTo>
                  <a:pt x="558062" y="147528"/>
                </a:lnTo>
                <a:lnTo>
                  <a:pt x="543387" y="152755"/>
                </a:lnTo>
                <a:lnTo>
                  <a:pt x="549232" y="159209"/>
                </a:lnTo>
                <a:lnTo>
                  <a:pt x="535037" y="150817"/>
                </a:lnTo>
                <a:lnTo>
                  <a:pt x="535961" y="158257"/>
                </a:lnTo>
                <a:lnTo>
                  <a:pt x="525087" y="155564"/>
                </a:lnTo>
                <a:lnTo>
                  <a:pt x="530759" y="163835"/>
                </a:lnTo>
                <a:lnTo>
                  <a:pt x="521638" y="164517"/>
                </a:lnTo>
                <a:lnTo>
                  <a:pt x="522550" y="157119"/>
                </a:lnTo>
                <a:lnTo>
                  <a:pt x="512952" y="164693"/>
                </a:lnTo>
                <a:lnTo>
                  <a:pt x="521184" y="148434"/>
                </a:lnTo>
                <a:lnTo>
                  <a:pt x="507522" y="126809"/>
                </a:lnTo>
                <a:lnTo>
                  <a:pt x="473940" y="143345"/>
                </a:lnTo>
                <a:lnTo>
                  <a:pt x="473930" y="155754"/>
                </a:lnTo>
                <a:lnTo>
                  <a:pt x="437629" y="154699"/>
                </a:lnTo>
                <a:lnTo>
                  <a:pt x="444889" y="140603"/>
                </a:lnTo>
                <a:lnTo>
                  <a:pt x="429040" y="134391"/>
                </a:lnTo>
                <a:lnTo>
                  <a:pt x="427668" y="153728"/>
                </a:lnTo>
                <a:lnTo>
                  <a:pt x="407155" y="151877"/>
                </a:lnTo>
                <a:lnTo>
                  <a:pt x="405707" y="139972"/>
                </a:lnTo>
                <a:lnTo>
                  <a:pt x="395017" y="150253"/>
                </a:lnTo>
                <a:lnTo>
                  <a:pt x="401424" y="133739"/>
                </a:lnTo>
                <a:lnTo>
                  <a:pt x="392391" y="143945"/>
                </a:lnTo>
                <a:lnTo>
                  <a:pt x="387723" y="136986"/>
                </a:lnTo>
                <a:lnTo>
                  <a:pt x="403762" y="131198"/>
                </a:lnTo>
                <a:lnTo>
                  <a:pt x="395952" y="115291"/>
                </a:lnTo>
                <a:lnTo>
                  <a:pt x="392139" y="126403"/>
                </a:lnTo>
                <a:lnTo>
                  <a:pt x="383082" y="120900"/>
                </a:lnTo>
                <a:lnTo>
                  <a:pt x="386283" y="133040"/>
                </a:lnTo>
                <a:lnTo>
                  <a:pt x="376803" y="125320"/>
                </a:lnTo>
                <a:lnTo>
                  <a:pt x="358636" y="139085"/>
                </a:lnTo>
                <a:lnTo>
                  <a:pt x="370276" y="141794"/>
                </a:lnTo>
                <a:lnTo>
                  <a:pt x="374650" y="167734"/>
                </a:lnTo>
                <a:lnTo>
                  <a:pt x="387521" y="180608"/>
                </a:lnTo>
                <a:lnTo>
                  <a:pt x="384443" y="199106"/>
                </a:lnTo>
                <a:lnTo>
                  <a:pt x="395124" y="195498"/>
                </a:lnTo>
                <a:lnTo>
                  <a:pt x="402307" y="221270"/>
                </a:lnTo>
                <a:lnTo>
                  <a:pt x="388867" y="236120"/>
                </a:lnTo>
                <a:lnTo>
                  <a:pt x="365442" y="217741"/>
                </a:lnTo>
                <a:lnTo>
                  <a:pt x="354934" y="228724"/>
                </a:lnTo>
                <a:lnTo>
                  <a:pt x="336977" y="176077"/>
                </a:lnTo>
                <a:lnTo>
                  <a:pt x="360528" y="149654"/>
                </a:lnTo>
                <a:lnTo>
                  <a:pt x="348076" y="130960"/>
                </a:lnTo>
                <a:lnTo>
                  <a:pt x="359334" y="114599"/>
                </a:lnTo>
                <a:lnTo>
                  <a:pt x="389306" y="109546"/>
                </a:lnTo>
                <a:lnTo>
                  <a:pt x="384516" y="98125"/>
                </a:lnTo>
                <a:lnTo>
                  <a:pt x="415933" y="46649"/>
                </a:lnTo>
                <a:lnTo>
                  <a:pt x="405020" y="17182"/>
                </a:lnTo>
                <a:lnTo>
                  <a:pt x="352527" y="0"/>
                </a:lnTo>
                <a:lnTo>
                  <a:pt x="233764" y="68094"/>
                </a:lnTo>
                <a:lnTo>
                  <a:pt x="199000" y="101615"/>
                </a:lnTo>
                <a:lnTo>
                  <a:pt x="205651" y="124308"/>
                </a:lnTo>
                <a:lnTo>
                  <a:pt x="219775" y="135191"/>
                </a:lnTo>
                <a:lnTo>
                  <a:pt x="258840" y="137155"/>
                </a:lnTo>
                <a:lnTo>
                  <a:pt x="272008" y="128186"/>
                </a:lnTo>
                <a:lnTo>
                  <a:pt x="274911" y="154220"/>
                </a:lnTo>
                <a:lnTo>
                  <a:pt x="230159" y="163805"/>
                </a:lnTo>
                <a:lnTo>
                  <a:pt x="237710" y="175485"/>
                </a:lnTo>
                <a:lnTo>
                  <a:pt x="225742" y="180757"/>
                </a:lnTo>
                <a:lnTo>
                  <a:pt x="244308" y="189276"/>
                </a:lnTo>
                <a:lnTo>
                  <a:pt x="247618" y="201541"/>
                </a:lnTo>
                <a:lnTo>
                  <a:pt x="240006" y="211298"/>
                </a:lnTo>
                <a:lnTo>
                  <a:pt x="226865" y="204947"/>
                </a:lnTo>
                <a:lnTo>
                  <a:pt x="233732" y="240609"/>
                </a:lnTo>
                <a:lnTo>
                  <a:pt x="217295" y="236997"/>
                </a:lnTo>
                <a:lnTo>
                  <a:pt x="217017" y="226826"/>
                </a:lnTo>
                <a:lnTo>
                  <a:pt x="203357" y="237994"/>
                </a:lnTo>
                <a:lnTo>
                  <a:pt x="177698" y="233361"/>
                </a:lnTo>
                <a:lnTo>
                  <a:pt x="175497" y="222874"/>
                </a:lnTo>
                <a:lnTo>
                  <a:pt x="158884" y="258009"/>
                </a:lnTo>
                <a:lnTo>
                  <a:pt x="126498" y="269785"/>
                </a:lnTo>
                <a:lnTo>
                  <a:pt x="117572" y="253355"/>
                </a:lnTo>
                <a:lnTo>
                  <a:pt x="147116" y="246772"/>
                </a:lnTo>
                <a:lnTo>
                  <a:pt x="138239" y="217508"/>
                </a:lnTo>
                <a:lnTo>
                  <a:pt x="153009" y="211843"/>
                </a:lnTo>
                <a:lnTo>
                  <a:pt x="147073" y="187907"/>
                </a:lnTo>
                <a:lnTo>
                  <a:pt x="96856" y="190127"/>
                </a:lnTo>
                <a:lnTo>
                  <a:pt x="97247" y="177714"/>
                </a:lnTo>
                <a:lnTo>
                  <a:pt x="113645" y="175536"/>
                </a:lnTo>
                <a:lnTo>
                  <a:pt x="100437" y="175007"/>
                </a:lnTo>
                <a:lnTo>
                  <a:pt x="106210" y="160418"/>
                </a:lnTo>
                <a:lnTo>
                  <a:pt x="92491" y="159847"/>
                </a:lnTo>
                <a:lnTo>
                  <a:pt x="81763" y="177658"/>
                </a:lnTo>
                <a:lnTo>
                  <a:pt x="65449" y="167565"/>
                </a:lnTo>
                <a:lnTo>
                  <a:pt x="66725" y="183684"/>
                </a:lnTo>
                <a:lnTo>
                  <a:pt x="80318" y="187544"/>
                </a:lnTo>
                <a:lnTo>
                  <a:pt x="69942" y="196170"/>
                </a:lnTo>
                <a:lnTo>
                  <a:pt x="62702" y="183401"/>
                </a:lnTo>
                <a:lnTo>
                  <a:pt x="55279" y="209088"/>
                </a:lnTo>
                <a:lnTo>
                  <a:pt x="67124" y="212767"/>
                </a:lnTo>
                <a:lnTo>
                  <a:pt x="58404" y="229535"/>
                </a:lnTo>
                <a:lnTo>
                  <a:pt x="70594" y="231842"/>
                </a:lnTo>
                <a:lnTo>
                  <a:pt x="77563" y="249516"/>
                </a:lnTo>
                <a:lnTo>
                  <a:pt x="73824" y="284367"/>
                </a:lnTo>
                <a:lnTo>
                  <a:pt x="39439" y="310719"/>
                </a:lnTo>
                <a:lnTo>
                  <a:pt x="57950" y="321239"/>
                </a:lnTo>
                <a:lnTo>
                  <a:pt x="23543" y="334368"/>
                </a:lnTo>
                <a:lnTo>
                  <a:pt x="36379" y="352207"/>
                </a:lnTo>
                <a:lnTo>
                  <a:pt x="28442" y="371590"/>
                </a:lnTo>
                <a:lnTo>
                  <a:pt x="0" y="382727"/>
                </a:lnTo>
                <a:lnTo>
                  <a:pt x="21277" y="392711"/>
                </a:lnTo>
                <a:lnTo>
                  <a:pt x="2867" y="396170"/>
                </a:lnTo>
                <a:lnTo>
                  <a:pt x="12125" y="419772"/>
                </a:lnTo>
                <a:lnTo>
                  <a:pt x="5477" y="427345"/>
                </a:lnTo>
                <a:lnTo>
                  <a:pt x="14291" y="433772"/>
                </a:lnTo>
                <a:lnTo>
                  <a:pt x="33675" y="425222"/>
                </a:lnTo>
                <a:lnTo>
                  <a:pt x="42699" y="455241"/>
                </a:lnTo>
                <a:lnTo>
                  <a:pt x="70995" y="459814"/>
                </a:lnTo>
                <a:lnTo>
                  <a:pt x="103385" y="481280"/>
                </a:lnTo>
                <a:lnTo>
                  <a:pt x="168186" y="482460"/>
                </a:lnTo>
                <a:lnTo>
                  <a:pt x="169541" y="501398"/>
                </a:lnTo>
                <a:lnTo>
                  <a:pt x="183116" y="508891"/>
                </a:lnTo>
                <a:lnTo>
                  <a:pt x="211135" y="498799"/>
                </a:lnTo>
                <a:lnTo>
                  <a:pt x="225137" y="462910"/>
                </a:lnTo>
                <a:lnTo>
                  <a:pt x="265403" y="448314"/>
                </a:lnTo>
                <a:lnTo>
                  <a:pt x="286082" y="453263"/>
                </a:lnTo>
                <a:lnTo>
                  <a:pt x="291616" y="467768"/>
                </a:lnTo>
                <a:lnTo>
                  <a:pt x="276460" y="467835"/>
                </a:lnTo>
                <a:lnTo>
                  <a:pt x="281591" y="482192"/>
                </a:lnTo>
                <a:lnTo>
                  <a:pt x="318426" y="481180"/>
                </a:lnTo>
                <a:lnTo>
                  <a:pt x="354763" y="461074"/>
                </a:lnTo>
                <a:lnTo>
                  <a:pt x="359968" y="471455"/>
                </a:lnTo>
                <a:lnTo>
                  <a:pt x="399478" y="472404"/>
                </a:lnTo>
                <a:lnTo>
                  <a:pt x="397640" y="463344"/>
                </a:lnTo>
                <a:lnTo>
                  <a:pt x="423452" y="451645"/>
                </a:lnTo>
                <a:lnTo>
                  <a:pt x="445024" y="455881"/>
                </a:lnTo>
                <a:lnTo>
                  <a:pt x="448643" y="467405"/>
                </a:lnTo>
                <a:lnTo>
                  <a:pt x="506660" y="460201"/>
                </a:lnTo>
                <a:lnTo>
                  <a:pt x="519606" y="481976"/>
                </a:lnTo>
                <a:lnTo>
                  <a:pt x="539774" y="48570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ahārāshtra"/>
          <p:cNvSpPr/>
          <p:nvPr/>
        </p:nvSpPr>
        <p:spPr>
          <a:xfrm>
            <a:off x="4139296" y="4996001"/>
            <a:ext cx="670379" cy="564033"/>
          </a:xfrm>
          <a:custGeom>
            <a:avLst/>
            <a:gdLst/>
            <a:ahLst/>
            <a:cxnLst/>
            <a:rect l="l" t="t" r="r" b="b"/>
            <a:pathLst>
              <a:path w="670379" h="564033">
                <a:moveTo>
                  <a:pt x="619460" y="290528"/>
                </a:moveTo>
                <a:lnTo>
                  <a:pt x="629308" y="244735"/>
                </a:lnTo>
                <a:lnTo>
                  <a:pt x="643909" y="230917"/>
                </a:lnTo>
                <a:lnTo>
                  <a:pt x="658875" y="240809"/>
                </a:lnTo>
                <a:lnTo>
                  <a:pt x="670379" y="223941"/>
                </a:lnTo>
                <a:lnTo>
                  <a:pt x="641719" y="194414"/>
                </a:lnTo>
                <a:lnTo>
                  <a:pt x="629949" y="196358"/>
                </a:lnTo>
                <a:lnTo>
                  <a:pt x="642575" y="172173"/>
                </a:lnTo>
                <a:lnTo>
                  <a:pt x="629423" y="156981"/>
                </a:lnTo>
                <a:lnTo>
                  <a:pt x="648236" y="149291"/>
                </a:lnTo>
                <a:lnTo>
                  <a:pt x="648684" y="125956"/>
                </a:lnTo>
                <a:lnTo>
                  <a:pt x="636404" y="124205"/>
                </a:lnTo>
                <a:lnTo>
                  <a:pt x="645085" y="118396"/>
                </a:lnTo>
                <a:lnTo>
                  <a:pt x="632996" y="82253"/>
                </a:lnTo>
                <a:lnTo>
                  <a:pt x="652741" y="63250"/>
                </a:lnTo>
                <a:lnTo>
                  <a:pt x="630810" y="57668"/>
                </a:lnTo>
                <a:lnTo>
                  <a:pt x="614059" y="34940"/>
                </a:lnTo>
                <a:lnTo>
                  <a:pt x="588388" y="45260"/>
                </a:lnTo>
                <a:lnTo>
                  <a:pt x="575886" y="37728"/>
                </a:lnTo>
                <a:lnTo>
                  <a:pt x="559847" y="43097"/>
                </a:lnTo>
                <a:lnTo>
                  <a:pt x="556228" y="31573"/>
                </a:lnTo>
                <a:lnTo>
                  <a:pt x="534612" y="27341"/>
                </a:lnTo>
                <a:lnTo>
                  <a:pt x="508844" y="39036"/>
                </a:lnTo>
                <a:lnTo>
                  <a:pt x="510682" y="48096"/>
                </a:lnTo>
                <a:lnTo>
                  <a:pt x="471172" y="47147"/>
                </a:lnTo>
                <a:lnTo>
                  <a:pt x="464763" y="36888"/>
                </a:lnTo>
                <a:lnTo>
                  <a:pt x="410807" y="59362"/>
                </a:lnTo>
                <a:lnTo>
                  <a:pt x="392722" y="57872"/>
                </a:lnTo>
                <a:lnTo>
                  <a:pt x="387664" y="43527"/>
                </a:lnTo>
                <a:lnTo>
                  <a:pt x="402820" y="43460"/>
                </a:lnTo>
                <a:lnTo>
                  <a:pt x="397286" y="28955"/>
                </a:lnTo>
                <a:lnTo>
                  <a:pt x="376607" y="24006"/>
                </a:lnTo>
                <a:lnTo>
                  <a:pt x="336341" y="38602"/>
                </a:lnTo>
                <a:lnTo>
                  <a:pt x="322339" y="74491"/>
                </a:lnTo>
                <a:lnTo>
                  <a:pt x="294320" y="84583"/>
                </a:lnTo>
                <a:lnTo>
                  <a:pt x="280745" y="77090"/>
                </a:lnTo>
                <a:lnTo>
                  <a:pt x="279390" y="58152"/>
                </a:lnTo>
                <a:lnTo>
                  <a:pt x="214589" y="56972"/>
                </a:lnTo>
                <a:lnTo>
                  <a:pt x="182199" y="35506"/>
                </a:lnTo>
                <a:lnTo>
                  <a:pt x="156176" y="32376"/>
                </a:lnTo>
                <a:lnTo>
                  <a:pt x="140263" y="0"/>
                </a:lnTo>
                <a:lnTo>
                  <a:pt x="92150" y="18362"/>
                </a:lnTo>
                <a:lnTo>
                  <a:pt x="96736" y="47033"/>
                </a:lnTo>
                <a:lnTo>
                  <a:pt x="135790" y="42986"/>
                </a:lnTo>
                <a:lnTo>
                  <a:pt x="103799" y="55192"/>
                </a:lnTo>
                <a:lnTo>
                  <a:pt x="93781" y="75459"/>
                </a:lnTo>
                <a:lnTo>
                  <a:pt x="74365" y="75749"/>
                </a:lnTo>
                <a:lnTo>
                  <a:pt x="100738" y="92284"/>
                </a:lnTo>
                <a:lnTo>
                  <a:pt x="104030" y="113416"/>
                </a:lnTo>
                <a:lnTo>
                  <a:pt x="87998" y="128910"/>
                </a:lnTo>
                <a:lnTo>
                  <a:pt x="63977" y="115503"/>
                </a:lnTo>
                <a:lnTo>
                  <a:pt x="61308" y="161067"/>
                </a:lnTo>
                <a:lnTo>
                  <a:pt x="51609" y="160176"/>
                </a:lnTo>
                <a:lnTo>
                  <a:pt x="41939" y="174332"/>
                </a:lnTo>
                <a:lnTo>
                  <a:pt x="15876" y="158769"/>
                </a:lnTo>
                <a:lnTo>
                  <a:pt x="3622" y="172177"/>
                </a:lnTo>
                <a:lnTo>
                  <a:pt x="9072" y="187214"/>
                </a:lnTo>
                <a:lnTo>
                  <a:pt x="0" y="184242"/>
                </a:lnTo>
                <a:lnTo>
                  <a:pt x="20222" y="322204"/>
                </a:lnTo>
                <a:lnTo>
                  <a:pt x="29711" y="330783"/>
                </a:lnTo>
                <a:lnTo>
                  <a:pt x="36576" y="325056"/>
                </a:lnTo>
                <a:lnTo>
                  <a:pt x="35938" y="341655"/>
                </a:lnTo>
                <a:lnTo>
                  <a:pt x="21835" y="334691"/>
                </a:lnTo>
                <a:lnTo>
                  <a:pt x="47261" y="413501"/>
                </a:lnTo>
                <a:lnTo>
                  <a:pt x="53088" y="484471"/>
                </a:lnTo>
                <a:lnTo>
                  <a:pt x="57185" y="494666"/>
                </a:lnTo>
                <a:lnTo>
                  <a:pt x="68016" y="492780"/>
                </a:lnTo>
                <a:lnTo>
                  <a:pt x="57231" y="496244"/>
                </a:lnTo>
                <a:lnTo>
                  <a:pt x="64597" y="524753"/>
                </a:lnTo>
                <a:lnTo>
                  <a:pt x="80608" y="551996"/>
                </a:lnTo>
                <a:lnTo>
                  <a:pt x="97626" y="547149"/>
                </a:lnTo>
                <a:lnTo>
                  <a:pt x="110462" y="564033"/>
                </a:lnTo>
                <a:lnTo>
                  <a:pt x="125804" y="548666"/>
                </a:lnTo>
                <a:lnTo>
                  <a:pt x="137971" y="549230"/>
                </a:lnTo>
                <a:lnTo>
                  <a:pt x="146503" y="526034"/>
                </a:lnTo>
                <a:lnTo>
                  <a:pt x="138208" y="524749"/>
                </a:lnTo>
                <a:lnTo>
                  <a:pt x="148783" y="520320"/>
                </a:lnTo>
                <a:lnTo>
                  <a:pt x="147908" y="507524"/>
                </a:lnTo>
                <a:lnTo>
                  <a:pt x="135245" y="505626"/>
                </a:lnTo>
                <a:lnTo>
                  <a:pt x="130818" y="481389"/>
                </a:lnTo>
                <a:lnTo>
                  <a:pt x="146953" y="471224"/>
                </a:lnTo>
                <a:lnTo>
                  <a:pt x="155077" y="480871"/>
                </a:lnTo>
                <a:lnTo>
                  <a:pt x="164719" y="476227"/>
                </a:lnTo>
                <a:lnTo>
                  <a:pt x="165048" y="466684"/>
                </a:lnTo>
                <a:lnTo>
                  <a:pt x="183644" y="461686"/>
                </a:lnTo>
                <a:lnTo>
                  <a:pt x="184642" y="446570"/>
                </a:lnTo>
                <a:lnTo>
                  <a:pt x="207640" y="455613"/>
                </a:lnTo>
                <a:lnTo>
                  <a:pt x="212964" y="445535"/>
                </a:lnTo>
                <a:lnTo>
                  <a:pt x="244772" y="445052"/>
                </a:lnTo>
                <a:lnTo>
                  <a:pt x="241732" y="399847"/>
                </a:lnTo>
                <a:lnTo>
                  <a:pt x="265979" y="413416"/>
                </a:lnTo>
                <a:lnTo>
                  <a:pt x="302803" y="414123"/>
                </a:lnTo>
                <a:lnTo>
                  <a:pt x="298580" y="389299"/>
                </a:lnTo>
                <a:lnTo>
                  <a:pt x="314210" y="375050"/>
                </a:lnTo>
                <a:lnTo>
                  <a:pt x="327851" y="381964"/>
                </a:lnTo>
                <a:lnTo>
                  <a:pt x="331851" y="362773"/>
                </a:lnTo>
                <a:lnTo>
                  <a:pt x="346424" y="361347"/>
                </a:lnTo>
                <a:lnTo>
                  <a:pt x="349107" y="337466"/>
                </a:lnTo>
                <a:lnTo>
                  <a:pt x="362100" y="340298"/>
                </a:lnTo>
                <a:lnTo>
                  <a:pt x="379061" y="313780"/>
                </a:lnTo>
                <a:lnTo>
                  <a:pt x="382798" y="327022"/>
                </a:lnTo>
                <a:lnTo>
                  <a:pt x="399535" y="326872"/>
                </a:lnTo>
                <a:lnTo>
                  <a:pt x="401568" y="305802"/>
                </a:lnTo>
                <a:lnTo>
                  <a:pt x="413139" y="305113"/>
                </a:lnTo>
                <a:lnTo>
                  <a:pt x="414360" y="292459"/>
                </a:lnTo>
                <a:lnTo>
                  <a:pt x="430237" y="281153"/>
                </a:lnTo>
                <a:lnTo>
                  <a:pt x="415051" y="263426"/>
                </a:lnTo>
                <a:lnTo>
                  <a:pt x="423311" y="239527"/>
                </a:lnTo>
                <a:lnTo>
                  <a:pt x="448700" y="245373"/>
                </a:lnTo>
                <a:lnTo>
                  <a:pt x="448770" y="230044"/>
                </a:lnTo>
                <a:lnTo>
                  <a:pt x="459203" y="226194"/>
                </a:lnTo>
                <a:lnTo>
                  <a:pt x="459421" y="185990"/>
                </a:lnTo>
                <a:lnTo>
                  <a:pt x="502889" y="199363"/>
                </a:lnTo>
                <a:lnTo>
                  <a:pt x="510987" y="217792"/>
                </a:lnTo>
                <a:lnTo>
                  <a:pt x="531329" y="225943"/>
                </a:lnTo>
                <a:lnTo>
                  <a:pt x="535663" y="212104"/>
                </a:lnTo>
                <a:lnTo>
                  <a:pt x="554214" y="222327"/>
                </a:lnTo>
                <a:lnTo>
                  <a:pt x="579221" y="213597"/>
                </a:lnTo>
                <a:lnTo>
                  <a:pt x="595449" y="231086"/>
                </a:lnTo>
                <a:lnTo>
                  <a:pt x="585720" y="257231"/>
                </a:lnTo>
                <a:lnTo>
                  <a:pt x="590775" y="282796"/>
                </a:lnTo>
                <a:lnTo>
                  <a:pt x="606861" y="294253"/>
                </a:lnTo>
                <a:lnTo>
                  <a:pt x="619460" y="2905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anipur"/>
          <p:cNvSpPr/>
          <p:nvPr/>
        </p:nvSpPr>
        <p:spPr>
          <a:xfrm>
            <a:off x="5792640" y="4675784"/>
            <a:ext cx="144212" cy="162089"/>
          </a:xfrm>
          <a:custGeom>
            <a:avLst/>
            <a:gdLst/>
            <a:ahLst/>
            <a:cxnLst/>
            <a:rect l="l" t="t" r="r" b="b"/>
            <a:pathLst>
              <a:path w="144212" h="162089">
                <a:moveTo>
                  <a:pt x="39178" y="31418"/>
                </a:moveTo>
                <a:lnTo>
                  <a:pt x="18252" y="76474"/>
                </a:lnTo>
                <a:lnTo>
                  <a:pt x="11127" y="76464"/>
                </a:lnTo>
                <a:lnTo>
                  <a:pt x="0" y="137777"/>
                </a:lnTo>
                <a:lnTo>
                  <a:pt x="22845" y="145817"/>
                </a:lnTo>
                <a:lnTo>
                  <a:pt x="30614" y="138468"/>
                </a:lnTo>
                <a:lnTo>
                  <a:pt x="43348" y="152727"/>
                </a:lnTo>
                <a:lnTo>
                  <a:pt x="63634" y="147195"/>
                </a:lnTo>
                <a:lnTo>
                  <a:pt x="95352" y="162089"/>
                </a:lnTo>
                <a:lnTo>
                  <a:pt x="144212" y="56682"/>
                </a:lnTo>
                <a:lnTo>
                  <a:pt x="130499" y="41163"/>
                </a:lnTo>
                <a:lnTo>
                  <a:pt x="138624" y="20827"/>
                </a:lnTo>
                <a:lnTo>
                  <a:pt x="128688" y="15694"/>
                </a:lnTo>
                <a:lnTo>
                  <a:pt x="132188" y="0"/>
                </a:lnTo>
                <a:lnTo>
                  <a:pt x="109816" y="15797"/>
                </a:lnTo>
                <a:lnTo>
                  <a:pt x="64499" y="12677"/>
                </a:lnTo>
                <a:lnTo>
                  <a:pt x="51494" y="42466"/>
                </a:lnTo>
                <a:lnTo>
                  <a:pt x="39178" y="3141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Meghālaya"/>
          <p:cNvSpPr/>
          <p:nvPr/>
        </p:nvSpPr>
        <p:spPr>
          <a:xfrm>
            <a:off x="5535638" y="4637476"/>
            <a:ext cx="243170" cy="95635"/>
          </a:xfrm>
          <a:custGeom>
            <a:avLst/>
            <a:gdLst/>
            <a:ahLst/>
            <a:cxnLst/>
            <a:rect l="l" t="t" r="r" b="b"/>
            <a:pathLst>
              <a:path w="243170" h="95635">
                <a:moveTo>
                  <a:pt x="212433" y="95635"/>
                </a:moveTo>
                <a:lnTo>
                  <a:pt x="243170" y="79190"/>
                </a:lnTo>
                <a:lnTo>
                  <a:pt x="223781" y="57382"/>
                </a:lnTo>
                <a:lnTo>
                  <a:pt x="230971" y="46374"/>
                </a:lnTo>
                <a:lnTo>
                  <a:pt x="209075" y="32019"/>
                </a:lnTo>
                <a:lnTo>
                  <a:pt x="190524" y="39244"/>
                </a:lnTo>
                <a:lnTo>
                  <a:pt x="196175" y="18448"/>
                </a:lnTo>
                <a:lnTo>
                  <a:pt x="190222" y="15364"/>
                </a:lnTo>
                <a:lnTo>
                  <a:pt x="199702" y="4495"/>
                </a:lnTo>
                <a:lnTo>
                  <a:pt x="171217" y="10668"/>
                </a:lnTo>
                <a:lnTo>
                  <a:pt x="163599" y="0"/>
                </a:lnTo>
                <a:lnTo>
                  <a:pt x="150996" y="18889"/>
                </a:lnTo>
                <a:lnTo>
                  <a:pt x="143608" y="7560"/>
                </a:lnTo>
                <a:lnTo>
                  <a:pt x="139585" y="21775"/>
                </a:lnTo>
                <a:lnTo>
                  <a:pt x="114513" y="34823"/>
                </a:lnTo>
                <a:lnTo>
                  <a:pt x="112346" y="22641"/>
                </a:lnTo>
                <a:lnTo>
                  <a:pt x="96893" y="26240"/>
                </a:lnTo>
                <a:lnTo>
                  <a:pt x="92124" y="15033"/>
                </a:lnTo>
                <a:lnTo>
                  <a:pt x="24716" y="14168"/>
                </a:lnTo>
                <a:lnTo>
                  <a:pt x="6425" y="32858"/>
                </a:lnTo>
                <a:lnTo>
                  <a:pt x="16643" y="44922"/>
                </a:lnTo>
                <a:lnTo>
                  <a:pt x="0" y="64133"/>
                </a:lnTo>
                <a:lnTo>
                  <a:pt x="1965" y="72433"/>
                </a:lnTo>
                <a:lnTo>
                  <a:pt x="51191" y="85618"/>
                </a:lnTo>
                <a:lnTo>
                  <a:pt x="182878" y="81753"/>
                </a:lnTo>
                <a:lnTo>
                  <a:pt x="212433" y="95635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izoram"/>
          <p:cNvSpPr/>
          <p:nvPr/>
        </p:nvSpPr>
        <p:spPr>
          <a:xfrm>
            <a:off x="5735062" y="4777726"/>
            <a:ext cx="91869" cy="226382"/>
          </a:xfrm>
          <a:custGeom>
            <a:avLst/>
            <a:gdLst/>
            <a:ahLst/>
            <a:cxnLst/>
            <a:rect l="l" t="t" r="r" b="b"/>
            <a:pathLst>
              <a:path w="91869" h="226382">
                <a:moveTo>
                  <a:pt x="0" y="69861"/>
                </a:moveTo>
                <a:lnTo>
                  <a:pt x="27498" y="223248"/>
                </a:lnTo>
                <a:lnTo>
                  <a:pt x="35344" y="207636"/>
                </a:lnTo>
                <a:lnTo>
                  <a:pt x="52169" y="226382"/>
                </a:lnTo>
                <a:lnTo>
                  <a:pt x="62878" y="204094"/>
                </a:lnTo>
                <a:lnTo>
                  <a:pt x="76253" y="198063"/>
                </a:lnTo>
                <a:lnTo>
                  <a:pt x="67474" y="150496"/>
                </a:lnTo>
                <a:lnTo>
                  <a:pt x="70753" y="128233"/>
                </a:lnTo>
                <a:lnTo>
                  <a:pt x="83708" y="132906"/>
                </a:lnTo>
                <a:lnTo>
                  <a:pt x="91172" y="121673"/>
                </a:lnTo>
                <a:lnTo>
                  <a:pt x="91869" y="51983"/>
                </a:lnTo>
                <a:lnTo>
                  <a:pt x="85698" y="41072"/>
                </a:lnTo>
                <a:lnTo>
                  <a:pt x="57594" y="35857"/>
                </a:lnTo>
                <a:lnTo>
                  <a:pt x="61809" y="11292"/>
                </a:lnTo>
                <a:lnTo>
                  <a:pt x="45905" y="12938"/>
                </a:lnTo>
                <a:lnTo>
                  <a:pt x="40502" y="0"/>
                </a:lnTo>
                <a:lnTo>
                  <a:pt x="17356" y="33267"/>
                </a:lnTo>
                <a:lnTo>
                  <a:pt x="2189" y="23758"/>
                </a:lnTo>
                <a:lnTo>
                  <a:pt x="0" y="6986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Nāgāland"/>
          <p:cNvSpPr/>
          <p:nvPr/>
        </p:nvSpPr>
        <p:spPr>
          <a:xfrm>
            <a:off x="5821481" y="4557050"/>
            <a:ext cx="155248" cy="161195"/>
          </a:xfrm>
          <a:custGeom>
            <a:avLst/>
            <a:gdLst/>
            <a:ahLst/>
            <a:cxnLst/>
            <a:rect l="l" t="t" r="r" b="b"/>
            <a:pathLst>
              <a:path w="155248" h="161195">
                <a:moveTo>
                  <a:pt x="155248" y="31026"/>
                </a:moveTo>
                <a:lnTo>
                  <a:pt x="151914" y="0"/>
                </a:lnTo>
                <a:lnTo>
                  <a:pt x="92259" y="32845"/>
                </a:lnTo>
                <a:lnTo>
                  <a:pt x="80561" y="50686"/>
                </a:lnTo>
                <a:lnTo>
                  <a:pt x="75656" y="43411"/>
                </a:lnTo>
                <a:lnTo>
                  <a:pt x="54875" y="75787"/>
                </a:lnTo>
                <a:lnTo>
                  <a:pt x="53053" y="98211"/>
                </a:lnTo>
                <a:lnTo>
                  <a:pt x="38137" y="107670"/>
                </a:lnTo>
                <a:lnTo>
                  <a:pt x="35693" y="93558"/>
                </a:lnTo>
                <a:lnTo>
                  <a:pt x="0" y="130700"/>
                </a:lnTo>
                <a:lnTo>
                  <a:pt x="11775" y="154816"/>
                </a:lnTo>
                <a:lnTo>
                  <a:pt x="22661" y="161195"/>
                </a:lnTo>
                <a:lnTo>
                  <a:pt x="41314" y="129470"/>
                </a:lnTo>
                <a:lnTo>
                  <a:pt x="80975" y="134531"/>
                </a:lnTo>
                <a:lnTo>
                  <a:pt x="101342" y="117957"/>
                </a:lnTo>
                <a:lnTo>
                  <a:pt x="104985" y="138100"/>
                </a:lnTo>
                <a:lnTo>
                  <a:pt x="127920" y="129034"/>
                </a:lnTo>
                <a:lnTo>
                  <a:pt x="151321" y="84480"/>
                </a:lnTo>
                <a:lnTo>
                  <a:pt x="141232" y="51434"/>
                </a:lnTo>
                <a:lnTo>
                  <a:pt x="155248" y="3102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disha"/>
          <p:cNvSpPr/>
          <p:nvPr/>
        </p:nvSpPr>
        <p:spPr>
          <a:xfrm>
            <a:off x="4850194" y="4949184"/>
            <a:ext cx="495629" cy="416588"/>
          </a:xfrm>
          <a:custGeom>
            <a:avLst/>
            <a:gdLst/>
            <a:ahLst/>
            <a:cxnLst/>
            <a:rect l="l" t="t" r="r" b="b"/>
            <a:pathLst>
              <a:path w="495629" h="416588">
                <a:moveTo>
                  <a:pt x="0" y="416588"/>
                </a:moveTo>
                <a:lnTo>
                  <a:pt x="18004" y="416308"/>
                </a:lnTo>
                <a:lnTo>
                  <a:pt x="51661" y="394642"/>
                </a:lnTo>
                <a:lnTo>
                  <a:pt x="70702" y="401173"/>
                </a:lnTo>
                <a:lnTo>
                  <a:pt x="88328" y="352575"/>
                </a:lnTo>
                <a:lnTo>
                  <a:pt x="100940" y="379952"/>
                </a:lnTo>
                <a:lnTo>
                  <a:pt x="114408" y="361302"/>
                </a:lnTo>
                <a:lnTo>
                  <a:pt x="134868" y="367380"/>
                </a:lnTo>
                <a:lnTo>
                  <a:pt x="131493" y="344013"/>
                </a:lnTo>
                <a:lnTo>
                  <a:pt x="163459" y="326790"/>
                </a:lnTo>
                <a:lnTo>
                  <a:pt x="155716" y="313057"/>
                </a:lnTo>
                <a:lnTo>
                  <a:pt x="168016" y="316925"/>
                </a:lnTo>
                <a:lnTo>
                  <a:pt x="168517" y="304786"/>
                </a:lnTo>
                <a:lnTo>
                  <a:pt x="174153" y="312014"/>
                </a:lnTo>
                <a:lnTo>
                  <a:pt x="181383" y="298682"/>
                </a:lnTo>
                <a:lnTo>
                  <a:pt x="203125" y="329235"/>
                </a:lnTo>
                <a:lnTo>
                  <a:pt x="237953" y="331644"/>
                </a:lnTo>
                <a:lnTo>
                  <a:pt x="246100" y="311027"/>
                </a:lnTo>
                <a:lnTo>
                  <a:pt x="260734" y="310782"/>
                </a:lnTo>
                <a:lnTo>
                  <a:pt x="266431" y="298388"/>
                </a:lnTo>
                <a:lnTo>
                  <a:pt x="274273" y="306288"/>
                </a:lnTo>
                <a:lnTo>
                  <a:pt x="321573" y="261721"/>
                </a:lnTo>
                <a:lnTo>
                  <a:pt x="406664" y="229071"/>
                </a:lnTo>
                <a:lnTo>
                  <a:pt x="438559" y="196328"/>
                </a:lnTo>
                <a:lnTo>
                  <a:pt x="436039" y="179834"/>
                </a:lnTo>
                <a:lnTo>
                  <a:pt x="460745" y="162540"/>
                </a:lnTo>
                <a:lnTo>
                  <a:pt x="440375" y="160968"/>
                </a:lnTo>
                <a:lnTo>
                  <a:pt x="454398" y="153042"/>
                </a:lnTo>
                <a:lnTo>
                  <a:pt x="445082" y="118001"/>
                </a:lnTo>
                <a:lnTo>
                  <a:pt x="461730" y="96918"/>
                </a:lnTo>
                <a:lnTo>
                  <a:pt x="495629" y="84648"/>
                </a:lnTo>
                <a:lnTo>
                  <a:pt x="494411" y="73282"/>
                </a:lnTo>
                <a:lnTo>
                  <a:pt x="470123" y="51589"/>
                </a:lnTo>
                <a:lnTo>
                  <a:pt x="459286" y="61355"/>
                </a:lnTo>
                <a:lnTo>
                  <a:pt x="453363" y="42248"/>
                </a:lnTo>
                <a:lnTo>
                  <a:pt x="378620" y="0"/>
                </a:lnTo>
                <a:lnTo>
                  <a:pt x="367254" y="52386"/>
                </a:lnTo>
                <a:lnTo>
                  <a:pt x="355754" y="50230"/>
                </a:lnTo>
                <a:lnTo>
                  <a:pt x="359123" y="39596"/>
                </a:lnTo>
                <a:lnTo>
                  <a:pt x="349179" y="45000"/>
                </a:lnTo>
                <a:lnTo>
                  <a:pt x="323601" y="35658"/>
                </a:lnTo>
                <a:lnTo>
                  <a:pt x="312778" y="48964"/>
                </a:lnTo>
                <a:lnTo>
                  <a:pt x="292326" y="42532"/>
                </a:lnTo>
                <a:lnTo>
                  <a:pt x="302916" y="23945"/>
                </a:lnTo>
                <a:lnTo>
                  <a:pt x="298862" y="7289"/>
                </a:lnTo>
                <a:lnTo>
                  <a:pt x="235713" y="19698"/>
                </a:lnTo>
                <a:lnTo>
                  <a:pt x="210500" y="3903"/>
                </a:lnTo>
                <a:lnTo>
                  <a:pt x="212835" y="17181"/>
                </a:lnTo>
                <a:lnTo>
                  <a:pt x="176386" y="40748"/>
                </a:lnTo>
                <a:lnTo>
                  <a:pt x="178682" y="62840"/>
                </a:lnTo>
                <a:lnTo>
                  <a:pt x="158092" y="93482"/>
                </a:lnTo>
                <a:lnTo>
                  <a:pt x="163652" y="106718"/>
                </a:lnTo>
                <a:lnTo>
                  <a:pt x="152462" y="104321"/>
                </a:lnTo>
                <a:lnTo>
                  <a:pt x="141269" y="128255"/>
                </a:lnTo>
                <a:lnTo>
                  <a:pt x="101306" y="123955"/>
                </a:lnTo>
                <a:lnTo>
                  <a:pt x="87053" y="152648"/>
                </a:lnTo>
                <a:lnTo>
                  <a:pt x="77726" y="147230"/>
                </a:lnTo>
                <a:lnTo>
                  <a:pt x="81665" y="220318"/>
                </a:lnTo>
                <a:lnTo>
                  <a:pt x="107405" y="225747"/>
                </a:lnTo>
                <a:lnTo>
                  <a:pt x="106748" y="239760"/>
                </a:lnTo>
                <a:lnTo>
                  <a:pt x="97343" y="244952"/>
                </a:lnTo>
                <a:lnTo>
                  <a:pt x="98289" y="236956"/>
                </a:lnTo>
                <a:lnTo>
                  <a:pt x="85472" y="233165"/>
                </a:lnTo>
                <a:lnTo>
                  <a:pt x="77277" y="239690"/>
                </a:lnTo>
                <a:lnTo>
                  <a:pt x="68498" y="224979"/>
                </a:lnTo>
                <a:lnTo>
                  <a:pt x="38656" y="221408"/>
                </a:lnTo>
                <a:lnTo>
                  <a:pt x="37210" y="232438"/>
                </a:lnTo>
                <a:lnTo>
                  <a:pt x="54501" y="243654"/>
                </a:lnTo>
                <a:lnTo>
                  <a:pt x="51530" y="268487"/>
                </a:lnTo>
                <a:lnTo>
                  <a:pt x="64587" y="275519"/>
                </a:lnTo>
                <a:lnTo>
                  <a:pt x="69195" y="320133"/>
                </a:lnTo>
                <a:lnTo>
                  <a:pt x="40516" y="343093"/>
                </a:lnTo>
                <a:lnTo>
                  <a:pt x="46204" y="348974"/>
                </a:lnTo>
                <a:lnTo>
                  <a:pt x="28836" y="369757"/>
                </a:lnTo>
                <a:lnTo>
                  <a:pt x="10533" y="378138"/>
                </a:lnTo>
                <a:lnTo>
                  <a:pt x="0" y="41658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uducherry"/>
          <p:cNvSpPr/>
          <p:nvPr/>
        </p:nvSpPr>
        <p:spPr>
          <a:xfrm>
            <a:off x="4709998" y="5875793"/>
            <a:ext cx="10887" cy="15043"/>
          </a:xfrm>
          <a:custGeom>
            <a:avLst/>
            <a:gdLst/>
            <a:ahLst/>
            <a:cxnLst/>
            <a:rect l="l" t="t" r="r" b="b"/>
            <a:pathLst>
              <a:path w="10887" h="15043">
                <a:moveTo>
                  <a:pt x="10887" y="15043"/>
                </a:moveTo>
                <a:lnTo>
                  <a:pt x="5991" y="0"/>
                </a:lnTo>
                <a:lnTo>
                  <a:pt x="0" y="11159"/>
                </a:lnTo>
                <a:lnTo>
                  <a:pt x="10887" y="1504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unjab"/>
          <p:cNvSpPr/>
          <p:nvPr/>
        </p:nvSpPr>
        <p:spPr>
          <a:xfrm>
            <a:off x="4238813" y="4076594"/>
            <a:ext cx="248412" cy="260546"/>
          </a:xfrm>
          <a:custGeom>
            <a:avLst/>
            <a:gdLst/>
            <a:ahLst/>
            <a:cxnLst/>
            <a:rect l="l" t="t" r="r" b="b"/>
            <a:pathLst>
              <a:path w="248412" h="260546">
                <a:moveTo>
                  <a:pt x="52185" y="225384"/>
                </a:moveTo>
                <a:lnTo>
                  <a:pt x="98718" y="228015"/>
                </a:lnTo>
                <a:lnTo>
                  <a:pt x="110346" y="241893"/>
                </a:lnTo>
                <a:lnTo>
                  <a:pt x="109838" y="260546"/>
                </a:lnTo>
                <a:lnTo>
                  <a:pt x="128088" y="237253"/>
                </a:lnTo>
                <a:lnTo>
                  <a:pt x="175625" y="242939"/>
                </a:lnTo>
                <a:lnTo>
                  <a:pt x="191936" y="233311"/>
                </a:lnTo>
                <a:lnTo>
                  <a:pt x="188992" y="206622"/>
                </a:lnTo>
                <a:lnTo>
                  <a:pt x="198281" y="212018"/>
                </a:lnTo>
                <a:lnTo>
                  <a:pt x="206501" y="203490"/>
                </a:lnTo>
                <a:lnTo>
                  <a:pt x="216556" y="213705"/>
                </a:lnTo>
                <a:lnTo>
                  <a:pt x="225500" y="204107"/>
                </a:lnTo>
                <a:lnTo>
                  <a:pt x="217405" y="197330"/>
                </a:lnTo>
                <a:lnTo>
                  <a:pt x="232415" y="182958"/>
                </a:lnTo>
                <a:lnTo>
                  <a:pt x="248412" y="186403"/>
                </a:lnTo>
                <a:lnTo>
                  <a:pt x="247473" y="166824"/>
                </a:lnTo>
                <a:lnTo>
                  <a:pt x="229495" y="155166"/>
                </a:lnTo>
                <a:lnTo>
                  <a:pt x="241854" y="150618"/>
                </a:lnTo>
                <a:lnTo>
                  <a:pt x="222946" y="132715"/>
                </a:lnTo>
                <a:lnTo>
                  <a:pt x="224335" y="113066"/>
                </a:lnTo>
                <a:lnTo>
                  <a:pt x="207882" y="108126"/>
                </a:lnTo>
                <a:lnTo>
                  <a:pt x="202532" y="94245"/>
                </a:lnTo>
                <a:lnTo>
                  <a:pt x="186725" y="105708"/>
                </a:lnTo>
                <a:lnTo>
                  <a:pt x="164792" y="49233"/>
                </a:lnTo>
                <a:lnTo>
                  <a:pt x="139103" y="38730"/>
                </a:lnTo>
                <a:lnTo>
                  <a:pt x="140979" y="24089"/>
                </a:lnTo>
                <a:lnTo>
                  <a:pt x="166776" y="10340"/>
                </a:lnTo>
                <a:lnTo>
                  <a:pt x="159195" y="0"/>
                </a:lnTo>
                <a:lnTo>
                  <a:pt x="134105" y="20496"/>
                </a:lnTo>
                <a:lnTo>
                  <a:pt x="118473" y="14490"/>
                </a:lnTo>
                <a:lnTo>
                  <a:pt x="111939" y="35943"/>
                </a:lnTo>
                <a:lnTo>
                  <a:pt x="80857" y="40136"/>
                </a:lnTo>
                <a:lnTo>
                  <a:pt x="49014" y="69398"/>
                </a:lnTo>
                <a:lnTo>
                  <a:pt x="62559" y="95237"/>
                </a:lnTo>
                <a:lnTo>
                  <a:pt x="50811" y="121027"/>
                </a:lnTo>
                <a:lnTo>
                  <a:pt x="66449" y="124566"/>
                </a:lnTo>
                <a:lnTo>
                  <a:pt x="3944" y="177352"/>
                </a:lnTo>
                <a:lnTo>
                  <a:pt x="7244" y="209831"/>
                </a:lnTo>
                <a:lnTo>
                  <a:pt x="0" y="220612"/>
                </a:lnTo>
                <a:lnTo>
                  <a:pt x="52185" y="22538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ājasthān"/>
          <p:cNvSpPr/>
          <p:nvPr/>
        </p:nvSpPr>
        <p:spPr>
          <a:xfrm>
            <a:off x="3880454" y="4279571"/>
            <a:ext cx="715431" cy="626269"/>
          </a:xfrm>
          <a:custGeom>
            <a:avLst/>
            <a:gdLst/>
            <a:ahLst/>
            <a:cxnLst/>
            <a:rect l="l" t="t" r="r" b="b"/>
            <a:pathLst>
              <a:path w="715431" h="626269">
                <a:moveTo>
                  <a:pt x="634953" y="210344"/>
                </a:moveTo>
                <a:lnTo>
                  <a:pt x="615503" y="208523"/>
                </a:lnTo>
                <a:lnTo>
                  <a:pt x="618830" y="215870"/>
                </a:lnTo>
                <a:lnTo>
                  <a:pt x="604575" y="223190"/>
                </a:lnTo>
                <a:lnTo>
                  <a:pt x="609459" y="180740"/>
                </a:lnTo>
                <a:lnTo>
                  <a:pt x="599521" y="173439"/>
                </a:lnTo>
                <a:lnTo>
                  <a:pt x="575070" y="196061"/>
                </a:lnTo>
                <a:lnTo>
                  <a:pt x="569176" y="179850"/>
                </a:lnTo>
                <a:lnTo>
                  <a:pt x="554240" y="177162"/>
                </a:lnTo>
                <a:lnTo>
                  <a:pt x="558315" y="190207"/>
                </a:lnTo>
                <a:lnTo>
                  <a:pt x="543292" y="193856"/>
                </a:lnTo>
                <a:lnTo>
                  <a:pt x="548140" y="208964"/>
                </a:lnTo>
                <a:lnTo>
                  <a:pt x="528117" y="205880"/>
                </a:lnTo>
                <a:lnTo>
                  <a:pt x="533768" y="186391"/>
                </a:lnTo>
                <a:lnTo>
                  <a:pt x="526019" y="183486"/>
                </a:lnTo>
                <a:lnTo>
                  <a:pt x="538217" y="179650"/>
                </a:lnTo>
                <a:lnTo>
                  <a:pt x="494749" y="139078"/>
                </a:lnTo>
                <a:lnTo>
                  <a:pt x="482456" y="82700"/>
                </a:lnTo>
                <a:lnTo>
                  <a:pt x="455185" y="84981"/>
                </a:lnTo>
                <a:lnTo>
                  <a:pt x="436869" y="69720"/>
                </a:lnTo>
                <a:lnTo>
                  <a:pt x="416413" y="76402"/>
                </a:lnTo>
                <a:lnTo>
                  <a:pt x="417784" y="39135"/>
                </a:lnTo>
                <a:lnTo>
                  <a:pt x="406199" y="37714"/>
                </a:lnTo>
                <a:lnTo>
                  <a:pt x="410544" y="22407"/>
                </a:lnTo>
                <a:lnTo>
                  <a:pt x="359054" y="19682"/>
                </a:lnTo>
                <a:lnTo>
                  <a:pt x="365397" y="0"/>
                </a:lnTo>
                <a:lnTo>
                  <a:pt x="318537" y="22135"/>
                </a:lnTo>
                <a:lnTo>
                  <a:pt x="281760" y="102704"/>
                </a:lnTo>
                <a:lnTo>
                  <a:pt x="236735" y="125150"/>
                </a:lnTo>
                <a:lnTo>
                  <a:pt x="196527" y="196264"/>
                </a:lnTo>
                <a:lnTo>
                  <a:pt x="112947" y="218726"/>
                </a:lnTo>
                <a:lnTo>
                  <a:pt x="102189" y="215539"/>
                </a:lnTo>
                <a:lnTo>
                  <a:pt x="89954" y="191972"/>
                </a:lnTo>
                <a:lnTo>
                  <a:pt x="72267" y="191854"/>
                </a:lnTo>
                <a:lnTo>
                  <a:pt x="8359" y="264535"/>
                </a:lnTo>
                <a:lnTo>
                  <a:pt x="0" y="297761"/>
                </a:lnTo>
                <a:lnTo>
                  <a:pt x="25030" y="315889"/>
                </a:lnTo>
                <a:lnTo>
                  <a:pt x="56157" y="320005"/>
                </a:lnTo>
                <a:lnTo>
                  <a:pt x="50091" y="373802"/>
                </a:lnTo>
                <a:lnTo>
                  <a:pt x="63838" y="393508"/>
                </a:lnTo>
                <a:lnTo>
                  <a:pt x="95706" y="394524"/>
                </a:lnTo>
                <a:lnTo>
                  <a:pt x="96087" y="421300"/>
                </a:lnTo>
                <a:lnTo>
                  <a:pt x="132518" y="484602"/>
                </a:lnTo>
                <a:lnTo>
                  <a:pt x="192774" y="490432"/>
                </a:lnTo>
                <a:lnTo>
                  <a:pt x="209801" y="481415"/>
                </a:lnTo>
                <a:lnTo>
                  <a:pt x="233089" y="488750"/>
                </a:lnTo>
                <a:lnTo>
                  <a:pt x="224869" y="492516"/>
                </a:lnTo>
                <a:lnTo>
                  <a:pt x="242034" y="507504"/>
                </a:lnTo>
                <a:lnTo>
                  <a:pt x="248685" y="498306"/>
                </a:lnTo>
                <a:lnTo>
                  <a:pt x="278952" y="514311"/>
                </a:lnTo>
                <a:lnTo>
                  <a:pt x="293321" y="500198"/>
                </a:lnTo>
                <a:lnTo>
                  <a:pt x="292447" y="509100"/>
                </a:lnTo>
                <a:lnTo>
                  <a:pt x="304069" y="511969"/>
                </a:lnTo>
                <a:lnTo>
                  <a:pt x="291710" y="526818"/>
                </a:lnTo>
                <a:lnTo>
                  <a:pt x="305985" y="543701"/>
                </a:lnTo>
                <a:lnTo>
                  <a:pt x="315689" y="534717"/>
                </a:lnTo>
                <a:lnTo>
                  <a:pt x="314863" y="562207"/>
                </a:lnTo>
                <a:lnTo>
                  <a:pt x="328804" y="578396"/>
                </a:lnTo>
                <a:lnTo>
                  <a:pt x="339597" y="577133"/>
                </a:lnTo>
                <a:lnTo>
                  <a:pt x="337281" y="592289"/>
                </a:lnTo>
                <a:lnTo>
                  <a:pt x="364565" y="598227"/>
                </a:lnTo>
                <a:lnTo>
                  <a:pt x="394482" y="626269"/>
                </a:lnTo>
                <a:lnTo>
                  <a:pt x="427996" y="613361"/>
                </a:lnTo>
                <a:lnTo>
                  <a:pt x="409485" y="602841"/>
                </a:lnTo>
                <a:lnTo>
                  <a:pt x="443870" y="576489"/>
                </a:lnTo>
                <a:lnTo>
                  <a:pt x="447609" y="541638"/>
                </a:lnTo>
                <a:lnTo>
                  <a:pt x="440640" y="523964"/>
                </a:lnTo>
                <a:lnTo>
                  <a:pt x="428450" y="521657"/>
                </a:lnTo>
                <a:lnTo>
                  <a:pt x="437170" y="504889"/>
                </a:lnTo>
                <a:lnTo>
                  <a:pt x="425325" y="501210"/>
                </a:lnTo>
                <a:lnTo>
                  <a:pt x="432748" y="475523"/>
                </a:lnTo>
                <a:lnTo>
                  <a:pt x="439988" y="488292"/>
                </a:lnTo>
                <a:lnTo>
                  <a:pt x="450364" y="479666"/>
                </a:lnTo>
                <a:lnTo>
                  <a:pt x="436771" y="475806"/>
                </a:lnTo>
                <a:lnTo>
                  <a:pt x="436264" y="458867"/>
                </a:lnTo>
                <a:lnTo>
                  <a:pt x="451809" y="469780"/>
                </a:lnTo>
                <a:lnTo>
                  <a:pt x="462537" y="451969"/>
                </a:lnTo>
                <a:lnTo>
                  <a:pt x="476256" y="452540"/>
                </a:lnTo>
                <a:lnTo>
                  <a:pt x="470483" y="467129"/>
                </a:lnTo>
                <a:lnTo>
                  <a:pt x="483691" y="467658"/>
                </a:lnTo>
                <a:lnTo>
                  <a:pt x="467293" y="469836"/>
                </a:lnTo>
                <a:lnTo>
                  <a:pt x="466902" y="482249"/>
                </a:lnTo>
                <a:lnTo>
                  <a:pt x="516925" y="479709"/>
                </a:lnTo>
                <a:lnTo>
                  <a:pt x="523055" y="503965"/>
                </a:lnTo>
                <a:lnTo>
                  <a:pt x="508285" y="509630"/>
                </a:lnTo>
                <a:lnTo>
                  <a:pt x="517162" y="538894"/>
                </a:lnTo>
                <a:lnTo>
                  <a:pt x="486500" y="549834"/>
                </a:lnTo>
                <a:lnTo>
                  <a:pt x="504960" y="565363"/>
                </a:lnTo>
                <a:lnTo>
                  <a:pt x="506515" y="552733"/>
                </a:lnTo>
                <a:lnTo>
                  <a:pt x="525361" y="552964"/>
                </a:lnTo>
                <a:lnTo>
                  <a:pt x="540793" y="536170"/>
                </a:lnTo>
                <a:lnTo>
                  <a:pt x="545543" y="514996"/>
                </a:lnTo>
                <a:lnTo>
                  <a:pt x="547744" y="525483"/>
                </a:lnTo>
                <a:lnTo>
                  <a:pt x="573403" y="530116"/>
                </a:lnTo>
                <a:lnTo>
                  <a:pt x="587063" y="518948"/>
                </a:lnTo>
                <a:lnTo>
                  <a:pt x="595736" y="533667"/>
                </a:lnTo>
                <a:lnTo>
                  <a:pt x="607547" y="526476"/>
                </a:lnTo>
                <a:lnTo>
                  <a:pt x="596909" y="497074"/>
                </a:lnTo>
                <a:lnTo>
                  <a:pt x="610052" y="503420"/>
                </a:lnTo>
                <a:lnTo>
                  <a:pt x="617414" y="488823"/>
                </a:lnTo>
                <a:lnTo>
                  <a:pt x="595788" y="472879"/>
                </a:lnTo>
                <a:lnTo>
                  <a:pt x="607756" y="467607"/>
                </a:lnTo>
                <a:lnTo>
                  <a:pt x="600205" y="455927"/>
                </a:lnTo>
                <a:lnTo>
                  <a:pt x="644957" y="446342"/>
                </a:lnTo>
                <a:lnTo>
                  <a:pt x="642054" y="420308"/>
                </a:lnTo>
                <a:lnTo>
                  <a:pt x="628886" y="429277"/>
                </a:lnTo>
                <a:lnTo>
                  <a:pt x="589821" y="427313"/>
                </a:lnTo>
                <a:lnTo>
                  <a:pt x="575697" y="416430"/>
                </a:lnTo>
                <a:lnTo>
                  <a:pt x="568963" y="393910"/>
                </a:lnTo>
                <a:lnTo>
                  <a:pt x="614302" y="353322"/>
                </a:lnTo>
                <a:lnTo>
                  <a:pt x="700811" y="309049"/>
                </a:lnTo>
                <a:lnTo>
                  <a:pt x="715431" y="287731"/>
                </a:lnTo>
                <a:lnTo>
                  <a:pt x="695422" y="293843"/>
                </a:lnTo>
                <a:lnTo>
                  <a:pt x="673777" y="286553"/>
                </a:lnTo>
                <a:lnTo>
                  <a:pt x="648863" y="303292"/>
                </a:lnTo>
                <a:lnTo>
                  <a:pt x="646642" y="292567"/>
                </a:lnTo>
                <a:lnTo>
                  <a:pt x="673969" y="280039"/>
                </a:lnTo>
                <a:lnTo>
                  <a:pt x="654136" y="274794"/>
                </a:lnTo>
                <a:lnTo>
                  <a:pt x="667307" y="263581"/>
                </a:lnTo>
                <a:lnTo>
                  <a:pt x="639535" y="234428"/>
                </a:lnTo>
                <a:lnTo>
                  <a:pt x="634953" y="21034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ikkim"/>
          <p:cNvSpPr/>
          <p:nvPr/>
        </p:nvSpPr>
        <p:spPr>
          <a:xfrm>
            <a:off x="5389025" y="4461147"/>
            <a:ext cx="72636" cy="92092"/>
          </a:xfrm>
          <a:custGeom>
            <a:avLst/>
            <a:gdLst/>
            <a:ahLst/>
            <a:cxnLst/>
            <a:rect l="l" t="t" r="r" b="b"/>
            <a:pathLst>
              <a:path w="72636" h="92092">
                <a:moveTo>
                  <a:pt x="0" y="80486"/>
                </a:moveTo>
                <a:lnTo>
                  <a:pt x="33852" y="92092"/>
                </a:lnTo>
                <a:lnTo>
                  <a:pt x="72636" y="74847"/>
                </a:lnTo>
                <a:lnTo>
                  <a:pt x="60971" y="49498"/>
                </a:lnTo>
                <a:lnTo>
                  <a:pt x="71082" y="23907"/>
                </a:lnTo>
                <a:lnTo>
                  <a:pt x="66866" y="9995"/>
                </a:lnTo>
                <a:lnTo>
                  <a:pt x="48457" y="0"/>
                </a:lnTo>
                <a:lnTo>
                  <a:pt x="9299" y="15747"/>
                </a:lnTo>
                <a:lnTo>
                  <a:pt x="14918" y="29675"/>
                </a:lnTo>
                <a:lnTo>
                  <a:pt x="0" y="8048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amil Nādu"/>
          <p:cNvSpPr/>
          <p:nvPr/>
        </p:nvSpPr>
        <p:spPr>
          <a:xfrm>
            <a:off x="4429963" y="5739122"/>
            <a:ext cx="334808" cy="481638"/>
          </a:xfrm>
          <a:custGeom>
            <a:avLst/>
            <a:gdLst/>
            <a:ahLst/>
            <a:cxnLst/>
            <a:rect l="l" t="t" r="r" b="b"/>
            <a:pathLst>
              <a:path w="334808" h="481638">
                <a:moveTo>
                  <a:pt x="290865" y="151962"/>
                </a:moveTo>
                <a:lnTo>
                  <a:pt x="281802" y="140529"/>
                </a:lnTo>
                <a:lnTo>
                  <a:pt x="293598" y="141235"/>
                </a:lnTo>
                <a:lnTo>
                  <a:pt x="327310" y="68842"/>
                </a:lnTo>
                <a:lnTo>
                  <a:pt x="334808" y="22108"/>
                </a:lnTo>
                <a:lnTo>
                  <a:pt x="328460" y="0"/>
                </a:lnTo>
                <a:lnTo>
                  <a:pt x="326260" y="8306"/>
                </a:lnTo>
                <a:lnTo>
                  <a:pt x="306552" y="2017"/>
                </a:lnTo>
                <a:lnTo>
                  <a:pt x="287023" y="31401"/>
                </a:lnTo>
                <a:lnTo>
                  <a:pt x="260614" y="18742"/>
                </a:lnTo>
                <a:lnTo>
                  <a:pt x="260857" y="33092"/>
                </a:lnTo>
                <a:lnTo>
                  <a:pt x="244291" y="34613"/>
                </a:lnTo>
                <a:lnTo>
                  <a:pt x="238445" y="47825"/>
                </a:lnTo>
                <a:lnTo>
                  <a:pt x="201925" y="43577"/>
                </a:lnTo>
                <a:lnTo>
                  <a:pt x="181604" y="82597"/>
                </a:lnTo>
                <a:lnTo>
                  <a:pt x="130406" y="60981"/>
                </a:lnTo>
                <a:lnTo>
                  <a:pt x="122584" y="78298"/>
                </a:lnTo>
                <a:lnTo>
                  <a:pt x="111101" y="78810"/>
                </a:lnTo>
                <a:lnTo>
                  <a:pt x="112561" y="105043"/>
                </a:lnTo>
                <a:lnTo>
                  <a:pt x="100773" y="115427"/>
                </a:lnTo>
                <a:lnTo>
                  <a:pt x="125484" y="126960"/>
                </a:lnTo>
                <a:lnTo>
                  <a:pt x="117353" y="141564"/>
                </a:lnTo>
                <a:lnTo>
                  <a:pt x="102626" y="142277"/>
                </a:lnTo>
                <a:lnTo>
                  <a:pt x="97130" y="158335"/>
                </a:lnTo>
                <a:lnTo>
                  <a:pt x="54855" y="155316"/>
                </a:lnTo>
                <a:lnTo>
                  <a:pt x="49883" y="172934"/>
                </a:lnTo>
                <a:lnTo>
                  <a:pt x="22544" y="163236"/>
                </a:lnTo>
                <a:lnTo>
                  <a:pt x="0" y="174990"/>
                </a:lnTo>
                <a:lnTo>
                  <a:pt x="1065" y="184043"/>
                </a:lnTo>
                <a:lnTo>
                  <a:pt x="25537" y="193610"/>
                </a:lnTo>
                <a:lnTo>
                  <a:pt x="16644" y="207643"/>
                </a:lnTo>
                <a:lnTo>
                  <a:pt x="40737" y="205973"/>
                </a:lnTo>
                <a:lnTo>
                  <a:pt x="46129" y="220373"/>
                </a:lnTo>
                <a:lnTo>
                  <a:pt x="34592" y="231201"/>
                </a:lnTo>
                <a:lnTo>
                  <a:pt x="54800" y="244116"/>
                </a:lnTo>
                <a:lnTo>
                  <a:pt x="48503" y="286259"/>
                </a:lnTo>
                <a:lnTo>
                  <a:pt x="61013" y="293586"/>
                </a:lnTo>
                <a:lnTo>
                  <a:pt x="81500" y="281896"/>
                </a:lnTo>
                <a:lnTo>
                  <a:pt x="86387" y="293683"/>
                </a:lnTo>
                <a:lnTo>
                  <a:pt x="75848" y="346826"/>
                </a:lnTo>
                <a:lnTo>
                  <a:pt x="95915" y="355940"/>
                </a:lnTo>
                <a:lnTo>
                  <a:pt x="74316" y="398737"/>
                </a:lnTo>
                <a:lnTo>
                  <a:pt x="85449" y="440377"/>
                </a:lnTo>
                <a:lnTo>
                  <a:pt x="70305" y="462601"/>
                </a:lnTo>
                <a:lnTo>
                  <a:pt x="88020" y="477640"/>
                </a:lnTo>
                <a:lnTo>
                  <a:pt x="107607" y="481638"/>
                </a:lnTo>
                <a:lnTo>
                  <a:pt x="149166" y="455563"/>
                </a:lnTo>
                <a:lnTo>
                  <a:pt x="159247" y="406893"/>
                </a:lnTo>
                <a:lnTo>
                  <a:pt x="177274" y="390737"/>
                </a:lnTo>
                <a:lnTo>
                  <a:pt x="222287" y="376565"/>
                </a:lnTo>
                <a:lnTo>
                  <a:pt x="260405" y="386490"/>
                </a:lnTo>
                <a:lnTo>
                  <a:pt x="251984" y="372513"/>
                </a:lnTo>
                <a:lnTo>
                  <a:pt x="230582" y="374462"/>
                </a:lnTo>
                <a:lnTo>
                  <a:pt x="216896" y="357651"/>
                </a:lnTo>
                <a:lnTo>
                  <a:pt x="246824" y="309412"/>
                </a:lnTo>
                <a:lnTo>
                  <a:pt x="249334" y="289835"/>
                </a:lnTo>
                <a:lnTo>
                  <a:pt x="296842" y="286307"/>
                </a:lnTo>
                <a:lnTo>
                  <a:pt x="294588" y="240296"/>
                </a:lnTo>
                <a:lnTo>
                  <a:pt x="283677" y="228971"/>
                </a:lnTo>
                <a:lnTo>
                  <a:pt x="294721" y="226574"/>
                </a:lnTo>
                <a:lnTo>
                  <a:pt x="289950" y="156181"/>
                </a:lnTo>
                <a:lnTo>
                  <a:pt x="283155" y="155650"/>
                </a:lnTo>
                <a:lnTo>
                  <a:pt x="290865" y="15196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langāna"/>
          <p:cNvSpPr/>
          <p:nvPr/>
        </p:nvSpPr>
        <p:spPr>
          <a:xfrm>
            <a:off x="4511517" y="5181991"/>
            <a:ext cx="332699" cy="357851"/>
          </a:xfrm>
          <a:custGeom>
            <a:avLst/>
            <a:gdLst/>
            <a:ahLst/>
            <a:cxnLst/>
            <a:rect l="l" t="t" r="r" b="b"/>
            <a:pathLst>
              <a:path w="332699" h="357851">
                <a:moveTo>
                  <a:pt x="25686" y="142366"/>
                </a:moveTo>
                <a:lnTo>
                  <a:pt x="25882" y="164839"/>
                </a:lnTo>
                <a:lnTo>
                  <a:pt x="34185" y="170765"/>
                </a:lnTo>
                <a:lnTo>
                  <a:pt x="16872" y="204489"/>
                </a:lnTo>
                <a:lnTo>
                  <a:pt x="36893" y="213904"/>
                </a:lnTo>
                <a:lnTo>
                  <a:pt x="22561" y="217923"/>
                </a:lnTo>
                <a:lnTo>
                  <a:pt x="11749" y="236205"/>
                </a:lnTo>
                <a:lnTo>
                  <a:pt x="21708" y="254494"/>
                </a:lnTo>
                <a:lnTo>
                  <a:pt x="18848" y="290934"/>
                </a:lnTo>
                <a:lnTo>
                  <a:pt x="0" y="302008"/>
                </a:lnTo>
                <a:lnTo>
                  <a:pt x="29222" y="313369"/>
                </a:lnTo>
                <a:lnTo>
                  <a:pt x="21013" y="340237"/>
                </a:lnTo>
                <a:lnTo>
                  <a:pt x="34318" y="353493"/>
                </a:lnTo>
                <a:lnTo>
                  <a:pt x="73116" y="357851"/>
                </a:lnTo>
                <a:lnTo>
                  <a:pt x="95413" y="336917"/>
                </a:lnTo>
                <a:lnTo>
                  <a:pt x="126152" y="341626"/>
                </a:lnTo>
                <a:lnTo>
                  <a:pt x="144390" y="322402"/>
                </a:lnTo>
                <a:lnTo>
                  <a:pt x="161244" y="323526"/>
                </a:lnTo>
                <a:lnTo>
                  <a:pt x="164524" y="293830"/>
                </a:lnTo>
                <a:lnTo>
                  <a:pt x="206625" y="279354"/>
                </a:lnTo>
                <a:lnTo>
                  <a:pt x="220934" y="287680"/>
                </a:lnTo>
                <a:lnTo>
                  <a:pt x="230772" y="273131"/>
                </a:lnTo>
                <a:lnTo>
                  <a:pt x="226439" y="263191"/>
                </a:lnTo>
                <a:lnTo>
                  <a:pt x="241017" y="251865"/>
                </a:lnTo>
                <a:lnTo>
                  <a:pt x="255995" y="271748"/>
                </a:lnTo>
                <a:lnTo>
                  <a:pt x="271447" y="276086"/>
                </a:lnTo>
                <a:lnTo>
                  <a:pt x="274028" y="262873"/>
                </a:lnTo>
                <a:lnTo>
                  <a:pt x="254609" y="257829"/>
                </a:lnTo>
                <a:lnTo>
                  <a:pt x="258323" y="247700"/>
                </a:lnTo>
                <a:lnTo>
                  <a:pt x="262868" y="253094"/>
                </a:lnTo>
                <a:lnTo>
                  <a:pt x="272243" y="242297"/>
                </a:lnTo>
                <a:lnTo>
                  <a:pt x="293840" y="252221"/>
                </a:lnTo>
                <a:lnTo>
                  <a:pt x="299829" y="236446"/>
                </a:lnTo>
                <a:lnTo>
                  <a:pt x="320596" y="235516"/>
                </a:lnTo>
                <a:lnTo>
                  <a:pt x="332699" y="222862"/>
                </a:lnTo>
                <a:lnTo>
                  <a:pt x="294661" y="202914"/>
                </a:lnTo>
                <a:lnTo>
                  <a:pt x="297115" y="191172"/>
                </a:lnTo>
                <a:lnTo>
                  <a:pt x="314921" y="187984"/>
                </a:lnTo>
                <a:lnTo>
                  <a:pt x="307104" y="185683"/>
                </a:lnTo>
                <a:lnTo>
                  <a:pt x="304726" y="152293"/>
                </a:lnTo>
                <a:lnTo>
                  <a:pt x="285008" y="152430"/>
                </a:lnTo>
                <a:lnTo>
                  <a:pt x="284846" y="131753"/>
                </a:lnTo>
                <a:lnTo>
                  <a:pt x="266927" y="113631"/>
                </a:lnTo>
                <a:lnTo>
                  <a:pt x="253241" y="115765"/>
                </a:lnTo>
                <a:lnTo>
                  <a:pt x="247691" y="104657"/>
                </a:lnTo>
                <a:lnTo>
                  <a:pt x="234640" y="108263"/>
                </a:lnTo>
                <a:lnTo>
                  <a:pt x="218627" y="96929"/>
                </a:lnTo>
                <a:lnTo>
                  <a:pt x="213499" y="71241"/>
                </a:lnTo>
                <a:lnTo>
                  <a:pt x="223228" y="45096"/>
                </a:lnTo>
                <a:lnTo>
                  <a:pt x="204952" y="26917"/>
                </a:lnTo>
                <a:lnTo>
                  <a:pt x="181993" y="36337"/>
                </a:lnTo>
                <a:lnTo>
                  <a:pt x="163442" y="26114"/>
                </a:lnTo>
                <a:lnTo>
                  <a:pt x="159108" y="39953"/>
                </a:lnTo>
                <a:lnTo>
                  <a:pt x="138766" y="31802"/>
                </a:lnTo>
                <a:lnTo>
                  <a:pt x="130668" y="13373"/>
                </a:lnTo>
                <a:lnTo>
                  <a:pt x="87200" y="0"/>
                </a:lnTo>
                <a:lnTo>
                  <a:pt x="86982" y="40204"/>
                </a:lnTo>
                <a:lnTo>
                  <a:pt x="76549" y="44054"/>
                </a:lnTo>
                <a:lnTo>
                  <a:pt x="76479" y="59383"/>
                </a:lnTo>
                <a:lnTo>
                  <a:pt x="51090" y="53537"/>
                </a:lnTo>
                <a:lnTo>
                  <a:pt x="42830" y="77436"/>
                </a:lnTo>
                <a:lnTo>
                  <a:pt x="58016" y="95163"/>
                </a:lnTo>
                <a:lnTo>
                  <a:pt x="42139" y="106469"/>
                </a:lnTo>
                <a:lnTo>
                  <a:pt x="40918" y="119123"/>
                </a:lnTo>
                <a:lnTo>
                  <a:pt x="29347" y="119812"/>
                </a:lnTo>
                <a:lnTo>
                  <a:pt x="25686" y="14236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ripura"/>
          <p:cNvSpPr/>
          <p:nvPr/>
        </p:nvSpPr>
        <p:spPr>
          <a:xfrm>
            <a:off x="5644814" y="4777177"/>
            <a:ext cx="95667" cy="139376"/>
          </a:xfrm>
          <a:custGeom>
            <a:avLst/>
            <a:gdLst/>
            <a:ahLst/>
            <a:cxnLst/>
            <a:rect l="l" t="t" r="r" b="b"/>
            <a:pathLst>
              <a:path w="95667" h="139376">
                <a:moveTo>
                  <a:pt x="53617" y="89787"/>
                </a:moveTo>
                <a:lnTo>
                  <a:pt x="64339" y="96259"/>
                </a:lnTo>
                <a:lnTo>
                  <a:pt x="65260" y="69229"/>
                </a:lnTo>
                <a:lnTo>
                  <a:pt x="87165" y="76758"/>
                </a:lnTo>
                <a:lnTo>
                  <a:pt x="94419" y="58182"/>
                </a:lnTo>
                <a:lnTo>
                  <a:pt x="95667" y="30522"/>
                </a:lnTo>
                <a:lnTo>
                  <a:pt x="84297" y="24941"/>
                </a:lnTo>
                <a:lnTo>
                  <a:pt x="89652" y="12116"/>
                </a:lnTo>
                <a:lnTo>
                  <a:pt x="82323" y="0"/>
                </a:lnTo>
                <a:lnTo>
                  <a:pt x="81956" y="9532"/>
                </a:lnTo>
                <a:lnTo>
                  <a:pt x="62328" y="16592"/>
                </a:lnTo>
                <a:lnTo>
                  <a:pt x="61989" y="36150"/>
                </a:lnTo>
                <a:lnTo>
                  <a:pt x="48012" y="24765"/>
                </a:lnTo>
                <a:lnTo>
                  <a:pt x="48799" y="33841"/>
                </a:lnTo>
                <a:lnTo>
                  <a:pt x="41148" y="25936"/>
                </a:lnTo>
                <a:lnTo>
                  <a:pt x="34530" y="39758"/>
                </a:lnTo>
                <a:lnTo>
                  <a:pt x="17855" y="37001"/>
                </a:lnTo>
                <a:lnTo>
                  <a:pt x="0" y="68920"/>
                </a:lnTo>
                <a:lnTo>
                  <a:pt x="15470" y="125056"/>
                </a:lnTo>
                <a:lnTo>
                  <a:pt x="21198" y="128336"/>
                </a:lnTo>
                <a:lnTo>
                  <a:pt x="20503" y="109003"/>
                </a:lnTo>
                <a:lnTo>
                  <a:pt x="37621" y="139376"/>
                </a:lnTo>
                <a:lnTo>
                  <a:pt x="55224" y="125851"/>
                </a:lnTo>
                <a:lnTo>
                  <a:pt x="53617" y="8978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Uttar Pradesh"/>
          <p:cNvSpPr/>
          <p:nvPr/>
        </p:nvSpPr>
        <p:spPr>
          <a:xfrm>
            <a:off x="4499145" y="4262081"/>
            <a:ext cx="614703" cy="572665"/>
          </a:xfrm>
          <a:custGeom>
            <a:avLst/>
            <a:gdLst/>
            <a:ahLst/>
            <a:cxnLst/>
            <a:rect l="l" t="t" r="r" b="b"/>
            <a:pathLst>
              <a:path w="614703" h="572665">
                <a:moveTo>
                  <a:pt x="40060" y="0"/>
                </a:moveTo>
                <a:lnTo>
                  <a:pt x="8469" y="42651"/>
                </a:lnTo>
                <a:lnTo>
                  <a:pt x="0" y="70935"/>
                </a:lnTo>
                <a:lnTo>
                  <a:pt x="9399" y="140348"/>
                </a:lnTo>
                <a:lnTo>
                  <a:pt x="37976" y="189109"/>
                </a:lnTo>
                <a:lnTo>
                  <a:pt x="36853" y="216155"/>
                </a:lnTo>
                <a:lnTo>
                  <a:pt x="16199" y="227947"/>
                </a:lnTo>
                <a:lnTo>
                  <a:pt x="18977" y="244887"/>
                </a:lnTo>
                <a:lnTo>
                  <a:pt x="48616" y="281071"/>
                </a:lnTo>
                <a:lnTo>
                  <a:pt x="35445" y="292284"/>
                </a:lnTo>
                <a:lnTo>
                  <a:pt x="55278" y="297529"/>
                </a:lnTo>
                <a:lnTo>
                  <a:pt x="25556" y="313016"/>
                </a:lnTo>
                <a:lnTo>
                  <a:pt x="30644" y="320787"/>
                </a:lnTo>
                <a:lnTo>
                  <a:pt x="55025" y="304057"/>
                </a:lnTo>
                <a:lnTo>
                  <a:pt x="76731" y="311333"/>
                </a:lnTo>
                <a:lnTo>
                  <a:pt x="92890" y="302842"/>
                </a:lnTo>
                <a:lnTo>
                  <a:pt x="95764" y="314468"/>
                </a:lnTo>
                <a:lnTo>
                  <a:pt x="104121" y="309641"/>
                </a:lnTo>
                <a:lnTo>
                  <a:pt x="156375" y="326794"/>
                </a:lnTo>
                <a:lnTo>
                  <a:pt x="166990" y="347259"/>
                </a:lnTo>
                <a:lnTo>
                  <a:pt x="135871" y="407737"/>
                </a:lnTo>
                <a:lnTo>
                  <a:pt x="140661" y="419158"/>
                </a:lnTo>
                <a:lnTo>
                  <a:pt x="110689" y="424211"/>
                </a:lnTo>
                <a:lnTo>
                  <a:pt x="99431" y="440572"/>
                </a:lnTo>
                <a:lnTo>
                  <a:pt x="111883" y="459266"/>
                </a:lnTo>
                <a:lnTo>
                  <a:pt x="88332" y="485689"/>
                </a:lnTo>
                <a:lnTo>
                  <a:pt x="102899" y="535104"/>
                </a:lnTo>
                <a:lnTo>
                  <a:pt x="116797" y="527353"/>
                </a:lnTo>
                <a:lnTo>
                  <a:pt x="139118" y="545867"/>
                </a:lnTo>
                <a:lnTo>
                  <a:pt x="153662" y="530882"/>
                </a:lnTo>
                <a:lnTo>
                  <a:pt x="146479" y="505110"/>
                </a:lnTo>
                <a:lnTo>
                  <a:pt x="135798" y="508718"/>
                </a:lnTo>
                <a:lnTo>
                  <a:pt x="138876" y="490220"/>
                </a:lnTo>
                <a:lnTo>
                  <a:pt x="126005" y="477346"/>
                </a:lnTo>
                <a:lnTo>
                  <a:pt x="121631" y="451406"/>
                </a:lnTo>
                <a:lnTo>
                  <a:pt x="109991" y="448697"/>
                </a:lnTo>
                <a:lnTo>
                  <a:pt x="128158" y="434932"/>
                </a:lnTo>
                <a:lnTo>
                  <a:pt x="137638" y="442652"/>
                </a:lnTo>
                <a:lnTo>
                  <a:pt x="134660" y="430210"/>
                </a:lnTo>
                <a:lnTo>
                  <a:pt x="143298" y="436097"/>
                </a:lnTo>
                <a:lnTo>
                  <a:pt x="151049" y="424736"/>
                </a:lnTo>
                <a:lnTo>
                  <a:pt x="155117" y="440810"/>
                </a:lnTo>
                <a:lnTo>
                  <a:pt x="138709" y="447658"/>
                </a:lnTo>
                <a:lnTo>
                  <a:pt x="143746" y="453557"/>
                </a:lnTo>
                <a:lnTo>
                  <a:pt x="152779" y="443351"/>
                </a:lnTo>
                <a:lnTo>
                  <a:pt x="146249" y="459802"/>
                </a:lnTo>
                <a:lnTo>
                  <a:pt x="157062" y="449584"/>
                </a:lnTo>
                <a:lnTo>
                  <a:pt x="166646" y="464031"/>
                </a:lnTo>
                <a:lnTo>
                  <a:pt x="181519" y="461690"/>
                </a:lnTo>
                <a:lnTo>
                  <a:pt x="180395" y="444003"/>
                </a:lnTo>
                <a:lnTo>
                  <a:pt x="196244" y="450215"/>
                </a:lnTo>
                <a:lnTo>
                  <a:pt x="188984" y="464311"/>
                </a:lnTo>
                <a:lnTo>
                  <a:pt x="226123" y="465189"/>
                </a:lnTo>
                <a:lnTo>
                  <a:pt x="225295" y="452957"/>
                </a:lnTo>
                <a:lnTo>
                  <a:pt x="258877" y="436421"/>
                </a:lnTo>
                <a:lnTo>
                  <a:pt x="272539" y="458046"/>
                </a:lnTo>
                <a:lnTo>
                  <a:pt x="259673" y="471353"/>
                </a:lnTo>
                <a:lnTo>
                  <a:pt x="274003" y="466744"/>
                </a:lnTo>
                <a:lnTo>
                  <a:pt x="276385" y="475915"/>
                </a:lnTo>
                <a:lnTo>
                  <a:pt x="276696" y="464838"/>
                </a:lnTo>
                <a:lnTo>
                  <a:pt x="300587" y="468821"/>
                </a:lnTo>
                <a:lnTo>
                  <a:pt x="294742" y="462367"/>
                </a:lnTo>
                <a:lnTo>
                  <a:pt x="309417" y="457140"/>
                </a:lnTo>
                <a:lnTo>
                  <a:pt x="303513" y="480431"/>
                </a:lnTo>
                <a:lnTo>
                  <a:pt x="330173" y="483502"/>
                </a:lnTo>
                <a:lnTo>
                  <a:pt x="341401" y="459065"/>
                </a:lnTo>
                <a:lnTo>
                  <a:pt x="358793" y="467290"/>
                </a:lnTo>
                <a:lnTo>
                  <a:pt x="365913" y="456886"/>
                </a:lnTo>
                <a:lnTo>
                  <a:pt x="368600" y="468689"/>
                </a:lnTo>
                <a:lnTo>
                  <a:pt x="392650" y="473087"/>
                </a:lnTo>
                <a:lnTo>
                  <a:pt x="397389" y="488809"/>
                </a:lnTo>
                <a:lnTo>
                  <a:pt x="416791" y="489496"/>
                </a:lnTo>
                <a:lnTo>
                  <a:pt x="424513" y="508296"/>
                </a:lnTo>
                <a:lnTo>
                  <a:pt x="434090" y="509509"/>
                </a:lnTo>
                <a:lnTo>
                  <a:pt x="435181" y="499724"/>
                </a:lnTo>
                <a:lnTo>
                  <a:pt x="463210" y="505067"/>
                </a:lnTo>
                <a:lnTo>
                  <a:pt x="454396" y="550478"/>
                </a:lnTo>
                <a:lnTo>
                  <a:pt x="477382" y="572665"/>
                </a:lnTo>
                <a:lnTo>
                  <a:pt x="498552" y="568280"/>
                </a:lnTo>
                <a:lnTo>
                  <a:pt x="518852" y="529393"/>
                </a:lnTo>
                <a:lnTo>
                  <a:pt x="513941" y="517778"/>
                </a:lnTo>
                <a:lnTo>
                  <a:pt x="526234" y="506724"/>
                </a:lnTo>
                <a:lnTo>
                  <a:pt x="510738" y="484990"/>
                </a:lnTo>
                <a:lnTo>
                  <a:pt x="510710" y="456109"/>
                </a:lnTo>
                <a:lnTo>
                  <a:pt x="550528" y="435516"/>
                </a:lnTo>
                <a:lnTo>
                  <a:pt x="571538" y="410363"/>
                </a:lnTo>
                <a:lnTo>
                  <a:pt x="614703" y="409753"/>
                </a:lnTo>
                <a:lnTo>
                  <a:pt x="563804" y="370484"/>
                </a:lnTo>
                <a:lnTo>
                  <a:pt x="576572" y="364725"/>
                </a:lnTo>
                <a:lnTo>
                  <a:pt x="577439" y="353353"/>
                </a:lnTo>
                <a:lnTo>
                  <a:pt x="555554" y="340329"/>
                </a:lnTo>
                <a:lnTo>
                  <a:pt x="570079" y="329793"/>
                </a:lnTo>
                <a:lnTo>
                  <a:pt x="597220" y="330870"/>
                </a:lnTo>
                <a:lnTo>
                  <a:pt x="582630" y="321054"/>
                </a:lnTo>
                <a:lnTo>
                  <a:pt x="583720" y="310714"/>
                </a:lnTo>
                <a:lnTo>
                  <a:pt x="567943" y="307943"/>
                </a:lnTo>
                <a:lnTo>
                  <a:pt x="556991" y="269914"/>
                </a:lnTo>
                <a:lnTo>
                  <a:pt x="531680" y="256952"/>
                </a:lnTo>
                <a:lnTo>
                  <a:pt x="513224" y="256061"/>
                </a:lnTo>
                <a:lnTo>
                  <a:pt x="507503" y="269126"/>
                </a:lnTo>
                <a:lnTo>
                  <a:pt x="496957" y="258298"/>
                </a:lnTo>
                <a:lnTo>
                  <a:pt x="460055" y="254020"/>
                </a:lnTo>
                <a:lnTo>
                  <a:pt x="457888" y="234685"/>
                </a:lnTo>
                <a:lnTo>
                  <a:pt x="436787" y="238488"/>
                </a:lnTo>
                <a:lnTo>
                  <a:pt x="405909" y="217107"/>
                </a:lnTo>
                <a:lnTo>
                  <a:pt x="390823" y="222936"/>
                </a:lnTo>
                <a:lnTo>
                  <a:pt x="285153" y="150565"/>
                </a:lnTo>
                <a:lnTo>
                  <a:pt x="279434" y="161917"/>
                </a:lnTo>
                <a:lnTo>
                  <a:pt x="247041" y="137720"/>
                </a:lnTo>
                <a:lnTo>
                  <a:pt x="233664" y="146943"/>
                </a:lnTo>
                <a:lnTo>
                  <a:pt x="222581" y="132467"/>
                </a:lnTo>
                <a:lnTo>
                  <a:pt x="190631" y="134344"/>
                </a:lnTo>
                <a:lnTo>
                  <a:pt x="166314" y="110979"/>
                </a:lnTo>
                <a:lnTo>
                  <a:pt x="148362" y="111653"/>
                </a:lnTo>
                <a:lnTo>
                  <a:pt x="133076" y="95714"/>
                </a:lnTo>
                <a:lnTo>
                  <a:pt x="151291" y="84137"/>
                </a:lnTo>
                <a:lnTo>
                  <a:pt x="124865" y="73655"/>
                </a:lnTo>
                <a:lnTo>
                  <a:pt x="115359" y="58309"/>
                </a:lnTo>
                <a:lnTo>
                  <a:pt x="101901" y="52719"/>
                </a:lnTo>
                <a:lnTo>
                  <a:pt x="76333" y="71652"/>
                </a:lnTo>
                <a:lnTo>
                  <a:pt x="70262" y="60101"/>
                </a:lnTo>
                <a:lnTo>
                  <a:pt x="58216" y="62409"/>
                </a:lnTo>
                <a:lnTo>
                  <a:pt x="52863" y="38738"/>
                </a:lnTo>
                <a:lnTo>
                  <a:pt x="71457" y="13602"/>
                </a:lnTo>
                <a:lnTo>
                  <a:pt x="40060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Uttarākhand"/>
          <p:cNvSpPr/>
          <p:nvPr/>
        </p:nvSpPr>
        <p:spPr>
          <a:xfrm>
            <a:off x="4538902" y="4169569"/>
            <a:ext cx="281663" cy="239455"/>
          </a:xfrm>
          <a:custGeom>
            <a:avLst/>
            <a:gdLst/>
            <a:ahLst/>
            <a:cxnLst/>
            <a:rect l="l" t="t" r="r" b="b"/>
            <a:pathLst>
              <a:path w="281663" h="239455">
                <a:moveTo>
                  <a:pt x="202937" y="229466"/>
                </a:moveTo>
                <a:lnTo>
                  <a:pt x="209413" y="206138"/>
                </a:lnTo>
                <a:lnTo>
                  <a:pt x="221890" y="197132"/>
                </a:lnTo>
                <a:lnTo>
                  <a:pt x="217350" y="176289"/>
                </a:lnTo>
                <a:lnTo>
                  <a:pt x="230954" y="162705"/>
                </a:lnTo>
                <a:lnTo>
                  <a:pt x="227595" y="149451"/>
                </a:lnTo>
                <a:lnTo>
                  <a:pt x="281663" y="105730"/>
                </a:lnTo>
                <a:lnTo>
                  <a:pt x="214946" y="76125"/>
                </a:lnTo>
                <a:lnTo>
                  <a:pt x="216847" y="60759"/>
                </a:lnTo>
                <a:lnTo>
                  <a:pt x="186633" y="42030"/>
                </a:lnTo>
                <a:lnTo>
                  <a:pt x="150945" y="37528"/>
                </a:lnTo>
                <a:lnTo>
                  <a:pt x="124052" y="0"/>
                </a:lnTo>
                <a:lnTo>
                  <a:pt x="106554" y="14690"/>
                </a:lnTo>
                <a:lnTo>
                  <a:pt x="116954" y="29983"/>
                </a:lnTo>
                <a:lnTo>
                  <a:pt x="64965" y="14503"/>
                </a:lnTo>
                <a:lnTo>
                  <a:pt x="26574" y="26447"/>
                </a:lnTo>
                <a:lnTo>
                  <a:pt x="10702" y="60238"/>
                </a:lnTo>
                <a:lnTo>
                  <a:pt x="20044" y="82799"/>
                </a:lnTo>
                <a:lnTo>
                  <a:pt x="0" y="91365"/>
                </a:lnTo>
                <a:lnTo>
                  <a:pt x="31700" y="106114"/>
                </a:lnTo>
                <a:lnTo>
                  <a:pt x="13648" y="129603"/>
                </a:lnTo>
                <a:lnTo>
                  <a:pt x="16186" y="152445"/>
                </a:lnTo>
                <a:lnTo>
                  <a:pt x="30505" y="152613"/>
                </a:lnTo>
                <a:lnTo>
                  <a:pt x="36576" y="164164"/>
                </a:lnTo>
                <a:lnTo>
                  <a:pt x="69703" y="148052"/>
                </a:lnTo>
                <a:lnTo>
                  <a:pt x="85108" y="166167"/>
                </a:lnTo>
                <a:lnTo>
                  <a:pt x="111534" y="176649"/>
                </a:lnTo>
                <a:lnTo>
                  <a:pt x="93319" y="188226"/>
                </a:lnTo>
                <a:lnTo>
                  <a:pt x="108627" y="204183"/>
                </a:lnTo>
                <a:lnTo>
                  <a:pt x="126557" y="203491"/>
                </a:lnTo>
                <a:lnTo>
                  <a:pt x="152086" y="227267"/>
                </a:lnTo>
                <a:lnTo>
                  <a:pt x="183742" y="225273"/>
                </a:lnTo>
                <a:lnTo>
                  <a:pt x="193907" y="239455"/>
                </a:lnTo>
                <a:lnTo>
                  <a:pt x="202937" y="22946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West Bengal"/>
          <p:cNvSpPr/>
          <p:nvPr/>
        </p:nvSpPr>
        <p:spPr>
          <a:xfrm>
            <a:off x="5210317" y="4541633"/>
            <a:ext cx="330079" cy="496250"/>
          </a:xfrm>
          <a:custGeom>
            <a:avLst/>
            <a:gdLst/>
            <a:ahLst/>
            <a:cxnLst/>
            <a:rect l="l" t="t" r="r" b="b"/>
            <a:pathLst>
              <a:path w="330079" h="496250">
                <a:moveTo>
                  <a:pt x="178708" y="0"/>
                </a:moveTo>
                <a:lnTo>
                  <a:pt x="192732" y="38638"/>
                </a:lnTo>
                <a:lnTo>
                  <a:pt x="186082" y="57971"/>
                </a:lnTo>
                <a:lnTo>
                  <a:pt x="196452" y="56220"/>
                </a:lnTo>
                <a:lnTo>
                  <a:pt x="201965" y="75579"/>
                </a:lnTo>
                <a:lnTo>
                  <a:pt x="162098" y="112651"/>
                </a:lnTo>
                <a:lnTo>
                  <a:pt x="181547" y="132457"/>
                </a:lnTo>
                <a:lnTo>
                  <a:pt x="183770" y="149607"/>
                </a:lnTo>
                <a:lnTo>
                  <a:pt x="168056" y="148400"/>
                </a:lnTo>
                <a:lnTo>
                  <a:pt x="158502" y="157657"/>
                </a:lnTo>
                <a:lnTo>
                  <a:pt x="165013" y="170865"/>
                </a:lnTo>
                <a:lnTo>
                  <a:pt x="154003" y="171468"/>
                </a:lnTo>
                <a:lnTo>
                  <a:pt x="174431" y="199535"/>
                </a:lnTo>
                <a:lnTo>
                  <a:pt x="162660" y="215058"/>
                </a:lnTo>
                <a:lnTo>
                  <a:pt x="170078" y="230430"/>
                </a:lnTo>
                <a:lnTo>
                  <a:pt x="158914" y="230607"/>
                </a:lnTo>
                <a:lnTo>
                  <a:pt x="161328" y="248210"/>
                </a:lnTo>
                <a:lnTo>
                  <a:pt x="148097" y="259476"/>
                </a:lnTo>
                <a:lnTo>
                  <a:pt x="152681" y="268743"/>
                </a:lnTo>
                <a:lnTo>
                  <a:pt x="136596" y="271488"/>
                </a:lnTo>
                <a:lnTo>
                  <a:pt x="133540" y="283219"/>
                </a:lnTo>
                <a:lnTo>
                  <a:pt x="116068" y="277877"/>
                </a:lnTo>
                <a:lnTo>
                  <a:pt x="115684" y="297115"/>
                </a:lnTo>
                <a:lnTo>
                  <a:pt x="80252" y="296088"/>
                </a:lnTo>
                <a:lnTo>
                  <a:pt x="79752" y="309124"/>
                </a:lnTo>
                <a:lnTo>
                  <a:pt x="52280" y="314318"/>
                </a:lnTo>
                <a:lnTo>
                  <a:pt x="39930" y="333443"/>
                </a:lnTo>
                <a:lnTo>
                  <a:pt x="18102" y="318144"/>
                </a:lnTo>
                <a:lnTo>
                  <a:pt x="19088" y="326854"/>
                </a:lnTo>
                <a:lnTo>
                  <a:pt x="4166" y="327854"/>
                </a:lnTo>
                <a:lnTo>
                  <a:pt x="0" y="346023"/>
                </a:lnTo>
                <a:lnTo>
                  <a:pt x="29787" y="369123"/>
                </a:lnTo>
                <a:lnTo>
                  <a:pt x="59212" y="370512"/>
                </a:lnTo>
                <a:lnTo>
                  <a:pt x="48823" y="387923"/>
                </a:lnTo>
                <a:lnTo>
                  <a:pt x="77026" y="406816"/>
                </a:lnTo>
                <a:lnTo>
                  <a:pt x="86983" y="431243"/>
                </a:lnTo>
                <a:lnTo>
                  <a:pt x="73443" y="444457"/>
                </a:lnTo>
                <a:lnTo>
                  <a:pt x="98384" y="454008"/>
                </a:lnTo>
                <a:lnTo>
                  <a:pt x="99163" y="468906"/>
                </a:lnTo>
                <a:lnTo>
                  <a:pt x="115292" y="461102"/>
                </a:lnTo>
                <a:lnTo>
                  <a:pt x="135674" y="491578"/>
                </a:lnTo>
                <a:lnTo>
                  <a:pt x="161739" y="482883"/>
                </a:lnTo>
                <a:lnTo>
                  <a:pt x="176413" y="468683"/>
                </a:lnTo>
                <a:lnTo>
                  <a:pt x="176923" y="450693"/>
                </a:lnTo>
                <a:lnTo>
                  <a:pt x="191132" y="450471"/>
                </a:lnTo>
                <a:lnTo>
                  <a:pt x="177123" y="435764"/>
                </a:lnTo>
                <a:lnTo>
                  <a:pt x="192412" y="440898"/>
                </a:lnTo>
                <a:lnTo>
                  <a:pt x="198667" y="496250"/>
                </a:lnTo>
                <a:lnTo>
                  <a:pt x="198789" y="460651"/>
                </a:lnTo>
                <a:lnTo>
                  <a:pt x="202886" y="469657"/>
                </a:lnTo>
                <a:lnTo>
                  <a:pt x="206080" y="459849"/>
                </a:lnTo>
                <a:lnTo>
                  <a:pt x="208579" y="475316"/>
                </a:lnTo>
                <a:lnTo>
                  <a:pt x="209101" y="456968"/>
                </a:lnTo>
                <a:lnTo>
                  <a:pt x="215821" y="466020"/>
                </a:lnTo>
                <a:lnTo>
                  <a:pt x="222607" y="452821"/>
                </a:lnTo>
                <a:lnTo>
                  <a:pt x="217905" y="467949"/>
                </a:lnTo>
                <a:lnTo>
                  <a:pt x="225823" y="466497"/>
                </a:lnTo>
                <a:lnTo>
                  <a:pt x="230322" y="435589"/>
                </a:lnTo>
                <a:lnTo>
                  <a:pt x="229474" y="461535"/>
                </a:lnTo>
                <a:lnTo>
                  <a:pt x="239460" y="444338"/>
                </a:lnTo>
                <a:lnTo>
                  <a:pt x="239108" y="460746"/>
                </a:lnTo>
                <a:lnTo>
                  <a:pt x="250868" y="463390"/>
                </a:lnTo>
                <a:lnTo>
                  <a:pt x="257880" y="447671"/>
                </a:lnTo>
                <a:lnTo>
                  <a:pt x="253250" y="461815"/>
                </a:lnTo>
                <a:lnTo>
                  <a:pt x="259533" y="465866"/>
                </a:lnTo>
                <a:lnTo>
                  <a:pt x="266695" y="443263"/>
                </a:lnTo>
                <a:lnTo>
                  <a:pt x="246384" y="368758"/>
                </a:lnTo>
                <a:lnTo>
                  <a:pt x="258455" y="350791"/>
                </a:lnTo>
                <a:lnTo>
                  <a:pt x="235998" y="347223"/>
                </a:lnTo>
                <a:lnTo>
                  <a:pt x="242612" y="326015"/>
                </a:lnTo>
                <a:lnTo>
                  <a:pt x="222932" y="312657"/>
                </a:lnTo>
                <a:lnTo>
                  <a:pt x="224337" y="294036"/>
                </a:lnTo>
                <a:lnTo>
                  <a:pt x="240098" y="283357"/>
                </a:lnTo>
                <a:lnTo>
                  <a:pt x="237372" y="257608"/>
                </a:lnTo>
                <a:lnTo>
                  <a:pt x="192946" y="240042"/>
                </a:lnTo>
                <a:lnTo>
                  <a:pt x="179489" y="221447"/>
                </a:lnTo>
                <a:lnTo>
                  <a:pt x="188694" y="199694"/>
                </a:lnTo>
                <a:lnTo>
                  <a:pt x="209891" y="198853"/>
                </a:lnTo>
                <a:lnTo>
                  <a:pt x="213474" y="176644"/>
                </a:lnTo>
                <a:lnTo>
                  <a:pt x="252448" y="179569"/>
                </a:lnTo>
                <a:lnTo>
                  <a:pt x="259622" y="167768"/>
                </a:lnTo>
                <a:lnTo>
                  <a:pt x="245890" y="162185"/>
                </a:lnTo>
                <a:lnTo>
                  <a:pt x="243545" y="148154"/>
                </a:lnTo>
                <a:lnTo>
                  <a:pt x="221443" y="149455"/>
                </a:lnTo>
                <a:lnTo>
                  <a:pt x="184574" y="113644"/>
                </a:lnTo>
                <a:lnTo>
                  <a:pt x="192053" y="93206"/>
                </a:lnTo>
                <a:lnTo>
                  <a:pt x="220003" y="74676"/>
                </a:lnTo>
                <a:lnTo>
                  <a:pt x="204489" y="63960"/>
                </a:lnTo>
                <a:lnTo>
                  <a:pt x="210859" y="50845"/>
                </a:lnTo>
                <a:lnTo>
                  <a:pt x="238044" y="75912"/>
                </a:lnTo>
                <a:lnTo>
                  <a:pt x="231552" y="83666"/>
                </a:lnTo>
                <a:lnTo>
                  <a:pt x="263064" y="85138"/>
                </a:lnTo>
                <a:lnTo>
                  <a:pt x="251654" y="74009"/>
                </a:lnTo>
                <a:lnTo>
                  <a:pt x="256057" y="66124"/>
                </a:lnTo>
                <a:lnTo>
                  <a:pt x="266753" y="72046"/>
                </a:lnTo>
                <a:lnTo>
                  <a:pt x="271545" y="94161"/>
                </a:lnTo>
                <a:lnTo>
                  <a:pt x="304121" y="109434"/>
                </a:lnTo>
                <a:lnTo>
                  <a:pt x="310539" y="86206"/>
                </a:lnTo>
                <a:lnTo>
                  <a:pt x="318884" y="91232"/>
                </a:lnTo>
                <a:lnTo>
                  <a:pt x="317513" y="79387"/>
                </a:lnTo>
                <a:lnTo>
                  <a:pt x="328626" y="72611"/>
                </a:lnTo>
                <a:lnTo>
                  <a:pt x="330079" y="55082"/>
                </a:lnTo>
                <a:lnTo>
                  <a:pt x="328196" y="45036"/>
                </a:lnTo>
                <a:lnTo>
                  <a:pt x="303498" y="34981"/>
                </a:lnTo>
                <a:lnTo>
                  <a:pt x="269226" y="35491"/>
                </a:lnTo>
                <a:lnTo>
                  <a:pt x="248366" y="23442"/>
                </a:lnTo>
                <a:lnTo>
                  <a:pt x="242582" y="6386"/>
                </a:lnTo>
                <a:lnTo>
                  <a:pt x="222686" y="2425"/>
                </a:lnTo>
                <a:lnTo>
                  <a:pt x="212560" y="11606"/>
                </a:lnTo>
                <a:lnTo>
                  <a:pt x="178708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· CROSS-SECTOR SNAPSHOT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 Overview — key indicators and recommended interventions by sector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&amp; Nutrition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U5 mortality 27/1K; neonatal declining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~2.6M living with HIV; low prevalence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 stunting 35.5%; wasting 18.7%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Anaemia affects &gt;50% women age 15-49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76072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12648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convergence; anaemia control; immunisation reach.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2113962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13962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32250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05402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Literacy ~78%; rising steadily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gap persists (M 85%, F 70%)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varies by state &amp; district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NEP 2020 reforms under rollout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187114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87114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87114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2223690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outcomes; girls' secondary; digital access.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725004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25004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3292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3816444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~172M undernourished (12% pop.)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2024 score 27.3 — 'serious'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 PDS in world; leakage issues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 cannot afford healthy diet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3798156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798156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98156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834732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PDS efficiency; diet diversification; fortification.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336047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36047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54335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427487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~16% of GDP; 42% of employment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slowed to 1.4% in 2023-24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2nd largest global producer rice/wheat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risk: El Niño; monsoon shift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409199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09199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09199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445775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Drip irrigation; cold chains; crop diversification.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947089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47089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5377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&amp; Conservation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7038529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~3,682 tigers — 75% of global pop.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 tiger reserves under Project Tiger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Human-wildlife conflict rising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Corridors fragmented by urbanisation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7020241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20241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20241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7056817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Corridor protection; conflict mitigation; eco-tourism.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8558131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558131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76419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8649571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99.9%; rural ~99.2%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capacity expanded rapidly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Renewables target: 500GW by 2030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Transmission &amp; distribution losses ~17%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8631283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631283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31283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8667859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Storage; rooftop solar; smart grids.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10169173" y="1188720"/>
            <a:ext cx="1519602" cy="5047488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169173" y="1188720"/>
            <a:ext cx="1519602" cy="603504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187461" y="1188720"/>
            <a:ext cx="14830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10260613" y="1920240"/>
            <a:ext cx="135501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water 96%; sanitation 83%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defecation ~7%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Urban piped water coverage gaps</a:t>
            </a:r>
            <a:endParaRPr lang="en-US" sz="120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Safely managed water ~76%</a:t>
            </a:r>
            <a:endParaRPr lang="en-US" sz="1200"/>
          </a:p>
        </p:txBody>
      </p:sp>
      <p:sp>
        <p:nvSpPr>
          <p:cNvPr id="57" name="Shape 55"/>
          <p:cNvSpPr/>
          <p:nvPr/>
        </p:nvSpPr>
        <p:spPr>
          <a:xfrm>
            <a:off x="10242325" y="4864608"/>
            <a:ext cx="1373298" cy="1280160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242325" y="4864608"/>
            <a:ext cx="1373298" cy="0"/>
          </a:xfrm>
          <a:prstGeom prst="line">
            <a:avLst/>
          </a:prstGeom>
          <a:noFill/>
          <a:ln w="190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242325" y="4937760"/>
            <a:ext cx="13915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100"/>
          </a:p>
        </p:txBody>
      </p:sp>
      <p:sp>
        <p:nvSpPr>
          <p:cNvPr id="60" name="Text 58"/>
          <p:cNvSpPr/>
          <p:nvPr/>
        </p:nvSpPr>
        <p:spPr>
          <a:xfrm>
            <a:off x="10278901" y="5175504"/>
            <a:ext cx="130014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Jeevan Mission; faecal sludge mgmt; groundwater recharge.</a:t>
            </a:r>
            <a:endParaRPr lang="en-US" sz="1200"/>
          </a:p>
        </p:txBody>
      </p:sp>
      <p:sp>
        <p:nvSpPr>
          <p:cNvPr id="61" name="Shape 59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Sources: World Bank · UN IGME · UNAIDS · GHI 2024 · JMP · NTCA · NFHS-5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02 / 23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ACTORS &amp; ENGAGEMENT · POLITICAL CONTEXT · JULY 2026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approach with key stakeholders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 (BJP) began third term Jun 2024 with NDA coalition (293 seats). BJP regained Delhi Feb 2025 &amp; won Bihar Nov 2025. Opposition INDIA bloc holds 234 seats; Rahul Gandhi leads as LoP.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 · KEY FIGURES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3520440" y="1700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 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806440" y="17007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ENGAGE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098280" y="170078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EFFECT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government · NDA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 (PM) · Sitharaman (Finance) · Shah (Home)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520440" y="2048256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Viksit Bharat priorities · infrastructure · climate · digital economy.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806440" y="2048256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NITI Aayog + line ministries; align with Viksit Bharat @2047 framework; capex-focused.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098280" y="2048256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Reinforces government's development narrative.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&amp; strategic elite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NSA Doval · Chief of Defence Staff · Service Chiefs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520440" y="289864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directly — strategic stability context.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806440" y="28986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state frameworks only. Highly sensitive.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098280" y="2898648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tilt reads as picking a side.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Political opposition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Rahul Gandhi (LoP) · Kharge (INC) · INDIA bloc allies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520440" y="3749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Inclusive growth · civic space — cautiously.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806440" y="37490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Low-key, even-handed; no state election interference.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9098280" y="374904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Signals plurality; space is contested.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02920" y="454456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governments &amp; local bodies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CMs of 28 states · Panchayati Raj Institutions (PRIs)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3520440" y="45994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development · livelihoods · climate resilience.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806440" y="45994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entry point for community delivery — PRIs hold last-mile service authority.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098280" y="459943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Empowers local delivery; watch fiscal capacity.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502920" y="539496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544982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Multilateral &amp; bilateral
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· WB · ADB · JICA · bilateral donors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3520440" y="544982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· health · skills · infrastructure.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5806440" y="54498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Lowest-risk channel — align with Viksit Bharat national priorities.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9098280" y="5449824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Technical; national scale.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BTI · Freedom House · Carnegie · PIB India · PRS India (Jan–Jul 2026)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03 / 23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SHOCK &amp; RECOVERY GEOGRAPHY · JULY 2026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faces compounding climate shocks — extreme weather, energy volatility &amp; fiscal pressure — amid robust growth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CRISIS GEOGRAPHY — 2025 extreme weather severity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548640" y="5715000"/>
            <a:ext cx="164592" cy="164592"/>
          </a:xfrm>
          <a:prstGeom prst="rect">
            <a:avLst/>
          </a:prstGeom>
          <a:solidFill>
            <a:srgbClr val="800026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56875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Flood-prone NE, coastal belts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548640" y="5952744"/>
            <a:ext cx="164592" cy="164592"/>
          </a:xfrm>
          <a:prstGeom prst="rect">
            <a:avLst/>
          </a:prstGeom>
          <a:solidFill>
            <a:srgbClr val="FD8C3C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" y="5925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Drought-risk Deccan &amp; semi-arid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548640" y="6190488"/>
            <a:ext cx="164592" cy="164592"/>
          </a:xfrm>
          <a:prstGeom prst="rect">
            <a:avLst/>
          </a:prstGeom>
          <a:solidFill>
            <a:srgbClr val="FFFFCC"/>
          </a:solidFill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61630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Lower-risk interior &amp; irrigated plains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983480" y="1298448"/>
            <a:ext cx="82296" cy="1481328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75504" y="1298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5687568" y="13167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— unprecedented extreme weather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5687568" y="162763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weather hit 331 of 334 days in 2025; 4,419 deaths &amp; 17.4M ha crops damaged. Floods killed 2,707; Punjab worst floods in 40 yrs. States face flood-to-drought whiplash patterns.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983480" y="2944368"/>
            <a:ext cx="82296" cy="148132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75504" y="29443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5687568" y="2962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— $763bn external debt, 20.8% of GDP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5687568" y="327355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debt US$762.8bn (Mar 2026); debt-to-GDP 20.8%. Fiscal deficit 4.3% (FY27 target); central debt 55.6% of GDP. Full IFI/market access; debt service ratio stable at 6.6%.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983480" y="4590288"/>
            <a:ext cx="82296" cy="1481328"/>
          </a:xfrm>
          <a:prstGeom prst="rect">
            <a:avLst/>
          </a:prstGeom>
          <a:solidFill>
            <a:srgbClr val="2F58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75504" y="45902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5687568" y="4608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— peak demand surge &amp; storage gaps</a:t>
            </a:r>
            <a:endParaRPr lang="en-US" sz="1300"/>
          </a:p>
        </p:txBody>
      </p:sp>
      <p:sp>
        <p:nvSpPr>
          <p:cNvPr id="24" name="Text 21"/>
          <p:cNvSpPr/>
          <p:nvPr/>
        </p:nvSpPr>
        <p:spPr>
          <a:xfrm>
            <a:off x="5687568" y="4919472"/>
            <a:ext cx="6016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demand hit 256GW (Apr 2026); energy shortage fell to 0.03%. Rural supply rose to 22.6 hrs/day. Solar intermittency requires grid-scale storage; evening shortfalls persist.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5175504" y="5550408"/>
            <a:ext cx="6720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climate-vulnerable belt overlaps the agrarian belt —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Eastern India, coastal states and the Deccan combine flood/drought exposure, high rural density and crop dependence. Treat resilient infrastructure and irrigation as climate-adaptation anchors.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CSE · IMD · RBI · Ministry of Finance · PIB · ICRA · IEEFA</a:t>
            </a:r>
            <a:endParaRPr lang="en-US" sz="1200"/>
          </a:p>
        </p:txBody>
      </p:sp>
      <p:sp>
        <p:nvSpPr>
          <p:cNvPr id="28" name="Text 2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04 / 23</a:t>
            </a:r>
            <a:endParaRPr lang="en-US" sz="1200"/>
          </a:p>
        </p:txBody>
      </p:sp>
      <p:sp>
        <p:nvSpPr>
          <p:cNvPr id="6" name="Andaman and Nicobar Islands"/>
          <p:cNvSpPr/>
          <p:nvPr/>
        </p:nvSpPr>
        <p:spPr>
          <a:xfrm>
            <a:off x="3375608" y="3851750"/>
            <a:ext cx="26609" cy="60995"/>
          </a:xfrm>
          <a:custGeom>
            <a:avLst/>
            <a:gdLst/>
            <a:ahLst/>
            <a:cxnLst/>
            <a:rect l="l" t="t" r="r" b="b"/>
            <a:pathLst>
              <a:path w="26609" h="60995">
                <a:moveTo>
                  <a:pt x="14295" y="51776"/>
                </a:moveTo>
                <a:lnTo>
                  <a:pt x="8062" y="45071"/>
                </a:lnTo>
                <a:lnTo>
                  <a:pt x="21146" y="51459"/>
                </a:lnTo>
                <a:lnTo>
                  <a:pt x="26609" y="38153"/>
                </a:lnTo>
                <a:lnTo>
                  <a:pt x="19531" y="0"/>
                </a:lnTo>
                <a:lnTo>
                  <a:pt x="9088" y="16175"/>
                </a:lnTo>
                <a:lnTo>
                  <a:pt x="3509" y="9979"/>
                </a:lnTo>
                <a:lnTo>
                  <a:pt x="8712" y="34296"/>
                </a:lnTo>
                <a:lnTo>
                  <a:pt x="8192" y="25350"/>
                </a:lnTo>
                <a:lnTo>
                  <a:pt x="0" y="31429"/>
                </a:lnTo>
                <a:lnTo>
                  <a:pt x="2395" y="60995"/>
                </a:lnTo>
                <a:lnTo>
                  <a:pt x="19725" y="58656"/>
                </a:lnTo>
                <a:lnTo>
                  <a:pt x="14295" y="5177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ndhra Pradesh"/>
          <p:cNvSpPr/>
          <p:nvPr/>
        </p:nvSpPr>
        <p:spPr>
          <a:xfrm>
            <a:off x="1914892" y="3234891"/>
            <a:ext cx="732367" cy="646815"/>
          </a:xfrm>
          <a:custGeom>
            <a:avLst/>
            <a:gdLst/>
            <a:ahLst/>
            <a:cxnLst/>
            <a:rect l="l" t="t" r="r" b="b"/>
            <a:pathLst>
              <a:path w="732367" h="646815">
                <a:moveTo>
                  <a:pt x="321461" y="553800"/>
                </a:moveTo>
                <a:lnTo>
                  <a:pt x="308517" y="495870"/>
                </a:lnTo>
                <a:lnTo>
                  <a:pt x="314830" y="452710"/>
                </a:lnTo>
                <a:lnTo>
                  <a:pt x="301158" y="403844"/>
                </a:lnTo>
                <a:lnTo>
                  <a:pt x="322920" y="343751"/>
                </a:lnTo>
                <a:lnTo>
                  <a:pt x="359297" y="324204"/>
                </a:lnTo>
                <a:lnTo>
                  <a:pt x="383040" y="340921"/>
                </a:lnTo>
                <a:lnTo>
                  <a:pt x="416620" y="282848"/>
                </a:lnTo>
                <a:lnTo>
                  <a:pt x="454745" y="282549"/>
                </a:lnTo>
                <a:lnTo>
                  <a:pt x="509148" y="257637"/>
                </a:lnTo>
                <a:lnTo>
                  <a:pt x="509683" y="208322"/>
                </a:lnTo>
                <a:lnTo>
                  <a:pt x="675679" y="84092"/>
                </a:lnTo>
                <a:lnTo>
                  <a:pt x="732367" y="11414"/>
                </a:lnTo>
                <a:lnTo>
                  <a:pt x="728935" y="350"/>
                </a:lnTo>
                <a:lnTo>
                  <a:pt x="718339" y="2992"/>
                </a:lnTo>
                <a:lnTo>
                  <a:pt x="725253" y="8545"/>
                </a:lnTo>
                <a:lnTo>
                  <a:pt x="718836" y="13639"/>
                </a:lnTo>
                <a:lnTo>
                  <a:pt x="702340" y="13915"/>
                </a:lnTo>
                <a:lnTo>
                  <a:pt x="695312" y="35662"/>
                </a:lnTo>
                <a:lnTo>
                  <a:pt x="672077" y="40069"/>
                </a:lnTo>
                <a:lnTo>
                  <a:pt x="653902" y="34438"/>
                </a:lnTo>
                <a:lnTo>
                  <a:pt x="644868" y="14314"/>
                </a:lnTo>
                <a:lnTo>
                  <a:pt x="641258" y="23471"/>
                </a:lnTo>
                <a:lnTo>
                  <a:pt x="629395" y="0"/>
                </a:lnTo>
                <a:lnTo>
                  <a:pt x="621246" y="15028"/>
                </a:lnTo>
                <a:lnTo>
                  <a:pt x="614894" y="6881"/>
                </a:lnTo>
                <a:lnTo>
                  <a:pt x="614328" y="20563"/>
                </a:lnTo>
                <a:lnTo>
                  <a:pt x="600464" y="16203"/>
                </a:lnTo>
                <a:lnTo>
                  <a:pt x="609193" y="31683"/>
                </a:lnTo>
                <a:lnTo>
                  <a:pt x="573161" y="51096"/>
                </a:lnTo>
                <a:lnTo>
                  <a:pt x="576966" y="77434"/>
                </a:lnTo>
                <a:lnTo>
                  <a:pt x="553905" y="70582"/>
                </a:lnTo>
                <a:lnTo>
                  <a:pt x="538724" y="91604"/>
                </a:lnTo>
                <a:lnTo>
                  <a:pt x="524509" y="60745"/>
                </a:lnTo>
                <a:lnTo>
                  <a:pt x="504641" y="115523"/>
                </a:lnTo>
                <a:lnTo>
                  <a:pt x="483179" y="108162"/>
                </a:lnTo>
                <a:lnTo>
                  <a:pt x="445243" y="132583"/>
                </a:lnTo>
                <a:lnTo>
                  <a:pt x="403850" y="129169"/>
                </a:lnTo>
                <a:lnTo>
                  <a:pt x="393943" y="141485"/>
                </a:lnTo>
                <a:lnTo>
                  <a:pt x="381985" y="138648"/>
                </a:lnTo>
                <a:lnTo>
                  <a:pt x="375337" y="154464"/>
                </a:lnTo>
                <a:lnTo>
                  <a:pt x="418211" y="176948"/>
                </a:lnTo>
                <a:lnTo>
                  <a:pt x="404570" y="191211"/>
                </a:lnTo>
                <a:lnTo>
                  <a:pt x="381162" y="192260"/>
                </a:lnTo>
                <a:lnTo>
                  <a:pt x="374412" y="210041"/>
                </a:lnTo>
                <a:lnTo>
                  <a:pt x="350069" y="198854"/>
                </a:lnTo>
                <a:lnTo>
                  <a:pt x="339502" y="211024"/>
                </a:lnTo>
                <a:lnTo>
                  <a:pt x="334379" y="204944"/>
                </a:lnTo>
                <a:lnTo>
                  <a:pt x="330192" y="216361"/>
                </a:lnTo>
                <a:lnTo>
                  <a:pt x="352080" y="222046"/>
                </a:lnTo>
                <a:lnTo>
                  <a:pt x="349171" y="236940"/>
                </a:lnTo>
                <a:lnTo>
                  <a:pt x="331755" y="232050"/>
                </a:lnTo>
                <a:lnTo>
                  <a:pt x="314873" y="209639"/>
                </a:lnTo>
                <a:lnTo>
                  <a:pt x="298441" y="222404"/>
                </a:lnTo>
                <a:lnTo>
                  <a:pt x="303325" y="233609"/>
                </a:lnTo>
                <a:lnTo>
                  <a:pt x="293458" y="249252"/>
                </a:lnTo>
                <a:lnTo>
                  <a:pt x="276108" y="240623"/>
                </a:lnTo>
                <a:lnTo>
                  <a:pt x="228654" y="256940"/>
                </a:lnTo>
                <a:lnTo>
                  <a:pt x="224957" y="290412"/>
                </a:lnTo>
                <a:lnTo>
                  <a:pt x="205959" y="289145"/>
                </a:lnTo>
                <a:lnTo>
                  <a:pt x="185403" y="310813"/>
                </a:lnTo>
                <a:lnTo>
                  <a:pt x="150755" y="305505"/>
                </a:lnTo>
                <a:lnTo>
                  <a:pt x="125623" y="329100"/>
                </a:lnTo>
                <a:lnTo>
                  <a:pt x="44402" y="316411"/>
                </a:lnTo>
                <a:lnTo>
                  <a:pt x="24657" y="326863"/>
                </a:lnTo>
                <a:lnTo>
                  <a:pt x="33391" y="345954"/>
                </a:lnTo>
                <a:lnTo>
                  <a:pt x="19181" y="362534"/>
                </a:lnTo>
                <a:lnTo>
                  <a:pt x="37085" y="394865"/>
                </a:lnTo>
                <a:lnTo>
                  <a:pt x="29131" y="411212"/>
                </a:lnTo>
                <a:lnTo>
                  <a:pt x="1075" y="404059"/>
                </a:lnTo>
                <a:lnTo>
                  <a:pt x="9601" y="417974"/>
                </a:lnTo>
                <a:lnTo>
                  <a:pt x="0" y="451166"/>
                </a:lnTo>
                <a:lnTo>
                  <a:pt x="19253" y="462718"/>
                </a:lnTo>
                <a:lnTo>
                  <a:pt x="10995" y="471582"/>
                </a:lnTo>
                <a:lnTo>
                  <a:pt x="16064" y="486527"/>
                </a:lnTo>
                <a:lnTo>
                  <a:pt x="47859" y="477082"/>
                </a:lnTo>
                <a:lnTo>
                  <a:pt x="57588" y="491054"/>
                </a:lnTo>
                <a:lnTo>
                  <a:pt x="58859" y="477315"/>
                </a:lnTo>
                <a:lnTo>
                  <a:pt x="69010" y="492482"/>
                </a:lnTo>
                <a:lnTo>
                  <a:pt x="53837" y="497753"/>
                </a:lnTo>
                <a:lnTo>
                  <a:pt x="58152" y="521786"/>
                </a:lnTo>
                <a:lnTo>
                  <a:pt x="51131" y="507754"/>
                </a:lnTo>
                <a:lnTo>
                  <a:pt x="35256" y="510606"/>
                </a:lnTo>
                <a:lnTo>
                  <a:pt x="23705" y="493245"/>
                </a:lnTo>
                <a:lnTo>
                  <a:pt x="11886" y="494123"/>
                </a:lnTo>
                <a:lnTo>
                  <a:pt x="25386" y="517305"/>
                </a:lnTo>
                <a:lnTo>
                  <a:pt x="21276" y="535670"/>
                </a:lnTo>
                <a:lnTo>
                  <a:pt x="37443" y="534260"/>
                </a:lnTo>
                <a:lnTo>
                  <a:pt x="38512" y="518120"/>
                </a:lnTo>
                <a:lnTo>
                  <a:pt x="61251" y="526228"/>
                </a:lnTo>
                <a:lnTo>
                  <a:pt x="63345" y="542147"/>
                </a:lnTo>
                <a:lnTo>
                  <a:pt x="87388" y="536331"/>
                </a:lnTo>
                <a:lnTo>
                  <a:pt x="97411" y="516188"/>
                </a:lnTo>
                <a:lnTo>
                  <a:pt x="112179" y="515122"/>
                </a:lnTo>
                <a:lnTo>
                  <a:pt x="109009" y="527797"/>
                </a:lnTo>
                <a:lnTo>
                  <a:pt x="123855" y="524282"/>
                </a:lnTo>
                <a:lnTo>
                  <a:pt x="121316" y="546024"/>
                </a:lnTo>
                <a:lnTo>
                  <a:pt x="150162" y="551481"/>
                </a:lnTo>
                <a:lnTo>
                  <a:pt x="147929" y="576794"/>
                </a:lnTo>
                <a:lnTo>
                  <a:pt x="167219" y="581871"/>
                </a:lnTo>
                <a:lnTo>
                  <a:pt x="151050" y="615042"/>
                </a:lnTo>
                <a:lnTo>
                  <a:pt x="155969" y="622807"/>
                </a:lnTo>
                <a:lnTo>
                  <a:pt x="145813" y="615594"/>
                </a:lnTo>
                <a:lnTo>
                  <a:pt x="131766" y="640118"/>
                </a:lnTo>
                <a:lnTo>
                  <a:pt x="155987" y="646815"/>
                </a:lnTo>
                <a:lnTo>
                  <a:pt x="178886" y="602837"/>
                </a:lnTo>
                <a:lnTo>
                  <a:pt x="220050" y="607625"/>
                </a:lnTo>
                <a:lnTo>
                  <a:pt x="226639" y="592732"/>
                </a:lnTo>
                <a:lnTo>
                  <a:pt x="245312" y="591018"/>
                </a:lnTo>
                <a:lnTo>
                  <a:pt x="245037" y="574843"/>
                </a:lnTo>
                <a:lnTo>
                  <a:pt x="274805" y="589113"/>
                </a:lnTo>
                <a:lnTo>
                  <a:pt x="296817" y="555992"/>
                </a:lnTo>
                <a:lnTo>
                  <a:pt x="319031" y="563080"/>
                </a:lnTo>
                <a:lnTo>
                  <a:pt x="321461" y="55380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unāchal Pradesh"/>
          <p:cNvSpPr/>
          <p:nvPr/>
        </p:nvSpPr>
        <p:spPr>
          <a:xfrm>
            <a:off x="3271249" y="2216491"/>
            <a:ext cx="538180" cy="274719"/>
          </a:xfrm>
          <a:custGeom>
            <a:avLst/>
            <a:gdLst/>
            <a:ahLst/>
            <a:cxnLst/>
            <a:rect l="l" t="t" r="r" b="b"/>
            <a:pathLst>
              <a:path w="538180" h="274719">
                <a:moveTo>
                  <a:pt x="338364" y="274719"/>
                </a:moveTo>
                <a:lnTo>
                  <a:pt x="356410" y="272982"/>
                </a:lnTo>
                <a:lnTo>
                  <a:pt x="429636" y="215736"/>
                </a:lnTo>
                <a:lnTo>
                  <a:pt x="473280" y="206492"/>
                </a:lnTo>
                <a:lnTo>
                  <a:pt x="488880" y="225446"/>
                </a:lnTo>
                <a:lnTo>
                  <a:pt x="515626" y="229948"/>
                </a:lnTo>
                <a:lnTo>
                  <a:pt x="490310" y="183386"/>
                </a:lnTo>
                <a:lnTo>
                  <a:pt x="523610" y="154198"/>
                </a:lnTo>
                <a:lnTo>
                  <a:pt x="535758" y="155540"/>
                </a:lnTo>
                <a:lnTo>
                  <a:pt x="538180" y="142880"/>
                </a:lnTo>
                <a:lnTo>
                  <a:pt x="528346" y="137590"/>
                </a:lnTo>
                <a:lnTo>
                  <a:pt x="536880" y="125373"/>
                </a:lnTo>
                <a:lnTo>
                  <a:pt x="469478" y="98879"/>
                </a:lnTo>
                <a:lnTo>
                  <a:pt x="445146" y="110848"/>
                </a:lnTo>
                <a:lnTo>
                  <a:pt x="432728" y="103989"/>
                </a:lnTo>
                <a:lnTo>
                  <a:pt x="465098" y="67842"/>
                </a:lnTo>
                <a:lnTo>
                  <a:pt x="456848" y="37997"/>
                </a:lnTo>
                <a:lnTo>
                  <a:pt x="423930" y="55125"/>
                </a:lnTo>
                <a:lnTo>
                  <a:pt x="419203" y="38092"/>
                </a:lnTo>
                <a:lnTo>
                  <a:pt x="444757" y="20394"/>
                </a:lnTo>
                <a:lnTo>
                  <a:pt x="431071" y="22490"/>
                </a:lnTo>
                <a:lnTo>
                  <a:pt x="416796" y="0"/>
                </a:lnTo>
                <a:lnTo>
                  <a:pt x="371969" y="19739"/>
                </a:lnTo>
                <a:lnTo>
                  <a:pt x="358047" y="42111"/>
                </a:lnTo>
                <a:lnTo>
                  <a:pt x="298546" y="29281"/>
                </a:lnTo>
                <a:lnTo>
                  <a:pt x="283025" y="11027"/>
                </a:lnTo>
                <a:lnTo>
                  <a:pt x="245059" y="37202"/>
                </a:lnTo>
                <a:lnTo>
                  <a:pt x="218517" y="78025"/>
                </a:lnTo>
                <a:lnTo>
                  <a:pt x="164501" y="81109"/>
                </a:lnTo>
                <a:lnTo>
                  <a:pt x="153630" y="111448"/>
                </a:lnTo>
                <a:lnTo>
                  <a:pt x="104828" y="131995"/>
                </a:lnTo>
                <a:lnTo>
                  <a:pt x="109612" y="145503"/>
                </a:lnTo>
                <a:lnTo>
                  <a:pt x="93195" y="162158"/>
                </a:lnTo>
                <a:lnTo>
                  <a:pt x="61094" y="158377"/>
                </a:lnTo>
                <a:lnTo>
                  <a:pt x="34338" y="172602"/>
                </a:lnTo>
                <a:lnTo>
                  <a:pt x="0" y="158683"/>
                </a:lnTo>
                <a:lnTo>
                  <a:pt x="9428" y="195384"/>
                </a:lnTo>
                <a:lnTo>
                  <a:pt x="43465" y="195900"/>
                </a:lnTo>
                <a:lnTo>
                  <a:pt x="52770" y="214926"/>
                </a:lnTo>
                <a:lnTo>
                  <a:pt x="44229" y="235601"/>
                </a:lnTo>
                <a:lnTo>
                  <a:pt x="59486" y="254186"/>
                </a:lnTo>
                <a:lnTo>
                  <a:pt x="103318" y="240172"/>
                </a:lnTo>
                <a:lnTo>
                  <a:pt x="135377" y="251866"/>
                </a:lnTo>
                <a:lnTo>
                  <a:pt x="193944" y="246570"/>
                </a:lnTo>
                <a:lnTo>
                  <a:pt x="249747" y="191786"/>
                </a:lnTo>
                <a:lnTo>
                  <a:pt x="246931" y="180725"/>
                </a:lnTo>
                <a:lnTo>
                  <a:pt x="267501" y="188384"/>
                </a:lnTo>
                <a:lnTo>
                  <a:pt x="372433" y="148883"/>
                </a:lnTo>
                <a:lnTo>
                  <a:pt x="406018" y="148081"/>
                </a:lnTo>
                <a:lnTo>
                  <a:pt x="385920" y="171997"/>
                </a:lnTo>
                <a:lnTo>
                  <a:pt x="394384" y="201604"/>
                </a:lnTo>
                <a:lnTo>
                  <a:pt x="410281" y="207209"/>
                </a:lnTo>
                <a:lnTo>
                  <a:pt x="398781" y="218052"/>
                </a:lnTo>
                <a:lnTo>
                  <a:pt x="363613" y="217384"/>
                </a:lnTo>
                <a:lnTo>
                  <a:pt x="358484" y="230500"/>
                </a:lnTo>
                <a:lnTo>
                  <a:pt x="334937" y="239644"/>
                </a:lnTo>
                <a:lnTo>
                  <a:pt x="338364" y="27471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ssam"/>
          <p:cNvSpPr/>
          <p:nvPr/>
        </p:nvSpPr>
        <p:spPr>
          <a:xfrm>
            <a:off x="3101688" y="2364599"/>
            <a:ext cx="579842" cy="378442"/>
          </a:xfrm>
          <a:custGeom>
            <a:avLst/>
            <a:gdLst/>
            <a:ahLst/>
            <a:cxnLst/>
            <a:rect l="l" t="t" r="r" b="b"/>
            <a:pathLst>
              <a:path w="579842" h="378442">
                <a:moveTo>
                  <a:pt x="504321" y="92106"/>
                </a:moveTo>
                <a:lnTo>
                  <a:pt x="528045" y="82392"/>
                </a:lnTo>
                <a:lnTo>
                  <a:pt x="533174" y="69276"/>
                </a:lnTo>
                <a:lnTo>
                  <a:pt x="568342" y="69944"/>
                </a:lnTo>
                <a:lnTo>
                  <a:pt x="579842" y="59101"/>
                </a:lnTo>
                <a:lnTo>
                  <a:pt x="563945" y="53496"/>
                </a:lnTo>
                <a:lnTo>
                  <a:pt x="555481" y="23889"/>
                </a:lnTo>
                <a:lnTo>
                  <a:pt x="575621" y="0"/>
                </a:lnTo>
                <a:lnTo>
                  <a:pt x="541994" y="775"/>
                </a:lnTo>
                <a:lnTo>
                  <a:pt x="437062" y="40276"/>
                </a:lnTo>
                <a:lnTo>
                  <a:pt x="416492" y="32617"/>
                </a:lnTo>
                <a:lnTo>
                  <a:pt x="419308" y="43678"/>
                </a:lnTo>
                <a:lnTo>
                  <a:pt x="356765" y="100093"/>
                </a:lnTo>
                <a:lnTo>
                  <a:pt x="304938" y="103758"/>
                </a:lnTo>
                <a:lnTo>
                  <a:pt x="272879" y="92064"/>
                </a:lnTo>
                <a:lnTo>
                  <a:pt x="216334" y="110369"/>
                </a:lnTo>
                <a:lnTo>
                  <a:pt x="201305" y="103232"/>
                </a:lnTo>
                <a:lnTo>
                  <a:pt x="182743" y="114313"/>
                </a:lnTo>
                <a:lnTo>
                  <a:pt x="93453" y="118106"/>
                </a:lnTo>
                <a:lnTo>
                  <a:pt x="60293" y="105015"/>
                </a:lnTo>
                <a:lnTo>
                  <a:pt x="14701" y="121426"/>
                </a:lnTo>
                <a:lnTo>
                  <a:pt x="14476" y="156106"/>
                </a:lnTo>
                <a:lnTo>
                  <a:pt x="0" y="175244"/>
                </a:lnTo>
                <a:lnTo>
                  <a:pt x="17310" y="199538"/>
                </a:lnTo>
                <a:lnTo>
                  <a:pt x="14000" y="246864"/>
                </a:lnTo>
                <a:lnTo>
                  <a:pt x="29509" y="232926"/>
                </a:lnTo>
                <a:lnTo>
                  <a:pt x="17992" y="219328"/>
                </a:lnTo>
                <a:lnTo>
                  <a:pt x="41516" y="197398"/>
                </a:lnTo>
                <a:lnTo>
                  <a:pt x="114588" y="199237"/>
                </a:lnTo>
                <a:lnTo>
                  <a:pt x="119963" y="211869"/>
                </a:lnTo>
                <a:lnTo>
                  <a:pt x="137381" y="207812"/>
                </a:lnTo>
                <a:lnTo>
                  <a:pt x="139823" y="221544"/>
                </a:lnTo>
                <a:lnTo>
                  <a:pt x="168084" y="206837"/>
                </a:lnTo>
                <a:lnTo>
                  <a:pt x="172618" y="190814"/>
                </a:lnTo>
                <a:lnTo>
                  <a:pt x="180946" y="203583"/>
                </a:lnTo>
                <a:lnTo>
                  <a:pt x="195150" y="182293"/>
                </a:lnTo>
                <a:lnTo>
                  <a:pt x="203737" y="194317"/>
                </a:lnTo>
                <a:lnTo>
                  <a:pt x="236396" y="187609"/>
                </a:lnTo>
                <a:lnTo>
                  <a:pt x="225159" y="199610"/>
                </a:lnTo>
                <a:lnTo>
                  <a:pt x="231869" y="203087"/>
                </a:lnTo>
                <a:lnTo>
                  <a:pt x="225499" y="226527"/>
                </a:lnTo>
                <a:lnTo>
                  <a:pt x="246409" y="218382"/>
                </a:lnTo>
                <a:lnTo>
                  <a:pt x="271089" y="234563"/>
                </a:lnTo>
                <a:lnTo>
                  <a:pt x="262984" y="246971"/>
                </a:lnTo>
                <a:lnTo>
                  <a:pt x="284846" y="271630"/>
                </a:lnTo>
                <a:lnTo>
                  <a:pt x="255273" y="282299"/>
                </a:lnTo>
                <a:lnTo>
                  <a:pt x="255941" y="305741"/>
                </a:lnTo>
                <a:lnTo>
                  <a:pt x="232617" y="302850"/>
                </a:lnTo>
                <a:lnTo>
                  <a:pt x="238328" y="319078"/>
                </a:lnTo>
                <a:lnTo>
                  <a:pt x="228823" y="367868"/>
                </a:lnTo>
                <a:lnTo>
                  <a:pt x="249941" y="366712"/>
                </a:lnTo>
                <a:lnTo>
                  <a:pt x="253882" y="378442"/>
                </a:lnTo>
                <a:lnTo>
                  <a:pt x="281182" y="340375"/>
                </a:lnTo>
                <a:lnTo>
                  <a:pt x="287293" y="354968"/>
                </a:lnTo>
                <a:lnTo>
                  <a:pt x="306751" y="351069"/>
                </a:lnTo>
                <a:lnTo>
                  <a:pt x="312971" y="311658"/>
                </a:lnTo>
                <a:lnTo>
                  <a:pt x="346104" y="262838"/>
                </a:lnTo>
                <a:lnTo>
                  <a:pt x="332907" y="239015"/>
                </a:lnTo>
                <a:lnTo>
                  <a:pt x="373169" y="197094"/>
                </a:lnTo>
                <a:lnTo>
                  <a:pt x="375924" y="213001"/>
                </a:lnTo>
                <a:lnTo>
                  <a:pt x="392736" y="202339"/>
                </a:lnTo>
                <a:lnTo>
                  <a:pt x="394790" y="177064"/>
                </a:lnTo>
                <a:lnTo>
                  <a:pt x="418213" y="140571"/>
                </a:lnTo>
                <a:lnTo>
                  <a:pt x="423742" y="148771"/>
                </a:lnTo>
                <a:lnTo>
                  <a:pt x="436927" y="128662"/>
                </a:lnTo>
                <a:lnTo>
                  <a:pt x="504321" y="9210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ihār"/>
          <p:cNvSpPr/>
          <p:nvPr/>
        </p:nvSpPr>
        <p:spPr>
          <a:xfrm>
            <a:off x="2516405" y="2408528"/>
            <a:ext cx="456923" cy="319680"/>
          </a:xfrm>
          <a:custGeom>
            <a:avLst/>
            <a:gdLst/>
            <a:ahLst/>
            <a:cxnLst/>
            <a:rect l="l" t="t" r="r" b="b"/>
            <a:pathLst>
              <a:path w="456923" h="319680">
                <a:moveTo>
                  <a:pt x="16797" y="296030"/>
                </a:moveTo>
                <a:lnTo>
                  <a:pt x="50693" y="295361"/>
                </a:lnTo>
                <a:lnTo>
                  <a:pt x="63142" y="284422"/>
                </a:lnTo>
                <a:lnTo>
                  <a:pt x="72317" y="300772"/>
                </a:lnTo>
                <a:lnTo>
                  <a:pt x="89649" y="292565"/>
                </a:lnTo>
                <a:lnTo>
                  <a:pt x="107909" y="319680"/>
                </a:lnTo>
                <a:lnTo>
                  <a:pt x="135985" y="295516"/>
                </a:lnTo>
                <a:lnTo>
                  <a:pt x="145319" y="311185"/>
                </a:lnTo>
                <a:lnTo>
                  <a:pt x="162303" y="311168"/>
                </a:lnTo>
                <a:lnTo>
                  <a:pt x="188163" y="293081"/>
                </a:lnTo>
                <a:lnTo>
                  <a:pt x="215432" y="290734"/>
                </a:lnTo>
                <a:lnTo>
                  <a:pt x="221735" y="266818"/>
                </a:lnTo>
                <a:lnTo>
                  <a:pt x="250971" y="270878"/>
                </a:lnTo>
                <a:lnTo>
                  <a:pt x="286708" y="311623"/>
                </a:lnTo>
                <a:lnTo>
                  <a:pt x="301267" y="287848"/>
                </a:lnTo>
                <a:lnTo>
                  <a:pt x="329990" y="294081"/>
                </a:lnTo>
                <a:lnTo>
                  <a:pt x="332134" y="283457"/>
                </a:lnTo>
                <a:lnTo>
                  <a:pt x="342344" y="287809"/>
                </a:lnTo>
                <a:lnTo>
                  <a:pt x="351033" y="247180"/>
                </a:lnTo>
                <a:lnTo>
                  <a:pt x="367712" y="226972"/>
                </a:lnTo>
                <a:lnTo>
                  <a:pt x="381529" y="229864"/>
                </a:lnTo>
                <a:lnTo>
                  <a:pt x="391248" y="214528"/>
                </a:lnTo>
                <a:lnTo>
                  <a:pt x="412763" y="225160"/>
                </a:lnTo>
                <a:lnTo>
                  <a:pt x="409878" y="204654"/>
                </a:lnTo>
                <a:lnTo>
                  <a:pt x="422728" y="195776"/>
                </a:lnTo>
                <a:lnTo>
                  <a:pt x="436136" y="201252"/>
                </a:lnTo>
                <a:lnTo>
                  <a:pt x="433978" y="179633"/>
                </a:lnTo>
                <a:lnTo>
                  <a:pt x="412057" y="157308"/>
                </a:lnTo>
                <a:lnTo>
                  <a:pt x="456923" y="115686"/>
                </a:lnTo>
                <a:lnTo>
                  <a:pt x="450779" y="93702"/>
                </a:lnTo>
                <a:lnTo>
                  <a:pt x="438420" y="96029"/>
                </a:lnTo>
                <a:lnTo>
                  <a:pt x="431184" y="114200"/>
                </a:lnTo>
                <a:lnTo>
                  <a:pt x="419178" y="102031"/>
                </a:lnTo>
                <a:lnTo>
                  <a:pt x="368879" y="115789"/>
                </a:lnTo>
                <a:lnTo>
                  <a:pt x="346020" y="105598"/>
                </a:lnTo>
                <a:lnTo>
                  <a:pt x="344149" y="92171"/>
                </a:lnTo>
                <a:lnTo>
                  <a:pt x="312898" y="108399"/>
                </a:lnTo>
                <a:lnTo>
                  <a:pt x="276438" y="88912"/>
                </a:lnTo>
                <a:lnTo>
                  <a:pt x="248400" y="84283"/>
                </a:lnTo>
                <a:lnTo>
                  <a:pt x="232126" y="93958"/>
                </a:lnTo>
                <a:lnTo>
                  <a:pt x="212422" y="63897"/>
                </a:lnTo>
                <a:lnTo>
                  <a:pt x="173581" y="75222"/>
                </a:lnTo>
                <a:lnTo>
                  <a:pt x="171619" y="64112"/>
                </a:lnTo>
                <a:lnTo>
                  <a:pt x="121403" y="46679"/>
                </a:lnTo>
                <a:lnTo>
                  <a:pt x="119281" y="17716"/>
                </a:lnTo>
                <a:lnTo>
                  <a:pt x="89365" y="13450"/>
                </a:lnTo>
                <a:lnTo>
                  <a:pt x="75850" y="0"/>
                </a:lnTo>
                <a:lnTo>
                  <a:pt x="48436" y="6882"/>
                </a:lnTo>
                <a:lnTo>
                  <a:pt x="67908" y="62336"/>
                </a:lnTo>
                <a:lnTo>
                  <a:pt x="85691" y="65459"/>
                </a:lnTo>
                <a:lnTo>
                  <a:pt x="84463" y="77114"/>
                </a:lnTo>
                <a:lnTo>
                  <a:pt x="100908" y="88178"/>
                </a:lnTo>
                <a:lnTo>
                  <a:pt x="70316" y="86964"/>
                </a:lnTo>
                <a:lnTo>
                  <a:pt x="53944" y="98839"/>
                </a:lnTo>
                <a:lnTo>
                  <a:pt x="78612" y="113519"/>
                </a:lnTo>
                <a:lnTo>
                  <a:pt x="77634" y="126337"/>
                </a:lnTo>
                <a:lnTo>
                  <a:pt x="63242" y="132828"/>
                </a:lnTo>
                <a:lnTo>
                  <a:pt x="120614" y="177091"/>
                </a:lnTo>
                <a:lnTo>
                  <a:pt x="71960" y="177778"/>
                </a:lnTo>
                <a:lnTo>
                  <a:pt x="48279" y="206129"/>
                </a:lnTo>
                <a:lnTo>
                  <a:pt x="3398" y="229340"/>
                </a:lnTo>
                <a:lnTo>
                  <a:pt x="0" y="247383"/>
                </a:lnTo>
                <a:lnTo>
                  <a:pt x="20898" y="286351"/>
                </a:lnTo>
                <a:lnTo>
                  <a:pt x="16797" y="29603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ndīgarh"/>
          <p:cNvSpPr/>
          <p:nvPr/>
        </p:nvSpPr>
        <p:spPr>
          <a:xfrm>
            <a:off x="1909399" y="2088447"/>
            <a:ext cx="12177" cy="8715"/>
          </a:xfrm>
          <a:custGeom>
            <a:avLst/>
            <a:gdLst/>
            <a:ahLst/>
            <a:cxnLst/>
            <a:rect l="l" t="t" r="r" b="b"/>
            <a:pathLst>
              <a:path w="12177" h="8715">
                <a:moveTo>
                  <a:pt x="12177" y="0"/>
                </a:moveTo>
                <a:lnTo>
                  <a:pt x="0" y="1143"/>
                </a:lnTo>
                <a:lnTo>
                  <a:pt x="9054" y="8715"/>
                </a:lnTo>
                <a:lnTo>
                  <a:pt x="12177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hattīsgarh"/>
          <p:cNvSpPr/>
          <p:nvPr/>
        </p:nvSpPr>
        <p:spPr>
          <a:xfrm>
            <a:off x="2236778" y="2746041"/>
            <a:ext cx="378353" cy="624248"/>
          </a:xfrm>
          <a:custGeom>
            <a:avLst/>
            <a:gdLst/>
            <a:ahLst/>
            <a:cxnLst/>
            <a:rect l="l" t="t" r="r" b="b"/>
            <a:pathLst>
              <a:path w="378353" h="624248">
                <a:moveTo>
                  <a:pt x="0" y="532430"/>
                </a:moveTo>
                <a:lnTo>
                  <a:pt x="42388" y="563104"/>
                </a:lnTo>
                <a:lnTo>
                  <a:pt x="43315" y="587092"/>
                </a:lnTo>
                <a:lnTo>
                  <a:pt x="64795" y="586256"/>
                </a:lnTo>
                <a:lnTo>
                  <a:pt x="67484" y="623907"/>
                </a:lnTo>
                <a:lnTo>
                  <a:pt x="102814" y="624248"/>
                </a:lnTo>
                <a:lnTo>
                  <a:pt x="114936" y="578409"/>
                </a:lnTo>
                <a:lnTo>
                  <a:pt x="135566" y="568963"/>
                </a:lnTo>
                <a:lnTo>
                  <a:pt x="155143" y="545537"/>
                </a:lnTo>
                <a:lnTo>
                  <a:pt x="148731" y="538909"/>
                </a:lnTo>
                <a:lnTo>
                  <a:pt x="181057" y="513029"/>
                </a:lnTo>
                <a:lnTo>
                  <a:pt x="175863" y="462742"/>
                </a:lnTo>
                <a:lnTo>
                  <a:pt x="161146" y="454817"/>
                </a:lnTo>
                <a:lnTo>
                  <a:pt x="164494" y="426826"/>
                </a:lnTo>
                <a:lnTo>
                  <a:pt x="145005" y="414184"/>
                </a:lnTo>
                <a:lnTo>
                  <a:pt x="146635" y="401752"/>
                </a:lnTo>
                <a:lnTo>
                  <a:pt x="180270" y="405776"/>
                </a:lnTo>
                <a:lnTo>
                  <a:pt x="190166" y="422358"/>
                </a:lnTo>
                <a:lnTo>
                  <a:pt x="199404" y="415003"/>
                </a:lnTo>
                <a:lnTo>
                  <a:pt x="213850" y="419276"/>
                </a:lnTo>
                <a:lnTo>
                  <a:pt x="212784" y="428289"/>
                </a:lnTo>
                <a:lnTo>
                  <a:pt x="223384" y="422436"/>
                </a:lnTo>
                <a:lnTo>
                  <a:pt x="224125" y="406642"/>
                </a:lnTo>
                <a:lnTo>
                  <a:pt x="195112" y="400523"/>
                </a:lnTo>
                <a:lnTo>
                  <a:pt x="190672" y="318141"/>
                </a:lnTo>
                <a:lnTo>
                  <a:pt x="201186" y="324249"/>
                </a:lnTo>
                <a:lnTo>
                  <a:pt x="217251" y="291907"/>
                </a:lnTo>
                <a:lnTo>
                  <a:pt x="262294" y="296754"/>
                </a:lnTo>
                <a:lnTo>
                  <a:pt x="274911" y="269777"/>
                </a:lnTo>
                <a:lnTo>
                  <a:pt x="287524" y="272479"/>
                </a:lnTo>
                <a:lnTo>
                  <a:pt x="281257" y="257560"/>
                </a:lnTo>
                <a:lnTo>
                  <a:pt x="304464" y="223021"/>
                </a:lnTo>
                <a:lnTo>
                  <a:pt x="302038" y="197827"/>
                </a:lnTo>
                <a:lnTo>
                  <a:pt x="342960" y="171557"/>
                </a:lnTo>
                <a:lnTo>
                  <a:pt x="342872" y="151620"/>
                </a:lnTo>
                <a:lnTo>
                  <a:pt x="362215" y="142307"/>
                </a:lnTo>
                <a:lnTo>
                  <a:pt x="378353" y="116723"/>
                </a:lnTo>
                <a:lnTo>
                  <a:pt x="355717" y="112815"/>
                </a:lnTo>
                <a:lnTo>
                  <a:pt x="344937" y="93954"/>
                </a:lnTo>
                <a:lnTo>
                  <a:pt x="348856" y="76419"/>
                </a:lnTo>
                <a:lnTo>
                  <a:pt x="338641" y="72064"/>
                </a:lnTo>
                <a:lnTo>
                  <a:pt x="343522" y="46646"/>
                </a:lnTo>
                <a:lnTo>
                  <a:pt x="321122" y="48968"/>
                </a:lnTo>
                <a:lnTo>
                  <a:pt x="289979" y="2051"/>
                </a:lnTo>
                <a:lnTo>
                  <a:pt x="279739" y="0"/>
                </a:lnTo>
                <a:lnTo>
                  <a:pt x="263225" y="21869"/>
                </a:lnTo>
                <a:lnTo>
                  <a:pt x="232044" y="14277"/>
                </a:lnTo>
                <a:lnTo>
                  <a:pt x="206604" y="31874"/>
                </a:lnTo>
                <a:lnTo>
                  <a:pt x="122548" y="20152"/>
                </a:lnTo>
                <a:lnTo>
                  <a:pt x="130576" y="38049"/>
                </a:lnTo>
                <a:lnTo>
                  <a:pt x="119636" y="51498"/>
                </a:lnTo>
                <a:lnTo>
                  <a:pt x="124258" y="61717"/>
                </a:lnTo>
                <a:lnTo>
                  <a:pt x="151440" y="56708"/>
                </a:lnTo>
                <a:lnTo>
                  <a:pt x="176277" y="77362"/>
                </a:lnTo>
                <a:lnTo>
                  <a:pt x="173286" y="95238"/>
                </a:lnTo>
                <a:lnTo>
                  <a:pt x="153180" y="101583"/>
                </a:lnTo>
                <a:lnTo>
                  <a:pt x="123789" y="155088"/>
                </a:lnTo>
                <a:lnTo>
                  <a:pt x="76920" y="165023"/>
                </a:lnTo>
                <a:lnTo>
                  <a:pt x="67289" y="202051"/>
                </a:lnTo>
                <a:lnTo>
                  <a:pt x="58271" y="197465"/>
                </a:lnTo>
                <a:lnTo>
                  <a:pt x="41590" y="236624"/>
                </a:lnTo>
                <a:lnTo>
                  <a:pt x="37319" y="277665"/>
                </a:lnTo>
                <a:lnTo>
                  <a:pt x="17543" y="289950"/>
                </a:lnTo>
                <a:lnTo>
                  <a:pt x="13891" y="306383"/>
                </a:lnTo>
                <a:lnTo>
                  <a:pt x="25068" y="313651"/>
                </a:lnTo>
                <a:lnTo>
                  <a:pt x="28883" y="338411"/>
                </a:lnTo>
                <a:lnTo>
                  <a:pt x="19098" y="344959"/>
                </a:lnTo>
                <a:lnTo>
                  <a:pt x="32939" y="346933"/>
                </a:lnTo>
                <a:lnTo>
                  <a:pt x="32434" y="373235"/>
                </a:lnTo>
                <a:lnTo>
                  <a:pt x="11230" y="381902"/>
                </a:lnTo>
                <a:lnTo>
                  <a:pt x="26054" y="399026"/>
                </a:lnTo>
                <a:lnTo>
                  <a:pt x="11822" y="426286"/>
                </a:lnTo>
                <a:lnTo>
                  <a:pt x="25088" y="424095"/>
                </a:lnTo>
                <a:lnTo>
                  <a:pt x="57393" y="457376"/>
                </a:lnTo>
                <a:lnTo>
                  <a:pt x="44426" y="476388"/>
                </a:lnTo>
                <a:lnTo>
                  <a:pt x="27557" y="465239"/>
                </a:lnTo>
                <a:lnTo>
                  <a:pt x="11099" y="480814"/>
                </a:lnTo>
                <a:lnTo>
                  <a:pt x="0" y="53243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lhi"/>
          <p:cNvSpPr/>
          <p:nvPr/>
        </p:nvSpPr>
        <p:spPr>
          <a:xfrm>
            <a:off x="1925804" y="2276044"/>
            <a:ext cx="40641" cy="44822"/>
          </a:xfrm>
          <a:custGeom>
            <a:avLst/>
            <a:gdLst/>
            <a:ahLst/>
            <a:cxnLst/>
            <a:rect l="l" t="t" r="r" b="b"/>
            <a:pathLst>
              <a:path w="40641" h="44822">
                <a:moveTo>
                  <a:pt x="29906" y="0"/>
                </a:moveTo>
                <a:lnTo>
                  <a:pt x="6137" y="3913"/>
                </a:lnTo>
                <a:lnTo>
                  <a:pt x="0" y="35322"/>
                </a:lnTo>
                <a:lnTo>
                  <a:pt x="19279" y="34005"/>
                </a:lnTo>
                <a:lnTo>
                  <a:pt x="26654" y="44822"/>
                </a:lnTo>
                <a:lnTo>
                  <a:pt x="40641" y="36373"/>
                </a:lnTo>
                <a:lnTo>
                  <a:pt x="29906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ādra and Nagar Haveli and Damān and Diu"/>
          <p:cNvSpPr/>
          <p:nvPr/>
        </p:nvSpPr>
        <p:spPr>
          <a:xfrm>
            <a:off x="1561356" y="3116522"/>
            <a:ext cx="27386" cy="29006"/>
          </a:xfrm>
          <a:custGeom>
            <a:avLst/>
            <a:gdLst/>
            <a:ahLst/>
            <a:cxnLst/>
            <a:rect l="l" t="t" r="r" b="b"/>
            <a:pathLst>
              <a:path w="27386" h="29006">
                <a:moveTo>
                  <a:pt x="27386" y="23728"/>
                </a:moveTo>
                <a:lnTo>
                  <a:pt x="23521" y="15053"/>
                </a:lnTo>
                <a:lnTo>
                  <a:pt x="13607" y="19637"/>
                </a:lnTo>
                <a:lnTo>
                  <a:pt x="23393" y="7109"/>
                </a:lnTo>
                <a:lnTo>
                  <a:pt x="16936" y="0"/>
                </a:lnTo>
                <a:lnTo>
                  <a:pt x="0" y="8396"/>
                </a:lnTo>
                <a:lnTo>
                  <a:pt x="11691" y="29006"/>
                </a:lnTo>
                <a:lnTo>
                  <a:pt x="27386" y="2372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oa"/>
          <p:cNvSpPr/>
          <p:nvPr/>
        </p:nvSpPr>
        <p:spPr>
          <a:xfrm>
            <a:off x="1631385" y="3567505"/>
            <a:ext cx="60665" cy="88373"/>
          </a:xfrm>
          <a:custGeom>
            <a:avLst/>
            <a:gdLst/>
            <a:ahLst/>
            <a:cxnLst/>
            <a:rect l="l" t="t" r="r" b="b"/>
            <a:pathLst>
              <a:path w="60665" h="88373">
                <a:moveTo>
                  <a:pt x="0" y="7293"/>
                </a:moveTo>
                <a:lnTo>
                  <a:pt x="10326" y="33457"/>
                </a:lnTo>
                <a:lnTo>
                  <a:pt x="23959" y="36198"/>
                </a:lnTo>
                <a:lnTo>
                  <a:pt x="9875" y="38500"/>
                </a:lnTo>
                <a:lnTo>
                  <a:pt x="20143" y="46385"/>
                </a:lnTo>
                <a:lnTo>
                  <a:pt x="21738" y="70772"/>
                </a:lnTo>
                <a:lnTo>
                  <a:pt x="35905" y="88373"/>
                </a:lnTo>
                <a:lnTo>
                  <a:pt x="52951" y="83281"/>
                </a:lnTo>
                <a:lnTo>
                  <a:pt x="52856" y="53625"/>
                </a:lnTo>
                <a:lnTo>
                  <a:pt x="60665" y="50026"/>
                </a:lnTo>
                <a:lnTo>
                  <a:pt x="52774" y="14190"/>
                </a:lnTo>
                <a:lnTo>
                  <a:pt x="28941" y="18721"/>
                </a:lnTo>
                <a:lnTo>
                  <a:pt x="16618" y="0"/>
                </a:lnTo>
                <a:lnTo>
                  <a:pt x="0" y="729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ujarāt"/>
          <p:cNvSpPr/>
          <p:nvPr/>
        </p:nvSpPr>
        <p:spPr>
          <a:xfrm>
            <a:off x="1121556" y="2686106"/>
            <a:ext cx="583347" cy="452720"/>
          </a:xfrm>
          <a:custGeom>
            <a:avLst/>
            <a:gdLst/>
            <a:ahLst/>
            <a:cxnLst/>
            <a:rect l="l" t="t" r="r" b="b"/>
            <a:pathLst>
              <a:path w="583347" h="452720">
                <a:moveTo>
                  <a:pt x="444334" y="445410"/>
                </a:moveTo>
                <a:lnTo>
                  <a:pt x="440237" y="438239"/>
                </a:lnTo>
                <a:lnTo>
                  <a:pt x="456706" y="430411"/>
                </a:lnTo>
                <a:lnTo>
                  <a:pt x="463193" y="437525"/>
                </a:lnTo>
                <a:lnTo>
                  <a:pt x="453781" y="450373"/>
                </a:lnTo>
                <a:lnTo>
                  <a:pt x="486101" y="446443"/>
                </a:lnTo>
                <a:lnTo>
                  <a:pt x="489110" y="395086"/>
                </a:lnTo>
                <a:lnTo>
                  <a:pt x="516186" y="410197"/>
                </a:lnTo>
                <a:lnTo>
                  <a:pt x="534317" y="392635"/>
                </a:lnTo>
                <a:lnTo>
                  <a:pt x="530545" y="368914"/>
                </a:lnTo>
                <a:lnTo>
                  <a:pt x="500819" y="350277"/>
                </a:lnTo>
                <a:lnTo>
                  <a:pt x="522704" y="349950"/>
                </a:lnTo>
                <a:lnTo>
                  <a:pt x="533996" y="327107"/>
                </a:lnTo>
                <a:lnTo>
                  <a:pt x="569039" y="317849"/>
                </a:lnTo>
                <a:lnTo>
                  <a:pt x="526035" y="317910"/>
                </a:lnTo>
                <a:lnTo>
                  <a:pt x="520865" y="285593"/>
                </a:lnTo>
                <a:lnTo>
                  <a:pt x="553110" y="273342"/>
                </a:lnTo>
                <a:lnTo>
                  <a:pt x="545574" y="233181"/>
                </a:lnTo>
                <a:lnTo>
                  <a:pt x="566324" y="229282"/>
                </a:lnTo>
                <a:lnTo>
                  <a:pt x="543140" y="215352"/>
                </a:lnTo>
                <a:lnTo>
                  <a:pt x="574400" y="205475"/>
                </a:lnTo>
                <a:lnTo>
                  <a:pt x="583347" y="183628"/>
                </a:lnTo>
                <a:lnTo>
                  <a:pt x="549422" y="140285"/>
                </a:lnTo>
                <a:lnTo>
                  <a:pt x="505411" y="124972"/>
                </a:lnTo>
                <a:lnTo>
                  <a:pt x="508021" y="107889"/>
                </a:lnTo>
                <a:lnTo>
                  <a:pt x="495856" y="109312"/>
                </a:lnTo>
                <a:lnTo>
                  <a:pt x="480143" y="91064"/>
                </a:lnTo>
                <a:lnTo>
                  <a:pt x="481074" y="60079"/>
                </a:lnTo>
                <a:lnTo>
                  <a:pt x="470136" y="70206"/>
                </a:lnTo>
                <a:lnTo>
                  <a:pt x="454045" y="51175"/>
                </a:lnTo>
                <a:lnTo>
                  <a:pt x="467976" y="34439"/>
                </a:lnTo>
                <a:lnTo>
                  <a:pt x="454877" y="31205"/>
                </a:lnTo>
                <a:lnTo>
                  <a:pt x="456103" y="21336"/>
                </a:lnTo>
                <a:lnTo>
                  <a:pt x="439665" y="37079"/>
                </a:lnTo>
                <a:lnTo>
                  <a:pt x="405550" y="19038"/>
                </a:lnTo>
                <a:lnTo>
                  <a:pt x="398053" y="29406"/>
                </a:lnTo>
                <a:lnTo>
                  <a:pt x="378705" y="12512"/>
                </a:lnTo>
                <a:lnTo>
                  <a:pt x="387971" y="8268"/>
                </a:lnTo>
                <a:lnTo>
                  <a:pt x="361722" y="0"/>
                </a:lnTo>
                <a:lnTo>
                  <a:pt x="342531" y="10163"/>
                </a:lnTo>
                <a:lnTo>
                  <a:pt x="273194" y="2233"/>
                </a:lnTo>
                <a:lnTo>
                  <a:pt x="263178" y="16689"/>
                </a:lnTo>
                <a:lnTo>
                  <a:pt x="275502" y="30295"/>
                </a:lnTo>
                <a:lnTo>
                  <a:pt x="248434" y="48028"/>
                </a:lnTo>
                <a:lnTo>
                  <a:pt x="224977" y="45556"/>
                </a:lnTo>
                <a:lnTo>
                  <a:pt x="225162" y="28679"/>
                </a:lnTo>
                <a:lnTo>
                  <a:pt x="182666" y="41266"/>
                </a:lnTo>
                <a:lnTo>
                  <a:pt x="174882" y="53510"/>
                </a:lnTo>
                <a:lnTo>
                  <a:pt x="147938" y="53519"/>
                </a:lnTo>
                <a:lnTo>
                  <a:pt x="135333" y="41460"/>
                </a:lnTo>
                <a:lnTo>
                  <a:pt x="81120" y="48362"/>
                </a:lnTo>
                <a:lnTo>
                  <a:pt x="75816" y="40495"/>
                </a:lnTo>
                <a:lnTo>
                  <a:pt x="68400" y="49380"/>
                </a:lnTo>
                <a:lnTo>
                  <a:pt x="64869" y="39025"/>
                </a:lnTo>
                <a:lnTo>
                  <a:pt x="58143" y="73275"/>
                </a:lnTo>
                <a:lnTo>
                  <a:pt x="23042" y="71938"/>
                </a:lnTo>
                <a:lnTo>
                  <a:pt x="8179" y="82785"/>
                </a:lnTo>
                <a:lnTo>
                  <a:pt x="0" y="108414"/>
                </a:lnTo>
                <a:lnTo>
                  <a:pt x="33131" y="118106"/>
                </a:lnTo>
                <a:lnTo>
                  <a:pt x="25735" y="127780"/>
                </a:lnTo>
                <a:lnTo>
                  <a:pt x="45909" y="136701"/>
                </a:lnTo>
                <a:lnTo>
                  <a:pt x="38712" y="144886"/>
                </a:lnTo>
                <a:lnTo>
                  <a:pt x="47270" y="139609"/>
                </a:lnTo>
                <a:lnTo>
                  <a:pt x="47071" y="152486"/>
                </a:lnTo>
                <a:lnTo>
                  <a:pt x="98867" y="185403"/>
                </a:lnTo>
                <a:lnTo>
                  <a:pt x="146226" y="188546"/>
                </a:lnTo>
                <a:lnTo>
                  <a:pt x="180082" y="177167"/>
                </a:lnTo>
                <a:lnTo>
                  <a:pt x="199905" y="148560"/>
                </a:lnTo>
                <a:lnTo>
                  <a:pt x="237879" y="148135"/>
                </a:lnTo>
                <a:lnTo>
                  <a:pt x="184071" y="213565"/>
                </a:lnTo>
                <a:lnTo>
                  <a:pt x="160706" y="225934"/>
                </a:lnTo>
                <a:lnTo>
                  <a:pt x="147867" y="220331"/>
                </a:lnTo>
                <a:lnTo>
                  <a:pt x="140955" y="232694"/>
                </a:lnTo>
                <a:lnTo>
                  <a:pt x="95174" y="248948"/>
                </a:lnTo>
                <a:lnTo>
                  <a:pt x="98687" y="226528"/>
                </a:lnTo>
                <a:lnTo>
                  <a:pt x="84089" y="229666"/>
                </a:lnTo>
                <a:lnTo>
                  <a:pt x="87069" y="220646"/>
                </a:lnTo>
                <a:lnTo>
                  <a:pt x="74977" y="237443"/>
                </a:lnTo>
                <a:lnTo>
                  <a:pt x="187147" y="361688"/>
                </a:lnTo>
                <a:lnTo>
                  <a:pt x="247962" y="397589"/>
                </a:lnTo>
                <a:lnTo>
                  <a:pt x="366383" y="347514"/>
                </a:lnTo>
                <a:lnTo>
                  <a:pt x="384415" y="305324"/>
                </a:lnTo>
                <a:lnTo>
                  <a:pt x="370986" y="287295"/>
                </a:lnTo>
                <a:lnTo>
                  <a:pt x="390349" y="237005"/>
                </a:lnTo>
                <a:lnTo>
                  <a:pt x="395300" y="247517"/>
                </a:lnTo>
                <a:lnTo>
                  <a:pt x="403423" y="236484"/>
                </a:lnTo>
                <a:lnTo>
                  <a:pt x="425450" y="245321"/>
                </a:lnTo>
                <a:lnTo>
                  <a:pt x="442310" y="237648"/>
                </a:lnTo>
                <a:lnTo>
                  <a:pt x="425665" y="251008"/>
                </a:lnTo>
                <a:lnTo>
                  <a:pt x="409355" y="248714"/>
                </a:lnTo>
                <a:lnTo>
                  <a:pt x="402702" y="274747"/>
                </a:lnTo>
                <a:lnTo>
                  <a:pt x="417296" y="272640"/>
                </a:lnTo>
                <a:lnTo>
                  <a:pt x="404525" y="300072"/>
                </a:lnTo>
                <a:lnTo>
                  <a:pt x="430169" y="302086"/>
                </a:lnTo>
                <a:lnTo>
                  <a:pt x="412275" y="309267"/>
                </a:lnTo>
                <a:lnTo>
                  <a:pt x="423683" y="313859"/>
                </a:lnTo>
                <a:lnTo>
                  <a:pt x="410969" y="335769"/>
                </a:lnTo>
                <a:lnTo>
                  <a:pt x="439018" y="409099"/>
                </a:lnTo>
                <a:lnTo>
                  <a:pt x="423693" y="452720"/>
                </a:lnTo>
                <a:lnTo>
                  <a:pt x="444334" y="44541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aryāna"/>
          <p:cNvSpPr/>
          <p:nvPr/>
        </p:nvSpPr>
        <p:spPr>
          <a:xfrm>
            <a:off x="1704965" y="2073463"/>
            <a:ext cx="286944" cy="321588"/>
          </a:xfrm>
          <a:custGeom>
            <a:avLst/>
            <a:gdLst/>
            <a:ahLst/>
            <a:cxnLst/>
            <a:rect l="l" t="t" r="r" b="b"/>
            <a:pathLst>
              <a:path w="286944" h="321588">
                <a:moveTo>
                  <a:pt x="263187" y="236665"/>
                </a:moveTo>
                <a:lnTo>
                  <a:pt x="247493" y="247403"/>
                </a:lnTo>
                <a:lnTo>
                  <a:pt x="216768" y="229819"/>
                </a:lnTo>
                <a:lnTo>
                  <a:pt x="226326" y="225293"/>
                </a:lnTo>
                <a:lnTo>
                  <a:pt x="226976" y="206494"/>
                </a:lnTo>
                <a:lnTo>
                  <a:pt x="252419" y="200270"/>
                </a:lnTo>
                <a:lnTo>
                  <a:pt x="242483" y="113341"/>
                </a:lnTo>
                <a:lnTo>
                  <a:pt x="286944" y="53161"/>
                </a:lnTo>
                <a:lnTo>
                  <a:pt x="250826" y="43643"/>
                </a:lnTo>
                <a:lnTo>
                  <a:pt x="246830" y="21964"/>
                </a:lnTo>
                <a:lnTo>
                  <a:pt x="223860" y="514"/>
                </a:lnTo>
                <a:lnTo>
                  <a:pt x="210941" y="0"/>
                </a:lnTo>
                <a:lnTo>
                  <a:pt x="225683" y="51455"/>
                </a:lnTo>
                <a:lnTo>
                  <a:pt x="207726" y="47452"/>
                </a:lnTo>
                <a:lnTo>
                  <a:pt x="190808" y="63652"/>
                </a:lnTo>
                <a:lnTo>
                  <a:pt x="199932" y="71291"/>
                </a:lnTo>
                <a:lnTo>
                  <a:pt x="189851" y="82109"/>
                </a:lnTo>
                <a:lnTo>
                  <a:pt x="178518" y="70595"/>
                </a:lnTo>
                <a:lnTo>
                  <a:pt x="169252" y="80208"/>
                </a:lnTo>
                <a:lnTo>
                  <a:pt x="158781" y="74126"/>
                </a:lnTo>
                <a:lnTo>
                  <a:pt x="162100" y="104208"/>
                </a:lnTo>
                <a:lnTo>
                  <a:pt x="143715" y="115060"/>
                </a:lnTo>
                <a:lnTo>
                  <a:pt x="90134" y="108651"/>
                </a:lnTo>
                <a:lnTo>
                  <a:pt x="69563" y="134906"/>
                </a:lnTo>
                <a:lnTo>
                  <a:pt x="70136" y="113881"/>
                </a:lnTo>
                <a:lnTo>
                  <a:pt x="57030" y="98239"/>
                </a:lnTo>
                <a:lnTo>
                  <a:pt x="3816" y="96543"/>
                </a:lnTo>
                <a:lnTo>
                  <a:pt x="0" y="114805"/>
                </a:lnTo>
                <a:lnTo>
                  <a:pt x="12741" y="114128"/>
                </a:lnTo>
                <a:lnTo>
                  <a:pt x="11195" y="156134"/>
                </a:lnTo>
                <a:lnTo>
                  <a:pt x="34252" y="148602"/>
                </a:lnTo>
                <a:lnTo>
                  <a:pt x="54897" y="165803"/>
                </a:lnTo>
                <a:lnTo>
                  <a:pt x="85636" y="163232"/>
                </a:lnTo>
                <a:lnTo>
                  <a:pt x="99491" y="226778"/>
                </a:lnTo>
                <a:lnTo>
                  <a:pt x="148487" y="272510"/>
                </a:lnTo>
                <a:lnTo>
                  <a:pt x="134097" y="278734"/>
                </a:lnTo>
                <a:lnTo>
                  <a:pt x="143472" y="280107"/>
                </a:lnTo>
                <a:lnTo>
                  <a:pt x="133526" y="294342"/>
                </a:lnTo>
                <a:lnTo>
                  <a:pt x="138539" y="303092"/>
                </a:lnTo>
                <a:lnTo>
                  <a:pt x="159706" y="305511"/>
                </a:lnTo>
                <a:lnTo>
                  <a:pt x="154207" y="288522"/>
                </a:lnTo>
                <a:lnTo>
                  <a:pt x="171140" y="284408"/>
                </a:lnTo>
                <a:lnTo>
                  <a:pt x="166547" y="269705"/>
                </a:lnTo>
                <a:lnTo>
                  <a:pt x="183382" y="272735"/>
                </a:lnTo>
                <a:lnTo>
                  <a:pt x="190025" y="291006"/>
                </a:lnTo>
                <a:lnTo>
                  <a:pt x="217586" y="265508"/>
                </a:lnTo>
                <a:lnTo>
                  <a:pt x="228786" y="273737"/>
                </a:lnTo>
                <a:lnTo>
                  <a:pt x="223284" y="321588"/>
                </a:lnTo>
                <a:lnTo>
                  <a:pt x="239349" y="313335"/>
                </a:lnTo>
                <a:lnTo>
                  <a:pt x="235600" y="305053"/>
                </a:lnTo>
                <a:lnTo>
                  <a:pt x="270199" y="301832"/>
                </a:lnTo>
                <a:lnTo>
                  <a:pt x="281500" y="292021"/>
                </a:lnTo>
                <a:lnTo>
                  <a:pt x="275008" y="278780"/>
                </a:lnTo>
                <a:lnTo>
                  <a:pt x="281997" y="263457"/>
                </a:lnTo>
                <a:lnTo>
                  <a:pt x="263187" y="236665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imāchal Pradesh"/>
          <p:cNvSpPr/>
          <p:nvPr/>
        </p:nvSpPr>
        <p:spPr>
          <a:xfrm>
            <a:off x="1807515" y="1840936"/>
            <a:ext cx="313279" cy="282830"/>
          </a:xfrm>
          <a:custGeom>
            <a:avLst/>
            <a:gdLst/>
            <a:ahLst/>
            <a:cxnLst/>
            <a:rect l="l" t="t" r="r" b="b"/>
            <a:pathLst>
              <a:path w="313279" h="282830">
                <a:moveTo>
                  <a:pt x="181796" y="282830"/>
                </a:moveTo>
                <a:lnTo>
                  <a:pt x="204047" y="271882"/>
                </a:lnTo>
                <a:lnTo>
                  <a:pt x="193518" y="246453"/>
                </a:lnTo>
                <a:lnTo>
                  <a:pt x="211644" y="208208"/>
                </a:lnTo>
                <a:lnTo>
                  <a:pt x="254680" y="194903"/>
                </a:lnTo>
                <a:lnTo>
                  <a:pt x="313279" y="212351"/>
                </a:lnTo>
                <a:lnTo>
                  <a:pt x="289489" y="187015"/>
                </a:lnTo>
                <a:lnTo>
                  <a:pt x="286991" y="172495"/>
                </a:lnTo>
                <a:lnTo>
                  <a:pt x="298416" y="163092"/>
                </a:lnTo>
                <a:lnTo>
                  <a:pt x="285418" y="146476"/>
                </a:lnTo>
                <a:lnTo>
                  <a:pt x="292376" y="124967"/>
                </a:lnTo>
                <a:lnTo>
                  <a:pt x="262438" y="100363"/>
                </a:lnTo>
                <a:lnTo>
                  <a:pt x="269771" y="83336"/>
                </a:lnTo>
                <a:lnTo>
                  <a:pt x="262410" y="74732"/>
                </a:lnTo>
                <a:lnTo>
                  <a:pt x="247733" y="74465"/>
                </a:lnTo>
                <a:lnTo>
                  <a:pt x="256294" y="49473"/>
                </a:lnTo>
                <a:lnTo>
                  <a:pt x="222154" y="63024"/>
                </a:lnTo>
                <a:lnTo>
                  <a:pt x="191565" y="26531"/>
                </a:lnTo>
                <a:lnTo>
                  <a:pt x="160032" y="43534"/>
                </a:lnTo>
                <a:lnTo>
                  <a:pt x="122788" y="22597"/>
                </a:lnTo>
                <a:lnTo>
                  <a:pt x="109896" y="0"/>
                </a:lnTo>
                <a:lnTo>
                  <a:pt x="74809" y="6969"/>
                </a:lnTo>
                <a:lnTo>
                  <a:pt x="32952" y="37937"/>
                </a:lnTo>
                <a:lnTo>
                  <a:pt x="22713" y="32406"/>
                </a:lnTo>
                <a:lnTo>
                  <a:pt x="31373" y="60241"/>
                </a:lnTo>
                <a:lnTo>
                  <a:pt x="21883" y="73550"/>
                </a:lnTo>
                <a:lnTo>
                  <a:pt x="31350" y="85015"/>
                </a:lnTo>
                <a:lnTo>
                  <a:pt x="2114" y="100911"/>
                </a:lnTo>
                <a:lnTo>
                  <a:pt x="0" y="117413"/>
                </a:lnTo>
                <a:lnTo>
                  <a:pt x="28954" y="129251"/>
                </a:lnTo>
                <a:lnTo>
                  <a:pt x="53677" y="192907"/>
                </a:lnTo>
                <a:lnTo>
                  <a:pt x="71603" y="180008"/>
                </a:lnTo>
                <a:lnTo>
                  <a:pt x="77524" y="195632"/>
                </a:lnTo>
                <a:lnTo>
                  <a:pt x="96069" y="201202"/>
                </a:lnTo>
                <a:lnTo>
                  <a:pt x="94503" y="223348"/>
                </a:lnTo>
                <a:lnTo>
                  <a:pt x="143731" y="253796"/>
                </a:lnTo>
                <a:lnTo>
                  <a:pt x="148276" y="276170"/>
                </a:lnTo>
                <a:lnTo>
                  <a:pt x="181796" y="28283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Jammu and Kashmīr"/>
          <p:cNvSpPr/>
          <p:nvPr/>
        </p:nvSpPr>
        <p:spPr>
          <a:xfrm>
            <a:off x="1605205" y="1657902"/>
            <a:ext cx="308026" cy="280037"/>
          </a:xfrm>
          <a:custGeom>
            <a:avLst/>
            <a:gdLst/>
            <a:ahLst/>
            <a:cxnLst/>
            <a:rect l="l" t="t" r="r" b="b"/>
            <a:pathLst>
              <a:path w="308026" h="280037">
                <a:moveTo>
                  <a:pt x="68216" y="0"/>
                </a:moveTo>
                <a:lnTo>
                  <a:pt x="58674" y="22783"/>
                </a:lnTo>
                <a:lnTo>
                  <a:pt x="32960" y="31733"/>
                </a:lnTo>
                <a:lnTo>
                  <a:pt x="23857" y="53381"/>
                </a:lnTo>
                <a:lnTo>
                  <a:pt x="5222" y="52791"/>
                </a:lnTo>
                <a:lnTo>
                  <a:pt x="0" y="72528"/>
                </a:lnTo>
                <a:lnTo>
                  <a:pt x="18265" y="121021"/>
                </a:lnTo>
                <a:lnTo>
                  <a:pt x="21750" y="199592"/>
                </a:lnTo>
                <a:lnTo>
                  <a:pt x="36298" y="211872"/>
                </a:lnTo>
                <a:lnTo>
                  <a:pt x="52068" y="209774"/>
                </a:lnTo>
                <a:lnTo>
                  <a:pt x="89911" y="232317"/>
                </a:lnTo>
                <a:lnTo>
                  <a:pt x="120622" y="224093"/>
                </a:lnTo>
                <a:lnTo>
                  <a:pt x="119102" y="259283"/>
                </a:lnTo>
                <a:lnTo>
                  <a:pt x="150194" y="258251"/>
                </a:lnTo>
                <a:lnTo>
                  <a:pt x="195959" y="280037"/>
                </a:lnTo>
                <a:lnTo>
                  <a:pt x="233108" y="244858"/>
                </a:lnTo>
                <a:lnTo>
                  <a:pt x="225023" y="215440"/>
                </a:lnTo>
                <a:lnTo>
                  <a:pt x="235262" y="220971"/>
                </a:lnTo>
                <a:lnTo>
                  <a:pt x="277119" y="190003"/>
                </a:lnTo>
                <a:lnTo>
                  <a:pt x="308026" y="190723"/>
                </a:lnTo>
                <a:lnTo>
                  <a:pt x="296960" y="165245"/>
                </a:lnTo>
                <a:lnTo>
                  <a:pt x="272265" y="148653"/>
                </a:lnTo>
                <a:lnTo>
                  <a:pt x="258342" y="152288"/>
                </a:lnTo>
                <a:lnTo>
                  <a:pt x="263845" y="134615"/>
                </a:lnTo>
                <a:lnTo>
                  <a:pt x="241742" y="111458"/>
                </a:lnTo>
                <a:lnTo>
                  <a:pt x="224124" y="113803"/>
                </a:lnTo>
                <a:lnTo>
                  <a:pt x="210785" y="90014"/>
                </a:lnTo>
                <a:lnTo>
                  <a:pt x="184002" y="80561"/>
                </a:lnTo>
                <a:lnTo>
                  <a:pt x="167921" y="29294"/>
                </a:lnTo>
                <a:lnTo>
                  <a:pt x="154392" y="20115"/>
                </a:lnTo>
                <a:lnTo>
                  <a:pt x="139475" y="32717"/>
                </a:lnTo>
                <a:lnTo>
                  <a:pt x="108837" y="20588"/>
                </a:lnTo>
                <a:lnTo>
                  <a:pt x="101691" y="82"/>
                </a:lnTo>
                <a:lnTo>
                  <a:pt x="68216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Jhārkhand"/>
          <p:cNvSpPr/>
          <p:nvPr/>
        </p:nvSpPr>
        <p:spPr>
          <a:xfrm>
            <a:off x="2517289" y="2623056"/>
            <a:ext cx="424733" cy="334223"/>
          </a:xfrm>
          <a:custGeom>
            <a:avLst/>
            <a:gdLst/>
            <a:ahLst/>
            <a:cxnLst/>
            <a:rect l="l" t="t" r="r" b="b"/>
            <a:pathLst>
              <a:path w="424733" h="334223">
                <a:moveTo>
                  <a:pt x="0" y="123414"/>
                </a:moveTo>
                <a:lnTo>
                  <a:pt x="34451" y="151196"/>
                </a:lnTo>
                <a:lnTo>
                  <a:pt x="40872" y="172145"/>
                </a:lnTo>
                <a:lnTo>
                  <a:pt x="63011" y="169631"/>
                </a:lnTo>
                <a:lnTo>
                  <a:pt x="64927" y="218541"/>
                </a:lnTo>
                <a:lnTo>
                  <a:pt x="75206" y="235800"/>
                </a:lnTo>
                <a:lnTo>
                  <a:pt x="97813" y="238393"/>
                </a:lnTo>
                <a:lnTo>
                  <a:pt x="62308" y="279344"/>
                </a:lnTo>
                <a:lnTo>
                  <a:pt x="88236" y="297379"/>
                </a:lnTo>
                <a:lnTo>
                  <a:pt x="159414" y="283393"/>
                </a:lnTo>
                <a:lnTo>
                  <a:pt x="163984" y="302167"/>
                </a:lnTo>
                <a:lnTo>
                  <a:pt x="152047" y="323116"/>
                </a:lnTo>
                <a:lnTo>
                  <a:pt x="175100" y="330367"/>
                </a:lnTo>
                <a:lnTo>
                  <a:pt x="187299" y="315368"/>
                </a:lnTo>
                <a:lnTo>
                  <a:pt x="216130" y="325898"/>
                </a:lnTo>
                <a:lnTo>
                  <a:pt x="227338" y="319807"/>
                </a:lnTo>
                <a:lnTo>
                  <a:pt x="223540" y="331794"/>
                </a:lnTo>
                <a:lnTo>
                  <a:pt x="236502" y="334223"/>
                </a:lnTo>
                <a:lnTo>
                  <a:pt x="249181" y="275158"/>
                </a:lnTo>
                <a:lnTo>
                  <a:pt x="285362" y="301298"/>
                </a:lnTo>
                <a:lnTo>
                  <a:pt x="313933" y="310413"/>
                </a:lnTo>
                <a:lnTo>
                  <a:pt x="326695" y="303096"/>
                </a:lnTo>
                <a:lnTo>
                  <a:pt x="315284" y="274348"/>
                </a:lnTo>
                <a:lnTo>
                  <a:pt x="283495" y="253054"/>
                </a:lnTo>
                <a:lnTo>
                  <a:pt x="295206" y="233428"/>
                </a:lnTo>
                <a:lnTo>
                  <a:pt x="265477" y="232891"/>
                </a:lnTo>
                <a:lnTo>
                  <a:pt x="235301" y="217024"/>
                </a:lnTo>
                <a:lnTo>
                  <a:pt x="233160" y="185346"/>
                </a:lnTo>
                <a:lnTo>
                  <a:pt x="249980" y="184219"/>
                </a:lnTo>
                <a:lnTo>
                  <a:pt x="249769" y="174392"/>
                </a:lnTo>
                <a:lnTo>
                  <a:pt x="273472" y="191647"/>
                </a:lnTo>
                <a:lnTo>
                  <a:pt x="287392" y="170090"/>
                </a:lnTo>
                <a:lnTo>
                  <a:pt x="318357" y="164235"/>
                </a:lnTo>
                <a:lnTo>
                  <a:pt x="318920" y="149542"/>
                </a:lnTo>
                <a:lnTo>
                  <a:pt x="358857" y="150699"/>
                </a:lnTo>
                <a:lnTo>
                  <a:pt x="359290" y="129015"/>
                </a:lnTo>
                <a:lnTo>
                  <a:pt x="378984" y="135036"/>
                </a:lnTo>
                <a:lnTo>
                  <a:pt x="382429" y="121814"/>
                </a:lnTo>
                <a:lnTo>
                  <a:pt x="400559" y="118719"/>
                </a:lnTo>
                <a:lnTo>
                  <a:pt x="395392" y="108274"/>
                </a:lnTo>
                <a:lnTo>
                  <a:pt x="410305" y="95575"/>
                </a:lnTo>
                <a:lnTo>
                  <a:pt x="407584" y="75735"/>
                </a:lnTo>
                <a:lnTo>
                  <a:pt x="420167" y="75535"/>
                </a:lnTo>
                <a:lnTo>
                  <a:pt x="411806" y="58209"/>
                </a:lnTo>
                <a:lnTo>
                  <a:pt x="424733" y="37855"/>
                </a:lnTo>
                <a:lnTo>
                  <a:pt x="390364" y="0"/>
                </a:lnTo>
                <a:lnTo>
                  <a:pt x="350568" y="31984"/>
                </a:lnTo>
                <a:lnTo>
                  <a:pt x="341460" y="73281"/>
                </a:lnTo>
                <a:lnTo>
                  <a:pt x="300383" y="73320"/>
                </a:lnTo>
                <a:lnTo>
                  <a:pt x="285872" y="97089"/>
                </a:lnTo>
                <a:lnTo>
                  <a:pt x="250087" y="56350"/>
                </a:lnTo>
                <a:lnTo>
                  <a:pt x="220851" y="52290"/>
                </a:lnTo>
                <a:lnTo>
                  <a:pt x="214548" y="76206"/>
                </a:lnTo>
                <a:lnTo>
                  <a:pt x="187279" y="78553"/>
                </a:lnTo>
                <a:lnTo>
                  <a:pt x="161419" y="96640"/>
                </a:lnTo>
                <a:lnTo>
                  <a:pt x="144435" y="96657"/>
                </a:lnTo>
                <a:lnTo>
                  <a:pt x="135101" y="80988"/>
                </a:lnTo>
                <a:lnTo>
                  <a:pt x="107025" y="105152"/>
                </a:lnTo>
                <a:lnTo>
                  <a:pt x="88765" y="78037"/>
                </a:lnTo>
                <a:lnTo>
                  <a:pt x="71433" y="86244"/>
                </a:lnTo>
                <a:lnTo>
                  <a:pt x="62258" y="69894"/>
                </a:lnTo>
                <a:lnTo>
                  <a:pt x="49809" y="80833"/>
                </a:lnTo>
                <a:lnTo>
                  <a:pt x="6574" y="83677"/>
                </a:lnTo>
                <a:lnTo>
                  <a:pt x="11691" y="97414"/>
                </a:lnTo>
                <a:lnTo>
                  <a:pt x="0" y="12341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arnātaka"/>
          <p:cNvSpPr/>
          <p:nvPr/>
        </p:nvSpPr>
        <p:spPr>
          <a:xfrm>
            <a:off x="1669706" y="3305318"/>
            <a:ext cx="412405" cy="677967"/>
          </a:xfrm>
          <a:custGeom>
            <a:avLst/>
            <a:gdLst/>
            <a:ahLst/>
            <a:cxnLst/>
            <a:rect l="l" t="t" r="r" b="b"/>
            <a:pathLst>
              <a:path w="412405" h="677967">
                <a:moveTo>
                  <a:pt x="2327" y="276896"/>
                </a:moveTo>
                <a:lnTo>
                  <a:pt x="14453" y="276377"/>
                </a:lnTo>
                <a:lnTo>
                  <a:pt x="22344" y="312213"/>
                </a:lnTo>
                <a:lnTo>
                  <a:pt x="14535" y="315812"/>
                </a:lnTo>
                <a:lnTo>
                  <a:pt x="18678" y="337310"/>
                </a:lnTo>
                <a:lnTo>
                  <a:pt x="0" y="360756"/>
                </a:lnTo>
                <a:lnTo>
                  <a:pt x="15609" y="369158"/>
                </a:lnTo>
                <a:lnTo>
                  <a:pt x="47447" y="453462"/>
                </a:lnTo>
                <a:lnTo>
                  <a:pt x="69172" y="559450"/>
                </a:lnTo>
                <a:lnTo>
                  <a:pt x="113159" y="579396"/>
                </a:lnTo>
                <a:lnTo>
                  <a:pt x="121224" y="609467"/>
                </a:lnTo>
                <a:lnTo>
                  <a:pt x="162006" y="642177"/>
                </a:lnTo>
                <a:lnTo>
                  <a:pt x="185310" y="640212"/>
                </a:lnTo>
                <a:lnTo>
                  <a:pt x="185999" y="652913"/>
                </a:lnTo>
                <a:lnTo>
                  <a:pt x="231308" y="676918"/>
                </a:lnTo>
                <a:lnTo>
                  <a:pt x="253309" y="677967"/>
                </a:lnTo>
                <a:lnTo>
                  <a:pt x="265184" y="656714"/>
                </a:lnTo>
                <a:lnTo>
                  <a:pt x="277545" y="665692"/>
                </a:lnTo>
                <a:lnTo>
                  <a:pt x="289674" y="656599"/>
                </a:lnTo>
                <a:lnTo>
                  <a:pt x="305953" y="661759"/>
                </a:lnTo>
                <a:lnTo>
                  <a:pt x="312091" y="643713"/>
                </a:lnTo>
                <a:lnTo>
                  <a:pt x="328747" y="642855"/>
                </a:lnTo>
                <a:lnTo>
                  <a:pt x="338017" y="626868"/>
                </a:lnTo>
                <a:lnTo>
                  <a:pt x="310061" y="617546"/>
                </a:lnTo>
                <a:lnTo>
                  <a:pt x="323346" y="601691"/>
                </a:lnTo>
                <a:lnTo>
                  <a:pt x="321700" y="572122"/>
                </a:lnTo>
                <a:lnTo>
                  <a:pt x="334643" y="571545"/>
                </a:lnTo>
                <a:lnTo>
                  <a:pt x="343460" y="552027"/>
                </a:lnTo>
                <a:lnTo>
                  <a:pt x="379700" y="562874"/>
                </a:lnTo>
                <a:lnTo>
                  <a:pt x="391163" y="545063"/>
                </a:lnTo>
                <a:lnTo>
                  <a:pt x="401155" y="552380"/>
                </a:lnTo>
                <a:lnTo>
                  <a:pt x="396236" y="544615"/>
                </a:lnTo>
                <a:lnTo>
                  <a:pt x="412405" y="511444"/>
                </a:lnTo>
                <a:lnTo>
                  <a:pt x="393115" y="506367"/>
                </a:lnTo>
                <a:lnTo>
                  <a:pt x="395420" y="481117"/>
                </a:lnTo>
                <a:lnTo>
                  <a:pt x="366502" y="475597"/>
                </a:lnTo>
                <a:lnTo>
                  <a:pt x="369854" y="455590"/>
                </a:lnTo>
                <a:lnTo>
                  <a:pt x="354195" y="457370"/>
                </a:lnTo>
                <a:lnTo>
                  <a:pt x="355943" y="444238"/>
                </a:lnTo>
                <a:lnTo>
                  <a:pt x="314944" y="470856"/>
                </a:lnTo>
                <a:lnTo>
                  <a:pt x="306437" y="455801"/>
                </a:lnTo>
                <a:lnTo>
                  <a:pt x="283698" y="447693"/>
                </a:lnTo>
                <a:lnTo>
                  <a:pt x="282629" y="463833"/>
                </a:lnTo>
                <a:lnTo>
                  <a:pt x="266612" y="465458"/>
                </a:lnTo>
                <a:lnTo>
                  <a:pt x="270572" y="446878"/>
                </a:lnTo>
                <a:lnTo>
                  <a:pt x="257072" y="423696"/>
                </a:lnTo>
                <a:lnTo>
                  <a:pt x="268891" y="422818"/>
                </a:lnTo>
                <a:lnTo>
                  <a:pt x="280442" y="440179"/>
                </a:lnTo>
                <a:lnTo>
                  <a:pt x="296317" y="437327"/>
                </a:lnTo>
                <a:lnTo>
                  <a:pt x="303455" y="451343"/>
                </a:lnTo>
                <a:lnTo>
                  <a:pt x="298991" y="427438"/>
                </a:lnTo>
                <a:lnTo>
                  <a:pt x="312951" y="424754"/>
                </a:lnTo>
                <a:lnTo>
                  <a:pt x="312984" y="414207"/>
                </a:lnTo>
                <a:lnTo>
                  <a:pt x="302794" y="407077"/>
                </a:lnTo>
                <a:lnTo>
                  <a:pt x="302719" y="420621"/>
                </a:lnTo>
                <a:lnTo>
                  <a:pt x="281188" y="406458"/>
                </a:lnTo>
                <a:lnTo>
                  <a:pt x="276638" y="418543"/>
                </a:lnTo>
                <a:lnTo>
                  <a:pt x="261250" y="416100"/>
                </a:lnTo>
                <a:lnTo>
                  <a:pt x="256181" y="401155"/>
                </a:lnTo>
                <a:lnTo>
                  <a:pt x="264439" y="392291"/>
                </a:lnTo>
                <a:lnTo>
                  <a:pt x="245186" y="380739"/>
                </a:lnTo>
                <a:lnTo>
                  <a:pt x="254787" y="347547"/>
                </a:lnTo>
                <a:lnTo>
                  <a:pt x="246261" y="333632"/>
                </a:lnTo>
                <a:lnTo>
                  <a:pt x="274317" y="340785"/>
                </a:lnTo>
                <a:lnTo>
                  <a:pt x="282271" y="324438"/>
                </a:lnTo>
                <a:lnTo>
                  <a:pt x="264367" y="292107"/>
                </a:lnTo>
                <a:lnTo>
                  <a:pt x="278577" y="275527"/>
                </a:lnTo>
                <a:lnTo>
                  <a:pt x="269745" y="256631"/>
                </a:lnTo>
                <a:lnTo>
                  <a:pt x="283754" y="246757"/>
                </a:lnTo>
                <a:lnTo>
                  <a:pt x="313865" y="249719"/>
                </a:lnTo>
                <a:lnTo>
                  <a:pt x="311720" y="217239"/>
                </a:lnTo>
                <a:lnTo>
                  <a:pt x="321607" y="213487"/>
                </a:lnTo>
                <a:lnTo>
                  <a:pt x="288396" y="195730"/>
                </a:lnTo>
                <a:lnTo>
                  <a:pt x="309641" y="183249"/>
                </a:lnTo>
                <a:lnTo>
                  <a:pt x="312865" y="142176"/>
                </a:lnTo>
                <a:lnTo>
                  <a:pt x="301639" y="121561"/>
                </a:lnTo>
                <a:lnTo>
                  <a:pt x="330292" y="94371"/>
                </a:lnTo>
                <a:lnTo>
                  <a:pt x="307414" y="85812"/>
                </a:lnTo>
                <a:lnTo>
                  <a:pt x="326935" y="47745"/>
                </a:lnTo>
                <a:lnTo>
                  <a:pt x="317005" y="39111"/>
                </a:lnTo>
                <a:lnTo>
                  <a:pt x="322307" y="16836"/>
                </a:lnTo>
                <a:lnTo>
                  <a:pt x="300319" y="14286"/>
                </a:lnTo>
                <a:lnTo>
                  <a:pt x="300305" y="0"/>
                </a:lnTo>
                <a:lnTo>
                  <a:pt x="276989" y="29250"/>
                </a:lnTo>
                <a:lnTo>
                  <a:pt x="262344" y="26059"/>
                </a:lnTo>
                <a:lnTo>
                  <a:pt x="259320" y="52976"/>
                </a:lnTo>
                <a:lnTo>
                  <a:pt x="242894" y="54584"/>
                </a:lnTo>
                <a:lnTo>
                  <a:pt x="238385" y="76214"/>
                </a:lnTo>
                <a:lnTo>
                  <a:pt x="223010" y="68421"/>
                </a:lnTo>
                <a:lnTo>
                  <a:pt x="205393" y="84482"/>
                </a:lnTo>
                <a:lnTo>
                  <a:pt x="210152" y="112462"/>
                </a:lnTo>
                <a:lnTo>
                  <a:pt x="168646" y="111666"/>
                </a:lnTo>
                <a:lnTo>
                  <a:pt x="141317" y="96371"/>
                </a:lnTo>
                <a:lnTo>
                  <a:pt x="144742" y="147324"/>
                </a:lnTo>
                <a:lnTo>
                  <a:pt x="108890" y="147868"/>
                </a:lnTo>
                <a:lnTo>
                  <a:pt x="102889" y="159228"/>
                </a:lnTo>
                <a:lnTo>
                  <a:pt x="76968" y="149035"/>
                </a:lnTo>
                <a:lnTo>
                  <a:pt x="75842" y="166073"/>
                </a:lnTo>
                <a:lnTo>
                  <a:pt x="54882" y="171706"/>
                </a:lnTo>
                <a:lnTo>
                  <a:pt x="54512" y="182463"/>
                </a:lnTo>
                <a:lnTo>
                  <a:pt x="43643" y="187697"/>
                </a:lnTo>
                <a:lnTo>
                  <a:pt x="34486" y="176823"/>
                </a:lnTo>
                <a:lnTo>
                  <a:pt x="16300" y="188281"/>
                </a:lnTo>
                <a:lnTo>
                  <a:pt x="21290" y="215600"/>
                </a:lnTo>
                <a:lnTo>
                  <a:pt x="38002" y="223528"/>
                </a:lnTo>
                <a:lnTo>
                  <a:pt x="24629" y="237154"/>
                </a:lnTo>
                <a:lnTo>
                  <a:pt x="33980" y="238242"/>
                </a:lnTo>
                <a:lnTo>
                  <a:pt x="25194" y="263662"/>
                </a:lnTo>
                <a:lnTo>
                  <a:pt x="2327" y="27689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erala"/>
          <p:cNvSpPr/>
          <p:nvPr/>
        </p:nvSpPr>
        <p:spPr>
          <a:xfrm>
            <a:off x="1740872" y="3865123"/>
            <a:ext cx="233418" cy="442294"/>
          </a:xfrm>
          <a:custGeom>
            <a:avLst/>
            <a:gdLst/>
            <a:ahLst/>
            <a:cxnLst/>
            <a:rect l="l" t="t" r="r" b="b"/>
            <a:pathLst>
              <a:path w="233418" h="442294">
                <a:moveTo>
                  <a:pt x="61299" y="108582"/>
                </a:moveTo>
                <a:lnTo>
                  <a:pt x="113041" y="238368"/>
                </a:lnTo>
                <a:lnTo>
                  <a:pt x="153849" y="384177"/>
                </a:lnTo>
                <a:lnTo>
                  <a:pt x="193716" y="436155"/>
                </a:lnTo>
                <a:lnTo>
                  <a:pt x="211693" y="442294"/>
                </a:lnTo>
                <a:lnTo>
                  <a:pt x="221621" y="419856"/>
                </a:lnTo>
                <a:lnTo>
                  <a:pt x="209073" y="372923"/>
                </a:lnTo>
                <a:lnTo>
                  <a:pt x="233418" y="324683"/>
                </a:lnTo>
                <a:lnTo>
                  <a:pt x="210799" y="314411"/>
                </a:lnTo>
                <a:lnTo>
                  <a:pt x="220614" y="279659"/>
                </a:lnTo>
                <a:lnTo>
                  <a:pt x="217170" y="241225"/>
                </a:lnTo>
                <a:lnTo>
                  <a:pt x="194077" y="254401"/>
                </a:lnTo>
                <a:lnTo>
                  <a:pt x="179977" y="246143"/>
                </a:lnTo>
                <a:lnTo>
                  <a:pt x="187075" y="198642"/>
                </a:lnTo>
                <a:lnTo>
                  <a:pt x="164298" y="184084"/>
                </a:lnTo>
                <a:lnTo>
                  <a:pt x="177302" y="171880"/>
                </a:lnTo>
                <a:lnTo>
                  <a:pt x="171224" y="155649"/>
                </a:lnTo>
                <a:lnTo>
                  <a:pt x="145886" y="158647"/>
                </a:lnTo>
                <a:lnTo>
                  <a:pt x="154091" y="141714"/>
                </a:lnTo>
                <a:lnTo>
                  <a:pt x="126508" y="130931"/>
                </a:lnTo>
                <a:lnTo>
                  <a:pt x="125325" y="120706"/>
                </a:lnTo>
                <a:lnTo>
                  <a:pt x="144510" y="113551"/>
                </a:lnTo>
                <a:lnTo>
                  <a:pt x="141831" y="102154"/>
                </a:lnTo>
                <a:lnTo>
                  <a:pt x="114833" y="93108"/>
                </a:lnTo>
                <a:lnTo>
                  <a:pt x="114144" y="80407"/>
                </a:lnTo>
                <a:lnTo>
                  <a:pt x="90840" y="82372"/>
                </a:lnTo>
                <a:lnTo>
                  <a:pt x="50058" y="49662"/>
                </a:lnTo>
                <a:lnTo>
                  <a:pt x="41993" y="19591"/>
                </a:lnTo>
                <a:lnTo>
                  <a:pt x="16340" y="12363"/>
                </a:lnTo>
                <a:lnTo>
                  <a:pt x="12354" y="0"/>
                </a:lnTo>
                <a:lnTo>
                  <a:pt x="0" y="3118"/>
                </a:lnTo>
                <a:lnTo>
                  <a:pt x="30528" y="77681"/>
                </a:lnTo>
                <a:lnTo>
                  <a:pt x="61299" y="10858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adākh"/>
          <p:cNvSpPr/>
          <p:nvPr/>
        </p:nvSpPr>
        <p:spPr>
          <a:xfrm>
            <a:off x="1528199" y="1463051"/>
            <a:ext cx="713542" cy="468795"/>
          </a:xfrm>
          <a:custGeom>
            <a:avLst/>
            <a:gdLst/>
            <a:ahLst/>
            <a:cxnLst/>
            <a:rect l="l" t="t" r="r" b="b"/>
            <a:pathLst>
              <a:path w="713542" h="468795">
                <a:moveTo>
                  <a:pt x="145222" y="194851"/>
                </a:moveTo>
                <a:lnTo>
                  <a:pt x="178697" y="194933"/>
                </a:lnTo>
                <a:lnTo>
                  <a:pt x="185843" y="215439"/>
                </a:lnTo>
                <a:lnTo>
                  <a:pt x="216481" y="227568"/>
                </a:lnTo>
                <a:lnTo>
                  <a:pt x="231398" y="214966"/>
                </a:lnTo>
                <a:lnTo>
                  <a:pt x="244927" y="224145"/>
                </a:lnTo>
                <a:lnTo>
                  <a:pt x="261008" y="275412"/>
                </a:lnTo>
                <a:lnTo>
                  <a:pt x="287791" y="284865"/>
                </a:lnTo>
                <a:lnTo>
                  <a:pt x="301130" y="308654"/>
                </a:lnTo>
                <a:lnTo>
                  <a:pt x="318748" y="306309"/>
                </a:lnTo>
                <a:lnTo>
                  <a:pt x="340851" y="329466"/>
                </a:lnTo>
                <a:lnTo>
                  <a:pt x="335348" y="347139"/>
                </a:lnTo>
                <a:lnTo>
                  <a:pt x="349271" y="343504"/>
                </a:lnTo>
                <a:lnTo>
                  <a:pt x="373966" y="360096"/>
                </a:lnTo>
                <a:lnTo>
                  <a:pt x="405651" y="403255"/>
                </a:lnTo>
                <a:lnTo>
                  <a:pt x="440368" y="421548"/>
                </a:lnTo>
                <a:lnTo>
                  <a:pt x="473686" y="405024"/>
                </a:lnTo>
                <a:lnTo>
                  <a:pt x="501547" y="440934"/>
                </a:lnTo>
                <a:lnTo>
                  <a:pt x="535594" y="427341"/>
                </a:lnTo>
                <a:lnTo>
                  <a:pt x="529971" y="455521"/>
                </a:lnTo>
                <a:lnTo>
                  <a:pt x="570460" y="433287"/>
                </a:lnTo>
                <a:lnTo>
                  <a:pt x="575790" y="458838"/>
                </a:lnTo>
                <a:lnTo>
                  <a:pt x="590304" y="468795"/>
                </a:lnTo>
                <a:lnTo>
                  <a:pt x="621070" y="443604"/>
                </a:lnTo>
                <a:lnTo>
                  <a:pt x="632758" y="449559"/>
                </a:lnTo>
                <a:lnTo>
                  <a:pt x="649188" y="429103"/>
                </a:lnTo>
                <a:lnTo>
                  <a:pt x="622100" y="402131"/>
                </a:lnTo>
                <a:lnTo>
                  <a:pt x="633244" y="377571"/>
                </a:lnTo>
                <a:lnTo>
                  <a:pt x="587391" y="365632"/>
                </a:lnTo>
                <a:lnTo>
                  <a:pt x="584000" y="340787"/>
                </a:lnTo>
                <a:lnTo>
                  <a:pt x="601465" y="342314"/>
                </a:lnTo>
                <a:lnTo>
                  <a:pt x="583040" y="306644"/>
                </a:lnTo>
                <a:lnTo>
                  <a:pt x="607352" y="297217"/>
                </a:lnTo>
                <a:lnTo>
                  <a:pt x="631437" y="302151"/>
                </a:lnTo>
                <a:lnTo>
                  <a:pt x="645971" y="276567"/>
                </a:lnTo>
                <a:lnTo>
                  <a:pt x="638296" y="257516"/>
                </a:lnTo>
                <a:lnTo>
                  <a:pt x="664492" y="256450"/>
                </a:lnTo>
                <a:lnTo>
                  <a:pt x="662830" y="242353"/>
                </a:lnTo>
                <a:lnTo>
                  <a:pt x="689724" y="233730"/>
                </a:lnTo>
                <a:lnTo>
                  <a:pt x="713542" y="158783"/>
                </a:lnTo>
                <a:lnTo>
                  <a:pt x="683313" y="122667"/>
                </a:lnTo>
                <a:lnTo>
                  <a:pt x="659308" y="126202"/>
                </a:lnTo>
                <a:lnTo>
                  <a:pt x="626327" y="107088"/>
                </a:lnTo>
                <a:lnTo>
                  <a:pt x="611408" y="108720"/>
                </a:lnTo>
                <a:lnTo>
                  <a:pt x="603800" y="122820"/>
                </a:lnTo>
                <a:lnTo>
                  <a:pt x="538721" y="127855"/>
                </a:lnTo>
                <a:lnTo>
                  <a:pt x="512490" y="152230"/>
                </a:lnTo>
                <a:lnTo>
                  <a:pt x="495531" y="145494"/>
                </a:lnTo>
                <a:lnTo>
                  <a:pt x="498289" y="160440"/>
                </a:lnTo>
                <a:lnTo>
                  <a:pt x="443183" y="158397"/>
                </a:lnTo>
                <a:lnTo>
                  <a:pt x="437706" y="152436"/>
                </a:lnTo>
                <a:lnTo>
                  <a:pt x="452787" y="152910"/>
                </a:lnTo>
                <a:lnTo>
                  <a:pt x="441028" y="134543"/>
                </a:lnTo>
                <a:lnTo>
                  <a:pt x="390874" y="121975"/>
                </a:lnTo>
                <a:lnTo>
                  <a:pt x="382706" y="111232"/>
                </a:lnTo>
                <a:lnTo>
                  <a:pt x="389962" y="101893"/>
                </a:lnTo>
                <a:lnTo>
                  <a:pt x="375520" y="88426"/>
                </a:lnTo>
                <a:lnTo>
                  <a:pt x="295232" y="49925"/>
                </a:lnTo>
                <a:lnTo>
                  <a:pt x="256186" y="2538"/>
                </a:lnTo>
                <a:lnTo>
                  <a:pt x="217502" y="17017"/>
                </a:lnTo>
                <a:lnTo>
                  <a:pt x="196745" y="0"/>
                </a:lnTo>
                <a:lnTo>
                  <a:pt x="185988" y="12814"/>
                </a:lnTo>
                <a:lnTo>
                  <a:pt x="172338" y="8715"/>
                </a:lnTo>
                <a:lnTo>
                  <a:pt x="138013" y="26876"/>
                </a:lnTo>
                <a:lnTo>
                  <a:pt x="104481" y="16422"/>
                </a:lnTo>
                <a:lnTo>
                  <a:pt x="123220" y="37234"/>
                </a:lnTo>
                <a:lnTo>
                  <a:pt x="48982" y="37430"/>
                </a:lnTo>
                <a:lnTo>
                  <a:pt x="40416" y="61326"/>
                </a:lnTo>
                <a:lnTo>
                  <a:pt x="0" y="88717"/>
                </a:lnTo>
                <a:lnTo>
                  <a:pt x="4285" y="119161"/>
                </a:lnTo>
                <a:lnTo>
                  <a:pt x="50360" y="118676"/>
                </a:lnTo>
                <a:lnTo>
                  <a:pt x="66169" y="143250"/>
                </a:lnTo>
                <a:lnTo>
                  <a:pt x="113161" y="153544"/>
                </a:lnTo>
                <a:lnTo>
                  <a:pt x="106873" y="183182"/>
                </a:lnTo>
                <a:lnTo>
                  <a:pt x="145222" y="19485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akshadweep"/>
          <p:cNvSpPr/>
          <p:nvPr/>
        </p:nvSpPr>
        <p:spPr>
          <a:xfrm>
            <a:off x="1547560" y="4016580"/>
            <a:ext cx="2607" cy="7649"/>
          </a:xfrm>
          <a:custGeom>
            <a:avLst/>
            <a:gdLst/>
            <a:ahLst/>
            <a:cxnLst/>
            <a:rect l="l" t="t" r="r" b="b"/>
            <a:pathLst>
              <a:path w="2607" h="7649">
                <a:moveTo>
                  <a:pt x="0" y="7649"/>
                </a:moveTo>
                <a:lnTo>
                  <a:pt x="2607" y="0"/>
                </a:lnTo>
                <a:lnTo>
                  <a:pt x="0" y="764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dhya Pradesh"/>
          <p:cNvSpPr/>
          <p:nvPr/>
        </p:nvSpPr>
        <p:spPr>
          <a:xfrm>
            <a:off x="1663897" y="2472744"/>
            <a:ext cx="805718" cy="573596"/>
          </a:xfrm>
          <a:custGeom>
            <a:avLst/>
            <a:gdLst/>
            <a:ahLst/>
            <a:cxnLst/>
            <a:rect l="l" t="t" r="r" b="b"/>
            <a:pathLst>
              <a:path w="805718" h="573596">
                <a:moveTo>
                  <a:pt x="608406" y="547465"/>
                </a:moveTo>
                <a:lnTo>
                  <a:pt x="623595" y="485720"/>
                </a:lnTo>
                <a:lnTo>
                  <a:pt x="632438" y="469736"/>
                </a:lnTo>
                <a:lnTo>
                  <a:pt x="640083" y="475512"/>
                </a:lnTo>
                <a:lnTo>
                  <a:pt x="649801" y="438320"/>
                </a:lnTo>
                <a:lnTo>
                  <a:pt x="696670" y="428385"/>
                </a:lnTo>
                <a:lnTo>
                  <a:pt x="726061" y="374880"/>
                </a:lnTo>
                <a:lnTo>
                  <a:pt x="746167" y="368535"/>
                </a:lnTo>
                <a:lnTo>
                  <a:pt x="749158" y="350659"/>
                </a:lnTo>
                <a:lnTo>
                  <a:pt x="724321" y="330005"/>
                </a:lnTo>
                <a:lnTo>
                  <a:pt x="697139" y="335014"/>
                </a:lnTo>
                <a:lnTo>
                  <a:pt x="692517" y="324795"/>
                </a:lnTo>
                <a:lnTo>
                  <a:pt x="703457" y="311346"/>
                </a:lnTo>
                <a:lnTo>
                  <a:pt x="695442" y="293425"/>
                </a:lnTo>
                <a:lnTo>
                  <a:pt x="714438" y="302934"/>
                </a:lnTo>
                <a:lnTo>
                  <a:pt x="789659" y="299833"/>
                </a:lnTo>
                <a:lnTo>
                  <a:pt x="805718" y="287500"/>
                </a:lnTo>
                <a:lnTo>
                  <a:pt x="792334" y="271092"/>
                </a:lnTo>
                <a:lnTo>
                  <a:pt x="802366" y="220307"/>
                </a:lnTo>
                <a:lnTo>
                  <a:pt x="770774" y="214285"/>
                </a:lnTo>
                <a:lnTo>
                  <a:pt x="769544" y="225314"/>
                </a:lnTo>
                <a:lnTo>
                  <a:pt x="758750" y="223947"/>
                </a:lnTo>
                <a:lnTo>
                  <a:pt x="750045" y="202757"/>
                </a:lnTo>
                <a:lnTo>
                  <a:pt x="728177" y="201982"/>
                </a:lnTo>
                <a:lnTo>
                  <a:pt x="722835" y="184262"/>
                </a:lnTo>
                <a:lnTo>
                  <a:pt x="695727" y="179304"/>
                </a:lnTo>
                <a:lnTo>
                  <a:pt x="692158" y="165865"/>
                </a:lnTo>
                <a:lnTo>
                  <a:pt x="684673" y="177727"/>
                </a:lnTo>
                <a:lnTo>
                  <a:pt x="665069" y="168456"/>
                </a:lnTo>
                <a:lnTo>
                  <a:pt x="652414" y="196000"/>
                </a:lnTo>
                <a:lnTo>
                  <a:pt x="622365" y="192539"/>
                </a:lnTo>
                <a:lnTo>
                  <a:pt x="629019" y="166286"/>
                </a:lnTo>
                <a:lnTo>
                  <a:pt x="612478" y="172178"/>
                </a:lnTo>
                <a:lnTo>
                  <a:pt x="619067" y="179452"/>
                </a:lnTo>
                <a:lnTo>
                  <a:pt x="603067" y="169994"/>
                </a:lnTo>
                <a:lnTo>
                  <a:pt x="604109" y="178379"/>
                </a:lnTo>
                <a:lnTo>
                  <a:pt x="591852" y="175344"/>
                </a:lnTo>
                <a:lnTo>
                  <a:pt x="598245" y="184667"/>
                </a:lnTo>
                <a:lnTo>
                  <a:pt x="587964" y="185436"/>
                </a:lnTo>
                <a:lnTo>
                  <a:pt x="588992" y="177097"/>
                </a:lnTo>
                <a:lnTo>
                  <a:pt x="578174" y="185634"/>
                </a:lnTo>
                <a:lnTo>
                  <a:pt x="587453" y="167307"/>
                </a:lnTo>
                <a:lnTo>
                  <a:pt x="572053" y="142933"/>
                </a:lnTo>
                <a:lnTo>
                  <a:pt x="534202" y="161572"/>
                </a:lnTo>
                <a:lnTo>
                  <a:pt x="534189" y="175558"/>
                </a:lnTo>
                <a:lnTo>
                  <a:pt x="493274" y="174369"/>
                </a:lnTo>
                <a:lnTo>
                  <a:pt x="501456" y="158481"/>
                </a:lnTo>
                <a:lnTo>
                  <a:pt x="483592" y="151479"/>
                </a:lnTo>
                <a:lnTo>
                  <a:pt x="482045" y="173275"/>
                </a:lnTo>
                <a:lnTo>
                  <a:pt x="458924" y="171188"/>
                </a:lnTo>
                <a:lnTo>
                  <a:pt x="457292" y="157770"/>
                </a:lnTo>
                <a:lnTo>
                  <a:pt x="445243" y="169358"/>
                </a:lnTo>
                <a:lnTo>
                  <a:pt x="452465" y="150744"/>
                </a:lnTo>
                <a:lnTo>
                  <a:pt x="442283" y="162248"/>
                </a:lnTo>
                <a:lnTo>
                  <a:pt x="437022" y="154404"/>
                </a:lnTo>
                <a:lnTo>
                  <a:pt x="455100" y="147880"/>
                </a:lnTo>
                <a:lnTo>
                  <a:pt x="446297" y="129951"/>
                </a:lnTo>
                <a:lnTo>
                  <a:pt x="442000" y="142475"/>
                </a:lnTo>
                <a:lnTo>
                  <a:pt x="431791" y="136272"/>
                </a:lnTo>
                <a:lnTo>
                  <a:pt x="435399" y="149957"/>
                </a:lnTo>
                <a:lnTo>
                  <a:pt x="424714" y="141255"/>
                </a:lnTo>
                <a:lnTo>
                  <a:pt x="404237" y="156770"/>
                </a:lnTo>
                <a:lnTo>
                  <a:pt x="417357" y="159824"/>
                </a:lnTo>
                <a:lnTo>
                  <a:pt x="422287" y="189061"/>
                </a:lnTo>
                <a:lnTo>
                  <a:pt x="436795" y="203573"/>
                </a:lnTo>
                <a:lnTo>
                  <a:pt x="433325" y="224423"/>
                </a:lnTo>
                <a:lnTo>
                  <a:pt x="445364" y="220356"/>
                </a:lnTo>
                <a:lnTo>
                  <a:pt x="453460" y="249404"/>
                </a:lnTo>
                <a:lnTo>
                  <a:pt x="438311" y="266143"/>
                </a:lnTo>
                <a:lnTo>
                  <a:pt x="411908" y="245427"/>
                </a:lnTo>
                <a:lnTo>
                  <a:pt x="400064" y="257806"/>
                </a:lnTo>
                <a:lnTo>
                  <a:pt x="379823" y="198466"/>
                </a:lnTo>
                <a:lnTo>
                  <a:pt x="406369" y="168683"/>
                </a:lnTo>
                <a:lnTo>
                  <a:pt x="392334" y="147612"/>
                </a:lnTo>
                <a:lnTo>
                  <a:pt x="405024" y="129170"/>
                </a:lnTo>
                <a:lnTo>
                  <a:pt x="438806" y="123475"/>
                </a:lnTo>
                <a:lnTo>
                  <a:pt x="433407" y="110602"/>
                </a:lnTo>
                <a:lnTo>
                  <a:pt x="468819" y="52581"/>
                </a:lnTo>
                <a:lnTo>
                  <a:pt x="456519" y="19367"/>
                </a:lnTo>
                <a:lnTo>
                  <a:pt x="397351" y="0"/>
                </a:lnTo>
                <a:lnTo>
                  <a:pt x="263487" y="76752"/>
                </a:lnTo>
                <a:lnTo>
                  <a:pt x="224303" y="114536"/>
                </a:lnTo>
                <a:lnTo>
                  <a:pt x="231800" y="140114"/>
                </a:lnTo>
                <a:lnTo>
                  <a:pt x="247720" y="152381"/>
                </a:lnTo>
                <a:lnTo>
                  <a:pt x="291752" y="154594"/>
                </a:lnTo>
                <a:lnTo>
                  <a:pt x="306594" y="144485"/>
                </a:lnTo>
                <a:lnTo>
                  <a:pt x="309866" y="173829"/>
                </a:lnTo>
                <a:lnTo>
                  <a:pt x="259424" y="184633"/>
                </a:lnTo>
                <a:lnTo>
                  <a:pt x="267935" y="197798"/>
                </a:lnTo>
                <a:lnTo>
                  <a:pt x="254446" y="203740"/>
                </a:lnTo>
                <a:lnTo>
                  <a:pt x="275372" y="213342"/>
                </a:lnTo>
                <a:lnTo>
                  <a:pt x="279103" y="227167"/>
                </a:lnTo>
                <a:lnTo>
                  <a:pt x="270523" y="238165"/>
                </a:lnTo>
                <a:lnTo>
                  <a:pt x="255711" y="231006"/>
                </a:lnTo>
                <a:lnTo>
                  <a:pt x="263451" y="271203"/>
                </a:lnTo>
                <a:lnTo>
                  <a:pt x="244925" y="267131"/>
                </a:lnTo>
                <a:lnTo>
                  <a:pt x="244611" y="255667"/>
                </a:lnTo>
                <a:lnTo>
                  <a:pt x="229214" y="268255"/>
                </a:lnTo>
                <a:lnTo>
                  <a:pt x="200293" y="263033"/>
                </a:lnTo>
                <a:lnTo>
                  <a:pt x="197812" y="251213"/>
                </a:lnTo>
                <a:lnTo>
                  <a:pt x="179087" y="290815"/>
                </a:lnTo>
                <a:lnTo>
                  <a:pt x="142583" y="304088"/>
                </a:lnTo>
                <a:lnTo>
                  <a:pt x="132522" y="285569"/>
                </a:lnTo>
                <a:lnTo>
                  <a:pt x="165823" y="278149"/>
                </a:lnTo>
                <a:lnTo>
                  <a:pt x="155817" y="245164"/>
                </a:lnTo>
                <a:lnTo>
                  <a:pt x="172464" y="238778"/>
                </a:lnTo>
                <a:lnTo>
                  <a:pt x="165774" y="211800"/>
                </a:lnTo>
                <a:lnTo>
                  <a:pt x="109172" y="214301"/>
                </a:lnTo>
                <a:lnTo>
                  <a:pt x="109613" y="200310"/>
                </a:lnTo>
                <a:lnTo>
                  <a:pt x="128095" y="197856"/>
                </a:lnTo>
                <a:lnTo>
                  <a:pt x="113209" y="197259"/>
                </a:lnTo>
                <a:lnTo>
                  <a:pt x="119715" y="180815"/>
                </a:lnTo>
                <a:lnTo>
                  <a:pt x="104251" y="180172"/>
                </a:lnTo>
                <a:lnTo>
                  <a:pt x="92160" y="200247"/>
                </a:lnTo>
                <a:lnTo>
                  <a:pt x="73771" y="188871"/>
                </a:lnTo>
                <a:lnTo>
                  <a:pt x="75210" y="207039"/>
                </a:lnTo>
                <a:lnTo>
                  <a:pt x="90531" y="211391"/>
                </a:lnTo>
                <a:lnTo>
                  <a:pt x="78836" y="221114"/>
                </a:lnTo>
                <a:lnTo>
                  <a:pt x="70675" y="206721"/>
                </a:lnTo>
                <a:lnTo>
                  <a:pt x="62309" y="235674"/>
                </a:lnTo>
                <a:lnTo>
                  <a:pt x="75660" y="239820"/>
                </a:lnTo>
                <a:lnTo>
                  <a:pt x="65830" y="258721"/>
                </a:lnTo>
                <a:lnTo>
                  <a:pt x="79571" y="261321"/>
                </a:lnTo>
                <a:lnTo>
                  <a:pt x="87425" y="281243"/>
                </a:lnTo>
                <a:lnTo>
                  <a:pt x="83211" y="320524"/>
                </a:lnTo>
                <a:lnTo>
                  <a:pt x="44455" y="350227"/>
                </a:lnTo>
                <a:lnTo>
                  <a:pt x="65320" y="362085"/>
                </a:lnTo>
                <a:lnTo>
                  <a:pt x="26537" y="376882"/>
                </a:lnTo>
                <a:lnTo>
                  <a:pt x="41006" y="396990"/>
                </a:lnTo>
                <a:lnTo>
                  <a:pt x="32059" y="418837"/>
                </a:lnTo>
                <a:lnTo>
                  <a:pt x="0" y="431390"/>
                </a:lnTo>
                <a:lnTo>
                  <a:pt x="23983" y="442644"/>
                </a:lnTo>
                <a:lnTo>
                  <a:pt x="3233" y="446543"/>
                </a:lnTo>
                <a:lnTo>
                  <a:pt x="13667" y="473146"/>
                </a:lnTo>
                <a:lnTo>
                  <a:pt x="6174" y="481681"/>
                </a:lnTo>
                <a:lnTo>
                  <a:pt x="16109" y="488926"/>
                </a:lnTo>
                <a:lnTo>
                  <a:pt x="37958" y="479289"/>
                </a:lnTo>
                <a:lnTo>
                  <a:pt x="48128" y="513124"/>
                </a:lnTo>
                <a:lnTo>
                  <a:pt x="80023" y="518279"/>
                </a:lnTo>
                <a:lnTo>
                  <a:pt x="116531" y="542474"/>
                </a:lnTo>
                <a:lnTo>
                  <a:pt x="189571" y="543804"/>
                </a:lnTo>
                <a:lnTo>
                  <a:pt x="191099" y="565150"/>
                </a:lnTo>
                <a:lnTo>
                  <a:pt x="206399" y="573596"/>
                </a:lnTo>
                <a:lnTo>
                  <a:pt x="237981" y="562221"/>
                </a:lnTo>
                <a:lnTo>
                  <a:pt x="253764" y="521768"/>
                </a:lnTo>
                <a:lnTo>
                  <a:pt x="299150" y="505317"/>
                </a:lnTo>
                <a:lnTo>
                  <a:pt x="322458" y="510895"/>
                </a:lnTo>
                <a:lnTo>
                  <a:pt x="328695" y="527244"/>
                </a:lnTo>
                <a:lnTo>
                  <a:pt x="311613" y="527319"/>
                </a:lnTo>
                <a:lnTo>
                  <a:pt x="317396" y="543503"/>
                </a:lnTo>
                <a:lnTo>
                  <a:pt x="358913" y="542361"/>
                </a:lnTo>
                <a:lnTo>
                  <a:pt x="399871" y="519699"/>
                </a:lnTo>
                <a:lnTo>
                  <a:pt x="405738" y="531400"/>
                </a:lnTo>
                <a:lnTo>
                  <a:pt x="450272" y="532469"/>
                </a:lnTo>
                <a:lnTo>
                  <a:pt x="448200" y="522257"/>
                </a:lnTo>
                <a:lnTo>
                  <a:pt x="477294" y="509071"/>
                </a:lnTo>
                <a:lnTo>
                  <a:pt x="501609" y="513846"/>
                </a:lnTo>
                <a:lnTo>
                  <a:pt x="505687" y="526835"/>
                </a:lnTo>
                <a:lnTo>
                  <a:pt x="571082" y="518715"/>
                </a:lnTo>
                <a:lnTo>
                  <a:pt x="585673" y="543258"/>
                </a:lnTo>
                <a:lnTo>
                  <a:pt x="608406" y="547465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ahārāshtra"/>
          <p:cNvSpPr/>
          <p:nvPr/>
        </p:nvSpPr>
        <p:spPr>
          <a:xfrm>
            <a:off x="1538555" y="2951002"/>
            <a:ext cx="755616" cy="635749"/>
          </a:xfrm>
          <a:custGeom>
            <a:avLst/>
            <a:gdLst/>
            <a:ahLst/>
            <a:cxnLst/>
            <a:rect l="l" t="t" r="r" b="b"/>
            <a:pathLst>
              <a:path w="755616" h="635749">
                <a:moveTo>
                  <a:pt x="698223" y="327469"/>
                </a:moveTo>
                <a:lnTo>
                  <a:pt x="709322" y="275853"/>
                </a:lnTo>
                <a:lnTo>
                  <a:pt x="725780" y="260278"/>
                </a:lnTo>
                <a:lnTo>
                  <a:pt x="742649" y="271427"/>
                </a:lnTo>
                <a:lnTo>
                  <a:pt x="755616" y="252415"/>
                </a:lnTo>
                <a:lnTo>
                  <a:pt x="723311" y="219134"/>
                </a:lnTo>
                <a:lnTo>
                  <a:pt x="710045" y="221325"/>
                </a:lnTo>
                <a:lnTo>
                  <a:pt x="724277" y="194065"/>
                </a:lnTo>
                <a:lnTo>
                  <a:pt x="709453" y="176941"/>
                </a:lnTo>
                <a:lnTo>
                  <a:pt x="730657" y="168274"/>
                </a:lnTo>
                <a:lnTo>
                  <a:pt x="731162" y="141972"/>
                </a:lnTo>
                <a:lnTo>
                  <a:pt x="717321" y="139998"/>
                </a:lnTo>
                <a:lnTo>
                  <a:pt x="727106" y="133450"/>
                </a:lnTo>
                <a:lnTo>
                  <a:pt x="713480" y="92712"/>
                </a:lnTo>
                <a:lnTo>
                  <a:pt x="735736" y="71293"/>
                </a:lnTo>
                <a:lnTo>
                  <a:pt x="711015" y="65000"/>
                </a:lnTo>
                <a:lnTo>
                  <a:pt x="692135" y="39383"/>
                </a:lnTo>
                <a:lnTo>
                  <a:pt x="663200" y="51015"/>
                </a:lnTo>
                <a:lnTo>
                  <a:pt x="649108" y="42526"/>
                </a:lnTo>
                <a:lnTo>
                  <a:pt x="631029" y="48577"/>
                </a:lnTo>
                <a:lnTo>
                  <a:pt x="626951" y="35588"/>
                </a:lnTo>
                <a:lnTo>
                  <a:pt x="602587" y="30818"/>
                </a:lnTo>
                <a:lnTo>
                  <a:pt x="573542" y="43999"/>
                </a:lnTo>
                <a:lnTo>
                  <a:pt x="575614" y="54211"/>
                </a:lnTo>
                <a:lnTo>
                  <a:pt x="531080" y="53142"/>
                </a:lnTo>
                <a:lnTo>
                  <a:pt x="523856" y="41579"/>
                </a:lnTo>
                <a:lnTo>
                  <a:pt x="463040" y="66910"/>
                </a:lnTo>
                <a:lnTo>
                  <a:pt x="442655" y="65231"/>
                </a:lnTo>
                <a:lnTo>
                  <a:pt x="436955" y="49061"/>
                </a:lnTo>
                <a:lnTo>
                  <a:pt x="454037" y="48986"/>
                </a:lnTo>
                <a:lnTo>
                  <a:pt x="447800" y="32637"/>
                </a:lnTo>
                <a:lnTo>
                  <a:pt x="424492" y="27059"/>
                </a:lnTo>
                <a:lnTo>
                  <a:pt x="379106" y="43510"/>
                </a:lnTo>
                <a:lnTo>
                  <a:pt x="363323" y="83963"/>
                </a:lnTo>
                <a:lnTo>
                  <a:pt x="331741" y="95338"/>
                </a:lnTo>
                <a:lnTo>
                  <a:pt x="316441" y="86892"/>
                </a:lnTo>
                <a:lnTo>
                  <a:pt x="314913" y="65546"/>
                </a:lnTo>
                <a:lnTo>
                  <a:pt x="241873" y="64216"/>
                </a:lnTo>
                <a:lnTo>
                  <a:pt x="205365" y="40021"/>
                </a:lnTo>
                <a:lnTo>
                  <a:pt x="176032" y="36493"/>
                </a:lnTo>
                <a:lnTo>
                  <a:pt x="158097" y="0"/>
                </a:lnTo>
                <a:lnTo>
                  <a:pt x="103866" y="20697"/>
                </a:lnTo>
                <a:lnTo>
                  <a:pt x="109036" y="53014"/>
                </a:lnTo>
                <a:lnTo>
                  <a:pt x="153055" y="48452"/>
                </a:lnTo>
                <a:lnTo>
                  <a:pt x="116997" y="62211"/>
                </a:lnTo>
                <a:lnTo>
                  <a:pt x="105705" y="85054"/>
                </a:lnTo>
                <a:lnTo>
                  <a:pt x="83820" y="85381"/>
                </a:lnTo>
                <a:lnTo>
                  <a:pt x="113546" y="104018"/>
                </a:lnTo>
                <a:lnTo>
                  <a:pt x="117257" y="127837"/>
                </a:lnTo>
                <a:lnTo>
                  <a:pt x="99187" y="145301"/>
                </a:lnTo>
                <a:lnTo>
                  <a:pt x="72111" y="130190"/>
                </a:lnTo>
                <a:lnTo>
                  <a:pt x="69102" y="181547"/>
                </a:lnTo>
                <a:lnTo>
                  <a:pt x="58171" y="180543"/>
                </a:lnTo>
                <a:lnTo>
                  <a:pt x="47271" y="196498"/>
                </a:lnTo>
                <a:lnTo>
                  <a:pt x="17894" y="178956"/>
                </a:lnTo>
                <a:lnTo>
                  <a:pt x="4082" y="194069"/>
                </a:lnTo>
                <a:lnTo>
                  <a:pt x="10225" y="211019"/>
                </a:lnTo>
                <a:lnTo>
                  <a:pt x="0" y="207668"/>
                </a:lnTo>
                <a:lnTo>
                  <a:pt x="22793" y="363172"/>
                </a:lnTo>
                <a:lnTo>
                  <a:pt x="33488" y="372841"/>
                </a:lnTo>
                <a:lnTo>
                  <a:pt x="41226" y="366387"/>
                </a:lnTo>
                <a:lnTo>
                  <a:pt x="40507" y="385096"/>
                </a:lnTo>
                <a:lnTo>
                  <a:pt x="24611" y="377246"/>
                </a:lnTo>
                <a:lnTo>
                  <a:pt x="53269" y="466077"/>
                </a:lnTo>
                <a:lnTo>
                  <a:pt x="59837" y="546071"/>
                </a:lnTo>
                <a:lnTo>
                  <a:pt x="64455" y="557562"/>
                </a:lnTo>
                <a:lnTo>
                  <a:pt x="76663" y="555437"/>
                </a:lnTo>
                <a:lnTo>
                  <a:pt x="64508" y="559341"/>
                </a:lnTo>
                <a:lnTo>
                  <a:pt x="72810" y="591474"/>
                </a:lnTo>
                <a:lnTo>
                  <a:pt x="90857" y="622182"/>
                </a:lnTo>
                <a:lnTo>
                  <a:pt x="110038" y="616718"/>
                </a:lnTo>
                <a:lnTo>
                  <a:pt x="124506" y="635749"/>
                </a:lnTo>
                <a:lnTo>
                  <a:pt x="141799" y="618428"/>
                </a:lnTo>
                <a:lnTo>
                  <a:pt x="155513" y="619064"/>
                </a:lnTo>
                <a:lnTo>
                  <a:pt x="165130" y="592918"/>
                </a:lnTo>
                <a:lnTo>
                  <a:pt x="155780" y="591470"/>
                </a:lnTo>
                <a:lnTo>
                  <a:pt x="167700" y="586478"/>
                </a:lnTo>
                <a:lnTo>
                  <a:pt x="166714" y="572055"/>
                </a:lnTo>
                <a:lnTo>
                  <a:pt x="152441" y="569916"/>
                </a:lnTo>
                <a:lnTo>
                  <a:pt x="147451" y="542597"/>
                </a:lnTo>
                <a:lnTo>
                  <a:pt x="165637" y="531139"/>
                </a:lnTo>
                <a:lnTo>
                  <a:pt x="174794" y="542013"/>
                </a:lnTo>
                <a:lnTo>
                  <a:pt x="185663" y="536779"/>
                </a:lnTo>
                <a:lnTo>
                  <a:pt x="186033" y="526022"/>
                </a:lnTo>
                <a:lnTo>
                  <a:pt x="206993" y="520389"/>
                </a:lnTo>
                <a:lnTo>
                  <a:pt x="208119" y="503351"/>
                </a:lnTo>
                <a:lnTo>
                  <a:pt x="234040" y="513544"/>
                </a:lnTo>
                <a:lnTo>
                  <a:pt x="240041" y="502184"/>
                </a:lnTo>
                <a:lnTo>
                  <a:pt x="275893" y="501640"/>
                </a:lnTo>
                <a:lnTo>
                  <a:pt x="272468" y="450687"/>
                </a:lnTo>
                <a:lnTo>
                  <a:pt x="299797" y="465982"/>
                </a:lnTo>
                <a:lnTo>
                  <a:pt x="341303" y="466778"/>
                </a:lnTo>
                <a:lnTo>
                  <a:pt x="336544" y="438798"/>
                </a:lnTo>
                <a:lnTo>
                  <a:pt x="354161" y="422737"/>
                </a:lnTo>
                <a:lnTo>
                  <a:pt x="369536" y="430530"/>
                </a:lnTo>
                <a:lnTo>
                  <a:pt x="374045" y="408900"/>
                </a:lnTo>
                <a:lnTo>
                  <a:pt x="390471" y="407292"/>
                </a:lnTo>
                <a:lnTo>
                  <a:pt x="393495" y="380375"/>
                </a:lnTo>
                <a:lnTo>
                  <a:pt x="408140" y="383566"/>
                </a:lnTo>
                <a:lnTo>
                  <a:pt x="427258" y="353677"/>
                </a:lnTo>
                <a:lnTo>
                  <a:pt x="431470" y="368602"/>
                </a:lnTo>
                <a:lnTo>
                  <a:pt x="450335" y="368433"/>
                </a:lnTo>
                <a:lnTo>
                  <a:pt x="452626" y="344684"/>
                </a:lnTo>
                <a:lnTo>
                  <a:pt x="465668" y="343908"/>
                </a:lnTo>
                <a:lnTo>
                  <a:pt x="467045" y="329645"/>
                </a:lnTo>
                <a:lnTo>
                  <a:pt x="484941" y="316901"/>
                </a:lnTo>
                <a:lnTo>
                  <a:pt x="467824" y="296920"/>
                </a:lnTo>
                <a:lnTo>
                  <a:pt x="477134" y="269983"/>
                </a:lnTo>
                <a:lnTo>
                  <a:pt x="505750" y="276572"/>
                </a:lnTo>
                <a:lnTo>
                  <a:pt x="505830" y="259294"/>
                </a:lnTo>
                <a:lnTo>
                  <a:pt x="517589" y="254954"/>
                </a:lnTo>
                <a:lnTo>
                  <a:pt x="517835" y="209638"/>
                </a:lnTo>
                <a:lnTo>
                  <a:pt x="566829" y="224712"/>
                </a:lnTo>
                <a:lnTo>
                  <a:pt x="575958" y="245485"/>
                </a:lnTo>
                <a:lnTo>
                  <a:pt x="598886" y="254671"/>
                </a:lnTo>
                <a:lnTo>
                  <a:pt x="603771" y="239073"/>
                </a:lnTo>
                <a:lnTo>
                  <a:pt x="624681" y="250595"/>
                </a:lnTo>
                <a:lnTo>
                  <a:pt x="652868" y="240756"/>
                </a:lnTo>
                <a:lnTo>
                  <a:pt x="671158" y="260469"/>
                </a:lnTo>
                <a:lnTo>
                  <a:pt x="660192" y="289938"/>
                </a:lnTo>
                <a:lnTo>
                  <a:pt x="665890" y="318753"/>
                </a:lnTo>
                <a:lnTo>
                  <a:pt x="684022" y="331667"/>
                </a:lnTo>
                <a:lnTo>
                  <a:pt x="698223" y="327469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anipur"/>
          <p:cNvSpPr/>
          <p:nvPr/>
        </p:nvSpPr>
        <p:spPr>
          <a:xfrm>
            <a:off x="3402118" y="2590070"/>
            <a:ext cx="162547" cy="182699"/>
          </a:xfrm>
          <a:custGeom>
            <a:avLst/>
            <a:gdLst/>
            <a:ahLst/>
            <a:cxnLst/>
            <a:rect l="l" t="t" r="r" b="b"/>
            <a:pathLst>
              <a:path w="162547" h="182699">
                <a:moveTo>
                  <a:pt x="44159" y="35413"/>
                </a:moveTo>
                <a:lnTo>
                  <a:pt x="20572" y="86198"/>
                </a:lnTo>
                <a:lnTo>
                  <a:pt x="12541" y="86187"/>
                </a:lnTo>
                <a:lnTo>
                  <a:pt x="0" y="155296"/>
                </a:lnTo>
                <a:lnTo>
                  <a:pt x="25750" y="164358"/>
                </a:lnTo>
                <a:lnTo>
                  <a:pt x="34506" y="156075"/>
                </a:lnTo>
                <a:lnTo>
                  <a:pt x="48859" y="172147"/>
                </a:lnTo>
                <a:lnTo>
                  <a:pt x="71724" y="165911"/>
                </a:lnTo>
                <a:lnTo>
                  <a:pt x="107476" y="182699"/>
                </a:lnTo>
                <a:lnTo>
                  <a:pt x="162547" y="63890"/>
                </a:lnTo>
                <a:lnTo>
                  <a:pt x="147091" y="46397"/>
                </a:lnTo>
                <a:lnTo>
                  <a:pt x="156250" y="23475"/>
                </a:lnTo>
                <a:lnTo>
                  <a:pt x="145050" y="17690"/>
                </a:lnTo>
                <a:lnTo>
                  <a:pt x="148995" y="0"/>
                </a:lnTo>
                <a:lnTo>
                  <a:pt x="123779" y="17806"/>
                </a:lnTo>
                <a:lnTo>
                  <a:pt x="72699" y="14289"/>
                </a:lnTo>
                <a:lnTo>
                  <a:pt x="58041" y="47866"/>
                </a:lnTo>
                <a:lnTo>
                  <a:pt x="44159" y="3541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eghālaya"/>
          <p:cNvSpPr/>
          <p:nvPr/>
        </p:nvSpPr>
        <p:spPr>
          <a:xfrm>
            <a:off x="3112438" y="2546892"/>
            <a:ext cx="274089" cy="107795"/>
          </a:xfrm>
          <a:custGeom>
            <a:avLst/>
            <a:gdLst/>
            <a:ahLst/>
            <a:cxnLst/>
            <a:rect l="l" t="t" r="r" b="b"/>
            <a:pathLst>
              <a:path w="274089" h="107795">
                <a:moveTo>
                  <a:pt x="239444" y="107795"/>
                </a:moveTo>
                <a:lnTo>
                  <a:pt x="274089" y="89259"/>
                </a:lnTo>
                <a:lnTo>
                  <a:pt x="252234" y="64678"/>
                </a:lnTo>
                <a:lnTo>
                  <a:pt x="260339" y="52270"/>
                </a:lnTo>
                <a:lnTo>
                  <a:pt x="235659" y="36089"/>
                </a:lnTo>
                <a:lnTo>
                  <a:pt x="214749" y="44234"/>
                </a:lnTo>
                <a:lnTo>
                  <a:pt x="221119" y="20794"/>
                </a:lnTo>
                <a:lnTo>
                  <a:pt x="214409" y="17317"/>
                </a:lnTo>
                <a:lnTo>
                  <a:pt x="225094" y="5067"/>
                </a:lnTo>
                <a:lnTo>
                  <a:pt x="192987" y="12024"/>
                </a:lnTo>
                <a:lnTo>
                  <a:pt x="184400" y="0"/>
                </a:lnTo>
                <a:lnTo>
                  <a:pt x="170196" y="21290"/>
                </a:lnTo>
                <a:lnTo>
                  <a:pt x="161868" y="8521"/>
                </a:lnTo>
                <a:lnTo>
                  <a:pt x="157334" y="24544"/>
                </a:lnTo>
                <a:lnTo>
                  <a:pt x="129073" y="39251"/>
                </a:lnTo>
                <a:lnTo>
                  <a:pt x="126631" y="25519"/>
                </a:lnTo>
                <a:lnTo>
                  <a:pt x="109213" y="29576"/>
                </a:lnTo>
                <a:lnTo>
                  <a:pt x="103838" y="16944"/>
                </a:lnTo>
                <a:lnTo>
                  <a:pt x="27858" y="15969"/>
                </a:lnTo>
                <a:lnTo>
                  <a:pt x="7242" y="37035"/>
                </a:lnTo>
                <a:lnTo>
                  <a:pt x="18759" y="50633"/>
                </a:lnTo>
                <a:lnTo>
                  <a:pt x="0" y="72288"/>
                </a:lnTo>
                <a:lnTo>
                  <a:pt x="2216" y="81643"/>
                </a:lnTo>
                <a:lnTo>
                  <a:pt x="57700" y="96504"/>
                </a:lnTo>
                <a:lnTo>
                  <a:pt x="206130" y="92147"/>
                </a:lnTo>
                <a:lnTo>
                  <a:pt x="239444" y="107795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izoram"/>
          <p:cNvSpPr/>
          <p:nvPr/>
        </p:nvSpPr>
        <p:spPr>
          <a:xfrm>
            <a:off x="3337219" y="2704974"/>
            <a:ext cx="103550" cy="255166"/>
          </a:xfrm>
          <a:custGeom>
            <a:avLst/>
            <a:gdLst/>
            <a:ahLst/>
            <a:cxnLst/>
            <a:rect l="l" t="t" r="r" b="b"/>
            <a:pathLst>
              <a:path w="103550" h="255166">
                <a:moveTo>
                  <a:pt x="0" y="78744"/>
                </a:moveTo>
                <a:lnTo>
                  <a:pt x="30994" y="251634"/>
                </a:lnTo>
                <a:lnTo>
                  <a:pt x="39838" y="234037"/>
                </a:lnTo>
                <a:lnTo>
                  <a:pt x="58802" y="255166"/>
                </a:lnTo>
                <a:lnTo>
                  <a:pt x="70873" y="230044"/>
                </a:lnTo>
                <a:lnTo>
                  <a:pt x="85947" y="223247"/>
                </a:lnTo>
                <a:lnTo>
                  <a:pt x="76053" y="169631"/>
                </a:lnTo>
                <a:lnTo>
                  <a:pt x="79749" y="144538"/>
                </a:lnTo>
                <a:lnTo>
                  <a:pt x="94351" y="149805"/>
                </a:lnTo>
                <a:lnTo>
                  <a:pt x="102764" y="137144"/>
                </a:lnTo>
                <a:lnTo>
                  <a:pt x="103550" y="58593"/>
                </a:lnTo>
                <a:lnTo>
                  <a:pt x="96594" y="46295"/>
                </a:lnTo>
                <a:lnTo>
                  <a:pt x="64916" y="40416"/>
                </a:lnTo>
                <a:lnTo>
                  <a:pt x="69667" y="12728"/>
                </a:lnTo>
                <a:lnTo>
                  <a:pt x="51742" y="14584"/>
                </a:lnTo>
                <a:lnTo>
                  <a:pt x="45651" y="0"/>
                </a:lnTo>
                <a:lnTo>
                  <a:pt x="19562" y="37497"/>
                </a:lnTo>
                <a:lnTo>
                  <a:pt x="2467" y="26779"/>
                </a:lnTo>
                <a:lnTo>
                  <a:pt x="0" y="7874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āgāland"/>
          <p:cNvSpPr/>
          <p:nvPr/>
        </p:nvSpPr>
        <p:spPr>
          <a:xfrm>
            <a:off x="3434626" y="2456240"/>
            <a:ext cx="174987" cy="181691"/>
          </a:xfrm>
          <a:custGeom>
            <a:avLst/>
            <a:gdLst/>
            <a:ahLst/>
            <a:cxnLst/>
            <a:rect l="l" t="t" r="r" b="b"/>
            <a:pathLst>
              <a:path w="174987" h="181691">
                <a:moveTo>
                  <a:pt x="174987" y="34970"/>
                </a:moveTo>
                <a:lnTo>
                  <a:pt x="171229" y="0"/>
                </a:lnTo>
                <a:lnTo>
                  <a:pt x="103989" y="37021"/>
                </a:lnTo>
                <a:lnTo>
                  <a:pt x="90804" y="57130"/>
                </a:lnTo>
                <a:lnTo>
                  <a:pt x="85275" y="48930"/>
                </a:lnTo>
                <a:lnTo>
                  <a:pt x="61852" y="85423"/>
                </a:lnTo>
                <a:lnTo>
                  <a:pt x="59798" y="110698"/>
                </a:lnTo>
                <a:lnTo>
                  <a:pt x="42986" y="121360"/>
                </a:lnTo>
                <a:lnTo>
                  <a:pt x="40231" y="105453"/>
                </a:lnTo>
                <a:lnTo>
                  <a:pt x="0" y="147318"/>
                </a:lnTo>
                <a:lnTo>
                  <a:pt x="13272" y="174500"/>
                </a:lnTo>
                <a:lnTo>
                  <a:pt x="25542" y="181691"/>
                </a:lnTo>
                <a:lnTo>
                  <a:pt x="46567" y="145931"/>
                </a:lnTo>
                <a:lnTo>
                  <a:pt x="91271" y="151636"/>
                </a:lnTo>
                <a:lnTo>
                  <a:pt x="114227" y="132955"/>
                </a:lnTo>
                <a:lnTo>
                  <a:pt x="118333" y="155659"/>
                </a:lnTo>
                <a:lnTo>
                  <a:pt x="144184" y="145440"/>
                </a:lnTo>
                <a:lnTo>
                  <a:pt x="170561" y="95221"/>
                </a:lnTo>
                <a:lnTo>
                  <a:pt x="159188" y="57973"/>
                </a:lnTo>
                <a:lnTo>
                  <a:pt x="174987" y="3497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disha"/>
          <p:cNvSpPr/>
          <p:nvPr/>
        </p:nvSpPr>
        <p:spPr>
          <a:xfrm>
            <a:off x="2339842" y="2898232"/>
            <a:ext cx="558647" cy="469557"/>
          </a:xfrm>
          <a:custGeom>
            <a:avLst/>
            <a:gdLst/>
            <a:ahLst/>
            <a:cxnLst/>
            <a:rect l="l" t="t" r="r" b="b"/>
            <a:pathLst>
              <a:path w="558647" h="469557">
                <a:moveTo>
                  <a:pt x="0" y="469557"/>
                </a:moveTo>
                <a:lnTo>
                  <a:pt x="20293" y="469242"/>
                </a:lnTo>
                <a:lnTo>
                  <a:pt x="58229" y="444821"/>
                </a:lnTo>
                <a:lnTo>
                  <a:pt x="79691" y="452182"/>
                </a:lnTo>
                <a:lnTo>
                  <a:pt x="99559" y="397404"/>
                </a:lnTo>
                <a:lnTo>
                  <a:pt x="113774" y="428263"/>
                </a:lnTo>
                <a:lnTo>
                  <a:pt x="128955" y="407241"/>
                </a:lnTo>
                <a:lnTo>
                  <a:pt x="152016" y="414093"/>
                </a:lnTo>
                <a:lnTo>
                  <a:pt x="148211" y="387755"/>
                </a:lnTo>
                <a:lnTo>
                  <a:pt x="184243" y="368342"/>
                </a:lnTo>
                <a:lnTo>
                  <a:pt x="175514" y="352862"/>
                </a:lnTo>
                <a:lnTo>
                  <a:pt x="189378" y="357222"/>
                </a:lnTo>
                <a:lnTo>
                  <a:pt x="189944" y="343540"/>
                </a:lnTo>
                <a:lnTo>
                  <a:pt x="196296" y="351687"/>
                </a:lnTo>
                <a:lnTo>
                  <a:pt x="204445" y="336659"/>
                </a:lnTo>
                <a:lnTo>
                  <a:pt x="228952" y="371097"/>
                </a:lnTo>
                <a:lnTo>
                  <a:pt x="268208" y="373813"/>
                </a:lnTo>
                <a:lnTo>
                  <a:pt x="277390" y="350574"/>
                </a:lnTo>
                <a:lnTo>
                  <a:pt x="293886" y="350298"/>
                </a:lnTo>
                <a:lnTo>
                  <a:pt x="300307" y="336328"/>
                </a:lnTo>
                <a:lnTo>
                  <a:pt x="309146" y="345232"/>
                </a:lnTo>
                <a:lnTo>
                  <a:pt x="362460" y="294999"/>
                </a:lnTo>
                <a:lnTo>
                  <a:pt x="458370" y="258197"/>
                </a:lnTo>
                <a:lnTo>
                  <a:pt x="494321" y="221291"/>
                </a:lnTo>
                <a:lnTo>
                  <a:pt x="491480" y="202700"/>
                </a:lnTo>
                <a:lnTo>
                  <a:pt x="519327" y="183208"/>
                </a:lnTo>
                <a:lnTo>
                  <a:pt x="496367" y="181436"/>
                </a:lnTo>
                <a:lnTo>
                  <a:pt x="512174" y="172502"/>
                </a:lnTo>
                <a:lnTo>
                  <a:pt x="501673" y="133006"/>
                </a:lnTo>
                <a:lnTo>
                  <a:pt x="520437" y="109242"/>
                </a:lnTo>
                <a:lnTo>
                  <a:pt x="558647" y="95411"/>
                </a:lnTo>
                <a:lnTo>
                  <a:pt x="557274" y="82600"/>
                </a:lnTo>
                <a:lnTo>
                  <a:pt x="529897" y="58149"/>
                </a:lnTo>
                <a:lnTo>
                  <a:pt x="517682" y="69157"/>
                </a:lnTo>
                <a:lnTo>
                  <a:pt x="511007" y="47620"/>
                </a:lnTo>
                <a:lnTo>
                  <a:pt x="426760" y="0"/>
                </a:lnTo>
                <a:lnTo>
                  <a:pt x="413949" y="59047"/>
                </a:lnTo>
                <a:lnTo>
                  <a:pt x="400987" y="56618"/>
                </a:lnTo>
                <a:lnTo>
                  <a:pt x="404785" y="44631"/>
                </a:lnTo>
                <a:lnTo>
                  <a:pt x="393577" y="50722"/>
                </a:lnTo>
                <a:lnTo>
                  <a:pt x="364746" y="40192"/>
                </a:lnTo>
                <a:lnTo>
                  <a:pt x="352547" y="55191"/>
                </a:lnTo>
                <a:lnTo>
                  <a:pt x="329494" y="47940"/>
                </a:lnTo>
                <a:lnTo>
                  <a:pt x="341431" y="26991"/>
                </a:lnTo>
                <a:lnTo>
                  <a:pt x="336861" y="8217"/>
                </a:lnTo>
                <a:lnTo>
                  <a:pt x="265683" y="22203"/>
                </a:lnTo>
                <a:lnTo>
                  <a:pt x="237265" y="4400"/>
                </a:lnTo>
                <a:lnTo>
                  <a:pt x="239896" y="19366"/>
                </a:lnTo>
                <a:lnTo>
                  <a:pt x="198812" y="45930"/>
                </a:lnTo>
                <a:lnTo>
                  <a:pt x="201400" y="70830"/>
                </a:lnTo>
                <a:lnTo>
                  <a:pt x="178193" y="105369"/>
                </a:lnTo>
                <a:lnTo>
                  <a:pt x="184460" y="120288"/>
                </a:lnTo>
                <a:lnTo>
                  <a:pt x="171847" y="117586"/>
                </a:lnTo>
                <a:lnTo>
                  <a:pt x="159230" y="144563"/>
                </a:lnTo>
                <a:lnTo>
                  <a:pt x="114187" y="139716"/>
                </a:lnTo>
                <a:lnTo>
                  <a:pt x="98122" y="172058"/>
                </a:lnTo>
                <a:lnTo>
                  <a:pt x="87608" y="165950"/>
                </a:lnTo>
                <a:lnTo>
                  <a:pt x="92048" y="248332"/>
                </a:lnTo>
                <a:lnTo>
                  <a:pt x="121061" y="254451"/>
                </a:lnTo>
                <a:lnTo>
                  <a:pt x="120320" y="270245"/>
                </a:lnTo>
                <a:lnTo>
                  <a:pt x="109720" y="276098"/>
                </a:lnTo>
                <a:lnTo>
                  <a:pt x="110786" y="267085"/>
                </a:lnTo>
                <a:lnTo>
                  <a:pt x="96340" y="262812"/>
                </a:lnTo>
                <a:lnTo>
                  <a:pt x="87102" y="270167"/>
                </a:lnTo>
                <a:lnTo>
                  <a:pt x="77206" y="253585"/>
                </a:lnTo>
                <a:lnTo>
                  <a:pt x="43571" y="249561"/>
                </a:lnTo>
                <a:lnTo>
                  <a:pt x="41941" y="261993"/>
                </a:lnTo>
                <a:lnTo>
                  <a:pt x="61430" y="274635"/>
                </a:lnTo>
                <a:lnTo>
                  <a:pt x="58082" y="302626"/>
                </a:lnTo>
                <a:lnTo>
                  <a:pt x="72799" y="310551"/>
                </a:lnTo>
                <a:lnTo>
                  <a:pt x="77993" y="360838"/>
                </a:lnTo>
                <a:lnTo>
                  <a:pt x="45667" y="386718"/>
                </a:lnTo>
                <a:lnTo>
                  <a:pt x="52079" y="393346"/>
                </a:lnTo>
                <a:lnTo>
                  <a:pt x="32502" y="416772"/>
                </a:lnTo>
                <a:lnTo>
                  <a:pt x="11872" y="426218"/>
                </a:lnTo>
                <a:lnTo>
                  <a:pt x="0" y="469557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uducherry"/>
          <p:cNvSpPr/>
          <p:nvPr/>
        </p:nvSpPr>
        <p:spPr>
          <a:xfrm>
            <a:off x="2181820" y="3942658"/>
            <a:ext cx="12272" cy="16956"/>
          </a:xfrm>
          <a:custGeom>
            <a:avLst/>
            <a:gdLst/>
            <a:ahLst/>
            <a:cxnLst/>
            <a:rect l="l" t="t" r="r" b="b"/>
            <a:pathLst>
              <a:path w="12272" h="16956">
                <a:moveTo>
                  <a:pt x="12272" y="16956"/>
                </a:moveTo>
                <a:lnTo>
                  <a:pt x="6753" y="0"/>
                </a:lnTo>
                <a:lnTo>
                  <a:pt x="0" y="12578"/>
                </a:lnTo>
                <a:lnTo>
                  <a:pt x="12272" y="1695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unjab"/>
          <p:cNvSpPr/>
          <p:nvPr/>
        </p:nvSpPr>
        <p:spPr>
          <a:xfrm>
            <a:off x="1650725" y="1914695"/>
            <a:ext cx="279997" cy="293674"/>
          </a:xfrm>
          <a:custGeom>
            <a:avLst/>
            <a:gdLst/>
            <a:ahLst/>
            <a:cxnLst/>
            <a:rect l="l" t="t" r="r" b="b"/>
            <a:pathLst>
              <a:path w="279997" h="293674">
                <a:moveTo>
                  <a:pt x="58820" y="254041"/>
                </a:moveTo>
                <a:lnTo>
                  <a:pt x="111270" y="257007"/>
                </a:lnTo>
                <a:lnTo>
                  <a:pt x="124376" y="272649"/>
                </a:lnTo>
                <a:lnTo>
                  <a:pt x="123803" y="293674"/>
                </a:lnTo>
                <a:lnTo>
                  <a:pt x="144374" y="267419"/>
                </a:lnTo>
                <a:lnTo>
                  <a:pt x="197955" y="273828"/>
                </a:lnTo>
                <a:lnTo>
                  <a:pt x="216340" y="262976"/>
                </a:lnTo>
                <a:lnTo>
                  <a:pt x="213021" y="232894"/>
                </a:lnTo>
                <a:lnTo>
                  <a:pt x="223492" y="238976"/>
                </a:lnTo>
                <a:lnTo>
                  <a:pt x="232758" y="229363"/>
                </a:lnTo>
                <a:lnTo>
                  <a:pt x="244091" y="240877"/>
                </a:lnTo>
                <a:lnTo>
                  <a:pt x="254172" y="230059"/>
                </a:lnTo>
                <a:lnTo>
                  <a:pt x="245048" y="222420"/>
                </a:lnTo>
                <a:lnTo>
                  <a:pt x="261966" y="206220"/>
                </a:lnTo>
                <a:lnTo>
                  <a:pt x="279997" y="210103"/>
                </a:lnTo>
                <a:lnTo>
                  <a:pt x="278938" y="188036"/>
                </a:lnTo>
                <a:lnTo>
                  <a:pt x="258674" y="174895"/>
                </a:lnTo>
                <a:lnTo>
                  <a:pt x="272605" y="169769"/>
                </a:lnTo>
                <a:lnTo>
                  <a:pt x="251293" y="149589"/>
                </a:lnTo>
                <a:lnTo>
                  <a:pt x="252859" y="127443"/>
                </a:lnTo>
                <a:lnTo>
                  <a:pt x="234314" y="121873"/>
                </a:lnTo>
                <a:lnTo>
                  <a:pt x="228284" y="106228"/>
                </a:lnTo>
                <a:lnTo>
                  <a:pt x="210467" y="119148"/>
                </a:lnTo>
                <a:lnTo>
                  <a:pt x="185744" y="55492"/>
                </a:lnTo>
                <a:lnTo>
                  <a:pt x="156790" y="43654"/>
                </a:lnTo>
                <a:lnTo>
                  <a:pt x="158904" y="27152"/>
                </a:lnTo>
                <a:lnTo>
                  <a:pt x="187981" y="11655"/>
                </a:lnTo>
                <a:lnTo>
                  <a:pt x="179437" y="0"/>
                </a:lnTo>
                <a:lnTo>
                  <a:pt x="151156" y="23102"/>
                </a:lnTo>
                <a:lnTo>
                  <a:pt x="133536" y="16333"/>
                </a:lnTo>
                <a:lnTo>
                  <a:pt x="126172" y="40513"/>
                </a:lnTo>
                <a:lnTo>
                  <a:pt x="91138" y="45239"/>
                </a:lnTo>
                <a:lnTo>
                  <a:pt x="55246" y="78222"/>
                </a:lnTo>
                <a:lnTo>
                  <a:pt x="70513" y="107346"/>
                </a:lnTo>
                <a:lnTo>
                  <a:pt x="57272" y="136416"/>
                </a:lnTo>
                <a:lnTo>
                  <a:pt x="74898" y="140404"/>
                </a:lnTo>
                <a:lnTo>
                  <a:pt x="4445" y="199902"/>
                </a:lnTo>
                <a:lnTo>
                  <a:pt x="8165" y="236510"/>
                </a:lnTo>
                <a:lnTo>
                  <a:pt x="0" y="248662"/>
                </a:lnTo>
                <a:lnTo>
                  <a:pt x="58820" y="25404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ājasthān"/>
          <p:cNvSpPr/>
          <p:nvPr/>
        </p:nvSpPr>
        <p:spPr>
          <a:xfrm>
            <a:off x="1246802" y="2143480"/>
            <a:ext cx="806396" cy="705897"/>
          </a:xfrm>
          <a:custGeom>
            <a:avLst/>
            <a:gdLst/>
            <a:ahLst/>
            <a:cxnLst/>
            <a:rect l="l" t="t" r="r" b="b"/>
            <a:pathLst>
              <a:path w="806396" h="705897">
                <a:moveTo>
                  <a:pt x="715685" y="237089"/>
                </a:moveTo>
                <a:lnTo>
                  <a:pt x="693763" y="235036"/>
                </a:lnTo>
                <a:lnTo>
                  <a:pt x="697512" y="243318"/>
                </a:lnTo>
                <a:lnTo>
                  <a:pt x="681444" y="251568"/>
                </a:lnTo>
                <a:lnTo>
                  <a:pt x="686949" y="203720"/>
                </a:lnTo>
                <a:lnTo>
                  <a:pt x="675749" y="195491"/>
                </a:lnTo>
                <a:lnTo>
                  <a:pt x="648188" y="220989"/>
                </a:lnTo>
                <a:lnTo>
                  <a:pt x="641545" y="202718"/>
                </a:lnTo>
                <a:lnTo>
                  <a:pt x="624710" y="199688"/>
                </a:lnTo>
                <a:lnTo>
                  <a:pt x="629303" y="214391"/>
                </a:lnTo>
                <a:lnTo>
                  <a:pt x="612370" y="218505"/>
                </a:lnTo>
                <a:lnTo>
                  <a:pt x="617834" y="235534"/>
                </a:lnTo>
                <a:lnTo>
                  <a:pt x="595265" y="232057"/>
                </a:lnTo>
                <a:lnTo>
                  <a:pt x="601635" y="210090"/>
                </a:lnTo>
                <a:lnTo>
                  <a:pt x="592901" y="206815"/>
                </a:lnTo>
                <a:lnTo>
                  <a:pt x="606650" y="202493"/>
                </a:lnTo>
                <a:lnTo>
                  <a:pt x="557654" y="156761"/>
                </a:lnTo>
                <a:lnTo>
                  <a:pt x="543799" y="93215"/>
                </a:lnTo>
                <a:lnTo>
                  <a:pt x="513060" y="95786"/>
                </a:lnTo>
                <a:lnTo>
                  <a:pt x="492415" y="78585"/>
                </a:lnTo>
                <a:lnTo>
                  <a:pt x="469358" y="86117"/>
                </a:lnTo>
                <a:lnTo>
                  <a:pt x="470904" y="44111"/>
                </a:lnTo>
                <a:lnTo>
                  <a:pt x="457845" y="42510"/>
                </a:lnTo>
                <a:lnTo>
                  <a:pt x="462743" y="25256"/>
                </a:lnTo>
                <a:lnTo>
                  <a:pt x="404707" y="22185"/>
                </a:lnTo>
                <a:lnTo>
                  <a:pt x="411855" y="0"/>
                </a:lnTo>
                <a:lnTo>
                  <a:pt x="359038" y="24950"/>
                </a:lnTo>
                <a:lnTo>
                  <a:pt x="317585" y="115762"/>
                </a:lnTo>
                <a:lnTo>
                  <a:pt x="266834" y="141062"/>
                </a:lnTo>
                <a:lnTo>
                  <a:pt x="221514" y="221219"/>
                </a:lnTo>
                <a:lnTo>
                  <a:pt x="127307" y="246537"/>
                </a:lnTo>
                <a:lnTo>
                  <a:pt x="115181" y="242944"/>
                </a:lnTo>
                <a:lnTo>
                  <a:pt x="101390" y="216381"/>
                </a:lnTo>
                <a:lnTo>
                  <a:pt x="81455" y="216247"/>
                </a:lnTo>
                <a:lnTo>
                  <a:pt x="9421" y="298170"/>
                </a:lnTo>
                <a:lnTo>
                  <a:pt x="0" y="335620"/>
                </a:lnTo>
                <a:lnTo>
                  <a:pt x="28212" y="356054"/>
                </a:lnTo>
                <a:lnTo>
                  <a:pt x="63297" y="360693"/>
                </a:lnTo>
                <a:lnTo>
                  <a:pt x="56459" y="421330"/>
                </a:lnTo>
                <a:lnTo>
                  <a:pt x="71954" y="443541"/>
                </a:lnTo>
                <a:lnTo>
                  <a:pt x="107874" y="444687"/>
                </a:lnTo>
                <a:lnTo>
                  <a:pt x="108303" y="474867"/>
                </a:lnTo>
                <a:lnTo>
                  <a:pt x="149367" y="546218"/>
                </a:lnTo>
                <a:lnTo>
                  <a:pt x="217285" y="552789"/>
                </a:lnTo>
                <a:lnTo>
                  <a:pt x="236476" y="542626"/>
                </a:lnTo>
                <a:lnTo>
                  <a:pt x="262725" y="550894"/>
                </a:lnTo>
                <a:lnTo>
                  <a:pt x="253459" y="555138"/>
                </a:lnTo>
                <a:lnTo>
                  <a:pt x="272807" y="572032"/>
                </a:lnTo>
                <a:lnTo>
                  <a:pt x="280304" y="561664"/>
                </a:lnTo>
                <a:lnTo>
                  <a:pt x="314419" y="579705"/>
                </a:lnTo>
                <a:lnTo>
                  <a:pt x="330615" y="563797"/>
                </a:lnTo>
                <a:lnTo>
                  <a:pt x="329631" y="573831"/>
                </a:lnTo>
                <a:lnTo>
                  <a:pt x="342730" y="577065"/>
                </a:lnTo>
                <a:lnTo>
                  <a:pt x="328799" y="593801"/>
                </a:lnTo>
                <a:lnTo>
                  <a:pt x="344890" y="612832"/>
                </a:lnTo>
                <a:lnTo>
                  <a:pt x="355828" y="602705"/>
                </a:lnTo>
                <a:lnTo>
                  <a:pt x="354897" y="633690"/>
                </a:lnTo>
                <a:lnTo>
                  <a:pt x="370610" y="651938"/>
                </a:lnTo>
                <a:lnTo>
                  <a:pt x="382775" y="650515"/>
                </a:lnTo>
                <a:lnTo>
                  <a:pt x="380165" y="667598"/>
                </a:lnTo>
                <a:lnTo>
                  <a:pt x="410918" y="674290"/>
                </a:lnTo>
                <a:lnTo>
                  <a:pt x="444639" y="705897"/>
                </a:lnTo>
                <a:lnTo>
                  <a:pt x="482415" y="691349"/>
                </a:lnTo>
                <a:lnTo>
                  <a:pt x="461550" y="679491"/>
                </a:lnTo>
                <a:lnTo>
                  <a:pt x="500306" y="649788"/>
                </a:lnTo>
                <a:lnTo>
                  <a:pt x="504520" y="610507"/>
                </a:lnTo>
                <a:lnTo>
                  <a:pt x="496666" y="590585"/>
                </a:lnTo>
                <a:lnTo>
                  <a:pt x="482925" y="587985"/>
                </a:lnTo>
                <a:lnTo>
                  <a:pt x="492755" y="569084"/>
                </a:lnTo>
                <a:lnTo>
                  <a:pt x="479404" y="564938"/>
                </a:lnTo>
                <a:lnTo>
                  <a:pt x="487770" y="535985"/>
                </a:lnTo>
                <a:lnTo>
                  <a:pt x="495931" y="550378"/>
                </a:lnTo>
                <a:lnTo>
                  <a:pt x="507626" y="540655"/>
                </a:lnTo>
                <a:lnTo>
                  <a:pt x="492305" y="536303"/>
                </a:lnTo>
                <a:lnTo>
                  <a:pt x="491734" y="517211"/>
                </a:lnTo>
                <a:lnTo>
                  <a:pt x="509255" y="529511"/>
                </a:lnTo>
                <a:lnTo>
                  <a:pt x="521346" y="509436"/>
                </a:lnTo>
                <a:lnTo>
                  <a:pt x="536810" y="510079"/>
                </a:lnTo>
                <a:lnTo>
                  <a:pt x="530304" y="526523"/>
                </a:lnTo>
                <a:lnTo>
                  <a:pt x="545190" y="527120"/>
                </a:lnTo>
                <a:lnTo>
                  <a:pt x="526708" y="529574"/>
                </a:lnTo>
                <a:lnTo>
                  <a:pt x="526267" y="543565"/>
                </a:lnTo>
                <a:lnTo>
                  <a:pt x="582650" y="540703"/>
                </a:lnTo>
                <a:lnTo>
                  <a:pt x="589559" y="568042"/>
                </a:lnTo>
                <a:lnTo>
                  <a:pt x="572912" y="574428"/>
                </a:lnTo>
                <a:lnTo>
                  <a:pt x="582918" y="607413"/>
                </a:lnTo>
                <a:lnTo>
                  <a:pt x="548356" y="619744"/>
                </a:lnTo>
                <a:lnTo>
                  <a:pt x="569164" y="637248"/>
                </a:lnTo>
                <a:lnTo>
                  <a:pt x="570917" y="623012"/>
                </a:lnTo>
                <a:lnTo>
                  <a:pt x="592158" y="623272"/>
                </a:lnTo>
                <a:lnTo>
                  <a:pt x="609553" y="604342"/>
                </a:lnTo>
                <a:lnTo>
                  <a:pt x="614907" y="580477"/>
                </a:lnTo>
                <a:lnTo>
                  <a:pt x="617388" y="592297"/>
                </a:lnTo>
                <a:lnTo>
                  <a:pt x="646309" y="597519"/>
                </a:lnTo>
                <a:lnTo>
                  <a:pt x="661706" y="584931"/>
                </a:lnTo>
                <a:lnTo>
                  <a:pt x="671482" y="601522"/>
                </a:lnTo>
                <a:lnTo>
                  <a:pt x="684795" y="593416"/>
                </a:lnTo>
                <a:lnTo>
                  <a:pt x="672804" y="560276"/>
                </a:lnTo>
                <a:lnTo>
                  <a:pt x="687618" y="567429"/>
                </a:lnTo>
                <a:lnTo>
                  <a:pt x="695916" y="550976"/>
                </a:lnTo>
                <a:lnTo>
                  <a:pt x="671541" y="533004"/>
                </a:lnTo>
                <a:lnTo>
                  <a:pt x="685030" y="527062"/>
                </a:lnTo>
                <a:lnTo>
                  <a:pt x="676519" y="513897"/>
                </a:lnTo>
                <a:lnTo>
                  <a:pt x="726961" y="503093"/>
                </a:lnTo>
                <a:lnTo>
                  <a:pt x="723689" y="473749"/>
                </a:lnTo>
                <a:lnTo>
                  <a:pt x="708847" y="483858"/>
                </a:lnTo>
                <a:lnTo>
                  <a:pt x="664815" y="481645"/>
                </a:lnTo>
                <a:lnTo>
                  <a:pt x="648895" y="469378"/>
                </a:lnTo>
                <a:lnTo>
                  <a:pt x="641305" y="443995"/>
                </a:lnTo>
                <a:lnTo>
                  <a:pt x="692408" y="398247"/>
                </a:lnTo>
                <a:lnTo>
                  <a:pt x="789917" y="348344"/>
                </a:lnTo>
                <a:lnTo>
                  <a:pt x="806396" y="324316"/>
                </a:lnTo>
                <a:lnTo>
                  <a:pt x="783842" y="331205"/>
                </a:lnTo>
                <a:lnTo>
                  <a:pt x="759445" y="322987"/>
                </a:lnTo>
                <a:lnTo>
                  <a:pt x="731363" y="341854"/>
                </a:lnTo>
                <a:lnTo>
                  <a:pt x="728860" y="329766"/>
                </a:lnTo>
                <a:lnTo>
                  <a:pt x="759662" y="315646"/>
                </a:lnTo>
                <a:lnTo>
                  <a:pt x="737308" y="309734"/>
                </a:lnTo>
                <a:lnTo>
                  <a:pt x="752153" y="297094"/>
                </a:lnTo>
                <a:lnTo>
                  <a:pt x="720850" y="264236"/>
                </a:lnTo>
                <a:lnTo>
                  <a:pt x="715685" y="23708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ikkim"/>
          <p:cNvSpPr/>
          <p:nvPr/>
        </p:nvSpPr>
        <p:spPr>
          <a:xfrm>
            <a:off x="2947184" y="2348143"/>
            <a:ext cx="81872" cy="103801"/>
          </a:xfrm>
          <a:custGeom>
            <a:avLst/>
            <a:gdLst/>
            <a:ahLst/>
            <a:cxnLst/>
            <a:rect l="l" t="t" r="r" b="b"/>
            <a:pathLst>
              <a:path w="81872" h="103801">
                <a:moveTo>
                  <a:pt x="0" y="90720"/>
                </a:moveTo>
                <a:lnTo>
                  <a:pt x="38156" y="103801"/>
                </a:lnTo>
                <a:lnTo>
                  <a:pt x="81872" y="84363"/>
                </a:lnTo>
                <a:lnTo>
                  <a:pt x="68723" y="55792"/>
                </a:lnTo>
                <a:lnTo>
                  <a:pt x="80120" y="26947"/>
                </a:lnTo>
                <a:lnTo>
                  <a:pt x="75367" y="11265"/>
                </a:lnTo>
                <a:lnTo>
                  <a:pt x="54617" y="0"/>
                </a:lnTo>
                <a:lnTo>
                  <a:pt x="10481" y="17749"/>
                </a:lnTo>
                <a:lnTo>
                  <a:pt x="16814" y="33448"/>
                </a:lnTo>
                <a:lnTo>
                  <a:pt x="0" y="907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amil Nādu"/>
          <p:cNvSpPr/>
          <p:nvPr/>
        </p:nvSpPr>
        <p:spPr>
          <a:xfrm>
            <a:off x="1866179" y="3788610"/>
            <a:ext cx="377379" cy="542877"/>
          </a:xfrm>
          <a:custGeom>
            <a:avLst/>
            <a:gdLst/>
            <a:ahLst/>
            <a:cxnLst/>
            <a:rect l="l" t="t" r="r" b="b"/>
            <a:pathLst>
              <a:path w="377379" h="542877">
                <a:moveTo>
                  <a:pt x="327848" y="171283"/>
                </a:moveTo>
                <a:lnTo>
                  <a:pt x="317633" y="158396"/>
                </a:lnTo>
                <a:lnTo>
                  <a:pt x="330929" y="159192"/>
                </a:lnTo>
                <a:lnTo>
                  <a:pt x="368927" y="77594"/>
                </a:lnTo>
                <a:lnTo>
                  <a:pt x="377379" y="24918"/>
                </a:lnTo>
                <a:lnTo>
                  <a:pt x="370223" y="0"/>
                </a:lnTo>
                <a:lnTo>
                  <a:pt x="367744" y="9361"/>
                </a:lnTo>
                <a:lnTo>
                  <a:pt x="345530" y="2273"/>
                </a:lnTo>
                <a:lnTo>
                  <a:pt x="323518" y="35394"/>
                </a:lnTo>
                <a:lnTo>
                  <a:pt x="293750" y="21124"/>
                </a:lnTo>
                <a:lnTo>
                  <a:pt x="294025" y="37299"/>
                </a:lnTo>
                <a:lnTo>
                  <a:pt x="275352" y="39013"/>
                </a:lnTo>
                <a:lnTo>
                  <a:pt x="268763" y="53906"/>
                </a:lnTo>
                <a:lnTo>
                  <a:pt x="227599" y="49118"/>
                </a:lnTo>
                <a:lnTo>
                  <a:pt x="204695" y="93098"/>
                </a:lnTo>
                <a:lnTo>
                  <a:pt x="146987" y="68735"/>
                </a:lnTo>
                <a:lnTo>
                  <a:pt x="138170" y="88253"/>
                </a:lnTo>
                <a:lnTo>
                  <a:pt x="125227" y="88830"/>
                </a:lnTo>
                <a:lnTo>
                  <a:pt x="126873" y="118399"/>
                </a:lnTo>
                <a:lnTo>
                  <a:pt x="113586" y="130103"/>
                </a:lnTo>
                <a:lnTo>
                  <a:pt x="141440" y="143102"/>
                </a:lnTo>
                <a:lnTo>
                  <a:pt x="132274" y="159563"/>
                </a:lnTo>
                <a:lnTo>
                  <a:pt x="115675" y="160367"/>
                </a:lnTo>
                <a:lnTo>
                  <a:pt x="109480" y="178467"/>
                </a:lnTo>
                <a:lnTo>
                  <a:pt x="61830" y="175064"/>
                </a:lnTo>
                <a:lnTo>
                  <a:pt x="56226" y="194922"/>
                </a:lnTo>
                <a:lnTo>
                  <a:pt x="25410" y="183991"/>
                </a:lnTo>
                <a:lnTo>
                  <a:pt x="0" y="197239"/>
                </a:lnTo>
                <a:lnTo>
                  <a:pt x="1201" y="207444"/>
                </a:lnTo>
                <a:lnTo>
                  <a:pt x="28784" y="218227"/>
                </a:lnTo>
                <a:lnTo>
                  <a:pt x="18761" y="234044"/>
                </a:lnTo>
                <a:lnTo>
                  <a:pt x="45917" y="232162"/>
                </a:lnTo>
                <a:lnTo>
                  <a:pt x="51995" y="248393"/>
                </a:lnTo>
                <a:lnTo>
                  <a:pt x="38991" y="260597"/>
                </a:lnTo>
                <a:lnTo>
                  <a:pt x="61768" y="275155"/>
                </a:lnTo>
                <a:lnTo>
                  <a:pt x="54670" y="322656"/>
                </a:lnTo>
                <a:lnTo>
                  <a:pt x="68770" y="330914"/>
                </a:lnTo>
                <a:lnTo>
                  <a:pt x="91863" y="317738"/>
                </a:lnTo>
                <a:lnTo>
                  <a:pt x="97371" y="331024"/>
                </a:lnTo>
                <a:lnTo>
                  <a:pt x="85492" y="390924"/>
                </a:lnTo>
                <a:lnTo>
                  <a:pt x="108111" y="401196"/>
                </a:lnTo>
                <a:lnTo>
                  <a:pt x="83766" y="449436"/>
                </a:lnTo>
                <a:lnTo>
                  <a:pt x="96314" y="496369"/>
                </a:lnTo>
                <a:lnTo>
                  <a:pt x="79244" y="521420"/>
                </a:lnTo>
                <a:lnTo>
                  <a:pt x="99212" y="538371"/>
                </a:lnTo>
                <a:lnTo>
                  <a:pt x="121289" y="542877"/>
                </a:lnTo>
                <a:lnTo>
                  <a:pt x="168133" y="513486"/>
                </a:lnTo>
                <a:lnTo>
                  <a:pt x="179496" y="458628"/>
                </a:lnTo>
                <a:lnTo>
                  <a:pt x="199815" y="440418"/>
                </a:lnTo>
                <a:lnTo>
                  <a:pt x="250551" y="424444"/>
                </a:lnTo>
                <a:lnTo>
                  <a:pt x="293515" y="435631"/>
                </a:lnTo>
                <a:lnTo>
                  <a:pt x="284024" y="419876"/>
                </a:lnTo>
                <a:lnTo>
                  <a:pt x="259900" y="422074"/>
                </a:lnTo>
                <a:lnTo>
                  <a:pt x="244474" y="403125"/>
                </a:lnTo>
                <a:lnTo>
                  <a:pt x="278207" y="348753"/>
                </a:lnTo>
                <a:lnTo>
                  <a:pt x="281036" y="326687"/>
                </a:lnTo>
                <a:lnTo>
                  <a:pt x="334585" y="322710"/>
                </a:lnTo>
                <a:lnTo>
                  <a:pt x="332044" y="270849"/>
                </a:lnTo>
                <a:lnTo>
                  <a:pt x="319746" y="258084"/>
                </a:lnTo>
                <a:lnTo>
                  <a:pt x="332194" y="255382"/>
                </a:lnTo>
                <a:lnTo>
                  <a:pt x="326817" y="176039"/>
                </a:lnTo>
                <a:lnTo>
                  <a:pt x="319158" y="175440"/>
                </a:lnTo>
                <a:lnTo>
                  <a:pt x="327848" y="17128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langāna"/>
          <p:cNvSpPr/>
          <p:nvPr/>
        </p:nvSpPr>
        <p:spPr>
          <a:xfrm>
            <a:off x="1958102" y="3160640"/>
            <a:ext cx="375001" cy="403351"/>
          </a:xfrm>
          <a:custGeom>
            <a:avLst/>
            <a:gdLst/>
            <a:ahLst/>
            <a:cxnLst/>
            <a:rect l="l" t="t" r="r" b="b"/>
            <a:pathLst>
              <a:path w="375001" h="403351">
                <a:moveTo>
                  <a:pt x="28953" y="160468"/>
                </a:moveTo>
                <a:lnTo>
                  <a:pt x="29173" y="185798"/>
                </a:lnTo>
                <a:lnTo>
                  <a:pt x="38532" y="192479"/>
                </a:lnTo>
                <a:lnTo>
                  <a:pt x="19018" y="230490"/>
                </a:lnTo>
                <a:lnTo>
                  <a:pt x="41585" y="241102"/>
                </a:lnTo>
                <a:lnTo>
                  <a:pt x="25430" y="245632"/>
                </a:lnTo>
                <a:lnTo>
                  <a:pt x="13243" y="266239"/>
                </a:lnTo>
                <a:lnTo>
                  <a:pt x="24469" y="286854"/>
                </a:lnTo>
                <a:lnTo>
                  <a:pt x="21245" y="327927"/>
                </a:lnTo>
                <a:lnTo>
                  <a:pt x="0" y="340408"/>
                </a:lnTo>
                <a:lnTo>
                  <a:pt x="32938" y="353213"/>
                </a:lnTo>
                <a:lnTo>
                  <a:pt x="23685" y="383498"/>
                </a:lnTo>
                <a:lnTo>
                  <a:pt x="38682" y="398440"/>
                </a:lnTo>
                <a:lnTo>
                  <a:pt x="82413" y="403351"/>
                </a:lnTo>
                <a:lnTo>
                  <a:pt x="107545" y="379756"/>
                </a:lnTo>
                <a:lnTo>
                  <a:pt x="142193" y="385064"/>
                </a:lnTo>
                <a:lnTo>
                  <a:pt x="162749" y="363396"/>
                </a:lnTo>
                <a:lnTo>
                  <a:pt x="181747" y="364663"/>
                </a:lnTo>
                <a:lnTo>
                  <a:pt x="185444" y="331191"/>
                </a:lnTo>
                <a:lnTo>
                  <a:pt x="232898" y="314874"/>
                </a:lnTo>
                <a:lnTo>
                  <a:pt x="249026" y="324258"/>
                </a:lnTo>
                <a:lnTo>
                  <a:pt x="260115" y="307860"/>
                </a:lnTo>
                <a:lnTo>
                  <a:pt x="255231" y="296655"/>
                </a:lnTo>
                <a:lnTo>
                  <a:pt x="271663" y="283890"/>
                </a:lnTo>
                <a:lnTo>
                  <a:pt x="288545" y="306301"/>
                </a:lnTo>
                <a:lnTo>
                  <a:pt x="305961" y="311191"/>
                </a:lnTo>
                <a:lnTo>
                  <a:pt x="308870" y="296297"/>
                </a:lnTo>
                <a:lnTo>
                  <a:pt x="286982" y="290612"/>
                </a:lnTo>
                <a:lnTo>
                  <a:pt x="291169" y="279195"/>
                </a:lnTo>
                <a:lnTo>
                  <a:pt x="296292" y="285275"/>
                </a:lnTo>
                <a:lnTo>
                  <a:pt x="306859" y="273105"/>
                </a:lnTo>
                <a:lnTo>
                  <a:pt x="331202" y="284292"/>
                </a:lnTo>
                <a:lnTo>
                  <a:pt x="337952" y="266511"/>
                </a:lnTo>
                <a:lnTo>
                  <a:pt x="361360" y="265462"/>
                </a:lnTo>
                <a:lnTo>
                  <a:pt x="375001" y="251199"/>
                </a:lnTo>
                <a:lnTo>
                  <a:pt x="332127" y="228715"/>
                </a:lnTo>
                <a:lnTo>
                  <a:pt x="334894" y="215480"/>
                </a:lnTo>
                <a:lnTo>
                  <a:pt x="354963" y="211887"/>
                </a:lnTo>
                <a:lnTo>
                  <a:pt x="346152" y="209293"/>
                </a:lnTo>
                <a:lnTo>
                  <a:pt x="343471" y="171657"/>
                </a:lnTo>
                <a:lnTo>
                  <a:pt x="321247" y="171812"/>
                </a:lnTo>
                <a:lnTo>
                  <a:pt x="321064" y="148505"/>
                </a:lnTo>
                <a:lnTo>
                  <a:pt x="300867" y="128079"/>
                </a:lnTo>
                <a:lnTo>
                  <a:pt x="285441" y="130485"/>
                </a:lnTo>
                <a:lnTo>
                  <a:pt x="279185" y="117964"/>
                </a:lnTo>
                <a:lnTo>
                  <a:pt x="264475" y="122029"/>
                </a:lnTo>
                <a:lnTo>
                  <a:pt x="246426" y="109254"/>
                </a:lnTo>
                <a:lnTo>
                  <a:pt x="240645" y="80300"/>
                </a:lnTo>
                <a:lnTo>
                  <a:pt x="251611" y="50831"/>
                </a:lnTo>
                <a:lnTo>
                  <a:pt x="231012" y="30340"/>
                </a:lnTo>
                <a:lnTo>
                  <a:pt x="205134" y="40957"/>
                </a:lnTo>
                <a:lnTo>
                  <a:pt x="184224" y="29435"/>
                </a:lnTo>
                <a:lnTo>
                  <a:pt x="179339" y="45033"/>
                </a:lnTo>
                <a:lnTo>
                  <a:pt x="156411" y="35847"/>
                </a:lnTo>
                <a:lnTo>
                  <a:pt x="147282" y="15074"/>
                </a:lnTo>
                <a:lnTo>
                  <a:pt x="98288" y="0"/>
                </a:lnTo>
                <a:lnTo>
                  <a:pt x="98042" y="45316"/>
                </a:lnTo>
                <a:lnTo>
                  <a:pt x="86283" y="49656"/>
                </a:lnTo>
                <a:lnTo>
                  <a:pt x="86203" y="66934"/>
                </a:lnTo>
                <a:lnTo>
                  <a:pt x="57587" y="60345"/>
                </a:lnTo>
                <a:lnTo>
                  <a:pt x="48277" y="87282"/>
                </a:lnTo>
                <a:lnTo>
                  <a:pt x="65394" y="107263"/>
                </a:lnTo>
                <a:lnTo>
                  <a:pt x="47498" y="120007"/>
                </a:lnTo>
                <a:lnTo>
                  <a:pt x="46121" y="134270"/>
                </a:lnTo>
                <a:lnTo>
                  <a:pt x="33079" y="135046"/>
                </a:lnTo>
                <a:lnTo>
                  <a:pt x="28953" y="16046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ripura"/>
          <p:cNvSpPr/>
          <p:nvPr/>
        </p:nvSpPr>
        <p:spPr>
          <a:xfrm>
            <a:off x="3235496" y="2704355"/>
            <a:ext cx="107831" cy="157098"/>
          </a:xfrm>
          <a:custGeom>
            <a:avLst/>
            <a:gdLst/>
            <a:ahLst/>
            <a:cxnLst/>
            <a:rect l="l" t="t" r="r" b="b"/>
            <a:pathLst>
              <a:path w="107831" h="157098">
                <a:moveTo>
                  <a:pt x="60434" y="101204"/>
                </a:moveTo>
                <a:lnTo>
                  <a:pt x="72519" y="108498"/>
                </a:lnTo>
                <a:lnTo>
                  <a:pt x="73558" y="78032"/>
                </a:lnTo>
                <a:lnTo>
                  <a:pt x="98248" y="86518"/>
                </a:lnTo>
                <a:lnTo>
                  <a:pt x="106424" y="65581"/>
                </a:lnTo>
                <a:lnTo>
                  <a:pt x="107831" y="34403"/>
                </a:lnTo>
                <a:lnTo>
                  <a:pt x="95015" y="28112"/>
                </a:lnTo>
                <a:lnTo>
                  <a:pt x="101051" y="13657"/>
                </a:lnTo>
                <a:lnTo>
                  <a:pt x="92790" y="0"/>
                </a:lnTo>
                <a:lnTo>
                  <a:pt x="92376" y="10744"/>
                </a:lnTo>
                <a:lnTo>
                  <a:pt x="70253" y="18702"/>
                </a:lnTo>
                <a:lnTo>
                  <a:pt x="69871" y="40747"/>
                </a:lnTo>
                <a:lnTo>
                  <a:pt x="54117" y="27914"/>
                </a:lnTo>
                <a:lnTo>
                  <a:pt x="55004" y="38144"/>
                </a:lnTo>
                <a:lnTo>
                  <a:pt x="46380" y="29234"/>
                </a:lnTo>
                <a:lnTo>
                  <a:pt x="38920" y="44814"/>
                </a:lnTo>
                <a:lnTo>
                  <a:pt x="20125" y="41706"/>
                </a:lnTo>
                <a:lnTo>
                  <a:pt x="0" y="77683"/>
                </a:lnTo>
                <a:lnTo>
                  <a:pt x="17437" y="140957"/>
                </a:lnTo>
                <a:lnTo>
                  <a:pt x="23893" y="144654"/>
                </a:lnTo>
                <a:lnTo>
                  <a:pt x="23109" y="122864"/>
                </a:lnTo>
                <a:lnTo>
                  <a:pt x="42404" y="157098"/>
                </a:lnTo>
                <a:lnTo>
                  <a:pt x="62246" y="141853"/>
                </a:lnTo>
                <a:lnTo>
                  <a:pt x="60434" y="1012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Uttar Pradesh"/>
          <p:cNvSpPr/>
          <p:nvPr/>
        </p:nvSpPr>
        <p:spPr>
          <a:xfrm>
            <a:off x="1944158" y="2123766"/>
            <a:ext cx="692861" cy="645479"/>
          </a:xfrm>
          <a:custGeom>
            <a:avLst/>
            <a:gdLst/>
            <a:ahLst/>
            <a:cxnLst/>
            <a:rect l="l" t="t" r="r" b="b"/>
            <a:pathLst>
              <a:path w="692861" h="645479">
                <a:moveTo>
                  <a:pt x="45153" y="0"/>
                </a:moveTo>
                <a:lnTo>
                  <a:pt x="9545" y="48075"/>
                </a:lnTo>
                <a:lnTo>
                  <a:pt x="0" y="79955"/>
                </a:lnTo>
                <a:lnTo>
                  <a:pt x="10593" y="158193"/>
                </a:lnTo>
                <a:lnTo>
                  <a:pt x="42804" y="213154"/>
                </a:lnTo>
                <a:lnTo>
                  <a:pt x="41538" y="243638"/>
                </a:lnTo>
                <a:lnTo>
                  <a:pt x="18259" y="256930"/>
                </a:lnTo>
                <a:lnTo>
                  <a:pt x="21390" y="276024"/>
                </a:lnTo>
                <a:lnTo>
                  <a:pt x="54797" y="316808"/>
                </a:lnTo>
                <a:lnTo>
                  <a:pt x="39952" y="329448"/>
                </a:lnTo>
                <a:lnTo>
                  <a:pt x="62306" y="335360"/>
                </a:lnTo>
                <a:lnTo>
                  <a:pt x="28805" y="352816"/>
                </a:lnTo>
                <a:lnTo>
                  <a:pt x="34539" y="361574"/>
                </a:lnTo>
                <a:lnTo>
                  <a:pt x="62021" y="342717"/>
                </a:lnTo>
                <a:lnTo>
                  <a:pt x="86486" y="350919"/>
                </a:lnTo>
                <a:lnTo>
                  <a:pt x="104700" y="341348"/>
                </a:lnTo>
                <a:lnTo>
                  <a:pt x="107939" y="354452"/>
                </a:lnTo>
                <a:lnTo>
                  <a:pt x="117359" y="349011"/>
                </a:lnTo>
                <a:lnTo>
                  <a:pt x="176258" y="368345"/>
                </a:lnTo>
                <a:lnTo>
                  <a:pt x="188222" y="391412"/>
                </a:lnTo>
                <a:lnTo>
                  <a:pt x="153146" y="459580"/>
                </a:lnTo>
                <a:lnTo>
                  <a:pt x="158545" y="472453"/>
                </a:lnTo>
                <a:lnTo>
                  <a:pt x="124763" y="478148"/>
                </a:lnTo>
                <a:lnTo>
                  <a:pt x="112073" y="496590"/>
                </a:lnTo>
                <a:lnTo>
                  <a:pt x="126108" y="517661"/>
                </a:lnTo>
                <a:lnTo>
                  <a:pt x="99562" y="547444"/>
                </a:lnTo>
                <a:lnTo>
                  <a:pt x="115981" y="603141"/>
                </a:lnTo>
                <a:lnTo>
                  <a:pt x="131647" y="594405"/>
                </a:lnTo>
                <a:lnTo>
                  <a:pt x="156806" y="615273"/>
                </a:lnTo>
                <a:lnTo>
                  <a:pt x="173199" y="598382"/>
                </a:lnTo>
                <a:lnTo>
                  <a:pt x="165103" y="569334"/>
                </a:lnTo>
                <a:lnTo>
                  <a:pt x="153064" y="573401"/>
                </a:lnTo>
                <a:lnTo>
                  <a:pt x="156534" y="552551"/>
                </a:lnTo>
                <a:lnTo>
                  <a:pt x="142026" y="538039"/>
                </a:lnTo>
                <a:lnTo>
                  <a:pt x="137096" y="508802"/>
                </a:lnTo>
                <a:lnTo>
                  <a:pt x="123976" y="505748"/>
                </a:lnTo>
                <a:lnTo>
                  <a:pt x="144453" y="490233"/>
                </a:lnTo>
                <a:lnTo>
                  <a:pt x="155138" y="498935"/>
                </a:lnTo>
                <a:lnTo>
                  <a:pt x="151782" y="484911"/>
                </a:lnTo>
                <a:lnTo>
                  <a:pt x="161517" y="491546"/>
                </a:lnTo>
                <a:lnTo>
                  <a:pt x="170254" y="478740"/>
                </a:lnTo>
                <a:lnTo>
                  <a:pt x="174839" y="496858"/>
                </a:lnTo>
                <a:lnTo>
                  <a:pt x="156345" y="504577"/>
                </a:lnTo>
                <a:lnTo>
                  <a:pt x="162022" y="511226"/>
                </a:lnTo>
                <a:lnTo>
                  <a:pt x="172204" y="499722"/>
                </a:lnTo>
                <a:lnTo>
                  <a:pt x="164843" y="518265"/>
                </a:lnTo>
                <a:lnTo>
                  <a:pt x="177031" y="506748"/>
                </a:lnTo>
                <a:lnTo>
                  <a:pt x="187834" y="523031"/>
                </a:lnTo>
                <a:lnTo>
                  <a:pt x="204599" y="520393"/>
                </a:lnTo>
                <a:lnTo>
                  <a:pt x="203331" y="500457"/>
                </a:lnTo>
                <a:lnTo>
                  <a:pt x="221195" y="507459"/>
                </a:lnTo>
                <a:lnTo>
                  <a:pt x="213013" y="523347"/>
                </a:lnTo>
                <a:lnTo>
                  <a:pt x="254873" y="524337"/>
                </a:lnTo>
                <a:lnTo>
                  <a:pt x="253941" y="510550"/>
                </a:lnTo>
                <a:lnTo>
                  <a:pt x="291792" y="491911"/>
                </a:lnTo>
                <a:lnTo>
                  <a:pt x="307192" y="516285"/>
                </a:lnTo>
                <a:lnTo>
                  <a:pt x="292689" y="531284"/>
                </a:lnTo>
                <a:lnTo>
                  <a:pt x="308842" y="526090"/>
                </a:lnTo>
                <a:lnTo>
                  <a:pt x="311526" y="536426"/>
                </a:lnTo>
                <a:lnTo>
                  <a:pt x="311877" y="523941"/>
                </a:lnTo>
                <a:lnTo>
                  <a:pt x="338806" y="528430"/>
                </a:lnTo>
                <a:lnTo>
                  <a:pt x="332217" y="521156"/>
                </a:lnTo>
                <a:lnTo>
                  <a:pt x="348758" y="515264"/>
                </a:lnTo>
                <a:lnTo>
                  <a:pt x="342104" y="541517"/>
                </a:lnTo>
                <a:lnTo>
                  <a:pt x="372153" y="544978"/>
                </a:lnTo>
                <a:lnTo>
                  <a:pt x="384808" y="517434"/>
                </a:lnTo>
                <a:lnTo>
                  <a:pt x="404412" y="526705"/>
                </a:lnTo>
                <a:lnTo>
                  <a:pt x="412437" y="514978"/>
                </a:lnTo>
                <a:lnTo>
                  <a:pt x="415466" y="528282"/>
                </a:lnTo>
                <a:lnTo>
                  <a:pt x="442574" y="533240"/>
                </a:lnTo>
                <a:lnTo>
                  <a:pt x="447916" y="550960"/>
                </a:lnTo>
                <a:lnTo>
                  <a:pt x="469784" y="551735"/>
                </a:lnTo>
                <a:lnTo>
                  <a:pt x="478489" y="572925"/>
                </a:lnTo>
                <a:lnTo>
                  <a:pt x="489283" y="574292"/>
                </a:lnTo>
                <a:lnTo>
                  <a:pt x="490513" y="563263"/>
                </a:lnTo>
                <a:lnTo>
                  <a:pt x="522105" y="569285"/>
                </a:lnTo>
                <a:lnTo>
                  <a:pt x="512171" y="620470"/>
                </a:lnTo>
                <a:lnTo>
                  <a:pt x="538080" y="645479"/>
                </a:lnTo>
                <a:lnTo>
                  <a:pt x="561941" y="640536"/>
                </a:lnTo>
                <a:lnTo>
                  <a:pt x="584822" y="596704"/>
                </a:lnTo>
                <a:lnTo>
                  <a:pt x="579287" y="583613"/>
                </a:lnTo>
                <a:lnTo>
                  <a:pt x="593143" y="571153"/>
                </a:lnTo>
                <a:lnTo>
                  <a:pt x="575676" y="546655"/>
                </a:lnTo>
                <a:lnTo>
                  <a:pt x="575645" y="514102"/>
                </a:lnTo>
                <a:lnTo>
                  <a:pt x="620526" y="490891"/>
                </a:lnTo>
                <a:lnTo>
                  <a:pt x="644207" y="462540"/>
                </a:lnTo>
                <a:lnTo>
                  <a:pt x="692861" y="461853"/>
                </a:lnTo>
                <a:lnTo>
                  <a:pt x="635489" y="417590"/>
                </a:lnTo>
                <a:lnTo>
                  <a:pt x="649881" y="411099"/>
                </a:lnTo>
                <a:lnTo>
                  <a:pt x="650859" y="398281"/>
                </a:lnTo>
                <a:lnTo>
                  <a:pt x="626191" y="383601"/>
                </a:lnTo>
                <a:lnTo>
                  <a:pt x="642563" y="371726"/>
                </a:lnTo>
                <a:lnTo>
                  <a:pt x="673155" y="372940"/>
                </a:lnTo>
                <a:lnTo>
                  <a:pt x="656710" y="361876"/>
                </a:lnTo>
                <a:lnTo>
                  <a:pt x="657938" y="350221"/>
                </a:lnTo>
                <a:lnTo>
                  <a:pt x="640155" y="347098"/>
                </a:lnTo>
                <a:lnTo>
                  <a:pt x="627810" y="304233"/>
                </a:lnTo>
                <a:lnTo>
                  <a:pt x="599281" y="289623"/>
                </a:lnTo>
                <a:lnTo>
                  <a:pt x="578479" y="288619"/>
                </a:lnTo>
                <a:lnTo>
                  <a:pt x="572030" y="303345"/>
                </a:lnTo>
                <a:lnTo>
                  <a:pt x="560144" y="291140"/>
                </a:lnTo>
                <a:lnTo>
                  <a:pt x="518550" y="286319"/>
                </a:lnTo>
                <a:lnTo>
                  <a:pt x="516107" y="264525"/>
                </a:lnTo>
                <a:lnTo>
                  <a:pt x="492323" y="268811"/>
                </a:lnTo>
                <a:lnTo>
                  <a:pt x="457519" y="244711"/>
                </a:lnTo>
                <a:lnTo>
                  <a:pt x="440515" y="251282"/>
                </a:lnTo>
                <a:lnTo>
                  <a:pt x="321409" y="169709"/>
                </a:lnTo>
                <a:lnTo>
                  <a:pt x="314963" y="182504"/>
                </a:lnTo>
                <a:lnTo>
                  <a:pt x="278451" y="155231"/>
                </a:lnTo>
                <a:lnTo>
                  <a:pt x="263374" y="165627"/>
                </a:lnTo>
                <a:lnTo>
                  <a:pt x="250881" y="149310"/>
                </a:lnTo>
                <a:lnTo>
                  <a:pt x="214869" y="151426"/>
                </a:lnTo>
                <a:lnTo>
                  <a:pt x="187460" y="125090"/>
                </a:lnTo>
                <a:lnTo>
                  <a:pt x="167226" y="125850"/>
                </a:lnTo>
                <a:lnTo>
                  <a:pt x="149995" y="107884"/>
                </a:lnTo>
                <a:lnTo>
                  <a:pt x="170527" y="94835"/>
                </a:lnTo>
                <a:lnTo>
                  <a:pt x="140741" y="83020"/>
                </a:lnTo>
                <a:lnTo>
                  <a:pt x="130026" y="65723"/>
                </a:lnTo>
                <a:lnTo>
                  <a:pt x="114857" y="59422"/>
                </a:lnTo>
                <a:lnTo>
                  <a:pt x="86039" y="80763"/>
                </a:lnTo>
                <a:lnTo>
                  <a:pt x="79195" y="67743"/>
                </a:lnTo>
                <a:lnTo>
                  <a:pt x="65618" y="70344"/>
                </a:lnTo>
                <a:lnTo>
                  <a:pt x="59584" y="43664"/>
                </a:lnTo>
                <a:lnTo>
                  <a:pt x="80542" y="15332"/>
                </a:lnTo>
                <a:lnTo>
                  <a:pt x="45153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Uttarākhand"/>
          <p:cNvSpPr/>
          <p:nvPr/>
        </p:nvSpPr>
        <p:spPr>
          <a:xfrm>
            <a:off x="1988970" y="2019492"/>
            <a:ext cx="317475" cy="269901"/>
          </a:xfrm>
          <a:custGeom>
            <a:avLst/>
            <a:gdLst/>
            <a:ahLst/>
            <a:cxnLst/>
            <a:rect l="l" t="t" r="r" b="b"/>
            <a:pathLst>
              <a:path w="317475" h="269901">
                <a:moveTo>
                  <a:pt x="228740" y="258642"/>
                </a:moveTo>
                <a:lnTo>
                  <a:pt x="236039" y="232347"/>
                </a:lnTo>
                <a:lnTo>
                  <a:pt x="250102" y="222196"/>
                </a:lnTo>
                <a:lnTo>
                  <a:pt x="244985" y="198703"/>
                </a:lnTo>
                <a:lnTo>
                  <a:pt x="260319" y="183392"/>
                </a:lnTo>
                <a:lnTo>
                  <a:pt x="256532" y="168453"/>
                </a:lnTo>
                <a:lnTo>
                  <a:pt x="317475" y="119173"/>
                </a:lnTo>
                <a:lnTo>
                  <a:pt x="242276" y="85804"/>
                </a:lnTo>
                <a:lnTo>
                  <a:pt x="244418" y="68484"/>
                </a:lnTo>
                <a:lnTo>
                  <a:pt x="210363" y="47374"/>
                </a:lnTo>
                <a:lnTo>
                  <a:pt x="170136" y="42299"/>
                </a:lnTo>
                <a:lnTo>
                  <a:pt x="139824" y="0"/>
                </a:lnTo>
                <a:lnTo>
                  <a:pt x="120102" y="16558"/>
                </a:lnTo>
                <a:lnTo>
                  <a:pt x="131824" y="33795"/>
                </a:lnTo>
                <a:lnTo>
                  <a:pt x="73225" y="16347"/>
                </a:lnTo>
                <a:lnTo>
                  <a:pt x="29952" y="29809"/>
                </a:lnTo>
                <a:lnTo>
                  <a:pt x="12063" y="67897"/>
                </a:lnTo>
                <a:lnTo>
                  <a:pt x="22592" y="93326"/>
                </a:lnTo>
                <a:lnTo>
                  <a:pt x="0" y="102982"/>
                </a:lnTo>
                <a:lnTo>
                  <a:pt x="35730" y="119606"/>
                </a:lnTo>
                <a:lnTo>
                  <a:pt x="15383" y="146081"/>
                </a:lnTo>
                <a:lnTo>
                  <a:pt x="18243" y="171827"/>
                </a:lnTo>
                <a:lnTo>
                  <a:pt x="34383" y="172017"/>
                </a:lnTo>
                <a:lnTo>
                  <a:pt x="41227" y="185037"/>
                </a:lnTo>
                <a:lnTo>
                  <a:pt x="78565" y="166876"/>
                </a:lnTo>
                <a:lnTo>
                  <a:pt x="95929" y="187294"/>
                </a:lnTo>
                <a:lnTo>
                  <a:pt x="125715" y="199109"/>
                </a:lnTo>
                <a:lnTo>
                  <a:pt x="105183" y="212158"/>
                </a:lnTo>
                <a:lnTo>
                  <a:pt x="122438" y="230144"/>
                </a:lnTo>
                <a:lnTo>
                  <a:pt x="142648" y="229364"/>
                </a:lnTo>
                <a:lnTo>
                  <a:pt x="171423" y="256163"/>
                </a:lnTo>
                <a:lnTo>
                  <a:pt x="207104" y="253915"/>
                </a:lnTo>
                <a:lnTo>
                  <a:pt x="218562" y="269901"/>
                </a:lnTo>
                <a:lnTo>
                  <a:pt x="228740" y="25864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West Bengal"/>
          <p:cNvSpPr/>
          <p:nvPr/>
        </p:nvSpPr>
        <p:spPr>
          <a:xfrm>
            <a:off x="2745754" y="2438863"/>
            <a:ext cx="372047" cy="559347"/>
          </a:xfrm>
          <a:custGeom>
            <a:avLst/>
            <a:gdLst/>
            <a:ahLst/>
            <a:cxnLst/>
            <a:rect l="l" t="t" r="r" b="b"/>
            <a:pathLst>
              <a:path w="372047" h="559347">
                <a:moveTo>
                  <a:pt x="201430" y="0"/>
                </a:moveTo>
                <a:lnTo>
                  <a:pt x="217236" y="43550"/>
                </a:lnTo>
                <a:lnTo>
                  <a:pt x="209741" y="65342"/>
                </a:lnTo>
                <a:lnTo>
                  <a:pt x="221430" y="63367"/>
                </a:lnTo>
                <a:lnTo>
                  <a:pt x="227643" y="85188"/>
                </a:lnTo>
                <a:lnTo>
                  <a:pt x="182708" y="126973"/>
                </a:lnTo>
                <a:lnTo>
                  <a:pt x="204629" y="149298"/>
                </a:lnTo>
                <a:lnTo>
                  <a:pt x="207136" y="168629"/>
                </a:lnTo>
                <a:lnTo>
                  <a:pt x="189424" y="167268"/>
                </a:lnTo>
                <a:lnTo>
                  <a:pt x="178654" y="177702"/>
                </a:lnTo>
                <a:lnTo>
                  <a:pt x="185994" y="192590"/>
                </a:lnTo>
                <a:lnTo>
                  <a:pt x="173584" y="193270"/>
                </a:lnTo>
                <a:lnTo>
                  <a:pt x="196609" y="224905"/>
                </a:lnTo>
                <a:lnTo>
                  <a:pt x="183341" y="242402"/>
                </a:lnTo>
                <a:lnTo>
                  <a:pt x="191702" y="259728"/>
                </a:lnTo>
                <a:lnTo>
                  <a:pt x="179119" y="259928"/>
                </a:lnTo>
                <a:lnTo>
                  <a:pt x="181840" y="279768"/>
                </a:lnTo>
                <a:lnTo>
                  <a:pt x="166927" y="292467"/>
                </a:lnTo>
                <a:lnTo>
                  <a:pt x="172094" y="302912"/>
                </a:lnTo>
                <a:lnTo>
                  <a:pt x="153964" y="306007"/>
                </a:lnTo>
                <a:lnTo>
                  <a:pt x="150519" y="319229"/>
                </a:lnTo>
                <a:lnTo>
                  <a:pt x="130825" y="313208"/>
                </a:lnTo>
                <a:lnTo>
                  <a:pt x="130392" y="334892"/>
                </a:lnTo>
                <a:lnTo>
                  <a:pt x="90455" y="333735"/>
                </a:lnTo>
                <a:lnTo>
                  <a:pt x="89892" y="348428"/>
                </a:lnTo>
                <a:lnTo>
                  <a:pt x="58927" y="354283"/>
                </a:lnTo>
                <a:lnTo>
                  <a:pt x="45007" y="375840"/>
                </a:lnTo>
                <a:lnTo>
                  <a:pt x="20403" y="358595"/>
                </a:lnTo>
                <a:lnTo>
                  <a:pt x="21515" y="368412"/>
                </a:lnTo>
                <a:lnTo>
                  <a:pt x="4695" y="369539"/>
                </a:lnTo>
                <a:lnTo>
                  <a:pt x="0" y="390019"/>
                </a:lnTo>
                <a:lnTo>
                  <a:pt x="33574" y="416055"/>
                </a:lnTo>
                <a:lnTo>
                  <a:pt x="66741" y="417621"/>
                </a:lnTo>
                <a:lnTo>
                  <a:pt x="55030" y="437247"/>
                </a:lnTo>
                <a:lnTo>
                  <a:pt x="86819" y="458541"/>
                </a:lnTo>
                <a:lnTo>
                  <a:pt x="98042" y="486074"/>
                </a:lnTo>
                <a:lnTo>
                  <a:pt x="82781" y="500968"/>
                </a:lnTo>
                <a:lnTo>
                  <a:pt x="110893" y="511734"/>
                </a:lnTo>
                <a:lnTo>
                  <a:pt x="111770" y="528526"/>
                </a:lnTo>
                <a:lnTo>
                  <a:pt x="129951" y="519730"/>
                </a:lnTo>
                <a:lnTo>
                  <a:pt x="152924" y="554081"/>
                </a:lnTo>
                <a:lnTo>
                  <a:pt x="182304" y="544280"/>
                </a:lnTo>
                <a:lnTo>
                  <a:pt x="198843" y="528274"/>
                </a:lnTo>
                <a:lnTo>
                  <a:pt x="199418" y="507997"/>
                </a:lnTo>
                <a:lnTo>
                  <a:pt x="215434" y="507747"/>
                </a:lnTo>
                <a:lnTo>
                  <a:pt x="199643" y="491170"/>
                </a:lnTo>
                <a:lnTo>
                  <a:pt x="216876" y="496957"/>
                </a:lnTo>
                <a:lnTo>
                  <a:pt x="223926" y="559347"/>
                </a:lnTo>
                <a:lnTo>
                  <a:pt x="224064" y="519222"/>
                </a:lnTo>
                <a:lnTo>
                  <a:pt x="228682" y="529372"/>
                </a:lnTo>
                <a:lnTo>
                  <a:pt x="232282" y="518317"/>
                </a:lnTo>
                <a:lnTo>
                  <a:pt x="235099" y="535751"/>
                </a:lnTo>
                <a:lnTo>
                  <a:pt x="235687" y="515070"/>
                </a:lnTo>
                <a:lnTo>
                  <a:pt x="243262" y="525273"/>
                </a:lnTo>
                <a:lnTo>
                  <a:pt x="250910" y="510396"/>
                </a:lnTo>
                <a:lnTo>
                  <a:pt x="245611" y="527448"/>
                </a:lnTo>
                <a:lnTo>
                  <a:pt x="254536" y="525811"/>
                </a:lnTo>
                <a:lnTo>
                  <a:pt x="259606" y="490972"/>
                </a:lnTo>
                <a:lnTo>
                  <a:pt x="258650" y="520218"/>
                </a:lnTo>
                <a:lnTo>
                  <a:pt x="269907" y="500835"/>
                </a:lnTo>
                <a:lnTo>
                  <a:pt x="269510" y="519328"/>
                </a:lnTo>
                <a:lnTo>
                  <a:pt x="282765" y="522309"/>
                </a:lnTo>
                <a:lnTo>
                  <a:pt x="290668" y="504591"/>
                </a:lnTo>
                <a:lnTo>
                  <a:pt x="285449" y="520534"/>
                </a:lnTo>
                <a:lnTo>
                  <a:pt x="292532" y="525100"/>
                </a:lnTo>
                <a:lnTo>
                  <a:pt x="300604" y="499622"/>
                </a:lnTo>
                <a:lnTo>
                  <a:pt x="277711" y="415644"/>
                </a:lnTo>
                <a:lnTo>
                  <a:pt x="291316" y="395393"/>
                </a:lnTo>
                <a:lnTo>
                  <a:pt x="266005" y="391371"/>
                </a:lnTo>
                <a:lnTo>
                  <a:pt x="273459" y="367467"/>
                </a:lnTo>
                <a:lnTo>
                  <a:pt x="251277" y="352411"/>
                </a:lnTo>
                <a:lnTo>
                  <a:pt x="252861" y="331422"/>
                </a:lnTo>
                <a:lnTo>
                  <a:pt x="270625" y="319385"/>
                </a:lnTo>
                <a:lnTo>
                  <a:pt x="267552" y="290362"/>
                </a:lnTo>
                <a:lnTo>
                  <a:pt x="217478" y="270562"/>
                </a:lnTo>
                <a:lnTo>
                  <a:pt x="202310" y="249603"/>
                </a:lnTo>
                <a:lnTo>
                  <a:pt x="212685" y="225084"/>
                </a:lnTo>
                <a:lnTo>
                  <a:pt x="236577" y="224136"/>
                </a:lnTo>
                <a:lnTo>
                  <a:pt x="240616" y="199104"/>
                </a:lnTo>
                <a:lnTo>
                  <a:pt x="284546" y="202400"/>
                </a:lnTo>
                <a:lnTo>
                  <a:pt x="292631" y="189099"/>
                </a:lnTo>
                <a:lnTo>
                  <a:pt x="277153" y="182806"/>
                </a:lnTo>
                <a:lnTo>
                  <a:pt x="274510" y="166991"/>
                </a:lnTo>
                <a:lnTo>
                  <a:pt x="249598" y="168458"/>
                </a:lnTo>
                <a:lnTo>
                  <a:pt x="208042" y="128093"/>
                </a:lnTo>
                <a:lnTo>
                  <a:pt x="216471" y="105056"/>
                </a:lnTo>
                <a:lnTo>
                  <a:pt x="247976" y="84171"/>
                </a:lnTo>
                <a:lnTo>
                  <a:pt x="230489" y="72092"/>
                </a:lnTo>
                <a:lnTo>
                  <a:pt x="237669" y="57310"/>
                </a:lnTo>
                <a:lnTo>
                  <a:pt x="268311" y="85563"/>
                </a:lnTo>
                <a:lnTo>
                  <a:pt x="260993" y="94304"/>
                </a:lnTo>
                <a:lnTo>
                  <a:pt x="296511" y="95963"/>
                </a:lnTo>
                <a:lnTo>
                  <a:pt x="283651" y="83418"/>
                </a:lnTo>
                <a:lnTo>
                  <a:pt x="288614" y="74532"/>
                </a:lnTo>
                <a:lnTo>
                  <a:pt x="300670" y="81206"/>
                </a:lnTo>
                <a:lnTo>
                  <a:pt x="306071" y="106133"/>
                </a:lnTo>
                <a:lnTo>
                  <a:pt x="342788" y="123348"/>
                </a:lnTo>
                <a:lnTo>
                  <a:pt x="350023" y="97167"/>
                </a:lnTo>
                <a:lnTo>
                  <a:pt x="359429" y="102831"/>
                </a:lnTo>
                <a:lnTo>
                  <a:pt x="357883" y="89480"/>
                </a:lnTo>
                <a:lnTo>
                  <a:pt x="370410" y="81842"/>
                </a:lnTo>
                <a:lnTo>
                  <a:pt x="372047" y="62085"/>
                </a:lnTo>
                <a:lnTo>
                  <a:pt x="369925" y="50762"/>
                </a:lnTo>
                <a:lnTo>
                  <a:pt x="342087" y="39428"/>
                </a:lnTo>
                <a:lnTo>
                  <a:pt x="303457" y="40003"/>
                </a:lnTo>
                <a:lnTo>
                  <a:pt x="279945" y="26422"/>
                </a:lnTo>
                <a:lnTo>
                  <a:pt x="273425" y="7197"/>
                </a:lnTo>
                <a:lnTo>
                  <a:pt x="251000" y="2733"/>
                </a:lnTo>
                <a:lnTo>
                  <a:pt x="239586" y="13081"/>
                </a:lnTo>
                <a:lnTo>
                  <a:pt x="201430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swatch 1"/>
          <p:cNvSpPr/>
          <p:nvPr/>
        </p:nvSpPr>
        <p:spPr>
          <a:xfrm>
            <a:off x="384048" y="4517136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label 1"/>
          <p:cNvSpPr txBox="1"/>
          <p:nvPr/>
        </p:nvSpPr>
        <p:spPr>
          <a:xfrm>
            <a:off x="640080" y="4475988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High climate/disaster risk (est.)</a:t>
            </a:r>
          </a:p>
        </p:txBody>
      </p:sp>
      <p:sp>
        <p:nvSpPr>
          <p:cNvPr id="66" name="Legend swatch 2"/>
          <p:cNvSpPr/>
          <p:nvPr/>
        </p:nvSpPr>
        <p:spPr>
          <a:xfrm>
            <a:off x="384048" y="4873751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label 2"/>
          <p:cNvSpPr txBox="1"/>
          <p:nvPr/>
        </p:nvSpPr>
        <p:spPr>
          <a:xfrm>
            <a:off x="640080" y="4832603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Medium climate/disaster risk (est.)</a:t>
            </a:r>
          </a:p>
        </p:txBody>
      </p:sp>
      <p:sp>
        <p:nvSpPr>
          <p:cNvPr id="68" name="Legend swatch 3"/>
          <p:cNvSpPr/>
          <p:nvPr/>
        </p:nvSpPr>
        <p:spPr>
          <a:xfrm>
            <a:off x="384048" y="5230368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label 3"/>
          <p:cNvSpPr txBox="1"/>
          <p:nvPr/>
        </p:nvSpPr>
        <p:spPr>
          <a:xfrm>
            <a:off x="640080" y="5189220"/>
            <a:ext cx="3904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Low climate/disaster risk (est.)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· NATIONAL DEVELOPMENT PLAN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India's Viksit Bharat @2047 — Vision for a Developed Nation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articulated August 2022; operationalised via NITI Aayog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2022-47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12648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horizon — centenary of Independence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364992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~7%+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3474720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Sustained growth target (FY26 est. 7.4%)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227064" y="1371600"/>
            <a:ext cx="27249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27064" y="1371600"/>
            <a:ext cx="2724912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336792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pillars: Yuva, Garib, Mahila, Kisan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9089136" y="1371600"/>
            <a:ext cx="2724912" cy="896112"/>
          </a:xfrm>
          <a:prstGeom prst="rect">
            <a:avLst/>
          </a:prstGeom>
          <a:solidFill>
            <a:srgbClr val="333F64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98864" y="14264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nation / $30tn economy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9198864" y="177393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Stated 2047 goal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502920" y="2432304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432304"/>
            <a:ext cx="45720" cy="18745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" y="252374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67512" y="2798064"/>
            <a:ext cx="5202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Viksit Bharat @2047 is India's master vision for the centenary of Independence — a $30tn developed economy. Coordinated by NITI Aayog, it spans economic growth, social progress, sustainability and governance.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153912" y="2432304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53912" y="2432304"/>
            <a:ext cx="45720" cy="18745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18504" y="252374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6318504" y="2798064"/>
            <a:ext cx="5202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pillars — Youth, Poor, Women, Farmers — delivered through flagship schemes (Make in India, Skill India, Digital India) and sectoral targets across manufacturing, services and agriculture.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02920" y="4416552"/>
            <a:ext cx="553212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" y="4416552"/>
            <a:ext cx="45720" cy="18470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7512" y="45079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FINANCING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67512" y="4782312"/>
            <a:ext cx="5202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FY27 budget: ₹53.5 lakh cr expenditure; capex ₹12.2 lakh cr (4.4% GDP). Interest payments absorb 26% of spend. Debt-to-GDP to fall to 50% by 2031. Full IFI and market access supports investment.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153912" y="4416552"/>
            <a:ext cx="5532120" cy="184708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53912" y="4416552"/>
            <a:ext cx="45720" cy="184708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8504" y="45079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LENS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318504" y="4782312"/>
            <a:ext cx="5202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partners: align programmes with Viksit Bharat pillars; note India's scale means demonstration projects carry replication leverage across states.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PIB · NITI Aayog · Union Budget 2026-27 · PRS India · ORF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05 / 23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Sector Analysis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· Health · Education · Food Security · Agriculture · Rural Development · Infrastructure · WASH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06 / 23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NATIONAL OVERVIEW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a Glance — India's key development indicators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~1.48bn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WPP mid-2026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~$3.9tn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(2024)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52144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52144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252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72.5 yrs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572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 expectancy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792224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WPP 2024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61264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U5 mortality / 1,000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1264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2025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60604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1576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130/193</a:t>
            </a:r>
            <a:endParaRPr lang="en-US" sz="1900"/>
          </a:p>
        </p:txBody>
      </p:sp>
      <p:sp>
        <p:nvSpPr>
          <p:cNvPr id="28" name="Text 26"/>
          <p:cNvSpPr/>
          <p:nvPr/>
        </p:nvSpPr>
        <p:spPr>
          <a:xfrm>
            <a:off x="271576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HDI rank (0.685)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271576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UNDP HDR 2025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709160" y="2368296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368296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8888" y="244144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~5%</a:t>
            </a:r>
            <a:endParaRPr lang="en-US" sz="1900"/>
          </a:p>
        </p:txBody>
      </p:sp>
      <p:sp>
        <p:nvSpPr>
          <p:cNvPr id="33" name="Text 31"/>
          <p:cNvSpPr/>
          <p:nvPr/>
        </p:nvSpPr>
        <p:spPr>
          <a:xfrm>
            <a:off x="4818888" y="278892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Poverty rate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818888" y="30083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2025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292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264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~90%</a:t>
            </a:r>
            <a:endParaRPr lang="en-US" sz="1900"/>
          </a:p>
        </p:txBody>
      </p:sp>
      <p:sp>
        <p:nvSpPr>
          <p:cNvPr id="38" name="Text 36"/>
          <p:cNvSpPr/>
          <p:nvPr/>
        </p:nvSpPr>
        <p:spPr>
          <a:xfrm>
            <a:off x="61264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Informality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61264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ILO 2025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260604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60604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1576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~$543bn</a:t>
            </a:r>
            <a:endParaRPr lang="en-US" sz="1900"/>
          </a:p>
        </p:txBody>
      </p:sp>
      <p:sp>
        <p:nvSpPr>
          <p:cNvPr id="43" name="Text 41"/>
          <p:cNvSpPr/>
          <p:nvPr/>
        </p:nvSpPr>
        <p:spPr>
          <a:xfrm>
            <a:off x="271576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Reserves (2026)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271576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 ~$700bn in Jan 2026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4709160" y="3584448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09160" y="3584448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18888" y="3657600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20.8%</a:t>
            </a:r>
            <a:endParaRPr lang="en-US" sz="1900"/>
          </a:p>
        </p:txBody>
      </p:sp>
      <p:sp>
        <p:nvSpPr>
          <p:cNvPr id="48" name="Text 46"/>
          <p:cNvSpPr/>
          <p:nvPr/>
        </p:nvSpPr>
        <p:spPr>
          <a:xfrm>
            <a:off x="4818888" y="40050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Ext. Debt-to-GDP</a:t>
            </a:r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4818888" y="422452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$763bn · Mar 2026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502920" y="4773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658368" y="5010912"/>
            <a:ext cx="5989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HDI 0.685 (130/193); extreme poverty reduced to ~5% while informality at ~90% remains structurally high.</a:t>
            </a:r>
            <a:endParaRPr lang="en-US" sz="120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growth: 7.3% GDP growth FY25-26 (RBI); FX reserves ~$543bn; external debt ratio 20.8% remains stable.</a:t>
            </a:r>
            <a:endParaRPr lang="en-US" sz="120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opportunity: 1.48bn population with median age 29; U5 mortality at 27 nearing SDG target of 25.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Population by state (millions)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Census of India 2011 · projections</a:t>
            </a:r>
            <a:endParaRPr lang="en-US" sz="1200"/>
          </a:p>
        </p:txBody>
      </p:sp>
      <p:sp>
        <p:nvSpPr>
          <p:cNvPr id="55" name="Shape 52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Census of India · World Bank · UNDP HDR 2025 · UN IGME 2025 · RBI</a:t>
            </a:r>
            <a:endParaRPr lang="en-US" sz="1200"/>
          </a:p>
        </p:txBody>
      </p:sp>
      <p:sp>
        <p:nvSpPr>
          <p:cNvPr id="57" name="Text 54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07 / 23</a:t>
            </a:r>
            <a:endParaRPr lang="en-US" sz="1200"/>
          </a:p>
        </p:txBody>
      </p:sp>
      <p:sp>
        <p:nvSpPr>
          <p:cNvPr id="54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80 million (est.)</a:t>
            </a:r>
          </a:p>
        </p:txBody>
      </p:sp>
      <p:sp>
        <p:nvSpPr>
          <p:cNvPr id="95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30-80 million (est.)</a:t>
            </a:r>
          </a:p>
        </p:txBody>
      </p:sp>
      <p:sp>
        <p:nvSpPr>
          <p:cNvPr id="97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30 million (est.)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ECONOMY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— 7.6% growth in FY2025-26 with record-low inflation near 2%, world's fastest-growing major economy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7.6%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GDP growth FY2025-26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MoSPI · IMF 6.4% CY2026f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4.4%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CPI inflation y/y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 2026 · avg 2.1% in 2025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$3.9tn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Nominal GDP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84% debt-to-GDP · 2025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led by services (+10%) and manufacturing (+7%); CPI fell to record lows in 2025; forex reserves ~$700bn.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Diversified exports but services deficit persists; repo rate 6%; informal sector ~90% of workforce; unemployment 3.1% (youth 10%).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deficit 4.3% of GDP targeted for FY2026-27; debt consolidation path aims for 50% by 2030-31.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manufacturing PLI schemes to reduce import dependence and boost exports.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Formalisation and MSME finance for youth and women entrepreneurs.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investment in logistics, energy and digital connectivity.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Unemployment by state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PLFS 2025 pattern · MoSPI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MoSPI · RBI · IMF 2025 · OECD 2026 · Union Budget 2026-27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08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Above 8% unemployment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5-8% unemployment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Below 5% unemployment (est.)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HEALTH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— 27 under-5 deaths per 1,000, a 79% decline since 1990, but neonatal burden remains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27/1K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Under-5 mortality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2025 · was 48 in 2015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17/1K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Neonatal deaths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2025 · down from 28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~2.5M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Living with HIV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NACO 2023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TB remains a leading cause of death; maternal mortality 80/100K live births; stunting persists at ~35% among children.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Neonatal mortality 17/1K still above SDG target of 12; 63% of under-5 deaths occur in first 28 days.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expenditure ~3.3% of GDP; 0.7 physicians per 1,000; rural-urban disparities in access persist.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district maternal-newborn units in high-burden states.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health workforce expansion: incentives, training, infrastructure.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nutrition and primary healthcare at community level.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facilities per 100,000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MoHFW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IGME 2025 · NACO 2023 · UNAIDS · WHO · UNICEF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09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25 per 100,000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15-25 per 100,000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15 per 100,000 (est.)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EDUCATION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— ~78% adult literacy, but 97% youth literacy signals generational gains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~78%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 literacy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literacy 97% · WB 2024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NEET rate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PLFS 2025 · age 15-29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unemployment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PLFS 2025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 literacy 78% but youth literacy 97% indicates near-universal literacy among the young.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enrolment &gt;100% gross but learning outcomes lag; NEET rate 25% signals skills-jobs mismatch.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unemployment 10% overall; female youth unemployment ~21% vs male ~15%; gender gap persists.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Skill India and apprenticeship programmes linked to industry demand.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TVET pipelines for manufacturing, IT services, renewable energy sectors.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workforce participation: childcare, transport, safety initiatives.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Secondary enrolment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UDISE+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 · UNESCO UIS · PLFS 2025 · MoSPI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10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85% enrolment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70-85% enrolment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70% enrolment (est.)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FOOD SECURITY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— 12% undernourished; GHI score 'serious' despite record food production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194M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Undernourished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SOFI 2025 · 12%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GHI 25.8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Hunger Index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· rank 102/123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 stunting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NFHS-5 · 2019-21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World's largest PDS covers 800M beneficiaries, but ~12% remain undernourished per FAO 2025.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Paradox: record grain production but GHI 'serious' at 25.8; child stunting ~35%, wasting ~19%.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shocks — heatwaves, erratic monsoons — threaten yields; food inflation volatile.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Fortification and diversification of PDS beyond rice and wheat.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POSHAN Abhiyaan scale-up: nutrition-sensitive agriculture linkages.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Climate-resilient crops: millets, pulses, drought-tolerant varieties.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Stunting prevalence by state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NFHS-5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SOFI 2025 · GHI 2025 · NFHS-5 · WFP · NITI Aayog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11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Above 35% stunting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25-35% stunting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25% stunting (est.)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AGRICULTURE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— ~16% of GDP but ~46% of livelihoods; steady growth driven by policy and technology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+3.7%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 growth 2025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Govt of India · highest globally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~16%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of GDP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46% of workforce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55%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Irrigated area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gross cropped area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 foodgrain output of 358MT in 2024-25; agriculture grew 3.7% — globally highest rate.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Irrigation covers 55% of cropped area; micro-irrigation only 8%; PM-KUSUM expanding solar pumps.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Allied sectors (dairy, fisheries, horticulture) now key drivers; India is world's largest milk producer.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micro-irrigation (drip/sprinkler) in water-stressed states.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Climate-resilient seeds and digital extension services.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Agri-value chains and cold storage under PM Gati-Shakti.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Cultivated cropland (% of area)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/ Ministry of Agriculture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Survey 2024-25 · PIB · Ministry of Agriculture · MOSPI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12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60% cultivated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35-60% cultivated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35% cultivated (est.)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WILDLIFE ECONOMY &amp; TIGER CONSERVATION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Economy — 75% of the world's tigers; a global conservation success driving ecotourism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~3,700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Tiger population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NTCA 2022 · doubled since 2010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Tiger reserves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~5% of forest area protected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~$3B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tourism rev.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Est. direct + indirect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</a:rPr>
              <a:t>Project Tiger (since 1973) has delivered one of the world's greatest wildlife recoveries — 75% of global tigers now in India. Ecotourism generates revenue and local jobs; human-wildlife conflict remains a challenge at reserve margins. Strains: corridor fragmentation, rail/road kills, poaching pressure. Key need is habitat connectivity.</a:t>
            </a:r>
            <a:r>
              <a:rPr lang="en-AE" sz="1200">
                <a:solidFill>
                  <a:srgbClr val="4A4F54"/>
                </a:solidFill>
                <a:latin typeface="Montserrat" pitchFamily="34" charset="0"/>
              </a:rPr>
              <a:t/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</a:rPr>
              <a:t/>
            </a:r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corridors: underpasses, overpasses, reduced linear intrusions.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 mitigation: GPS collars, rapid-response teams, compensation.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Community-based ecotourism and conservation finance models.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under wildlife management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NTCA / protected areas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NTCA 2022 · Science Jan 2025 · WWF · Ministry of Environment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13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10% wildlife land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5-10% wildlife land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5% wildlife land (est.)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· INFRASTRUCTURE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— near-universal electrification; record renewable expansion leading clean transition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99%+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~99% · WB SDG7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254GW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capacity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2025 · +23% YoY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+44.5GW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 additions 2025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Record; solar led at 35GW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 achieved near-universal electrification; 99%+ households connected including 99% rural.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Renewable capacity reached 254GW in Nov 2025; 50% of installed power now from non-fossil sources.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Solar additions of 35GW in 2025 alone; 500GW non-fossil target by 2030 on track.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strengthening and battery storage for renewable integration.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Rooftop solar scale-up under PM Surya Ghar Yojana.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roads and logistics under PM Gati-Shakti.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Electricity access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 Tracking SDG7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World Bank/ESMAP · MNRE · CEA · Ministry of Power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14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Above 99% access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95-99% access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95% access (est.)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WASH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— open defecation reduced to ~7%; piped water push reaching 80% of rural homes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~7%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1264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defecation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 from 39% in 2015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1576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~96%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271576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drinking water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71576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· sanitation ~63%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975104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975104" cy="41148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12618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150M+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4818888" y="160934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Tap connections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Jeevan Mission since 2019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02920" y="24323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58368" y="2688336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Swachh Bharat Mission built 109M+ toilets; open defecation dropped from 39% (2015) to ~7% (2024).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Jeevan Mission installed 150M+ rural tap connections; 80% of rural homes now covered.</a:t>
            </a:r>
            <a:endParaRPr lang="en-US" sz="120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Remaining gaps in safely managed services; groundwater stress and quality issues persist.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" y="4663440"/>
            <a:ext cx="6172200" cy="1591056"/>
          </a:xfrm>
          <a:prstGeom prst="rect">
            <a:avLst/>
          </a:prstGeom>
          <a:solidFill>
            <a:srgbClr val="F4F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5720" cy="159105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" y="4754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INTERVENTIONS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 Jal Jeevan with O&amp;M, water quality monitoring.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13232" y="539496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32688" y="539496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Faecal sludge management and sewage treatment in towns.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713232" y="576072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▸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932688" y="5760720"/>
            <a:ext cx="5632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Groundwater recharge and conservation in water-stressed blocks.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6903720" y="12070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basic water (%)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90372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WHO/UNICEF pattern (est.)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WHO/UNICEF JMP · Jal Jeevan Mission · Ministry of Jal Shakti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15 / 23</a:t>
            </a:r>
            <a:endParaRPr lang="en-US" sz="1200"/>
          </a:p>
        </p:txBody>
      </p:sp>
      <p:sp>
        <p:nvSpPr>
          <p:cNvPr id="33" name="Andaman and Nicobar Islands"/>
          <p:cNvSpPr/>
          <p:nvPr/>
        </p:nvSpPr>
        <p:spPr>
          <a:xfrm>
            <a:off x="10253302" y="4399088"/>
            <a:ext cx="29854" cy="68434"/>
          </a:xfrm>
          <a:custGeom>
            <a:avLst/>
            <a:gdLst/>
            <a:ahLst/>
            <a:cxnLst/>
            <a:rect l="l" t="t" r="r" b="b"/>
            <a:pathLst>
              <a:path w="29854" h="68434">
                <a:moveTo>
                  <a:pt x="16038" y="58090"/>
                </a:moveTo>
                <a:lnTo>
                  <a:pt x="9046" y="50568"/>
                </a:lnTo>
                <a:lnTo>
                  <a:pt x="23725" y="57735"/>
                </a:lnTo>
                <a:lnTo>
                  <a:pt x="29854" y="42806"/>
                </a:lnTo>
                <a:lnTo>
                  <a:pt x="21913" y="0"/>
                </a:lnTo>
                <a:lnTo>
                  <a:pt x="10196" y="18148"/>
                </a:lnTo>
                <a:lnTo>
                  <a:pt x="3937" y="11196"/>
                </a:lnTo>
                <a:lnTo>
                  <a:pt x="9775" y="38478"/>
                </a:lnTo>
                <a:lnTo>
                  <a:pt x="9191" y="28442"/>
                </a:lnTo>
                <a:lnTo>
                  <a:pt x="0" y="35262"/>
                </a:lnTo>
                <a:lnTo>
                  <a:pt x="2687" y="68434"/>
                </a:lnTo>
                <a:lnTo>
                  <a:pt x="22131" y="65809"/>
                </a:lnTo>
                <a:lnTo>
                  <a:pt x="16038" y="5809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ndhra Pradesh"/>
          <p:cNvSpPr/>
          <p:nvPr/>
        </p:nvSpPr>
        <p:spPr>
          <a:xfrm>
            <a:off x="8614451" y="3707003"/>
            <a:ext cx="821679" cy="725695"/>
          </a:xfrm>
          <a:custGeom>
            <a:avLst/>
            <a:gdLst/>
            <a:ahLst/>
            <a:cxnLst/>
            <a:rect l="l" t="t" r="r" b="b"/>
            <a:pathLst>
              <a:path w="821679" h="725695">
                <a:moveTo>
                  <a:pt x="360663" y="621336"/>
                </a:moveTo>
                <a:lnTo>
                  <a:pt x="346140" y="556342"/>
                </a:lnTo>
                <a:lnTo>
                  <a:pt x="353223" y="507918"/>
                </a:lnTo>
                <a:lnTo>
                  <a:pt x="337884" y="453093"/>
                </a:lnTo>
                <a:lnTo>
                  <a:pt x="362300" y="385672"/>
                </a:lnTo>
                <a:lnTo>
                  <a:pt x="403113" y="363741"/>
                </a:lnTo>
                <a:lnTo>
                  <a:pt x="429751" y="382496"/>
                </a:lnTo>
                <a:lnTo>
                  <a:pt x="467427" y="317342"/>
                </a:lnTo>
                <a:lnTo>
                  <a:pt x="510201" y="317006"/>
                </a:lnTo>
                <a:lnTo>
                  <a:pt x="571238" y="289055"/>
                </a:lnTo>
                <a:lnTo>
                  <a:pt x="571839" y="233727"/>
                </a:lnTo>
                <a:lnTo>
                  <a:pt x="758078" y="94347"/>
                </a:lnTo>
                <a:lnTo>
                  <a:pt x="821679" y="12805"/>
                </a:lnTo>
                <a:lnTo>
                  <a:pt x="817829" y="392"/>
                </a:lnTo>
                <a:lnTo>
                  <a:pt x="805940" y="3356"/>
                </a:lnTo>
                <a:lnTo>
                  <a:pt x="813698" y="9586"/>
                </a:lnTo>
                <a:lnTo>
                  <a:pt x="806498" y="15301"/>
                </a:lnTo>
                <a:lnTo>
                  <a:pt x="787991" y="15612"/>
                </a:lnTo>
                <a:lnTo>
                  <a:pt x="780105" y="40010"/>
                </a:lnTo>
                <a:lnTo>
                  <a:pt x="754037" y="44955"/>
                </a:lnTo>
                <a:lnTo>
                  <a:pt x="733645" y="38637"/>
                </a:lnTo>
                <a:lnTo>
                  <a:pt x="723510" y="16059"/>
                </a:lnTo>
                <a:lnTo>
                  <a:pt x="719459" y="26332"/>
                </a:lnTo>
                <a:lnTo>
                  <a:pt x="706150" y="0"/>
                </a:lnTo>
                <a:lnTo>
                  <a:pt x="697007" y="16860"/>
                </a:lnTo>
                <a:lnTo>
                  <a:pt x="689880" y="7719"/>
                </a:lnTo>
                <a:lnTo>
                  <a:pt x="689245" y="23070"/>
                </a:lnTo>
                <a:lnTo>
                  <a:pt x="673691" y="18179"/>
                </a:lnTo>
                <a:lnTo>
                  <a:pt x="683484" y="35546"/>
                </a:lnTo>
                <a:lnTo>
                  <a:pt x="643058" y="57326"/>
                </a:lnTo>
                <a:lnTo>
                  <a:pt x="647327" y="86876"/>
                </a:lnTo>
                <a:lnTo>
                  <a:pt x="621453" y="79190"/>
                </a:lnTo>
                <a:lnTo>
                  <a:pt x="604421" y="102774"/>
                </a:lnTo>
                <a:lnTo>
                  <a:pt x="588472" y="68153"/>
                </a:lnTo>
                <a:lnTo>
                  <a:pt x="566182" y="129610"/>
                </a:lnTo>
                <a:lnTo>
                  <a:pt x="542103" y="121352"/>
                </a:lnTo>
                <a:lnTo>
                  <a:pt x="499540" y="148751"/>
                </a:lnTo>
                <a:lnTo>
                  <a:pt x="453099" y="144921"/>
                </a:lnTo>
                <a:lnTo>
                  <a:pt x="441984" y="158739"/>
                </a:lnTo>
                <a:lnTo>
                  <a:pt x="428568" y="155556"/>
                </a:lnTo>
                <a:lnTo>
                  <a:pt x="421109" y="173300"/>
                </a:lnTo>
                <a:lnTo>
                  <a:pt x="469211" y="198526"/>
                </a:lnTo>
                <a:lnTo>
                  <a:pt x="453907" y="214529"/>
                </a:lnTo>
                <a:lnTo>
                  <a:pt x="427644" y="215705"/>
                </a:lnTo>
                <a:lnTo>
                  <a:pt x="420071" y="235655"/>
                </a:lnTo>
                <a:lnTo>
                  <a:pt x="392759" y="223104"/>
                </a:lnTo>
                <a:lnTo>
                  <a:pt x="380903" y="236759"/>
                </a:lnTo>
                <a:lnTo>
                  <a:pt x="375156" y="229937"/>
                </a:lnTo>
                <a:lnTo>
                  <a:pt x="370459" y="242746"/>
                </a:lnTo>
                <a:lnTo>
                  <a:pt x="395016" y="249124"/>
                </a:lnTo>
                <a:lnTo>
                  <a:pt x="391752" y="265834"/>
                </a:lnTo>
                <a:lnTo>
                  <a:pt x="372212" y="260348"/>
                </a:lnTo>
                <a:lnTo>
                  <a:pt x="353271" y="235204"/>
                </a:lnTo>
                <a:lnTo>
                  <a:pt x="334836" y="249526"/>
                </a:lnTo>
                <a:lnTo>
                  <a:pt x="340315" y="262097"/>
                </a:lnTo>
                <a:lnTo>
                  <a:pt x="329244" y="279648"/>
                </a:lnTo>
                <a:lnTo>
                  <a:pt x="309779" y="269967"/>
                </a:lnTo>
                <a:lnTo>
                  <a:pt x="256538" y="288273"/>
                </a:lnTo>
                <a:lnTo>
                  <a:pt x="252390" y="325827"/>
                </a:lnTo>
                <a:lnTo>
                  <a:pt x="231075" y="324406"/>
                </a:lnTo>
                <a:lnTo>
                  <a:pt x="208012" y="348716"/>
                </a:lnTo>
                <a:lnTo>
                  <a:pt x="169139" y="342762"/>
                </a:lnTo>
                <a:lnTo>
                  <a:pt x="140942" y="369234"/>
                </a:lnTo>
                <a:lnTo>
                  <a:pt x="49816" y="354997"/>
                </a:lnTo>
                <a:lnTo>
                  <a:pt x="27664" y="366723"/>
                </a:lnTo>
                <a:lnTo>
                  <a:pt x="37463" y="388143"/>
                </a:lnTo>
                <a:lnTo>
                  <a:pt x="21520" y="406745"/>
                </a:lnTo>
                <a:lnTo>
                  <a:pt x="41606" y="443019"/>
                </a:lnTo>
                <a:lnTo>
                  <a:pt x="32682" y="461359"/>
                </a:lnTo>
                <a:lnTo>
                  <a:pt x="1205" y="453333"/>
                </a:lnTo>
                <a:lnTo>
                  <a:pt x="10771" y="468946"/>
                </a:lnTo>
                <a:lnTo>
                  <a:pt x="0" y="506186"/>
                </a:lnTo>
                <a:lnTo>
                  <a:pt x="21600" y="519146"/>
                </a:lnTo>
                <a:lnTo>
                  <a:pt x="12335" y="529091"/>
                </a:lnTo>
                <a:lnTo>
                  <a:pt x="18022" y="545859"/>
                </a:lnTo>
                <a:lnTo>
                  <a:pt x="53695" y="535263"/>
                </a:lnTo>
                <a:lnTo>
                  <a:pt x="64610" y="550938"/>
                </a:lnTo>
                <a:lnTo>
                  <a:pt x="66036" y="535524"/>
                </a:lnTo>
                <a:lnTo>
                  <a:pt x="77425" y="552540"/>
                </a:lnTo>
                <a:lnTo>
                  <a:pt x="60402" y="558455"/>
                </a:lnTo>
                <a:lnTo>
                  <a:pt x="65243" y="585418"/>
                </a:lnTo>
                <a:lnTo>
                  <a:pt x="57366" y="569675"/>
                </a:lnTo>
                <a:lnTo>
                  <a:pt x="39555" y="572874"/>
                </a:lnTo>
                <a:lnTo>
                  <a:pt x="26594" y="553396"/>
                </a:lnTo>
                <a:lnTo>
                  <a:pt x="13335" y="554381"/>
                </a:lnTo>
                <a:lnTo>
                  <a:pt x="28481" y="580390"/>
                </a:lnTo>
                <a:lnTo>
                  <a:pt x="23870" y="600995"/>
                </a:lnTo>
                <a:lnTo>
                  <a:pt x="42008" y="599413"/>
                </a:lnTo>
                <a:lnTo>
                  <a:pt x="43208" y="581305"/>
                </a:lnTo>
                <a:lnTo>
                  <a:pt x="68720" y="590401"/>
                </a:lnTo>
                <a:lnTo>
                  <a:pt x="71069" y="608262"/>
                </a:lnTo>
                <a:lnTo>
                  <a:pt x="98044" y="601736"/>
                </a:lnTo>
                <a:lnTo>
                  <a:pt x="109289" y="579137"/>
                </a:lnTo>
                <a:lnTo>
                  <a:pt x="125858" y="577942"/>
                </a:lnTo>
                <a:lnTo>
                  <a:pt x="122302" y="592162"/>
                </a:lnTo>
                <a:lnTo>
                  <a:pt x="138958" y="588219"/>
                </a:lnTo>
                <a:lnTo>
                  <a:pt x="136110" y="612612"/>
                </a:lnTo>
                <a:lnTo>
                  <a:pt x="168473" y="618734"/>
                </a:lnTo>
                <a:lnTo>
                  <a:pt x="165969" y="647134"/>
                </a:lnTo>
                <a:lnTo>
                  <a:pt x="187610" y="652830"/>
                </a:lnTo>
                <a:lnTo>
                  <a:pt x="169470" y="690046"/>
                </a:lnTo>
                <a:lnTo>
                  <a:pt x="174989" y="698758"/>
                </a:lnTo>
                <a:lnTo>
                  <a:pt x="163595" y="690666"/>
                </a:lnTo>
                <a:lnTo>
                  <a:pt x="147835" y="718181"/>
                </a:lnTo>
                <a:lnTo>
                  <a:pt x="175009" y="725695"/>
                </a:lnTo>
                <a:lnTo>
                  <a:pt x="200701" y="676353"/>
                </a:lnTo>
                <a:lnTo>
                  <a:pt x="246884" y="681725"/>
                </a:lnTo>
                <a:lnTo>
                  <a:pt x="254277" y="665016"/>
                </a:lnTo>
                <a:lnTo>
                  <a:pt x="275227" y="663093"/>
                </a:lnTo>
                <a:lnTo>
                  <a:pt x="274919" y="644946"/>
                </a:lnTo>
                <a:lnTo>
                  <a:pt x="308317" y="660955"/>
                </a:lnTo>
                <a:lnTo>
                  <a:pt x="333013" y="623795"/>
                </a:lnTo>
                <a:lnTo>
                  <a:pt x="357936" y="631748"/>
                </a:lnTo>
                <a:lnTo>
                  <a:pt x="360663" y="62133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unāchal Pradesh"/>
          <p:cNvSpPr/>
          <p:nvPr/>
        </p:nvSpPr>
        <p:spPr>
          <a:xfrm>
            <a:off x="10136216" y="2564407"/>
            <a:ext cx="603813" cy="308222"/>
          </a:xfrm>
          <a:custGeom>
            <a:avLst/>
            <a:gdLst/>
            <a:ahLst/>
            <a:cxnLst/>
            <a:rect l="l" t="t" r="r" b="b"/>
            <a:pathLst>
              <a:path w="603813" h="308222">
                <a:moveTo>
                  <a:pt x="379629" y="308222"/>
                </a:moveTo>
                <a:lnTo>
                  <a:pt x="399876" y="306273"/>
                </a:lnTo>
                <a:lnTo>
                  <a:pt x="482031" y="242045"/>
                </a:lnTo>
                <a:lnTo>
                  <a:pt x="530997" y="231674"/>
                </a:lnTo>
                <a:lnTo>
                  <a:pt x="548500" y="252940"/>
                </a:lnTo>
                <a:lnTo>
                  <a:pt x="578507" y="257990"/>
                </a:lnTo>
                <a:lnTo>
                  <a:pt x="550105" y="205750"/>
                </a:lnTo>
                <a:lnTo>
                  <a:pt x="587465" y="173003"/>
                </a:lnTo>
                <a:lnTo>
                  <a:pt x="601094" y="174509"/>
                </a:lnTo>
                <a:lnTo>
                  <a:pt x="603813" y="160305"/>
                </a:lnTo>
                <a:lnTo>
                  <a:pt x="592779" y="154370"/>
                </a:lnTo>
                <a:lnTo>
                  <a:pt x="602354" y="140663"/>
                </a:lnTo>
                <a:lnTo>
                  <a:pt x="526732" y="110938"/>
                </a:lnTo>
                <a:lnTo>
                  <a:pt x="499433" y="124366"/>
                </a:lnTo>
                <a:lnTo>
                  <a:pt x="485501" y="116670"/>
                </a:lnTo>
                <a:lnTo>
                  <a:pt x="521818" y="76116"/>
                </a:lnTo>
                <a:lnTo>
                  <a:pt x="512562" y="42631"/>
                </a:lnTo>
                <a:lnTo>
                  <a:pt x="475629" y="61848"/>
                </a:lnTo>
                <a:lnTo>
                  <a:pt x="470325" y="42738"/>
                </a:lnTo>
                <a:lnTo>
                  <a:pt x="498996" y="22881"/>
                </a:lnTo>
                <a:lnTo>
                  <a:pt x="483641" y="25233"/>
                </a:lnTo>
                <a:lnTo>
                  <a:pt x="467625" y="0"/>
                </a:lnTo>
                <a:lnTo>
                  <a:pt x="417332" y="22146"/>
                </a:lnTo>
                <a:lnTo>
                  <a:pt x="401712" y="47247"/>
                </a:lnTo>
                <a:lnTo>
                  <a:pt x="334955" y="32853"/>
                </a:lnTo>
                <a:lnTo>
                  <a:pt x="317540" y="12372"/>
                </a:lnTo>
                <a:lnTo>
                  <a:pt x="274945" y="41740"/>
                </a:lnTo>
                <a:lnTo>
                  <a:pt x="245166" y="87541"/>
                </a:lnTo>
                <a:lnTo>
                  <a:pt x="184563" y="91000"/>
                </a:lnTo>
                <a:lnTo>
                  <a:pt x="172366" y="125040"/>
                </a:lnTo>
                <a:lnTo>
                  <a:pt x="117612" y="148093"/>
                </a:lnTo>
                <a:lnTo>
                  <a:pt x="122980" y="163247"/>
                </a:lnTo>
                <a:lnTo>
                  <a:pt x="104560" y="181934"/>
                </a:lnTo>
                <a:lnTo>
                  <a:pt x="68545" y="177692"/>
                </a:lnTo>
                <a:lnTo>
                  <a:pt x="38526" y="193651"/>
                </a:lnTo>
                <a:lnTo>
                  <a:pt x="0" y="178035"/>
                </a:lnTo>
                <a:lnTo>
                  <a:pt x="10578" y="219212"/>
                </a:lnTo>
                <a:lnTo>
                  <a:pt x="48766" y="219791"/>
                </a:lnTo>
                <a:lnTo>
                  <a:pt x="59206" y="241137"/>
                </a:lnTo>
                <a:lnTo>
                  <a:pt x="49623" y="264333"/>
                </a:lnTo>
                <a:lnTo>
                  <a:pt x="66741" y="285184"/>
                </a:lnTo>
                <a:lnTo>
                  <a:pt x="115918" y="269461"/>
                </a:lnTo>
                <a:lnTo>
                  <a:pt x="151887" y="282582"/>
                </a:lnTo>
                <a:lnTo>
                  <a:pt x="217596" y="276640"/>
                </a:lnTo>
                <a:lnTo>
                  <a:pt x="280205" y="215175"/>
                </a:lnTo>
                <a:lnTo>
                  <a:pt x="277045" y="202765"/>
                </a:lnTo>
                <a:lnTo>
                  <a:pt x="300123" y="211358"/>
                </a:lnTo>
                <a:lnTo>
                  <a:pt x="417852" y="167039"/>
                </a:lnTo>
                <a:lnTo>
                  <a:pt x="455533" y="166140"/>
                </a:lnTo>
                <a:lnTo>
                  <a:pt x="432984" y="192973"/>
                </a:lnTo>
                <a:lnTo>
                  <a:pt x="442480" y="226190"/>
                </a:lnTo>
                <a:lnTo>
                  <a:pt x="460315" y="232478"/>
                </a:lnTo>
                <a:lnTo>
                  <a:pt x="447413" y="244645"/>
                </a:lnTo>
                <a:lnTo>
                  <a:pt x="407957" y="243895"/>
                </a:lnTo>
                <a:lnTo>
                  <a:pt x="402202" y="258610"/>
                </a:lnTo>
                <a:lnTo>
                  <a:pt x="375783" y="268869"/>
                </a:lnTo>
                <a:lnTo>
                  <a:pt x="379629" y="308222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ssam"/>
          <p:cNvSpPr/>
          <p:nvPr/>
        </p:nvSpPr>
        <p:spPr>
          <a:xfrm>
            <a:off x="9945978" y="2730577"/>
            <a:ext cx="650553" cy="424593"/>
          </a:xfrm>
          <a:custGeom>
            <a:avLst/>
            <a:gdLst/>
            <a:ahLst/>
            <a:cxnLst/>
            <a:rect l="l" t="t" r="r" b="b"/>
            <a:pathLst>
              <a:path w="650553" h="424593">
                <a:moveTo>
                  <a:pt x="565823" y="103339"/>
                </a:moveTo>
                <a:lnTo>
                  <a:pt x="592440" y="92440"/>
                </a:lnTo>
                <a:lnTo>
                  <a:pt x="598195" y="77725"/>
                </a:lnTo>
                <a:lnTo>
                  <a:pt x="637651" y="78475"/>
                </a:lnTo>
                <a:lnTo>
                  <a:pt x="650553" y="66308"/>
                </a:lnTo>
                <a:lnTo>
                  <a:pt x="632718" y="60020"/>
                </a:lnTo>
                <a:lnTo>
                  <a:pt x="623222" y="26803"/>
                </a:lnTo>
                <a:lnTo>
                  <a:pt x="645818" y="0"/>
                </a:lnTo>
                <a:lnTo>
                  <a:pt x="608090" y="869"/>
                </a:lnTo>
                <a:lnTo>
                  <a:pt x="490361" y="45188"/>
                </a:lnTo>
                <a:lnTo>
                  <a:pt x="467283" y="36595"/>
                </a:lnTo>
                <a:lnTo>
                  <a:pt x="470443" y="49005"/>
                </a:lnTo>
                <a:lnTo>
                  <a:pt x="400272" y="112300"/>
                </a:lnTo>
                <a:lnTo>
                  <a:pt x="342125" y="116412"/>
                </a:lnTo>
                <a:lnTo>
                  <a:pt x="306156" y="103291"/>
                </a:lnTo>
                <a:lnTo>
                  <a:pt x="242716" y="123829"/>
                </a:lnTo>
                <a:lnTo>
                  <a:pt x="225854" y="115822"/>
                </a:lnTo>
                <a:lnTo>
                  <a:pt x="205028" y="128254"/>
                </a:lnTo>
                <a:lnTo>
                  <a:pt x="104849" y="132510"/>
                </a:lnTo>
                <a:lnTo>
                  <a:pt x="67645" y="117822"/>
                </a:lnTo>
                <a:lnTo>
                  <a:pt x="16493" y="136235"/>
                </a:lnTo>
                <a:lnTo>
                  <a:pt x="16241" y="175144"/>
                </a:lnTo>
                <a:lnTo>
                  <a:pt x="0" y="196616"/>
                </a:lnTo>
                <a:lnTo>
                  <a:pt x="19421" y="223872"/>
                </a:lnTo>
                <a:lnTo>
                  <a:pt x="15707" y="276969"/>
                </a:lnTo>
                <a:lnTo>
                  <a:pt x="33107" y="261332"/>
                </a:lnTo>
                <a:lnTo>
                  <a:pt x="20186" y="246076"/>
                </a:lnTo>
                <a:lnTo>
                  <a:pt x="46578" y="221471"/>
                </a:lnTo>
                <a:lnTo>
                  <a:pt x="128561" y="223535"/>
                </a:lnTo>
                <a:lnTo>
                  <a:pt x="134592" y="237707"/>
                </a:lnTo>
                <a:lnTo>
                  <a:pt x="154134" y="233156"/>
                </a:lnTo>
                <a:lnTo>
                  <a:pt x="156874" y="248562"/>
                </a:lnTo>
                <a:lnTo>
                  <a:pt x="188581" y="232061"/>
                </a:lnTo>
                <a:lnTo>
                  <a:pt x="193668" y="214085"/>
                </a:lnTo>
                <a:lnTo>
                  <a:pt x="203011" y="228411"/>
                </a:lnTo>
                <a:lnTo>
                  <a:pt x="218948" y="204524"/>
                </a:lnTo>
                <a:lnTo>
                  <a:pt x="228583" y="218015"/>
                </a:lnTo>
                <a:lnTo>
                  <a:pt x="265224" y="210489"/>
                </a:lnTo>
                <a:lnTo>
                  <a:pt x="252617" y="223953"/>
                </a:lnTo>
                <a:lnTo>
                  <a:pt x="260145" y="227854"/>
                </a:lnTo>
                <a:lnTo>
                  <a:pt x="252998" y="254152"/>
                </a:lnTo>
                <a:lnTo>
                  <a:pt x="276458" y="245015"/>
                </a:lnTo>
                <a:lnTo>
                  <a:pt x="304148" y="263169"/>
                </a:lnTo>
                <a:lnTo>
                  <a:pt x="295055" y="277090"/>
                </a:lnTo>
                <a:lnTo>
                  <a:pt x="319582" y="304756"/>
                </a:lnTo>
                <a:lnTo>
                  <a:pt x="286403" y="316725"/>
                </a:lnTo>
                <a:lnTo>
                  <a:pt x="287153" y="343027"/>
                </a:lnTo>
                <a:lnTo>
                  <a:pt x="260984" y="339784"/>
                </a:lnTo>
                <a:lnTo>
                  <a:pt x="267391" y="357990"/>
                </a:lnTo>
                <a:lnTo>
                  <a:pt x="256728" y="412731"/>
                </a:lnTo>
                <a:lnTo>
                  <a:pt x="280421" y="411433"/>
                </a:lnTo>
                <a:lnTo>
                  <a:pt x="284842" y="424593"/>
                </a:lnTo>
                <a:lnTo>
                  <a:pt x="315472" y="381885"/>
                </a:lnTo>
                <a:lnTo>
                  <a:pt x="322328" y="398257"/>
                </a:lnTo>
                <a:lnTo>
                  <a:pt x="344158" y="393883"/>
                </a:lnTo>
                <a:lnTo>
                  <a:pt x="351138" y="349665"/>
                </a:lnTo>
                <a:lnTo>
                  <a:pt x="388311" y="294892"/>
                </a:lnTo>
                <a:lnTo>
                  <a:pt x="373505" y="268163"/>
                </a:lnTo>
                <a:lnTo>
                  <a:pt x="418676" y="221131"/>
                </a:lnTo>
                <a:lnTo>
                  <a:pt x="421767" y="238977"/>
                </a:lnTo>
                <a:lnTo>
                  <a:pt x="440630" y="227014"/>
                </a:lnTo>
                <a:lnTo>
                  <a:pt x="442935" y="198657"/>
                </a:lnTo>
                <a:lnTo>
                  <a:pt x="469214" y="157714"/>
                </a:lnTo>
                <a:lnTo>
                  <a:pt x="475417" y="166915"/>
                </a:lnTo>
                <a:lnTo>
                  <a:pt x="490211" y="144352"/>
                </a:lnTo>
                <a:lnTo>
                  <a:pt x="565823" y="103339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ihār"/>
          <p:cNvSpPr/>
          <p:nvPr/>
        </p:nvSpPr>
        <p:spPr>
          <a:xfrm>
            <a:off x="9289318" y="2779864"/>
            <a:ext cx="512645" cy="358665"/>
          </a:xfrm>
          <a:custGeom>
            <a:avLst/>
            <a:gdLst/>
            <a:ahLst/>
            <a:cxnLst/>
            <a:rect l="l" t="t" r="r" b="b"/>
            <a:pathLst>
              <a:path w="512645" h="358665">
                <a:moveTo>
                  <a:pt x="18846" y="332131"/>
                </a:moveTo>
                <a:lnTo>
                  <a:pt x="56876" y="331381"/>
                </a:lnTo>
                <a:lnTo>
                  <a:pt x="70842" y="319107"/>
                </a:lnTo>
                <a:lnTo>
                  <a:pt x="81136" y="337451"/>
                </a:lnTo>
                <a:lnTo>
                  <a:pt x="100582" y="328243"/>
                </a:lnTo>
                <a:lnTo>
                  <a:pt x="121068" y="358665"/>
                </a:lnTo>
                <a:lnTo>
                  <a:pt x="152568" y="331555"/>
                </a:lnTo>
                <a:lnTo>
                  <a:pt x="163041" y="349134"/>
                </a:lnTo>
                <a:lnTo>
                  <a:pt x="182096" y="349115"/>
                </a:lnTo>
                <a:lnTo>
                  <a:pt x="211110" y="328822"/>
                </a:lnTo>
                <a:lnTo>
                  <a:pt x="241705" y="326189"/>
                </a:lnTo>
                <a:lnTo>
                  <a:pt x="248776" y="299357"/>
                </a:lnTo>
                <a:lnTo>
                  <a:pt x="281577" y="303911"/>
                </a:lnTo>
                <a:lnTo>
                  <a:pt x="321673" y="349625"/>
                </a:lnTo>
                <a:lnTo>
                  <a:pt x="338007" y="322951"/>
                </a:lnTo>
                <a:lnTo>
                  <a:pt x="370233" y="329944"/>
                </a:lnTo>
                <a:lnTo>
                  <a:pt x="372638" y="318025"/>
                </a:lnTo>
                <a:lnTo>
                  <a:pt x="384094" y="322907"/>
                </a:lnTo>
                <a:lnTo>
                  <a:pt x="393842" y="277323"/>
                </a:lnTo>
                <a:lnTo>
                  <a:pt x="412555" y="254651"/>
                </a:lnTo>
                <a:lnTo>
                  <a:pt x="428057" y="257895"/>
                </a:lnTo>
                <a:lnTo>
                  <a:pt x="438962" y="240690"/>
                </a:lnTo>
                <a:lnTo>
                  <a:pt x="463100" y="252618"/>
                </a:lnTo>
                <a:lnTo>
                  <a:pt x="459863" y="229611"/>
                </a:lnTo>
                <a:lnTo>
                  <a:pt x="474281" y="219651"/>
                </a:lnTo>
                <a:lnTo>
                  <a:pt x="489324" y="225794"/>
                </a:lnTo>
                <a:lnTo>
                  <a:pt x="486903" y="201539"/>
                </a:lnTo>
                <a:lnTo>
                  <a:pt x="462308" y="176492"/>
                </a:lnTo>
                <a:lnTo>
                  <a:pt x="512645" y="129793"/>
                </a:lnTo>
                <a:lnTo>
                  <a:pt x="505753" y="105129"/>
                </a:lnTo>
                <a:lnTo>
                  <a:pt x="491886" y="107740"/>
                </a:lnTo>
                <a:lnTo>
                  <a:pt x="483767" y="128127"/>
                </a:lnTo>
                <a:lnTo>
                  <a:pt x="470297" y="114473"/>
                </a:lnTo>
                <a:lnTo>
                  <a:pt x="413865" y="129909"/>
                </a:lnTo>
                <a:lnTo>
                  <a:pt x="388218" y="118475"/>
                </a:lnTo>
                <a:lnTo>
                  <a:pt x="386119" y="103411"/>
                </a:lnTo>
                <a:lnTo>
                  <a:pt x="351057" y="121618"/>
                </a:lnTo>
                <a:lnTo>
                  <a:pt x="310150" y="99754"/>
                </a:lnTo>
                <a:lnTo>
                  <a:pt x="278693" y="94561"/>
                </a:lnTo>
                <a:lnTo>
                  <a:pt x="260434" y="105416"/>
                </a:lnTo>
                <a:lnTo>
                  <a:pt x="238327" y="71689"/>
                </a:lnTo>
                <a:lnTo>
                  <a:pt x="194750" y="84395"/>
                </a:lnTo>
                <a:lnTo>
                  <a:pt x="192548" y="71931"/>
                </a:lnTo>
                <a:lnTo>
                  <a:pt x="136208" y="52371"/>
                </a:lnTo>
                <a:lnTo>
                  <a:pt x="133828" y="19876"/>
                </a:lnTo>
                <a:lnTo>
                  <a:pt x="100264" y="15090"/>
                </a:lnTo>
                <a:lnTo>
                  <a:pt x="85100" y="0"/>
                </a:lnTo>
                <a:lnTo>
                  <a:pt x="54344" y="7721"/>
                </a:lnTo>
                <a:lnTo>
                  <a:pt x="76190" y="69937"/>
                </a:lnTo>
                <a:lnTo>
                  <a:pt x="96142" y="73442"/>
                </a:lnTo>
                <a:lnTo>
                  <a:pt x="94763" y="86518"/>
                </a:lnTo>
                <a:lnTo>
                  <a:pt x="113214" y="98931"/>
                </a:lnTo>
                <a:lnTo>
                  <a:pt x="78891" y="97568"/>
                </a:lnTo>
                <a:lnTo>
                  <a:pt x="60523" y="110892"/>
                </a:lnTo>
                <a:lnTo>
                  <a:pt x="88199" y="127362"/>
                </a:lnTo>
                <a:lnTo>
                  <a:pt x="87102" y="141744"/>
                </a:lnTo>
                <a:lnTo>
                  <a:pt x="70955" y="149026"/>
                </a:lnTo>
                <a:lnTo>
                  <a:pt x="135323" y="198686"/>
                </a:lnTo>
                <a:lnTo>
                  <a:pt x="80736" y="199457"/>
                </a:lnTo>
                <a:lnTo>
                  <a:pt x="54167" y="231266"/>
                </a:lnTo>
                <a:lnTo>
                  <a:pt x="3813" y="257308"/>
                </a:lnTo>
                <a:lnTo>
                  <a:pt x="0" y="277551"/>
                </a:lnTo>
                <a:lnTo>
                  <a:pt x="23447" y="321272"/>
                </a:lnTo>
                <a:lnTo>
                  <a:pt x="18846" y="332131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ndīgarh"/>
          <p:cNvSpPr/>
          <p:nvPr/>
        </p:nvSpPr>
        <p:spPr>
          <a:xfrm>
            <a:off x="8608288" y="2420748"/>
            <a:ext cx="13662" cy="9778"/>
          </a:xfrm>
          <a:custGeom>
            <a:avLst/>
            <a:gdLst/>
            <a:ahLst/>
            <a:cxnLst/>
            <a:rect l="l" t="t" r="r" b="b"/>
            <a:pathLst>
              <a:path w="13662" h="9778">
                <a:moveTo>
                  <a:pt x="13662" y="0"/>
                </a:moveTo>
                <a:lnTo>
                  <a:pt x="0" y="1283"/>
                </a:lnTo>
                <a:lnTo>
                  <a:pt x="10157" y="9778"/>
                </a:lnTo>
                <a:lnTo>
                  <a:pt x="13662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hattīsgarh"/>
          <p:cNvSpPr/>
          <p:nvPr/>
        </p:nvSpPr>
        <p:spPr>
          <a:xfrm>
            <a:off x="8975590" y="3158537"/>
            <a:ext cx="424494" cy="700376"/>
          </a:xfrm>
          <a:custGeom>
            <a:avLst/>
            <a:gdLst/>
            <a:ahLst/>
            <a:cxnLst/>
            <a:rect l="l" t="t" r="r" b="b"/>
            <a:pathLst>
              <a:path w="424494" h="700376">
                <a:moveTo>
                  <a:pt x="0" y="597360"/>
                </a:moveTo>
                <a:lnTo>
                  <a:pt x="47558" y="631775"/>
                </a:lnTo>
                <a:lnTo>
                  <a:pt x="48598" y="658688"/>
                </a:lnTo>
                <a:lnTo>
                  <a:pt x="72698" y="657750"/>
                </a:lnTo>
                <a:lnTo>
                  <a:pt x="75714" y="699993"/>
                </a:lnTo>
                <a:lnTo>
                  <a:pt x="115353" y="700376"/>
                </a:lnTo>
                <a:lnTo>
                  <a:pt x="128953" y="648946"/>
                </a:lnTo>
                <a:lnTo>
                  <a:pt x="152099" y="638348"/>
                </a:lnTo>
                <a:lnTo>
                  <a:pt x="174063" y="612066"/>
                </a:lnTo>
                <a:lnTo>
                  <a:pt x="166870" y="604629"/>
                </a:lnTo>
                <a:lnTo>
                  <a:pt x="203138" y="575593"/>
                </a:lnTo>
                <a:lnTo>
                  <a:pt x="197310" y="519174"/>
                </a:lnTo>
                <a:lnTo>
                  <a:pt x="180798" y="510282"/>
                </a:lnTo>
                <a:lnTo>
                  <a:pt x="184555" y="478878"/>
                </a:lnTo>
                <a:lnTo>
                  <a:pt x="162689" y="464694"/>
                </a:lnTo>
                <a:lnTo>
                  <a:pt x="164518" y="450745"/>
                </a:lnTo>
                <a:lnTo>
                  <a:pt x="202255" y="455261"/>
                </a:lnTo>
                <a:lnTo>
                  <a:pt x="213358" y="473865"/>
                </a:lnTo>
                <a:lnTo>
                  <a:pt x="223722" y="465613"/>
                </a:lnTo>
                <a:lnTo>
                  <a:pt x="239930" y="470407"/>
                </a:lnTo>
                <a:lnTo>
                  <a:pt x="238734" y="480519"/>
                </a:lnTo>
                <a:lnTo>
                  <a:pt x="250626" y="473952"/>
                </a:lnTo>
                <a:lnTo>
                  <a:pt x="251458" y="456232"/>
                </a:lnTo>
                <a:lnTo>
                  <a:pt x="218907" y="449366"/>
                </a:lnTo>
                <a:lnTo>
                  <a:pt x="213925" y="356939"/>
                </a:lnTo>
                <a:lnTo>
                  <a:pt x="225721" y="363791"/>
                </a:lnTo>
                <a:lnTo>
                  <a:pt x="243745" y="327505"/>
                </a:lnTo>
                <a:lnTo>
                  <a:pt x="294282" y="332943"/>
                </a:lnTo>
                <a:lnTo>
                  <a:pt x="308437" y="302676"/>
                </a:lnTo>
                <a:lnTo>
                  <a:pt x="322588" y="305708"/>
                </a:lnTo>
                <a:lnTo>
                  <a:pt x="315557" y="288969"/>
                </a:lnTo>
                <a:lnTo>
                  <a:pt x="341595" y="250219"/>
                </a:lnTo>
                <a:lnTo>
                  <a:pt x="338873" y="221952"/>
                </a:lnTo>
                <a:lnTo>
                  <a:pt x="384785" y="192478"/>
                </a:lnTo>
                <a:lnTo>
                  <a:pt x="384686" y="170110"/>
                </a:lnTo>
                <a:lnTo>
                  <a:pt x="406388" y="159661"/>
                </a:lnTo>
                <a:lnTo>
                  <a:pt x="424494" y="130957"/>
                </a:lnTo>
                <a:lnTo>
                  <a:pt x="399097" y="126573"/>
                </a:lnTo>
                <a:lnTo>
                  <a:pt x="387003" y="105412"/>
                </a:lnTo>
                <a:lnTo>
                  <a:pt x="391399" y="85738"/>
                </a:lnTo>
                <a:lnTo>
                  <a:pt x="379939" y="80852"/>
                </a:lnTo>
                <a:lnTo>
                  <a:pt x="385415" y="52334"/>
                </a:lnTo>
                <a:lnTo>
                  <a:pt x="360284" y="54939"/>
                </a:lnTo>
                <a:lnTo>
                  <a:pt x="325342" y="2301"/>
                </a:lnTo>
                <a:lnTo>
                  <a:pt x="313854" y="0"/>
                </a:lnTo>
                <a:lnTo>
                  <a:pt x="295326" y="24535"/>
                </a:lnTo>
                <a:lnTo>
                  <a:pt x="260343" y="16017"/>
                </a:lnTo>
                <a:lnTo>
                  <a:pt x="231800" y="35760"/>
                </a:lnTo>
                <a:lnTo>
                  <a:pt x="137493" y="22609"/>
                </a:lnTo>
                <a:lnTo>
                  <a:pt x="146500" y="42688"/>
                </a:lnTo>
                <a:lnTo>
                  <a:pt x="134226" y="57778"/>
                </a:lnTo>
                <a:lnTo>
                  <a:pt x="139411" y="69243"/>
                </a:lnTo>
                <a:lnTo>
                  <a:pt x="169909" y="63624"/>
                </a:lnTo>
                <a:lnTo>
                  <a:pt x="197775" y="86796"/>
                </a:lnTo>
                <a:lnTo>
                  <a:pt x="194418" y="106851"/>
                </a:lnTo>
                <a:lnTo>
                  <a:pt x="171861" y="113970"/>
                </a:lnTo>
                <a:lnTo>
                  <a:pt x="138885" y="174000"/>
                </a:lnTo>
                <a:lnTo>
                  <a:pt x="86300" y="185147"/>
                </a:lnTo>
                <a:lnTo>
                  <a:pt x="75495" y="226691"/>
                </a:lnTo>
                <a:lnTo>
                  <a:pt x="65378" y="221546"/>
                </a:lnTo>
                <a:lnTo>
                  <a:pt x="46662" y="265480"/>
                </a:lnTo>
                <a:lnTo>
                  <a:pt x="41870" y="311526"/>
                </a:lnTo>
                <a:lnTo>
                  <a:pt x="19682" y="325309"/>
                </a:lnTo>
                <a:lnTo>
                  <a:pt x="15586" y="343746"/>
                </a:lnTo>
                <a:lnTo>
                  <a:pt x="28125" y="351901"/>
                </a:lnTo>
                <a:lnTo>
                  <a:pt x="32406" y="379680"/>
                </a:lnTo>
                <a:lnTo>
                  <a:pt x="21428" y="387026"/>
                </a:lnTo>
                <a:lnTo>
                  <a:pt x="36956" y="389241"/>
                </a:lnTo>
                <a:lnTo>
                  <a:pt x="36390" y="418751"/>
                </a:lnTo>
                <a:lnTo>
                  <a:pt x="12600" y="428475"/>
                </a:lnTo>
                <a:lnTo>
                  <a:pt x="29232" y="447687"/>
                </a:lnTo>
                <a:lnTo>
                  <a:pt x="13264" y="478271"/>
                </a:lnTo>
                <a:lnTo>
                  <a:pt x="28148" y="475813"/>
                </a:lnTo>
                <a:lnTo>
                  <a:pt x="64393" y="513153"/>
                </a:lnTo>
                <a:lnTo>
                  <a:pt x="49845" y="534484"/>
                </a:lnTo>
                <a:lnTo>
                  <a:pt x="30918" y="521975"/>
                </a:lnTo>
                <a:lnTo>
                  <a:pt x="12454" y="539450"/>
                </a:lnTo>
                <a:lnTo>
                  <a:pt x="0" y="59736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elhi"/>
          <p:cNvSpPr/>
          <p:nvPr/>
        </p:nvSpPr>
        <p:spPr>
          <a:xfrm>
            <a:off x="8626692" y="2631222"/>
            <a:ext cx="45598" cy="50290"/>
          </a:xfrm>
          <a:custGeom>
            <a:avLst/>
            <a:gdLst/>
            <a:ahLst/>
            <a:cxnLst/>
            <a:rect l="l" t="t" r="r" b="b"/>
            <a:pathLst>
              <a:path w="45598" h="50290">
                <a:moveTo>
                  <a:pt x="33554" y="0"/>
                </a:moveTo>
                <a:lnTo>
                  <a:pt x="6886" y="4392"/>
                </a:lnTo>
                <a:lnTo>
                  <a:pt x="0" y="39630"/>
                </a:lnTo>
                <a:lnTo>
                  <a:pt x="21631" y="38152"/>
                </a:lnTo>
                <a:lnTo>
                  <a:pt x="29905" y="50290"/>
                </a:lnTo>
                <a:lnTo>
                  <a:pt x="45598" y="40809"/>
                </a:lnTo>
                <a:lnTo>
                  <a:pt x="33554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ādra and Nagar Haveli and Damān and Diu"/>
          <p:cNvSpPr/>
          <p:nvPr/>
        </p:nvSpPr>
        <p:spPr>
          <a:xfrm>
            <a:off x="8217800" y="3574199"/>
            <a:ext cx="30726" cy="32542"/>
          </a:xfrm>
          <a:custGeom>
            <a:avLst/>
            <a:gdLst/>
            <a:ahLst/>
            <a:cxnLst/>
            <a:rect l="l" t="t" r="r" b="b"/>
            <a:pathLst>
              <a:path w="30726" h="32542">
                <a:moveTo>
                  <a:pt x="30726" y="26621"/>
                </a:moveTo>
                <a:lnTo>
                  <a:pt x="26390" y="16888"/>
                </a:lnTo>
                <a:lnTo>
                  <a:pt x="15266" y="22030"/>
                </a:lnTo>
                <a:lnTo>
                  <a:pt x="26246" y="7975"/>
                </a:lnTo>
                <a:lnTo>
                  <a:pt x="19001" y="0"/>
                </a:lnTo>
                <a:lnTo>
                  <a:pt x="0" y="9419"/>
                </a:lnTo>
                <a:lnTo>
                  <a:pt x="13117" y="32542"/>
                </a:lnTo>
                <a:lnTo>
                  <a:pt x="30726" y="266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oa"/>
          <p:cNvSpPr/>
          <p:nvPr/>
        </p:nvSpPr>
        <p:spPr>
          <a:xfrm>
            <a:off x="8296369" y="4080179"/>
            <a:ext cx="68063" cy="99150"/>
          </a:xfrm>
          <a:custGeom>
            <a:avLst/>
            <a:gdLst/>
            <a:ahLst/>
            <a:cxnLst/>
            <a:rect l="l" t="t" r="r" b="b"/>
            <a:pathLst>
              <a:path w="68063" h="99150">
                <a:moveTo>
                  <a:pt x="0" y="8183"/>
                </a:moveTo>
                <a:lnTo>
                  <a:pt x="11585" y="37537"/>
                </a:lnTo>
                <a:lnTo>
                  <a:pt x="26881" y="40612"/>
                </a:lnTo>
                <a:lnTo>
                  <a:pt x="11080" y="43195"/>
                </a:lnTo>
                <a:lnTo>
                  <a:pt x="22599" y="52042"/>
                </a:lnTo>
                <a:lnTo>
                  <a:pt x="24389" y="79403"/>
                </a:lnTo>
                <a:lnTo>
                  <a:pt x="40284" y="99150"/>
                </a:lnTo>
                <a:lnTo>
                  <a:pt x="59409" y="93437"/>
                </a:lnTo>
                <a:lnTo>
                  <a:pt x="59302" y="60165"/>
                </a:lnTo>
                <a:lnTo>
                  <a:pt x="68063" y="56127"/>
                </a:lnTo>
                <a:lnTo>
                  <a:pt x="59210" y="15921"/>
                </a:lnTo>
                <a:lnTo>
                  <a:pt x="32471" y="21004"/>
                </a:lnTo>
                <a:lnTo>
                  <a:pt x="18644" y="0"/>
                </a:lnTo>
                <a:lnTo>
                  <a:pt x="0" y="81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ujarāt"/>
          <p:cNvSpPr/>
          <p:nvPr/>
        </p:nvSpPr>
        <p:spPr>
          <a:xfrm>
            <a:off x="7724366" y="3091292"/>
            <a:ext cx="654487" cy="507930"/>
          </a:xfrm>
          <a:custGeom>
            <a:avLst/>
            <a:gdLst/>
            <a:ahLst/>
            <a:cxnLst/>
            <a:rect l="l" t="t" r="r" b="b"/>
            <a:pathLst>
              <a:path w="654487" h="507930">
                <a:moveTo>
                  <a:pt x="498520" y="499729"/>
                </a:moveTo>
                <a:lnTo>
                  <a:pt x="493924" y="491683"/>
                </a:lnTo>
                <a:lnTo>
                  <a:pt x="512401" y="482901"/>
                </a:lnTo>
                <a:lnTo>
                  <a:pt x="519680" y="490882"/>
                </a:lnTo>
                <a:lnTo>
                  <a:pt x="509120" y="505297"/>
                </a:lnTo>
                <a:lnTo>
                  <a:pt x="545382" y="500887"/>
                </a:lnTo>
                <a:lnTo>
                  <a:pt x="548758" y="443267"/>
                </a:lnTo>
                <a:lnTo>
                  <a:pt x="579135" y="460221"/>
                </a:lnTo>
                <a:lnTo>
                  <a:pt x="599478" y="440518"/>
                </a:lnTo>
                <a:lnTo>
                  <a:pt x="595245" y="413904"/>
                </a:lnTo>
                <a:lnTo>
                  <a:pt x="561894" y="392994"/>
                </a:lnTo>
                <a:lnTo>
                  <a:pt x="586448" y="392628"/>
                </a:lnTo>
                <a:lnTo>
                  <a:pt x="599117" y="366998"/>
                </a:lnTo>
                <a:lnTo>
                  <a:pt x="638434" y="356612"/>
                </a:lnTo>
                <a:lnTo>
                  <a:pt x="590185" y="356680"/>
                </a:lnTo>
                <a:lnTo>
                  <a:pt x="584385" y="320421"/>
                </a:lnTo>
                <a:lnTo>
                  <a:pt x="620563" y="306677"/>
                </a:lnTo>
                <a:lnTo>
                  <a:pt x="612107" y="261618"/>
                </a:lnTo>
                <a:lnTo>
                  <a:pt x="635388" y="257244"/>
                </a:lnTo>
                <a:lnTo>
                  <a:pt x="609376" y="241615"/>
                </a:lnTo>
                <a:lnTo>
                  <a:pt x="644449" y="230534"/>
                </a:lnTo>
                <a:lnTo>
                  <a:pt x="654487" y="206022"/>
                </a:lnTo>
                <a:lnTo>
                  <a:pt x="616424" y="157393"/>
                </a:lnTo>
                <a:lnTo>
                  <a:pt x="567046" y="140213"/>
                </a:lnTo>
                <a:lnTo>
                  <a:pt x="569975" y="121046"/>
                </a:lnTo>
                <a:lnTo>
                  <a:pt x="556326" y="122643"/>
                </a:lnTo>
                <a:lnTo>
                  <a:pt x="538697" y="102170"/>
                </a:lnTo>
                <a:lnTo>
                  <a:pt x="539741" y="67407"/>
                </a:lnTo>
                <a:lnTo>
                  <a:pt x="527469" y="78768"/>
                </a:lnTo>
                <a:lnTo>
                  <a:pt x="509417" y="57417"/>
                </a:lnTo>
                <a:lnTo>
                  <a:pt x="525047" y="38639"/>
                </a:lnTo>
                <a:lnTo>
                  <a:pt x="510349" y="35011"/>
                </a:lnTo>
                <a:lnTo>
                  <a:pt x="511725" y="23938"/>
                </a:lnTo>
                <a:lnTo>
                  <a:pt x="493283" y="41601"/>
                </a:lnTo>
                <a:lnTo>
                  <a:pt x="455007" y="21361"/>
                </a:lnTo>
                <a:lnTo>
                  <a:pt x="446596" y="32992"/>
                </a:lnTo>
                <a:lnTo>
                  <a:pt x="424889" y="14039"/>
                </a:lnTo>
                <a:lnTo>
                  <a:pt x="435285" y="9276"/>
                </a:lnTo>
                <a:lnTo>
                  <a:pt x="405834" y="0"/>
                </a:lnTo>
                <a:lnTo>
                  <a:pt x="384302" y="11403"/>
                </a:lnTo>
                <a:lnTo>
                  <a:pt x="306510" y="2506"/>
                </a:lnTo>
                <a:lnTo>
                  <a:pt x="295272" y="18725"/>
                </a:lnTo>
                <a:lnTo>
                  <a:pt x="309100" y="33990"/>
                </a:lnTo>
                <a:lnTo>
                  <a:pt x="278730" y="53886"/>
                </a:lnTo>
                <a:lnTo>
                  <a:pt x="252413" y="51112"/>
                </a:lnTo>
                <a:lnTo>
                  <a:pt x="252621" y="32177"/>
                </a:lnTo>
                <a:lnTo>
                  <a:pt x="204942" y="46298"/>
                </a:lnTo>
                <a:lnTo>
                  <a:pt x="196209" y="60036"/>
                </a:lnTo>
                <a:lnTo>
                  <a:pt x="165979" y="60046"/>
                </a:lnTo>
                <a:lnTo>
                  <a:pt x="151836" y="46517"/>
                </a:lnTo>
                <a:lnTo>
                  <a:pt x="91013" y="54260"/>
                </a:lnTo>
                <a:lnTo>
                  <a:pt x="85062" y="45434"/>
                </a:lnTo>
                <a:lnTo>
                  <a:pt x="76741" y="55403"/>
                </a:lnTo>
                <a:lnTo>
                  <a:pt x="72779" y="43785"/>
                </a:lnTo>
                <a:lnTo>
                  <a:pt x="65234" y="82211"/>
                </a:lnTo>
                <a:lnTo>
                  <a:pt x="25852" y="80711"/>
                </a:lnTo>
                <a:lnTo>
                  <a:pt x="9176" y="92882"/>
                </a:lnTo>
                <a:lnTo>
                  <a:pt x="0" y="121636"/>
                </a:lnTo>
                <a:lnTo>
                  <a:pt x="37171" y="132510"/>
                </a:lnTo>
                <a:lnTo>
                  <a:pt x="28873" y="143363"/>
                </a:lnTo>
                <a:lnTo>
                  <a:pt x="51507" y="153373"/>
                </a:lnTo>
                <a:lnTo>
                  <a:pt x="43432" y="162556"/>
                </a:lnTo>
                <a:lnTo>
                  <a:pt x="53035" y="156635"/>
                </a:lnTo>
                <a:lnTo>
                  <a:pt x="52811" y="171083"/>
                </a:lnTo>
                <a:lnTo>
                  <a:pt x="110924" y="208014"/>
                </a:lnTo>
                <a:lnTo>
                  <a:pt x="164058" y="211540"/>
                </a:lnTo>
                <a:lnTo>
                  <a:pt x="202043" y="198774"/>
                </a:lnTo>
                <a:lnTo>
                  <a:pt x="224284" y="166677"/>
                </a:lnTo>
                <a:lnTo>
                  <a:pt x="266889" y="166201"/>
                </a:lnTo>
                <a:lnTo>
                  <a:pt x="206518" y="239610"/>
                </a:lnTo>
                <a:lnTo>
                  <a:pt x="180304" y="253487"/>
                </a:lnTo>
                <a:lnTo>
                  <a:pt x="165899" y="247201"/>
                </a:lnTo>
                <a:lnTo>
                  <a:pt x="158144" y="261071"/>
                </a:lnTo>
                <a:lnTo>
                  <a:pt x="106780" y="279308"/>
                </a:lnTo>
                <a:lnTo>
                  <a:pt x="110722" y="254154"/>
                </a:lnTo>
                <a:lnTo>
                  <a:pt x="94344" y="257674"/>
                </a:lnTo>
                <a:lnTo>
                  <a:pt x="97687" y="247554"/>
                </a:lnTo>
                <a:lnTo>
                  <a:pt x="84121" y="266400"/>
                </a:lnTo>
                <a:lnTo>
                  <a:pt x="209969" y="405797"/>
                </a:lnTo>
                <a:lnTo>
                  <a:pt x="278202" y="446076"/>
                </a:lnTo>
                <a:lnTo>
                  <a:pt x="411064" y="389894"/>
                </a:lnTo>
                <a:lnTo>
                  <a:pt x="431295" y="342559"/>
                </a:lnTo>
                <a:lnTo>
                  <a:pt x="416228" y="322332"/>
                </a:lnTo>
                <a:lnTo>
                  <a:pt x="437953" y="265909"/>
                </a:lnTo>
                <a:lnTo>
                  <a:pt x="443508" y="277703"/>
                </a:lnTo>
                <a:lnTo>
                  <a:pt x="452621" y="265324"/>
                </a:lnTo>
                <a:lnTo>
                  <a:pt x="477334" y="275239"/>
                </a:lnTo>
                <a:lnTo>
                  <a:pt x="496250" y="266629"/>
                </a:lnTo>
                <a:lnTo>
                  <a:pt x="477575" y="281619"/>
                </a:lnTo>
                <a:lnTo>
                  <a:pt x="459276" y="279045"/>
                </a:lnTo>
                <a:lnTo>
                  <a:pt x="451812" y="308253"/>
                </a:lnTo>
                <a:lnTo>
                  <a:pt x="468186" y="305890"/>
                </a:lnTo>
                <a:lnTo>
                  <a:pt x="453857" y="336667"/>
                </a:lnTo>
                <a:lnTo>
                  <a:pt x="482629" y="338926"/>
                </a:lnTo>
                <a:lnTo>
                  <a:pt x="462553" y="346982"/>
                </a:lnTo>
                <a:lnTo>
                  <a:pt x="475352" y="352135"/>
                </a:lnTo>
                <a:lnTo>
                  <a:pt x="461087" y="376717"/>
                </a:lnTo>
                <a:lnTo>
                  <a:pt x="492557" y="458989"/>
                </a:lnTo>
                <a:lnTo>
                  <a:pt x="475362" y="507930"/>
                </a:lnTo>
                <a:lnTo>
                  <a:pt x="498520" y="499729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aryāna"/>
          <p:cNvSpPr/>
          <p:nvPr/>
        </p:nvSpPr>
        <p:spPr>
          <a:xfrm>
            <a:off x="8378922" y="2403937"/>
            <a:ext cx="321938" cy="360806"/>
          </a:xfrm>
          <a:custGeom>
            <a:avLst/>
            <a:gdLst/>
            <a:ahLst/>
            <a:cxnLst/>
            <a:rect l="l" t="t" r="r" b="b"/>
            <a:pathLst>
              <a:path w="321938" h="360806">
                <a:moveTo>
                  <a:pt x="295283" y="265526"/>
                </a:moveTo>
                <a:lnTo>
                  <a:pt x="277675" y="277575"/>
                </a:lnTo>
                <a:lnTo>
                  <a:pt x="243203" y="257846"/>
                </a:lnTo>
                <a:lnTo>
                  <a:pt x="253927" y="252767"/>
                </a:lnTo>
                <a:lnTo>
                  <a:pt x="254656" y="231677"/>
                </a:lnTo>
                <a:lnTo>
                  <a:pt x="283202" y="224693"/>
                </a:lnTo>
                <a:lnTo>
                  <a:pt x="272054" y="127163"/>
                </a:lnTo>
                <a:lnTo>
                  <a:pt x="321938" y="59644"/>
                </a:lnTo>
                <a:lnTo>
                  <a:pt x="281415" y="48965"/>
                </a:lnTo>
                <a:lnTo>
                  <a:pt x="276931" y="24643"/>
                </a:lnTo>
                <a:lnTo>
                  <a:pt x="251160" y="577"/>
                </a:lnTo>
                <a:lnTo>
                  <a:pt x="236666" y="0"/>
                </a:lnTo>
                <a:lnTo>
                  <a:pt x="253206" y="57729"/>
                </a:lnTo>
                <a:lnTo>
                  <a:pt x="233059" y="53239"/>
                </a:lnTo>
                <a:lnTo>
                  <a:pt x="214078" y="71414"/>
                </a:lnTo>
                <a:lnTo>
                  <a:pt x="224314" y="79985"/>
                </a:lnTo>
                <a:lnTo>
                  <a:pt x="213004" y="92122"/>
                </a:lnTo>
                <a:lnTo>
                  <a:pt x="200288" y="79204"/>
                </a:lnTo>
                <a:lnTo>
                  <a:pt x="189893" y="89989"/>
                </a:lnTo>
                <a:lnTo>
                  <a:pt x="178145" y="83165"/>
                </a:lnTo>
                <a:lnTo>
                  <a:pt x="181868" y="116917"/>
                </a:lnTo>
                <a:lnTo>
                  <a:pt x="161242" y="129092"/>
                </a:lnTo>
                <a:lnTo>
                  <a:pt x="101126" y="121901"/>
                </a:lnTo>
                <a:lnTo>
                  <a:pt x="78047" y="151358"/>
                </a:lnTo>
                <a:lnTo>
                  <a:pt x="78689" y="127769"/>
                </a:lnTo>
                <a:lnTo>
                  <a:pt x="63985" y="110219"/>
                </a:lnTo>
                <a:lnTo>
                  <a:pt x="4281" y="108316"/>
                </a:lnTo>
                <a:lnTo>
                  <a:pt x="0" y="128805"/>
                </a:lnTo>
                <a:lnTo>
                  <a:pt x="14295" y="128045"/>
                </a:lnTo>
                <a:lnTo>
                  <a:pt x="12561" y="175174"/>
                </a:lnTo>
                <a:lnTo>
                  <a:pt x="38429" y="166724"/>
                </a:lnTo>
                <a:lnTo>
                  <a:pt x="61592" y="186023"/>
                </a:lnTo>
                <a:lnTo>
                  <a:pt x="96080" y="183139"/>
                </a:lnTo>
                <a:lnTo>
                  <a:pt x="111625" y="254434"/>
                </a:lnTo>
                <a:lnTo>
                  <a:pt x="166595" y="305742"/>
                </a:lnTo>
                <a:lnTo>
                  <a:pt x="150450" y="312726"/>
                </a:lnTo>
                <a:lnTo>
                  <a:pt x="160969" y="314267"/>
                </a:lnTo>
                <a:lnTo>
                  <a:pt x="149810" y="330237"/>
                </a:lnTo>
                <a:lnTo>
                  <a:pt x="155434" y="340054"/>
                </a:lnTo>
                <a:lnTo>
                  <a:pt x="179183" y="342768"/>
                </a:lnTo>
                <a:lnTo>
                  <a:pt x="173013" y="323707"/>
                </a:lnTo>
                <a:lnTo>
                  <a:pt x="192011" y="319092"/>
                </a:lnTo>
                <a:lnTo>
                  <a:pt x="186858" y="302596"/>
                </a:lnTo>
                <a:lnTo>
                  <a:pt x="205746" y="305995"/>
                </a:lnTo>
                <a:lnTo>
                  <a:pt x="213199" y="326495"/>
                </a:lnTo>
                <a:lnTo>
                  <a:pt x="244121" y="297887"/>
                </a:lnTo>
                <a:lnTo>
                  <a:pt x="256687" y="307120"/>
                </a:lnTo>
                <a:lnTo>
                  <a:pt x="250514" y="360806"/>
                </a:lnTo>
                <a:lnTo>
                  <a:pt x="268539" y="351546"/>
                </a:lnTo>
                <a:lnTo>
                  <a:pt x="264332" y="342255"/>
                </a:lnTo>
                <a:lnTo>
                  <a:pt x="303150" y="338641"/>
                </a:lnTo>
                <a:lnTo>
                  <a:pt x="315829" y="327634"/>
                </a:lnTo>
                <a:lnTo>
                  <a:pt x="308545" y="312778"/>
                </a:lnTo>
                <a:lnTo>
                  <a:pt x="316387" y="295586"/>
                </a:lnTo>
                <a:lnTo>
                  <a:pt x="295283" y="26552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imāchal Pradesh"/>
          <p:cNvSpPr/>
          <p:nvPr/>
        </p:nvSpPr>
        <p:spPr>
          <a:xfrm>
            <a:off x="8493978" y="2143053"/>
            <a:ext cx="351485" cy="317321"/>
          </a:xfrm>
          <a:custGeom>
            <a:avLst/>
            <a:gdLst/>
            <a:ahLst/>
            <a:cxnLst/>
            <a:rect l="l" t="t" r="r" b="b"/>
            <a:pathLst>
              <a:path w="351485" h="317321">
                <a:moveTo>
                  <a:pt x="203967" y="317321"/>
                </a:moveTo>
                <a:lnTo>
                  <a:pt x="228931" y="305038"/>
                </a:lnTo>
                <a:lnTo>
                  <a:pt x="217118" y="276508"/>
                </a:lnTo>
                <a:lnTo>
                  <a:pt x="237454" y="233599"/>
                </a:lnTo>
                <a:lnTo>
                  <a:pt x="285739" y="218671"/>
                </a:lnTo>
                <a:lnTo>
                  <a:pt x="351485" y="238247"/>
                </a:lnTo>
                <a:lnTo>
                  <a:pt x="324793" y="209821"/>
                </a:lnTo>
                <a:lnTo>
                  <a:pt x="321991" y="193530"/>
                </a:lnTo>
                <a:lnTo>
                  <a:pt x="334809" y="182981"/>
                </a:lnTo>
                <a:lnTo>
                  <a:pt x="320226" y="164339"/>
                </a:lnTo>
                <a:lnTo>
                  <a:pt x="328032" y="140207"/>
                </a:lnTo>
                <a:lnTo>
                  <a:pt x="294443" y="112603"/>
                </a:lnTo>
                <a:lnTo>
                  <a:pt x="302670" y="93499"/>
                </a:lnTo>
                <a:lnTo>
                  <a:pt x="294411" y="83846"/>
                </a:lnTo>
                <a:lnTo>
                  <a:pt x="277945" y="83546"/>
                </a:lnTo>
                <a:lnTo>
                  <a:pt x="287550" y="55507"/>
                </a:lnTo>
                <a:lnTo>
                  <a:pt x="249246" y="70710"/>
                </a:lnTo>
                <a:lnTo>
                  <a:pt x="214927" y="29767"/>
                </a:lnTo>
                <a:lnTo>
                  <a:pt x="179548" y="48842"/>
                </a:lnTo>
                <a:lnTo>
                  <a:pt x="137763" y="25352"/>
                </a:lnTo>
                <a:lnTo>
                  <a:pt x="123298" y="0"/>
                </a:lnTo>
                <a:lnTo>
                  <a:pt x="83933" y="7819"/>
                </a:lnTo>
                <a:lnTo>
                  <a:pt x="36971" y="42563"/>
                </a:lnTo>
                <a:lnTo>
                  <a:pt x="25483" y="36358"/>
                </a:lnTo>
                <a:lnTo>
                  <a:pt x="35200" y="67588"/>
                </a:lnTo>
                <a:lnTo>
                  <a:pt x="24551" y="82519"/>
                </a:lnTo>
                <a:lnTo>
                  <a:pt x="35173" y="95383"/>
                </a:lnTo>
                <a:lnTo>
                  <a:pt x="2372" y="113217"/>
                </a:lnTo>
                <a:lnTo>
                  <a:pt x="0" y="131732"/>
                </a:lnTo>
                <a:lnTo>
                  <a:pt x="32486" y="145014"/>
                </a:lnTo>
                <a:lnTo>
                  <a:pt x="60223" y="216433"/>
                </a:lnTo>
                <a:lnTo>
                  <a:pt x="80335" y="201960"/>
                </a:lnTo>
                <a:lnTo>
                  <a:pt x="86978" y="219490"/>
                </a:lnTo>
                <a:lnTo>
                  <a:pt x="107785" y="225738"/>
                </a:lnTo>
                <a:lnTo>
                  <a:pt x="106028" y="250586"/>
                </a:lnTo>
                <a:lnTo>
                  <a:pt x="161260" y="284747"/>
                </a:lnTo>
                <a:lnTo>
                  <a:pt x="166359" y="309849"/>
                </a:lnTo>
                <a:lnTo>
                  <a:pt x="203967" y="3173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Jammu and Kashmīr"/>
          <p:cNvSpPr/>
          <p:nvPr/>
        </p:nvSpPr>
        <p:spPr>
          <a:xfrm>
            <a:off x="8266997" y="1937697"/>
            <a:ext cx="345590" cy="314189"/>
          </a:xfrm>
          <a:custGeom>
            <a:avLst/>
            <a:gdLst/>
            <a:ahLst/>
            <a:cxnLst/>
            <a:rect l="l" t="t" r="r" b="b"/>
            <a:pathLst>
              <a:path w="345590" h="314189">
                <a:moveTo>
                  <a:pt x="76535" y="0"/>
                </a:moveTo>
                <a:lnTo>
                  <a:pt x="65829" y="25563"/>
                </a:lnTo>
                <a:lnTo>
                  <a:pt x="36979" y="35603"/>
                </a:lnTo>
                <a:lnTo>
                  <a:pt x="26766" y="59891"/>
                </a:lnTo>
                <a:lnTo>
                  <a:pt x="5858" y="59230"/>
                </a:lnTo>
                <a:lnTo>
                  <a:pt x="0" y="81374"/>
                </a:lnTo>
                <a:lnTo>
                  <a:pt x="20491" y="135781"/>
                </a:lnTo>
                <a:lnTo>
                  <a:pt x="24402" y="223933"/>
                </a:lnTo>
                <a:lnTo>
                  <a:pt x="40724" y="237711"/>
                </a:lnTo>
                <a:lnTo>
                  <a:pt x="58417" y="235357"/>
                </a:lnTo>
                <a:lnTo>
                  <a:pt x="100875" y="260649"/>
                </a:lnTo>
                <a:lnTo>
                  <a:pt x="135332" y="251422"/>
                </a:lnTo>
                <a:lnTo>
                  <a:pt x="133626" y="290903"/>
                </a:lnTo>
                <a:lnTo>
                  <a:pt x="168509" y="289745"/>
                </a:lnTo>
                <a:lnTo>
                  <a:pt x="219856" y="314189"/>
                </a:lnTo>
                <a:lnTo>
                  <a:pt x="261535" y="274720"/>
                </a:lnTo>
                <a:lnTo>
                  <a:pt x="252464" y="241714"/>
                </a:lnTo>
                <a:lnTo>
                  <a:pt x="263952" y="247919"/>
                </a:lnTo>
                <a:lnTo>
                  <a:pt x="310914" y="213175"/>
                </a:lnTo>
                <a:lnTo>
                  <a:pt x="345590" y="213983"/>
                </a:lnTo>
                <a:lnTo>
                  <a:pt x="333174" y="185398"/>
                </a:lnTo>
                <a:lnTo>
                  <a:pt x="305467" y="166782"/>
                </a:lnTo>
                <a:lnTo>
                  <a:pt x="289846" y="170860"/>
                </a:lnTo>
                <a:lnTo>
                  <a:pt x="296020" y="151033"/>
                </a:lnTo>
                <a:lnTo>
                  <a:pt x="271222" y="125051"/>
                </a:lnTo>
                <a:lnTo>
                  <a:pt x="251456" y="127682"/>
                </a:lnTo>
                <a:lnTo>
                  <a:pt x="236490" y="100992"/>
                </a:lnTo>
                <a:lnTo>
                  <a:pt x="206440" y="90386"/>
                </a:lnTo>
                <a:lnTo>
                  <a:pt x="188398" y="32867"/>
                </a:lnTo>
                <a:lnTo>
                  <a:pt x="173219" y="22569"/>
                </a:lnTo>
                <a:lnTo>
                  <a:pt x="156483" y="36708"/>
                </a:lnTo>
                <a:lnTo>
                  <a:pt x="122109" y="23099"/>
                </a:lnTo>
                <a:lnTo>
                  <a:pt x="114092" y="93"/>
                </a:lnTo>
                <a:lnTo>
                  <a:pt x="76535" y="0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Jhārkhand"/>
          <p:cNvSpPr/>
          <p:nvPr/>
        </p:nvSpPr>
        <p:spPr>
          <a:xfrm>
            <a:off x="9290310" y="3020554"/>
            <a:ext cx="476530" cy="374982"/>
          </a:xfrm>
          <a:custGeom>
            <a:avLst/>
            <a:gdLst/>
            <a:ahLst/>
            <a:cxnLst/>
            <a:rect l="l" t="t" r="r" b="b"/>
            <a:pathLst>
              <a:path w="476530" h="374982">
                <a:moveTo>
                  <a:pt x="0" y="138464"/>
                </a:moveTo>
                <a:lnTo>
                  <a:pt x="38653" y="169634"/>
                </a:lnTo>
                <a:lnTo>
                  <a:pt x="45856" y="193138"/>
                </a:lnTo>
                <a:lnTo>
                  <a:pt x="70695" y="190317"/>
                </a:lnTo>
                <a:lnTo>
                  <a:pt x="72845" y="245192"/>
                </a:lnTo>
                <a:lnTo>
                  <a:pt x="84377" y="264556"/>
                </a:lnTo>
                <a:lnTo>
                  <a:pt x="109742" y="267465"/>
                </a:lnTo>
                <a:lnTo>
                  <a:pt x="69906" y="313409"/>
                </a:lnTo>
                <a:lnTo>
                  <a:pt x="98997" y="333644"/>
                </a:lnTo>
                <a:lnTo>
                  <a:pt x="178855" y="317952"/>
                </a:lnTo>
                <a:lnTo>
                  <a:pt x="183982" y="339016"/>
                </a:lnTo>
                <a:lnTo>
                  <a:pt x="170590" y="362520"/>
                </a:lnTo>
                <a:lnTo>
                  <a:pt x="196454" y="370655"/>
                </a:lnTo>
                <a:lnTo>
                  <a:pt x="210140" y="353827"/>
                </a:lnTo>
                <a:lnTo>
                  <a:pt x="242487" y="365641"/>
                </a:lnTo>
                <a:lnTo>
                  <a:pt x="255062" y="358807"/>
                </a:lnTo>
                <a:lnTo>
                  <a:pt x="250802" y="372256"/>
                </a:lnTo>
                <a:lnTo>
                  <a:pt x="265344" y="374982"/>
                </a:lnTo>
                <a:lnTo>
                  <a:pt x="279569" y="308714"/>
                </a:lnTo>
                <a:lnTo>
                  <a:pt x="320162" y="338041"/>
                </a:lnTo>
                <a:lnTo>
                  <a:pt x="352218" y="348268"/>
                </a:lnTo>
                <a:lnTo>
                  <a:pt x="366535" y="340059"/>
                </a:lnTo>
                <a:lnTo>
                  <a:pt x="353734" y="307805"/>
                </a:lnTo>
                <a:lnTo>
                  <a:pt x="318068" y="283913"/>
                </a:lnTo>
                <a:lnTo>
                  <a:pt x="331206" y="261895"/>
                </a:lnTo>
                <a:lnTo>
                  <a:pt x="297853" y="261292"/>
                </a:lnTo>
                <a:lnTo>
                  <a:pt x="263996" y="243490"/>
                </a:lnTo>
                <a:lnTo>
                  <a:pt x="261595" y="207949"/>
                </a:lnTo>
                <a:lnTo>
                  <a:pt x="280465" y="206684"/>
                </a:lnTo>
                <a:lnTo>
                  <a:pt x="280228" y="195658"/>
                </a:lnTo>
                <a:lnTo>
                  <a:pt x="306822" y="215018"/>
                </a:lnTo>
                <a:lnTo>
                  <a:pt x="322440" y="190832"/>
                </a:lnTo>
                <a:lnTo>
                  <a:pt x="357181" y="184264"/>
                </a:lnTo>
                <a:lnTo>
                  <a:pt x="357813" y="167778"/>
                </a:lnTo>
                <a:lnTo>
                  <a:pt x="402621" y="169077"/>
                </a:lnTo>
                <a:lnTo>
                  <a:pt x="403106" y="144748"/>
                </a:lnTo>
                <a:lnTo>
                  <a:pt x="425202" y="151503"/>
                </a:lnTo>
                <a:lnTo>
                  <a:pt x="429067" y="136669"/>
                </a:lnTo>
                <a:lnTo>
                  <a:pt x="449407" y="133197"/>
                </a:lnTo>
                <a:lnTo>
                  <a:pt x="443610" y="121478"/>
                </a:lnTo>
                <a:lnTo>
                  <a:pt x="460343" y="107230"/>
                </a:lnTo>
                <a:lnTo>
                  <a:pt x="457289" y="84971"/>
                </a:lnTo>
                <a:lnTo>
                  <a:pt x="471407" y="84746"/>
                </a:lnTo>
                <a:lnTo>
                  <a:pt x="462027" y="65307"/>
                </a:lnTo>
                <a:lnTo>
                  <a:pt x="476530" y="42470"/>
                </a:lnTo>
                <a:lnTo>
                  <a:pt x="437970" y="0"/>
                </a:lnTo>
                <a:lnTo>
                  <a:pt x="393320" y="35883"/>
                </a:lnTo>
                <a:lnTo>
                  <a:pt x="383102" y="82217"/>
                </a:lnTo>
                <a:lnTo>
                  <a:pt x="337015" y="82261"/>
                </a:lnTo>
                <a:lnTo>
                  <a:pt x="320735" y="108929"/>
                </a:lnTo>
                <a:lnTo>
                  <a:pt x="280585" y="63221"/>
                </a:lnTo>
                <a:lnTo>
                  <a:pt x="247784" y="58667"/>
                </a:lnTo>
                <a:lnTo>
                  <a:pt x="240713" y="85499"/>
                </a:lnTo>
                <a:lnTo>
                  <a:pt x="210118" y="88132"/>
                </a:lnTo>
                <a:lnTo>
                  <a:pt x="181104" y="108425"/>
                </a:lnTo>
                <a:lnTo>
                  <a:pt x="162049" y="108444"/>
                </a:lnTo>
                <a:lnTo>
                  <a:pt x="151576" y="90865"/>
                </a:lnTo>
                <a:lnTo>
                  <a:pt x="120076" y="117975"/>
                </a:lnTo>
                <a:lnTo>
                  <a:pt x="99590" y="87553"/>
                </a:lnTo>
                <a:lnTo>
                  <a:pt x="80144" y="96761"/>
                </a:lnTo>
                <a:lnTo>
                  <a:pt x="69850" y="78417"/>
                </a:lnTo>
                <a:lnTo>
                  <a:pt x="55884" y="90691"/>
                </a:lnTo>
                <a:lnTo>
                  <a:pt x="7376" y="93881"/>
                </a:lnTo>
                <a:lnTo>
                  <a:pt x="13117" y="109293"/>
                </a:lnTo>
                <a:lnTo>
                  <a:pt x="0" y="138464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arnātaka"/>
          <p:cNvSpPr/>
          <p:nvPr/>
        </p:nvSpPr>
        <p:spPr>
          <a:xfrm>
            <a:off x="8339364" y="3786018"/>
            <a:ext cx="462697" cy="760646"/>
          </a:xfrm>
          <a:custGeom>
            <a:avLst/>
            <a:gdLst/>
            <a:ahLst/>
            <a:cxnLst/>
            <a:rect l="l" t="t" r="r" b="b"/>
            <a:pathLst>
              <a:path w="462697" h="760646">
                <a:moveTo>
                  <a:pt x="2610" y="310664"/>
                </a:moveTo>
                <a:lnTo>
                  <a:pt x="16215" y="310082"/>
                </a:lnTo>
                <a:lnTo>
                  <a:pt x="25068" y="350288"/>
                </a:lnTo>
                <a:lnTo>
                  <a:pt x="16307" y="354326"/>
                </a:lnTo>
                <a:lnTo>
                  <a:pt x="20956" y="378445"/>
                </a:lnTo>
                <a:lnTo>
                  <a:pt x="0" y="404751"/>
                </a:lnTo>
                <a:lnTo>
                  <a:pt x="17512" y="414178"/>
                </a:lnTo>
                <a:lnTo>
                  <a:pt x="53232" y="508762"/>
                </a:lnTo>
                <a:lnTo>
                  <a:pt x="77607" y="627675"/>
                </a:lnTo>
                <a:lnTo>
                  <a:pt x="126958" y="650054"/>
                </a:lnTo>
                <a:lnTo>
                  <a:pt x="136007" y="683793"/>
                </a:lnTo>
                <a:lnTo>
                  <a:pt x="181762" y="720491"/>
                </a:lnTo>
                <a:lnTo>
                  <a:pt x="207908" y="718287"/>
                </a:lnTo>
                <a:lnTo>
                  <a:pt x="208681" y="732536"/>
                </a:lnTo>
                <a:lnTo>
                  <a:pt x="259516" y="759469"/>
                </a:lnTo>
                <a:lnTo>
                  <a:pt x="284199" y="760646"/>
                </a:lnTo>
                <a:lnTo>
                  <a:pt x="297523" y="736801"/>
                </a:lnTo>
                <a:lnTo>
                  <a:pt x="311392" y="746875"/>
                </a:lnTo>
                <a:lnTo>
                  <a:pt x="324999" y="736672"/>
                </a:lnTo>
                <a:lnTo>
                  <a:pt x="343263" y="742461"/>
                </a:lnTo>
                <a:lnTo>
                  <a:pt x="350151" y="722215"/>
                </a:lnTo>
                <a:lnTo>
                  <a:pt x="368837" y="721252"/>
                </a:lnTo>
                <a:lnTo>
                  <a:pt x="379238" y="703315"/>
                </a:lnTo>
                <a:lnTo>
                  <a:pt x="347873" y="692857"/>
                </a:lnTo>
                <a:lnTo>
                  <a:pt x="362777" y="675068"/>
                </a:lnTo>
                <a:lnTo>
                  <a:pt x="360931" y="641893"/>
                </a:lnTo>
                <a:lnTo>
                  <a:pt x="375453" y="641246"/>
                </a:lnTo>
                <a:lnTo>
                  <a:pt x="385345" y="619347"/>
                </a:lnTo>
                <a:lnTo>
                  <a:pt x="426004" y="631517"/>
                </a:lnTo>
                <a:lnTo>
                  <a:pt x="438865" y="611534"/>
                </a:lnTo>
                <a:lnTo>
                  <a:pt x="450076" y="619743"/>
                </a:lnTo>
                <a:lnTo>
                  <a:pt x="444557" y="611031"/>
                </a:lnTo>
                <a:lnTo>
                  <a:pt x="462697" y="573815"/>
                </a:lnTo>
                <a:lnTo>
                  <a:pt x="441056" y="568119"/>
                </a:lnTo>
                <a:lnTo>
                  <a:pt x="443641" y="539790"/>
                </a:lnTo>
                <a:lnTo>
                  <a:pt x="411197" y="533597"/>
                </a:lnTo>
                <a:lnTo>
                  <a:pt x="414957" y="511149"/>
                </a:lnTo>
                <a:lnTo>
                  <a:pt x="397389" y="513147"/>
                </a:lnTo>
                <a:lnTo>
                  <a:pt x="399350" y="498414"/>
                </a:lnTo>
                <a:lnTo>
                  <a:pt x="353352" y="528277"/>
                </a:lnTo>
                <a:lnTo>
                  <a:pt x="343807" y="511386"/>
                </a:lnTo>
                <a:lnTo>
                  <a:pt x="318295" y="502290"/>
                </a:lnTo>
                <a:lnTo>
                  <a:pt x="317095" y="520398"/>
                </a:lnTo>
                <a:lnTo>
                  <a:pt x="299125" y="522222"/>
                </a:lnTo>
                <a:lnTo>
                  <a:pt x="303568" y="501375"/>
                </a:lnTo>
                <a:lnTo>
                  <a:pt x="288422" y="475366"/>
                </a:lnTo>
                <a:lnTo>
                  <a:pt x="301681" y="474381"/>
                </a:lnTo>
                <a:lnTo>
                  <a:pt x="314642" y="493859"/>
                </a:lnTo>
                <a:lnTo>
                  <a:pt x="332453" y="490660"/>
                </a:lnTo>
                <a:lnTo>
                  <a:pt x="340461" y="506385"/>
                </a:lnTo>
                <a:lnTo>
                  <a:pt x="335453" y="479564"/>
                </a:lnTo>
                <a:lnTo>
                  <a:pt x="351116" y="476553"/>
                </a:lnTo>
                <a:lnTo>
                  <a:pt x="351152" y="464720"/>
                </a:lnTo>
                <a:lnTo>
                  <a:pt x="339719" y="456721"/>
                </a:lnTo>
                <a:lnTo>
                  <a:pt x="339635" y="471916"/>
                </a:lnTo>
                <a:lnTo>
                  <a:pt x="315478" y="456026"/>
                </a:lnTo>
                <a:lnTo>
                  <a:pt x="310373" y="469585"/>
                </a:lnTo>
                <a:lnTo>
                  <a:pt x="293109" y="466844"/>
                </a:lnTo>
                <a:lnTo>
                  <a:pt x="287422" y="450076"/>
                </a:lnTo>
                <a:lnTo>
                  <a:pt x="296687" y="440131"/>
                </a:lnTo>
                <a:lnTo>
                  <a:pt x="275087" y="427171"/>
                </a:lnTo>
                <a:lnTo>
                  <a:pt x="285858" y="389931"/>
                </a:lnTo>
                <a:lnTo>
                  <a:pt x="276292" y="374318"/>
                </a:lnTo>
                <a:lnTo>
                  <a:pt x="307769" y="382344"/>
                </a:lnTo>
                <a:lnTo>
                  <a:pt x="316693" y="364004"/>
                </a:lnTo>
                <a:lnTo>
                  <a:pt x="296607" y="327730"/>
                </a:lnTo>
                <a:lnTo>
                  <a:pt x="312550" y="309128"/>
                </a:lnTo>
                <a:lnTo>
                  <a:pt x="302640" y="287927"/>
                </a:lnTo>
                <a:lnTo>
                  <a:pt x="318358" y="276849"/>
                </a:lnTo>
                <a:lnTo>
                  <a:pt x="352141" y="280173"/>
                </a:lnTo>
                <a:lnTo>
                  <a:pt x="349734" y="243731"/>
                </a:lnTo>
                <a:lnTo>
                  <a:pt x="360827" y="239522"/>
                </a:lnTo>
                <a:lnTo>
                  <a:pt x="323566" y="219600"/>
                </a:lnTo>
                <a:lnTo>
                  <a:pt x="347401" y="205596"/>
                </a:lnTo>
                <a:lnTo>
                  <a:pt x="351019" y="159514"/>
                </a:lnTo>
                <a:lnTo>
                  <a:pt x="338424" y="136385"/>
                </a:lnTo>
                <a:lnTo>
                  <a:pt x="370571" y="105880"/>
                </a:lnTo>
                <a:lnTo>
                  <a:pt x="344903" y="96277"/>
                </a:lnTo>
                <a:lnTo>
                  <a:pt x="366804" y="53568"/>
                </a:lnTo>
                <a:lnTo>
                  <a:pt x="355663" y="43881"/>
                </a:lnTo>
                <a:lnTo>
                  <a:pt x="361612" y="18889"/>
                </a:lnTo>
                <a:lnTo>
                  <a:pt x="336942" y="16029"/>
                </a:lnTo>
                <a:lnTo>
                  <a:pt x="336927" y="0"/>
                </a:lnTo>
                <a:lnTo>
                  <a:pt x="310768" y="32817"/>
                </a:lnTo>
                <a:lnTo>
                  <a:pt x="294336" y="29237"/>
                </a:lnTo>
                <a:lnTo>
                  <a:pt x="290943" y="59437"/>
                </a:lnTo>
                <a:lnTo>
                  <a:pt x="272514" y="61240"/>
                </a:lnTo>
                <a:lnTo>
                  <a:pt x="267456" y="85509"/>
                </a:lnTo>
                <a:lnTo>
                  <a:pt x="250205" y="76765"/>
                </a:lnTo>
                <a:lnTo>
                  <a:pt x="230440" y="94784"/>
                </a:lnTo>
                <a:lnTo>
                  <a:pt x="235780" y="126177"/>
                </a:lnTo>
                <a:lnTo>
                  <a:pt x="189212" y="125284"/>
                </a:lnTo>
                <a:lnTo>
                  <a:pt x="158550" y="108123"/>
                </a:lnTo>
                <a:lnTo>
                  <a:pt x="162393" y="165291"/>
                </a:lnTo>
                <a:lnTo>
                  <a:pt x="122169" y="165901"/>
                </a:lnTo>
                <a:lnTo>
                  <a:pt x="115436" y="178646"/>
                </a:lnTo>
                <a:lnTo>
                  <a:pt x="86353" y="167210"/>
                </a:lnTo>
                <a:lnTo>
                  <a:pt x="85091" y="186326"/>
                </a:lnTo>
                <a:lnTo>
                  <a:pt x="61575" y="192646"/>
                </a:lnTo>
                <a:lnTo>
                  <a:pt x="61159" y="204714"/>
                </a:lnTo>
                <a:lnTo>
                  <a:pt x="48965" y="210587"/>
                </a:lnTo>
                <a:lnTo>
                  <a:pt x="38691" y="198387"/>
                </a:lnTo>
                <a:lnTo>
                  <a:pt x="18287" y="211242"/>
                </a:lnTo>
                <a:lnTo>
                  <a:pt x="23886" y="241893"/>
                </a:lnTo>
                <a:lnTo>
                  <a:pt x="42636" y="250787"/>
                </a:lnTo>
                <a:lnTo>
                  <a:pt x="27632" y="266075"/>
                </a:lnTo>
                <a:lnTo>
                  <a:pt x="38123" y="267296"/>
                </a:lnTo>
                <a:lnTo>
                  <a:pt x="28266" y="295816"/>
                </a:lnTo>
                <a:lnTo>
                  <a:pt x="2610" y="31066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erala"/>
          <p:cNvSpPr/>
          <p:nvPr/>
        </p:nvSpPr>
        <p:spPr>
          <a:xfrm>
            <a:off x="8419209" y="4414092"/>
            <a:ext cx="261882" cy="496232"/>
          </a:xfrm>
          <a:custGeom>
            <a:avLst/>
            <a:gdLst/>
            <a:ahLst/>
            <a:cxnLst/>
            <a:rect l="l" t="t" r="r" b="b"/>
            <a:pathLst>
              <a:path w="261882" h="496232">
                <a:moveTo>
                  <a:pt x="68774" y="121824"/>
                </a:moveTo>
                <a:lnTo>
                  <a:pt x="126826" y="267437"/>
                </a:lnTo>
                <a:lnTo>
                  <a:pt x="172611" y="431028"/>
                </a:lnTo>
                <a:lnTo>
                  <a:pt x="217339" y="489345"/>
                </a:lnTo>
                <a:lnTo>
                  <a:pt x="237508" y="496232"/>
                </a:lnTo>
                <a:lnTo>
                  <a:pt x="248647" y="471058"/>
                </a:lnTo>
                <a:lnTo>
                  <a:pt x="234568" y="418401"/>
                </a:lnTo>
                <a:lnTo>
                  <a:pt x="261882" y="364279"/>
                </a:lnTo>
                <a:lnTo>
                  <a:pt x="236506" y="352754"/>
                </a:lnTo>
                <a:lnTo>
                  <a:pt x="247518" y="313764"/>
                </a:lnTo>
                <a:lnTo>
                  <a:pt x="243653" y="270643"/>
                </a:lnTo>
                <a:lnTo>
                  <a:pt x="217745" y="285426"/>
                </a:lnTo>
                <a:lnTo>
                  <a:pt x="201925" y="276160"/>
                </a:lnTo>
                <a:lnTo>
                  <a:pt x="209889" y="222866"/>
                </a:lnTo>
                <a:lnTo>
                  <a:pt x="184333" y="206533"/>
                </a:lnTo>
                <a:lnTo>
                  <a:pt x="198923" y="192841"/>
                </a:lnTo>
                <a:lnTo>
                  <a:pt x="192104" y="174631"/>
                </a:lnTo>
                <a:lnTo>
                  <a:pt x="163677" y="177994"/>
                </a:lnTo>
                <a:lnTo>
                  <a:pt x="172882" y="158996"/>
                </a:lnTo>
                <a:lnTo>
                  <a:pt x="141935" y="146898"/>
                </a:lnTo>
                <a:lnTo>
                  <a:pt x="140608" y="135426"/>
                </a:lnTo>
                <a:lnTo>
                  <a:pt x="162132" y="127398"/>
                </a:lnTo>
                <a:lnTo>
                  <a:pt x="159126" y="114612"/>
                </a:lnTo>
                <a:lnTo>
                  <a:pt x="128836" y="104462"/>
                </a:lnTo>
                <a:lnTo>
                  <a:pt x="128063" y="90213"/>
                </a:lnTo>
                <a:lnTo>
                  <a:pt x="101917" y="92417"/>
                </a:lnTo>
                <a:lnTo>
                  <a:pt x="56162" y="55719"/>
                </a:lnTo>
                <a:lnTo>
                  <a:pt x="47113" y="21980"/>
                </a:lnTo>
                <a:lnTo>
                  <a:pt x="18332" y="13870"/>
                </a:lnTo>
                <a:lnTo>
                  <a:pt x="13860" y="0"/>
                </a:lnTo>
                <a:lnTo>
                  <a:pt x="0" y="3498"/>
                </a:lnTo>
                <a:lnTo>
                  <a:pt x="34250" y="87155"/>
                </a:lnTo>
                <a:lnTo>
                  <a:pt x="68774" y="12182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adākh"/>
          <p:cNvSpPr/>
          <p:nvPr/>
        </p:nvSpPr>
        <p:spPr>
          <a:xfrm>
            <a:off x="8180599" y="1719085"/>
            <a:ext cx="800560" cy="525964"/>
          </a:xfrm>
          <a:custGeom>
            <a:avLst/>
            <a:gdLst/>
            <a:ahLst/>
            <a:cxnLst/>
            <a:rect l="l" t="t" r="r" b="b"/>
            <a:pathLst>
              <a:path w="800560" h="525964">
                <a:moveTo>
                  <a:pt x="162933" y="218612"/>
                </a:moveTo>
                <a:lnTo>
                  <a:pt x="200490" y="218705"/>
                </a:lnTo>
                <a:lnTo>
                  <a:pt x="208507" y="241711"/>
                </a:lnTo>
                <a:lnTo>
                  <a:pt x="242881" y="255320"/>
                </a:lnTo>
                <a:lnTo>
                  <a:pt x="259617" y="241181"/>
                </a:lnTo>
                <a:lnTo>
                  <a:pt x="274796" y="251479"/>
                </a:lnTo>
                <a:lnTo>
                  <a:pt x="292838" y="308998"/>
                </a:lnTo>
                <a:lnTo>
                  <a:pt x="322888" y="319604"/>
                </a:lnTo>
                <a:lnTo>
                  <a:pt x="337854" y="346294"/>
                </a:lnTo>
                <a:lnTo>
                  <a:pt x="357620" y="343663"/>
                </a:lnTo>
                <a:lnTo>
                  <a:pt x="382418" y="369645"/>
                </a:lnTo>
                <a:lnTo>
                  <a:pt x="376244" y="389472"/>
                </a:lnTo>
                <a:lnTo>
                  <a:pt x="391865" y="385394"/>
                </a:lnTo>
                <a:lnTo>
                  <a:pt x="419572" y="404010"/>
                </a:lnTo>
                <a:lnTo>
                  <a:pt x="455122" y="452432"/>
                </a:lnTo>
                <a:lnTo>
                  <a:pt x="494072" y="472955"/>
                </a:lnTo>
                <a:lnTo>
                  <a:pt x="531453" y="454416"/>
                </a:lnTo>
                <a:lnTo>
                  <a:pt x="562712" y="494706"/>
                </a:lnTo>
                <a:lnTo>
                  <a:pt x="600911" y="479455"/>
                </a:lnTo>
                <a:lnTo>
                  <a:pt x="594602" y="511072"/>
                </a:lnTo>
                <a:lnTo>
                  <a:pt x="640029" y="486127"/>
                </a:lnTo>
                <a:lnTo>
                  <a:pt x="646009" y="514793"/>
                </a:lnTo>
                <a:lnTo>
                  <a:pt x="662293" y="525964"/>
                </a:lnTo>
                <a:lnTo>
                  <a:pt x="696811" y="497701"/>
                </a:lnTo>
                <a:lnTo>
                  <a:pt x="709924" y="504382"/>
                </a:lnTo>
                <a:lnTo>
                  <a:pt x="728357" y="481432"/>
                </a:lnTo>
                <a:lnTo>
                  <a:pt x="697966" y="451171"/>
                </a:lnTo>
                <a:lnTo>
                  <a:pt x="710469" y="423616"/>
                </a:lnTo>
                <a:lnTo>
                  <a:pt x="659024" y="410221"/>
                </a:lnTo>
                <a:lnTo>
                  <a:pt x="655220" y="382345"/>
                </a:lnTo>
                <a:lnTo>
                  <a:pt x="674815" y="384059"/>
                </a:lnTo>
                <a:lnTo>
                  <a:pt x="654143" y="344039"/>
                </a:lnTo>
                <a:lnTo>
                  <a:pt x="681420" y="333462"/>
                </a:lnTo>
                <a:lnTo>
                  <a:pt x="708441" y="338998"/>
                </a:lnTo>
                <a:lnTo>
                  <a:pt x="724749" y="310294"/>
                </a:lnTo>
                <a:lnTo>
                  <a:pt x="716138" y="288920"/>
                </a:lnTo>
                <a:lnTo>
                  <a:pt x="745529" y="287724"/>
                </a:lnTo>
                <a:lnTo>
                  <a:pt x="743663" y="271908"/>
                </a:lnTo>
                <a:lnTo>
                  <a:pt x="773837" y="262233"/>
                </a:lnTo>
                <a:lnTo>
                  <a:pt x="800560" y="178146"/>
                </a:lnTo>
                <a:lnTo>
                  <a:pt x="766644" y="137626"/>
                </a:lnTo>
                <a:lnTo>
                  <a:pt x="739712" y="141592"/>
                </a:lnTo>
                <a:lnTo>
                  <a:pt x="702709" y="120146"/>
                </a:lnTo>
                <a:lnTo>
                  <a:pt x="685971" y="121978"/>
                </a:lnTo>
                <a:lnTo>
                  <a:pt x="677434" y="137798"/>
                </a:lnTo>
                <a:lnTo>
                  <a:pt x="604419" y="143447"/>
                </a:lnTo>
                <a:lnTo>
                  <a:pt x="574989" y="170794"/>
                </a:lnTo>
                <a:lnTo>
                  <a:pt x="555962" y="163237"/>
                </a:lnTo>
                <a:lnTo>
                  <a:pt x="559057" y="180005"/>
                </a:lnTo>
                <a:lnTo>
                  <a:pt x="497231" y="177713"/>
                </a:lnTo>
                <a:lnTo>
                  <a:pt x="491085" y="171025"/>
                </a:lnTo>
                <a:lnTo>
                  <a:pt x="508005" y="171557"/>
                </a:lnTo>
                <a:lnTo>
                  <a:pt x="494813" y="150950"/>
                </a:lnTo>
                <a:lnTo>
                  <a:pt x="438542" y="136850"/>
                </a:lnTo>
                <a:lnTo>
                  <a:pt x="429378" y="124796"/>
                </a:lnTo>
                <a:lnTo>
                  <a:pt x="437519" y="114318"/>
                </a:lnTo>
                <a:lnTo>
                  <a:pt x="421316" y="99209"/>
                </a:lnTo>
                <a:lnTo>
                  <a:pt x="331236" y="56013"/>
                </a:lnTo>
                <a:lnTo>
                  <a:pt x="287429" y="2847"/>
                </a:lnTo>
                <a:lnTo>
                  <a:pt x="244027" y="19092"/>
                </a:lnTo>
                <a:lnTo>
                  <a:pt x="220739" y="0"/>
                </a:lnTo>
                <a:lnTo>
                  <a:pt x="208670" y="14376"/>
                </a:lnTo>
                <a:lnTo>
                  <a:pt x="193355" y="9778"/>
                </a:lnTo>
                <a:lnTo>
                  <a:pt x="154844" y="30153"/>
                </a:lnTo>
                <a:lnTo>
                  <a:pt x="117223" y="18424"/>
                </a:lnTo>
                <a:lnTo>
                  <a:pt x="138247" y="41774"/>
                </a:lnTo>
                <a:lnTo>
                  <a:pt x="54956" y="41994"/>
                </a:lnTo>
                <a:lnTo>
                  <a:pt x="45345" y="68804"/>
                </a:lnTo>
                <a:lnTo>
                  <a:pt x="0" y="99536"/>
                </a:lnTo>
                <a:lnTo>
                  <a:pt x="4808" y="133692"/>
                </a:lnTo>
                <a:lnTo>
                  <a:pt x="56502" y="133148"/>
                </a:lnTo>
                <a:lnTo>
                  <a:pt x="74239" y="160719"/>
                </a:lnTo>
                <a:lnTo>
                  <a:pt x="126961" y="172269"/>
                </a:lnTo>
                <a:lnTo>
                  <a:pt x="119907" y="205521"/>
                </a:lnTo>
                <a:lnTo>
                  <a:pt x="162933" y="21861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akshadweep"/>
          <p:cNvSpPr/>
          <p:nvPr/>
        </p:nvSpPr>
        <p:spPr>
          <a:xfrm>
            <a:off x="8202322" y="4584020"/>
            <a:ext cx="2924" cy="8581"/>
          </a:xfrm>
          <a:custGeom>
            <a:avLst/>
            <a:gdLst/>
            <a:ahLst/>
            <a:cxnLst/>
            <a:rect l="l" t="t" r="r" b="b"/>
            <a:pathLst>
              <a:path w="2924" h="8581">
                <a:moveTo>
                  <a:pt x="0" y="8581"/>
                </a:moveTo>
                <a:lnTo>
                  <a:pt x="2924" y="0"/>
                </a:lnTo>
                <a:lnTo>
                  <a:pt x="0" y="858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dhya Pradesh"/>
          <p:cNvSpPr/>
          <p:nvPr/>
        </p:nvSpPr>
        <p:spPr>
          <a:xfrm>
            <a:off x="8332846" y="2851911"/>
            <a:ext cx="903976" cy="643547"/>
          </a:xfrm>
          <a:custGeom>
            <a:avLst/>
            <a:gdLst/>
            <a:ahLst/>
            <a:cxnLst/>
            <a:rect l="l" t="t" r="r" b="b"/>
            <a:pathLst>
              <a:path w="903976" h="643547">
                <a:moveTo>
                  <a:pt x="682602" y="614228"/>
                </a:moveTo>
                <a:lnTo>
                  <a:pt x="699643" y="544954"/>
                </a:lnTo>
                <a:lnTo>
                  <a:pt x="709565" y="527020"/>
                </a:lnTo>
                <a:lnTo>
                  <a:pt x="718142" y="533501"/>
                </a:lnTo>
                <a:lnTo>
                  <a:pt x="729044" y="491773"/>
                </a:lnTo>
                <a:lnTo>
                  <a:pt x="781629" y="480626"/>
                </a:lnTo>
                <a:lnTo>
                  <a:pt x="814605" y="420596"/>
                </a:lnTo>
                <a:lnTo>
                  <a:pt x="837162" y="413477"/>
                </a:lnTo>
                <a:lnTo>
                  <a:pt x="840519" y="393422"/>
                </a:lnTo>
                <a:lnTo>
                  <a:pt x="812653" y="370250"/>
                </a:lnTo>
                <a:lnTo>
                  <a:pt x="782155" y="375869"/>
                </a:lnTo>
                <a:lnTo>
                  <a:pt x="776970" y="364404"/>
                </a:lnTo>
                <a:lnTo>
                  <a:pt x="789244" y="349314"/>
                </a:lnTo>
                <a:lnTo>
                  <a:pt x="780252" y="329208"/>
                </a:lnTo>
                <a:lnTo>
                  <a:pt x="801564" y="339877"/>
                </a:lnTo>
                <a:lnTo>
                  <a:pt x="885959" y="336398"/>
                </a:lnTo>
                <a:lnTo>
                  <a:pt x="903976" y="322561"/>
                </a:lnTo>
                <a:lnTo>
                  <a:pt x="888960" y="304151"/>
                </a:lnTo>
                <a:lnTo>
                  <a:pt x="900216" y="247173"/>
                </a:lnTo>
                <a:lnTo>
                  <a:pt x="864771" y="240417"/>
                </a:lnTo>
                <a:lnTo>
                  <a:pt x="863391" y="252792"/>
                </a:lnTo>
                <a:lnTo>
                  <a:pt x="851280" y="251257"/>
                </a:lnTo>
                <a:lnTo>
                  <a:pt x="841514" y="227483"/>
                </a:lnTo>
                <a:lnTo>
                  <a:pt x="816979" y="226614"/>
                </a:lnTo>
                <a:lnTo>
                  <a:pt x="810986" y="206732"/>
                </a:lnTo>
                <a:lnTo>
                  <a:pt x="780572" y="201170"/>
                </a:lnTo>
                <a:lnTo>
                  <a:pt x="776567" y="186092"/>
                </a:lnTo>
                <a:lnTo>
                  <a:pt x="768170" y="199401"/>
                </a:lnTo>
                <a:lnTo>
                  <a:pt x="746175" y="189000"/>
                </a:lnTo>
                <a:lnTo>
                  <a:pt x="731976" y="219903"/>
                </a:lnTo>
                <a:lnTo>
                  <a:pt x="698263" y="216019"/>
                </a:lnTo>
                <a:lnTo>
                  <a:pt x="705729" y="186565"/>
                </a:lnTo>
                <a:lnTo>
                  <a:pt x="687170" y="193175"/>
                </a:lnTo>
                <a:lnTo>
                  <a:pt x="694563" y="201336"/>
                </a:lnTo>
                <a:lnTo>
                  <a:pt x="676611" y="190725"/>
                </a:lnTo>
                <a:lnTo>
                  <a:pt x="677780" y="200133"/>
                </a:lnTo>
                <a:lnTo>
                  <a:pt x="664029" y="196728"/>
                </a:lnTo>
                <a:lnTo>
                  <a:pt x="671202" y="207187"/>
                </a:lnTo>
                <a:lnTo>
                  <a:pt x="659667" y="208050"/>
                </a:lnTo>
                <a:lnTo>
                  <a:pt x="660821" y="198694"/>
                </a:lnTo>
                <a:lnTo>
                  <a:pt x="648683" y="208272"/>
                </a:lnTo>
                <a:lnTo>
                  <a:pt x="659093" y="187710"/>
                </a:lnTo>
                <a:lnTo>
                  <a:pt x="641816" y="160363"/>
                </a:lnTo>
                <a:lnTo>
                  <a:pt x="599348" y="181275"/>
                </a:lnTo>
                <a:lnTo>
                  <a:pt x="599335" y="196967"/>
                </a:lnTo>
                <a:lnTo>
                  <a:pt x="553429" y="195633"/>
                </a:lnTo>
                <a:lnTo>
                  <a:pt x="562609" y="177807"/>
                </a:lnTo>
                <a:lnTo>
                  <a:pt x="542567" y="169952"/>
                </a:lnTo>
                <a:lnTo>
                  <a:pt x="540831" y="194406"/>
                </a:lnTo>
                <a:lnTo>
                  <a:pt x="514891" y="192064"/>
                </a:lnTo>
                <a:lnTo>
                  <a:pt x="513060" y="177010"/>
                </a:lnTo>
                <a:lnTo>
                  <a:pt x="499541" y="190011"/>
                </a:lnTo>
                <a:lnTo>
                  <a:pt x="507644" y="169128"/>
                </a:lnTo>
                <a:lnTo>
                  <a:pt x="496220" y="182034"/>
                </a:lnTo>
                <a:lnTo>
                  <a:pt x="490318" y="173233"/>
                </a:lnTo>
                <a:lnTo>
                  <a:pt x="510600" y="165914"/>
                </a:lnTo>
                <a:lnTo>
                  <a:pt x="500724" y="145798"/>
                </a:lnTo>
                <a:lnTo>
                  <a:pt x="495902" y="159850"/>
                </a:lnTo>
                <a:lnTo>
                  <a:pt x="484449" y="152891"/>
                </a:lnTo>
                <a:lnTo>
                  <a:pt x="488497" y="168244"/>
                </a:lnTo>
                <a:lnTo>
                  <a:pt x="476508" y="158481"/>
                </a:lnTo>
                <a:lnTo>
                  <a:pt x="453534" y="175888"/>
                </a:lnTo>
                <a:lnTo>
                  <a:pt x="468254" y="179314"/>
                </a:lnTo>
                <a:lnTo>
                  <a:pt x="473785" y="212117"/>
                </a:lnTo>
                <a:lnTo>
                  <a:pt x="490062" y="228398"/>
                </a:lnTo>
                <a:lnTo>
                  <a:pt x="486170" y="251791"/>
                </a:lnTo>
                <a:lnTo>
                  <a:pt x="499676" y="247228"/>
                </a:lnTo>
                <a:lnTo>
                  <a:pt x="508760" y="279819"/>
                </a:lnTo>
                <a:lnTo>
                  <a:pt x="491764" y="298599"/>
                </a:lnTo>
                <a:lnTo>
                  <a:pt x="462140" y="275357"/>
                </a:lnTo>
                <a:lnTo>
                  <a:pt x="448853" y="289246"/>
                </a:lnTo>
                <a:lnTo>
                  <a:pt x="426143" y="222668"/>
                </a:lnTo>
                <a:lnTo>
                  <a:pt x="455926" y="189254"/>
                </a:lnTo>
                <a:lnTo>
                  <a:pt x="440180" y="165614"/>
                </a:lnTo>
                <a:lnTo>
                  <a:pt x="454417" y="144923"/>
                </a:lnTo>
                <a:lnTo>
                  <a:pt x="492319" y="138533"/>
                </a:lnTo>
                <a:lnTo>
                  <a:pt x="486262" y="124089"/>
                </a:lnTo>
                <a:lnTo>
                  <a:pt x="525992" y="58993"/>
                </a:lnTo>
                <a:lnTo>
                  <a:pt x="512192" y="21728"/>
                </a:lnTo>
                <a:lnTo>
                  <a:pt x="445808" y="0"/>
                </a:lnTo>
                <a:lnTo>
                  <a:pt x="295620" y="86112"/>
                </a:lnTo>
                <a:lnTo>
                  <a:pt x="251657" y="128503"/>
                </a:lnTo>
                <a:lnTo>
                  <a:pt x="260069" y="157201"/>
                </a:lnTo>
                <a:lnTo>
                  <a:pt x="277930" y="170963"/>
                </a:lnTo>
                <a:lnTo>
                  <a:pt x="327331" y="173447"/>
                </a:lnTo>
                <a:lnTo>
                  <a:pt x="343983" y="162105"/>
                </a:lnTo>
                <a:lnTo>
                  <a:pt x="347655" y="195027"/>
                </a:lnTo>
                <a:lnTo>
                  <a:pt x="291061" y="207149"/>
                </a:lnTo>
                <a:lnTo>
                  <a:pt x="300610" y="221919"/>
                </a:lnTo>
                <a:lnTo>
                  <a:pt x="285476" y="228587"/>
                </a:lnTo>
                <a:lnTo>
                  <a:pt x="308954" y="239359"/>
                </a:lnTo>
                <a:lnTo>
                  <a:pt x="313140" y="254870"/>
                </a:lnTo>
                <a:lnTo>
                  <a:pt x="303514" y="267209"/>
                </a:lnTo>
                <a:lnTo>
                  <a:pt x="286895" y="259177"/>
                </a:lnTo>
                <a:lnTo>
                  <a:pt x="295579" y="304276"/>
                </a:lnTo>
                <a:lnTo>
                  <a:pt x="274793" y="299708"/>
                </a:lnTo>
                <a:lnTo>
                  <a:pt x="274442" y="286846"/>
                </a:lnTo>
                <a:lnTo>
                  <a:pt x="257167" y="300969"/>
                </a:lnTo>
                <a:lnTo>
                  <a:pt x="224718" y="295110"/>
                </a:lnTo>
                <a:lnTo>
                  <a:pt x="221935" y="281848"/>
                </a:lnTo>
                <a:lnTo>
                  <a:pt x="200927" y="326280"/>
                </a:lnTo>
                <a:lnTo>
                  <a:pt x="159971" y="341172"/>
                </a:lnTo>
                <a:lnTo>
                  <a:pt x="148683" y="320394"/>
                </a:lnTo>
                <a:lnTo>
                  <a:pt x="186045" y="312069"/>
                </a:lnTo>
                <a:lnTo>
                  <a:pt x="174819" y="275062"/>
                </a:lnTo>
                <a:lnTo>
                  <a:pt x="193497" y="267898"/>
                </a:lnTo>
                <a:lnTo>
                  <a:pt x="185990" y="237629"/>
                </a:lnTo>
                <a:lnTo>
                  <a:pt x="122486" y="240435"/>
                </a:lnTo>
                <a:lnTo>
                  <a:pt x="122980" y="224738"/>
                </a:lnTo>
                <a:lnTo>
                  <a:pt x="143717" y="221985"/>
                </a:lnTo>
                <a:lnTo>
                  <a:pt x="127015" y="221315"/>
                </a:lnTo>
                <a:lnTo>
                  <a:pt x="134314" y="202866"/>
                </a:lnTo>
                <a:lnTo>
                  <a:pt x="116965" y="202144"/>
                </a:lnTo>
                <a:lnTo>
                  <a:pt x="103399" y="224667"/>
                </a:lnTo>
                <a:lnTo>
                  <a:pt x="82767" y="211904"/>
                </a:lnTo>
                <a:lnTo>
                  <a:pt x="84382" y="232288"/>
                </a:lnTo>
                <a:lnTo>
                  <a:pt x="101571" y="237170"/>
                </a:lnTo>
                <a:lnTo>
                  <a:pt x="88450" y="248078"/>
                </a:lnTo>
                <a:lnTo>
                  <a:pt x="79294" y="231931"/>
                </a:lnTo>
                <a:lnTo>
                  <a:pt x="69907" y="264414"/>
                </a:lnTo>
                <a:lnTo>
                  <a:pt x="84887" y="269066"/>
                </a:lnTo>
                <a:lnTo>
                  <a:pt x="73858" y="290272"/>
                </a:lnTo>
                <a:lnTo>
                  <a:pt x="89274" y="293189"/>
                </a:lnTo>
                <a:lnTo>
                  <a:pt x="98087" y="315540"/>
                </a:lnTo>
                <a:lnTo>
                  <a:pt x="93359" y="359612"/>
                </a:lnTo>
                <a:lnTo>
                  <a:pt x="49876" y="392938"/>
                </a:lnTo>
                <a:lnTo>
                  <a:pt x="73285" y="406241"/>
                </a:lnTo>
                <a:lnTo>
                  <a:pt x="29774" y="422843"/>
                </a:lnTo>
                <a:lnTo>
                  <a:pt x="46007" y="445403"/>
                </a:lnTo>
                <a:lnTo>
                  <a:pt x="35969" y="469915"/>
                </a:lnTo>
                <a:lnTo>
                  <a:pt x="0" y="483999"/>
                </a:lnTo>
                <a:lnTo>
                  <a:pt x="26908" y="496625"/>
                </a:lnTo>
                <a:lnTo>
                  <a:pt x="3627" y="500999"/>
                </a:lnTo>
                <a:lnTo>
                  <a:pt x="15334" y="530846"/>
                </a:lnTo>
                <a:lnTo>
                  <a:pt x="6927" y="540423"/>
                </a:lnTo>
                <a:lnTo>
                  <a:pt x="18074" y="548551"/>
                </a:lnTo>
                <a:lnTo>
                  <a:pt x="42587" y="537738"/>
                </a:lnTo>
                <a:lnTo>
                  <a:pt x="53998" y="575700"/>
                </a:lnTo>
                <a:lnTo>
                  <a:pt x="89782" y="581483"/>
                </a:lnTo>
                <a:lnTo>
                  <a:pt x="130742" y="608629"/>
                </a:lnTo>
                <a:lnTo>
                  <a:pt x="212690" y="610121"/>
                </a:lnTo>
                <a:lnTo>
                  <a:pt x="214403" y="634070"/>
                </a:lnTo>
                <a:lnTo>
                  <a:pt x="231570" y="643547"/>
                </a:lnTo>
                <a:lnTo>
                  <a:pt x="267003" y="630784"/>
                </a:lnTo>
                <a:lnTo>
                  <a:pt x="284711" y="585398"/>
                </a:lnTo>
                <a:lnTo>
                  <a:pt x="335631" y="566941"/>
                </a:lnTo>
                <a:lnTo>
                  <a:pt x="361782" y="573199"/>
                </a:lnTo>
                <a:lnTo>
                  <a:pt x="368779" y="591542"/>
                </a:lnTo>
                <a:lnTo>
                  <a:pt x="349614" y="591626"/>
                </a:lnTo>
                <a:lnTo>
                  <a:pt x="356103" y="609783"/>
                </a:lnTo>
                <a:lnTo>
                  <a:pt x="402683" y="608503"/>
                </a:lnTo>
                <a:lnTo>
                  <a:pt x="448636" y="583077"/>
                </a:lnTo>
                <a:lnTo>
                  <a:pt x="455218" y="596205"/>
                </a:lnTo>
                <a:lnTo>
                  <a:pt x="505183" y="597404"/>
                </a:lnTo>
                <a:lnTo>
                  <a:pt x="502859" y="585947"/>
                </a:lnTo>
                <a:lnTo>
                  <a:pt x="535501" y="571152"/>
                </a:lnTo>
                <a:lnTo>
                  <a:pt x="562781" y="576510"/>
                </a:lnTo>
                <a:lnTo>
                  <a:pt x="567356" y="591083"/>
                </a:lnTo>
                <a:lnTo>
                  <a:pt x="640726" y="581973"/>
                </a:lnTo>
                <a:lnTo>
                  <a:pt x="657097" y="609509"/>
                </a:lnTo>
                <a:lnTo>
                  <a:pt x="682602" y="614228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hārāshtra"/>
          <p:cNvSpPr/>
          <p:nvPr/>
        </p:nvSpPr>
        <p:spPr>
          <a:xfrm>
            <a:off x="8192218" y="3388493"/>
            <a:ext cx="847765" cy="713280"/>
          </a:xfrm>
          <a:custGeom>
            <a:avLst/>
            <a:gdLst/>
            <a:ahLst/>
            <a:cxnLst/>
            <a:rect l="l" t="t" r="r" b="b"/>
            <a:pathLst>
              <a:path w="847765" h="713280">
                <a:moveTo>
                  <a:pt x="783372" y="367404"/>
                </a:moveTo>
                <a:lnTo>
                  <a:pt x="795826" y="309494"/>
                </a:lnTo>
                <a:lnTo>
                  <a:pt x="814290" y="292019"/>
                </a:lnTo>
                <a:lnTo>
                  <a:pt x="833217" y="304528"/>
                </a:lnTo>
                <a:lnTo>
                  <a:pt x="847765" y="283197"/>
                </a:lnTo>
                <a:lnTo>
                  <a:pt x="811520" y="245857"/>
                </a:lnTo>
                <a:lnTo>
                  <a:pt x="796636" y="248315"/>
                </a:lnTo>
                <a:lnTo>
                  <a:pt x="812604" y="217731"/>
                </a:lnTo>
                <a:lnTo>
                  <a:pt x="795972" y="198519"/>
                </a:lnTo>
                <a:lnTo>
                  <a:pt x="819762" y="188795"/>
                </a:lnTo>
                <a:lnTo>
                  <a:pt x="820328" y="159285"/>
                </a:lnTo>
                <a:lnTo>
                  <a:pt x="804800" y="157070"/>
                </a:lnTo>
                <a:lnTo>
                  <a:pt x="815778" y="149724"/>
                </a:lnTo>
                <a:lnTo>
                  <a:pt x="800490" y="104018"/>
                </a:lnTo>
                <a:lnTo>
                  <a:pt x="825460" y="79987"/>
                </a:lnTo>
                <a:lnTo>
                  <a:pt x="797725" y="72927"/>
                </a:lnTo>
                <a:lnTo>
                  <a:pt x="776542" y="44186"/>
                </a:lnTo>
                <a:lnTo>
                  <a:pt x="744079" y="57237"/>
                </a:lnTo>
                <a:lnTo>
                  <a:pt x="728268" y="47712"/>
                </a:lnTo>
                <a:lnTo>
                  <a:pt x="707984" y="54501"/>
                </a:lnTo>
                <a:lnTo>
                  <a:pt x="703409" y="39928"/>
                </a:lnTo>
                <a:lnTo>
                  <a:pt x="676073" y="34576"/>
                </a:lnTo>
                <a:lnTo>
                  <a:pt x="643487" y="49365"/>
                </a:lnTo>
                <a:lnTo>
                  <a:pt x="645811" y="60822"/>
                </a:lnTo>
                <a:lnTo>
                  <a:pt x="595846" y="59623"/>
                </a:lnTo>
                <a:lnTo>
                  <a:pt x="587741" y="46650"/>
                </a:lnTo>
                <a:lnTo>
                  <a:pt x="519508" y="75070"/>
                </a:lnTo>
                <a:lnTo>
                  <a:pt x="496638" y="73185"/>
                </a:lnTo>
                <a:lnTo>
                  <a:pt x="490242" y="55044"/>
                </a:lnTo>
                <a:lnTo>
                  <a:pt x="509407" y="54960"/>
                </a:lnTo>
                <a:lnTo>
                  <a:pt x="502410" y="36617"/>
                </a:lnTo>
                <a:lnTo>
                  <a:pt x="476259" y="30359"/>
                </a:lnTo>
                <a:lnTo>
                  <a:pt x="425339" y="48816"/>
                </a:lnTo>
                <a:lnTo>
                  <a:pt x="407631" y="94202"/>
                </a:lnTo>
                <a:lnTo>
                  <a:pt x="372198" y="106965"/>
                </a:lnTo>
                <a:lnTo>
                  <a:pt x="355031" y="97488"/>
                </a:lnTo>
                <a:lnTo>
                  <a:pt x="353318" y="73539"/>
                </a:lnTo>
                <a:lnTo>
                  <a:pt x="271370" y="72047"/>
                </a:lnTo>
                <a:lnTo>
                  <a:pt x="230410" y="44901"/>
                </a:lnTo>
                <a:lnTo>
                  <a:pt x="197500" y="40943"/>
                </a:lnTo>
                <a:lnTo>
                  <a:pt x="177377" y="0"/>
                </a:lnTo>
                <a:lnTo>
                  <a:pt x="116533" y="23220"/>
                </a:lnTo>
                <a:lnTo>
                  <a:pt x="122333" y="59479"/>
                </a:lnTo>
                <a:lnTo>
                  <a:pt x="171721" y="54360"/>
                </a:lnTo>
                <a:lnTo>
                  <a:pt x="131265" y="69797"/>
                </a:lnTo>
                <a:lnTo>
                  <a:pt x="118596" y="95427"/>
                </a:lnTo>
                <a:lnTo>
                  <a:pt x="94042" y="95793"/>
                </a:lnTo>
                <a:lnTo>
                  <a:pt x="127393" y="116703"/>
                </a:lnTo>
                <a:lnTo>
                  <a:pt x="131557" y="143427"/>
                </a:lnTo>
                <a:lnTo>
                  <a:pt x="111283" y="163020"/>
                </a:lnTo>
                <a:lnTo>
                  <a:pt x="80906" y="146066"/>
                </a:lnTo>
                <a:lnTo>
                  <a:pt x="77530" y="203686"/>
                </a:lnTo>
                <a:lnTo>
                  <a:pt x="65265" y="202560"/>
                </a:lnTo>
                <a:lnTo>
                  <a:pt x="53036" y="220461"/>
                </a:lnTo>
                <a:lnTo>
                  <a:pt x="20076" y="200780"/>
                </a:lnTo>
                <a:lnTo>
                  <a:pt x="4580" y="217736"/>
                </a:lnTo>
                <a:lnTo>
                  <a:pt x="11472" y="236753"/>
                </a:lnTo>
                <a:lnTo>
                  <a:pt x="0" y="232993"/>
                </a:lnTo>
                <a:lnTo>
                  <a:pt x="25573" y="407461"/>
                </a:lnTo>
                <a:lnTo>
                  <a:pt x="37572" y="418310"/>
                </a:lnTo>
                <a:lnTo>
                  <a:pt x="46254" y="411068"/>
                </a:lnTo>
                <a:lnTo>
                  <a:pt x="45447" y="432059"/>
                </a:lnTo>
                <a:lnTo>
                  <a:pt x="27613" y="423252"/>
                </a:lnTo>
                <a:lnTo>
                  <a:pt x="59766" y="522915"/>
                </a:lnTo>
                <a:lnTo>
                  <a:pt x="67135" y="612665"/>
                </a:lnTo>
                <a:lnTo>
                  <a:pt x="72316" y="625557"/>
                </a:lnTo>
                <a:lnTo>
                  <a:pt x="86013" y="623173"/>
                </a:lnTo>
                <a:lnTo>
                  <a:pt x="72375" y="627553"/>
                </a:lnTo>
                <a:lnTo>
                  <a:pt x="81690" y="663605"/>
                </a:lnTo>
                <a:lnTo>
                  <a:pt x="101938" y="698057"/>
                </a:lnTo>
                <a:lnTo>
                  <a:pt x="123458" y="691927"/>
                </a:lnTo>
                <a:lnTo>
                  <a:pt x="139690" y="713280"/>
                </a:lnTo>
                <a:lnTo>
                  <a:pt x="159092" y="693846"/>
                </a:lnTo>
                <a:lnTo>
                  <a:pt x="174479" y="694560"/>
                </a:lnTo>
                <a:lnTo>
                  <a:pt x="185268" y="665225"/>
                </a:lnTo>
                <a:lnTo>
                  <a:pt x="174778" y="663600"/>
                </a:lnTo>
                <a:lnTo>
                  <a:pt x="188152" y="657999"/>
                </a:lnTo>
                <a:lnTo>
                  <a:pt x="187045" y="641818"/>
                </a:lnTo>
                <a:lnTo>
                  <a:pt x="171032" y="639418"/>
                </a:lnTo>
                <a:lnTo>
                  <a:pt x="165433" y="608767"/>
                </a:lnTo>
                <a:lnTo>
                  <a:pt x="185837" y="595912"/>
                </a:lnTo>
                <a:lnTo>
                  <a:pt x="196111" y="608112"/>
                </a:lnTo>
                <a:lnTo>
                  <a:pt x="208305" y="602239"/>
                </a:lnTo>
                <a:lnTo>
                  <a:pt x="208721" y="590171"/>
                </a:lnTo>
                <a:lnTo>
                  <a:pt x="232237" y="583851"/>
                </a:lnTo>
                <a:lnTo>
                  <a:pt x="233499" y="564735"/>
                </a:lnTo>
                <a:lnTo>
                  <a:pt x="262582" y="576171"/>
                </a:lnTo>
                <a:lnTo>
                  <a:pt x="269315" y="563426"/>
                </a:lnTo>
                <a:lnTo>
                  <a:pt x="309539" y="562816"/>
                </a:lnTo>
                <a:lnTo>
                  <a:pt x="305696" y="505648"/>
                </a:lnTo>
                <a:lnTo>
                  <a:pt x="336358" y="522809"/>
                </a:lnTo>
                <a:lnTo>
                  <a:pt x="382926" y="523702"/>
                </a:lnTo>
                <a:lnTo>
                  <a:pt x="377586" y="492309"/>
                </a:lnTo>
                <a:lnTo>
                  <a:pt x="397351" y="474290"/>
                </a:lnTo>
                <a:lnTo>
                  <a:pt x="414602" y="483034"/>
                </a:lnTo>
                <a:lnTo>
                  <a:pt x="419660" y="458765"/>
                </a:lnTo>
                <a:lnTo>
                  <a:pt x="438089" y="456962"/>
                </a:lnTo>
                <a:lnTo>
                  <a:pt x="441482" y="426762"/>
                </a:lnTo>
                <a:lnTo>
                  <a:pt x="457914" y="430342"/>
                </a:lnTo>
                <a:lnTo>
                  <a:pt x="479363" y="396808"/>
                </a:lnTo>
                <a:lnTo>
                  <a:pt x="484088" y="413554"/>
                </a:lnTo>
                <a:lnTo>
                  <a:pt x="505254" y="413364"/>
                </a:lnTo>
                <a:lnTo>
                  <a:pt x="507825" y="386719"/>
                </a:lnTo>
                <a:lnTo>
                  <a:pt x="522457" y="385848"/>
                </a:lnTo>
                <a:lnTo>
                  <a:pt x="524002" y="369845"/>
                </a:lnTo>
                <a:lnTo>
                  <a:pt x="544080" y="355547"/>
                </a:lnTo>
                <a:lnTo>
                  <a:pt x="524876" y="333130"/>
                </a:lnTo>
                <a:lnTo>
                  <a:pt x="535321" y="302908"/>
                </a:lnTo>
                <a:lnTo>
                  <a:pt x="567427" y="310300"/>
                </a:lnTo>
                <a:lnTo>
                  <a:pt x="567517" y="290915"/>
                </a:lnTo>
                <a:lnTo>
                  <a:pt x="580710" y="286046"/>
                </a:lnTo>
                <a:lnTo>
                  <a:pt x="580986" y="235204"/>
                </a:lnTo>
                <a:lnTo>
                  <a:pt x="635955" y="252116"/>
                </a:lnTo>
                <a:lnTo>
                  <a:pt x="646197" y="275422"/>
                </a:lnTo>
                <a:lnTo>
                  <a:pt x="671921" y="285729"/>
                </a:lnTo>
                <a:lnTo>
                  <a:pt x="677402" y="268228"/>
                </a:lnTo>
                <a:lnTo>
                  <a:pt x="700861" y="281156"/>
                </a:lnTo>
                <a:lnTo>
                  <a:pt x="732486" y="270116"/>
                </a:lnTo>
                <a:lnTo>
                  <a:pt x="753007" y="292233"/>
                </a:lnTo>
                <a:lnTo>
                  <a:pt x="740704" y="325296"/>
                </a:lnTo>
                <a:lnTo>
                  <a:pt x="747096" y="357625"/>
                </a:lnTo>
                <a:lnTo>
                  <a:pt x="767439" y="372114"/>
                </a:lnTo>
                <a:lnTo>
                  <a:pt x="783372" y="36740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nipur"/>
          <p:cNvSpPr/>
          <p:nvPr/>
        </p:nvSpPr>
        <p:spPr>
          <a:xfrm>
            <a:off x="10283045" y="2983545"/>
            <a:ext cx="182370" cy="204979"/>
          </a:xfrm>
          <a:custGeom>
            <a:avLst/>
            <a:gdLst/>
            <a:ahLst/>
            <a:cxnLst/>
            <a:rect l="l" t="t" r="r" b="b"/>
            <a:pathLst>
              <a:path w="182370" h="204979">
                <a:moveTo>
                  <a:pt x="49544" y="39731"/>
                </a:moveTo>
                <a:lnTo>
                  <a:pt x="23081" y="96710"/>
                </a:lnTo>
                <a:lnTo>
                  <a:pt x="14071" y="96697"/>
                </a:lnTo>
                <a:lnTo>
                  <a:pt x="0" y="174234"/>
                </a:lnTo>
                <a:lnTo>
                  <a:pt x="28890" y="184401"/>
                </a:lnTo>
                <a:lnTo>
                  <a:pt x="38714" y="175108"/>
                </a:lnTo>
                <a:lnTo>
                  <a:pt x="54818" y="193140"/>
                </a:lnTo>
                <a:lnTo>
                  <a:pt x="80471" y="186144"/>
                </a:lnTo>
                <a:lnTo>
                  <a:pt x="120583" y="204979"/>
                </a:lnTo>
                <a:lnTo>
                  <a:pt x="182370" y="71681"/>
                </a:lnTo>
                <a:lnTo>
                  <a:pt x="165029" y="52055"/>
                </a:lnTo>
                <a:lnTo>
                  <a:pt x="175305" y="26338"/>
                </a:lnTo>
                <a:lnTo>
                  <a:pt x="162739" y="19847"/>
                </a:lnTo>
                <a:lnTo>
                  <a:pt x="167165" y="0"/>
                </a:lnTo>
                <a:lnTo>
                  <a:pt x="138874" y="19977"/>
                </a:lnTo>
                <a:lnTo>
                  <a:pt x="81565" y="16032"/>
                </a:lnTo>
                <a:lnTo>
                  <a:pt x="65119" y="53703"/>
                </a:lnTo>
                <a:lnTo>
                  <a:pt x="49544" y="3973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eghālaya"/>
          <p:cNvSpPr/>
          <p:nvPr/>
        </p:nvSpPr>
        <p:spPr>
          <a:xfrm>
            <a:off x="9958038" y="2935101"/>
            <a:ext cx="307514" cy="120940"/>
          </a:xfrm>
          <a:custGeom>
            <a:avLst/>
            <a:gdLst/>
            <a:ahLst/>
            <a:cxnLst/>
            <a:rect l="l" t="t" r="r" b="b"/>
            <a:pathLst>
              <a:path w="307514" h="120940">
                <a:moveTo>
                  <a:pt x="268644" y="120940"/>
                </a:moveTo>
                <a:lnTo>
                  <a:pt x="307514" y="100144"/>
                </a:lnTo>
                <a:lnTo>
                  <a:pt x="282995" y="72566"/>
                </a:lnTo>
                <a:lnTo>
                  <a:pt x="292088" y="58645"/>
                </a:lnTo>
                <a:lnTo>
                  <a:pt x="264398" y="40491"/>
                </a:lnTo>
                <a:lnTo>
                  <a:pt x="240938" y="49628"/>
                </a:lnTo>
                <a:lnTo>
                  <a:pt x="248085" y="23330"/>
                </a:lnTo>
                <a:lnTo>
                  <a:pt x="240557" y="19429"/>
                </a:lnTo>
                <a:lnTo>
                  <a:pt x="252545" y="5685"/>
                </a:lnTo>
                <a:lnTo>
                  <a:pt x="216523" y="13491"/>
                </a:lnTo>
                <a:lnTo>
                  <a:pt x="206888" y="0"/>
                </a:lnTo>
                <a:lnTo>
                  <a:pt x="190951" y="23887"/>
                </a:lnTo>
                <a:lnTo>
                  <a:pt x="181608" y="9561"/>
                </a:lnTo>
                <a:lnTo>
                  <a:pt x="176521" y="27537"/>
                </a:lnTo>
                <a:lnTo>
                  <a:pt x="144814" y="44038"/>
                </a:lnTo>
                <a:lnTo>
                  <a:pt x="142074" y="28632"/>
                </a:lnTo>
                <a:lnTo>
                  <a:pt x="122532" y="33183"/>
                </a:lnTo>
                <a:lnTo>
                  <a:pt x="116501" y="19011"/>
                </a:lnTo>
                <a:lnTo>
                  <a:pt x="31256" y="17916"/>
                </a:lnTo>
                <a:lnTo>
                  <a:pt x="8126" y="41552"/>
                </a:lnTo>
                <a:lnTo>
                  <a:pt x="21047" y="56808"/>
                </a:lnTo>
                <a:lnTo>
                  <a:pt x="0" y="81103"/>
                </a:lnTo>
                <a:lnTo>
                  <a:pt x="2486" y="91599"/>
                </a:lnTo>
                <a:lnTo>
                  <a:pt x="64737" y="108273"/>
                </a:lnTo>
                <a:lnTo>
                  <a:pt x="231268" y="103385"/>
                </a:lnTo>
                <a:lnTo>
                  <a:pt x="268644" y="12094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izoram"/>
          <p:cNvSpPr/>
          <p:nvPr/>
        </p:nvSpPr>
        <p:spPr>
          <a:xfrm>
            <a:off x="10210231" y="3112462"/>
            <a:ext cx="116179" cy="286283"/>
          </a:xfrm>
          <a:custGeom>
            <a:avLst/>
            <a:gdLst/>
            <a:ahLst/>
            <a:cxnLst/>
            <a:rect l="l" t="t" r="r" b="b"/>
            <a:pathLst>
              <a:path w="116179" h="286283">
                <a:moveTo>
                  <a:pt x="0" y="88346"/>
                </a:moveTo>
                <a:lnTo>
                  <a:pt x="34775" y="282320"/>
                </a:lnTo>
                <a:lnTo>
                  <a:pt x="44697" y="262578"/>
                </a:lnTo>
                <a:lnTo>
                  <a:pt x="65973" y="286283"/>
                </a:lnTo>
                <a:lnTo>
                  <a:pt x="79516" y="258098"/>
                </a:lnTo>
                <a:lnTo>
                  <a:pt x="96430" y="250472"/>
                </a:lnTo>
                <a:lnTo>
                  <a:pt x="85328" y="190317"/>
                </a:lnTo>
                <a:lnTo>
                  <a:pt x="89475" y="162164"/>
                </a:lnTo>
                <a:lnTo>
                  <a:pt x="105858" y="168073"/>
                </a:lnTo>
                <a:lnTo>
                  <a:pt x="115296" y="153868"/>
                </a:lnTo>
                <a:lnTo>
                  <a:pt x="116179" y="65738"/>
                </a:lnTo>
                <a:lnTo>
                  <a:pt x="108374" y="51940"/>
                </a:lnTo>
                <a:lnTo>
                  <a:pt x="72834" y="45345"/>
                </a:lnTo>
                <a:lnTo>
                  <a:pt x="78164" y="14280"/>
                </a:lnTo>
                <a:lnTo>
                  <a:pt x="58052" y="16362"/>
                </a:lnTo>
                <a:lnTo>
                  <a:pt x="51219" y="0"/>
                </a:lnTo>
                <a:lnTo>
                  <a:pt x="21948" y="42070"/>
                </a:lnTo>
                <a:lnTo>
                  <a:pt x="2769" y="30044"/>
                </a:lnTo>
                <a:lnTo>
                  <a:pt x="0" y="88346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āgāland"/>
          <p:cNvSpPr/>
          <p:nvPr/>
        </p:nvSpPr>
        <p:spPr>
          <a:xfrm>
            <a:off x="10319518" y="2833393"/>
            <a:ext cx="196327" cy="203849"/>
          </a:xfrm>
          <a:custGeom>
            <a:avLst/>
            <a:gdLst/>
            <a:ahLst/>
            <a:cxnLst/>
            <a:rect l="l" t="t" r="r" b="b"/>
            <a:pathLst>
              <a:path w="196327" h="203849">
                <a:moveTo>
                  <a:pt x="196327" y="39236"/>
                </a:moveTo>
                <a:lnTo>
                  <a:pt x="192111" y="0"/>
                </a:lnTo>
                <a:lnTo>
                  <a:pt x="116671" y="41536"/>
                </a:lnTo>
                <a:lnTo>
                  <a:pt x="101877" y="64099"/>
                </a:lnTo>
                <a:lnTo>
                  <a:pt x="95674" y="54898"/>
                </a:lnTo>
                <a:lnTo>
                  <a:pt x="69395" y="95841"/>
                </a:lnTo>
                <a:lnTo>
                  <a:pt x="67090" y="124198"/>
                </a:lnTo>
                <a:lnTo>
                  <a:pt x="48227" y="136161"/>
                </a:lnTo>
                <a:lnTo>
                  <a:pt x="45136" y="118315"/>
                </a:lnTo>
                <a:lnTo>
                  <a:pt x="0" y="165284"/>
                </a:lnTo>
                <a:lnTo>
                  <a:pt x="14890" y="195782"/>
                </a:lnTo>
                <a:lnTo>
                  <a:pt x="28657" y="203849"/>
                </a:lnTo>
                <a:lnTo>
                  <a:pt x="52245" y="163729"/>
                </a:lnTo>
                <a:lnTo>
                  <a:pt x="102401" y="170129"/>
                </a:lnTo>
                <a:lnTo>
                  <a:pt x="128157" y="149170"/>
                </a:lnTo>
                <a:lnTo>
                  <a:pt x="132764" y="174643"/>
                </a:lnTo>
                <a:lnTo>
                  <a:pt x="161767" y="163178"/>
                </a:lnTo>
                <a:lnTo>
                  <a:pt x="191361" y="106835"/>
                </a:lnTo>
                <a:lnTo>
                  <a:pt x="178601" y="65044"/>
                </a:lnTo>
                <a:lnTo>
                  <a:pt x="196327" y="3923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disha"/>
          <p:cNvSpPr/>
          <p:nvPr/>
        </p:nvSpPr>
        <p:spPr>
          <a:xfrm>
            <a:off x="9091223" y="3329288"/>
            <a:ext cx="626775" cy="526820"/>
          </a:xfrm>
          <a:custGeom>
            <a:avLst/>
            <a:gdLst/>
            <a:ahLst/>
            <a:cxnLst/>
            <a:rect l="l" t="t" r="r" b="b"/>
            <a:pathLst>
              <a:path w="626775" h="526820">
                <a:moveTo>
                  <a:pt x="0" y="526820"/>
                </a:moveTo>
                <a:lnTo>
                  <a:pt x="22768" y="526466"/>
                </a:lnTo>
                <a:lnTo>
                  <a:pt x="65331" y="499067"/>
                </a:lnTo>
                <a:lnTo>
                  <a:pt x="89410" y="507325"/>
                </a:lnTo>
                <a:lnTo>
                  <a:pt x="111700" y="445868"/>
                </a:lnTo>
                <a:lnTo>
                  <a:pt x="127649" y="480489"/>
                </a:lnTo>
                <a:lnTo>
                  <a:pt x="144681" y="456905"/>
                </a:lnTo>
                <a:lnTo>
                  <a:pt x="170555" y="464591"/>
                </a:lnTo>
                <a:lnTo>
                  <a:pt x="166286" y="435041"/>
                </a:lnTo>
                <a:lnTo>
                  <a:pt x="206712" y="413261"/>
                </a:lnTo>
                <a:lnTo>
                  <a:pt x="196919" y="395894"/>
                </a:lnTo>
                <a:lnTo>
                  <a:pt x="212473" y="400785"/>
                </a:lnTo>
                <a:lnTo>
                  <a:pt x="213108" y="385434"/>
                </a:lnTo>
                <a:lnTo>
                  <a:pt x="220235" y="394575"/>
                </a:lnTo>
                <a:lnTo>
                  <a:pt x="229378" y="377715"/>
                </a:lnTo>
                <a:lnTo>
                  <a:pt x="256873" y="416352"/>
                </a:lnTo>
                <a:lnTo>
                  <a:pt x="300917" y="419399"/>
                </a:lnTo>
                <a:lnTo>
                  <a:pt x="311219" y="393327"/>
                </a:lnTo>
                <a:lnTo>
                  <a:pt x="329726" y="393016"/>
                </a:lnTo>
                <a:lnTo>
                  <a:pt x="336930" y="377343"/>
                </a:lnTo>
                <a:lnTo>
                  <a:pt x="346847" y="387333"/>
                </a:lnTo>
                <a:lnTo>
                  <a:pt x="406663" y="330974"/>
                </a:lnTo>
                <a:lnTo>
                  <a:pt x="514269" y="289684"/>
                </a:lnTo>
                <a:lnTo>
                  <a:pt x="554604" y="248278"/>
                </a:lnTo>
                <a:lnTo>
                  <a:pt x="551417" y="227419"/>
                </a:lnTo>
                <a:lnTo>
                  <a:pt x="582660" y="205549"/>
                </a:lnTo>
                <a:lnTo>
                  <a:pt x="556900" y="203561"/>
                </a:lnTo>
                <a:lnTo>
                  <a:pt x="574634" y="193538"/>
                </a:lnTo>
                <a:lnTo>
                  <a:pt x="562853" y="149225"/>
                </a:lnTo>
                <a:lnTo>
                  <a:pt x="583906" y="122563"/>
                </a:lnTo>
                <a:lnTo>
                  <a:pt x="626775" y="107046"/>
                </a:lnTo>
                <a:lnTo>
                  <a:pt x="625234" y="92673"/>
                </a:lnTo>
                <a:lnTo>
                  <a:pt x="594519" y="65240"/>
                </a:lnTo>
                <a:lnTo>
                  <a:pt x="580815" y="77590"/>
                </a:lnTo>
                <a:lnTo>
                  <a:pt x="573325" y="53427"/>
                </a:lnTo>
                <a:lnTo>
                  <a:pt x="478805" y="0"/>
                </a:lnTo>
                <a:lnTo>
                  <a:pt x="464431" y="66248"/>
                </a:lnTo>
                <a:lnTo>
                  <a:pt x="449889" y="63522"/>
                </a:lnTo>
                <a:lnTo>
                  <a:pt x="454149" y="50073"/>
                </a:lnTo>
                <a:lnTo>
                  <a:pt x="441574" y="56907"/>
                </a:lnTo>
                <a:lnTo>
                  <a:pt x="409227" y="45093"/>
                </a:lnTo>
                <a:lnTo>
                  <a:pt x="395541" y="61921"/>
                </a:lnTo>
                <a:lnTo>
                  <a:pt x="369677" y="53786"/>
                </a:lnTo>
                <a:lnTo>
                  <a:pt x="383069" y="30282"/>
                </a:lnTo>
                <a:lnTo>
                  <a:pt x="377942" y="9218"/>
                </a:lnTo>
                <a:lnTo>
                  <a:pt x="298084" y="24910"/>
                </a:lnTo>
                <a:lnTo>
                  <a:pt x="266200" y="4936"/>
                </a:lnTo>
                <a:lnTo>
                  <a:pt x="269152" y="21727"/>
                </a:lnTo>
                <a:lnTo>
                  <a:pt x="223058" y="51531"/>
                </a:lnTo>
                <a:lnTo>
                  <a:pt x="225962" y="79468"/>
                </a:lnTo>
                <a:lnTo>
                  <a:pt x="199924" y="118218"/>
                </a:lnTo>
                <a:lnTo>
                  <a:pt x="206955" y="134957"/>
                </a:lnTo>
                <a:lnTo>
                  <a:pt x="192804" y="131925"/>
                </a:lnTo>
                <a:lnTo>
                  <a:pt x="178649" y="162192"/>
                </a:lnTo>
                <a:lnTo>
                  <a:pt x="128112" y="156754"/>
                </a:lnTo>
                <a:lnTo>
                  <a:pt x="110088" y="193040"/>
                </a:lnTo>
                <a:lnTo>
                  <a:pt x="98292" y="186188"/>
                </a:lnTo>
                <a:lnTo>
                  <a:pt x="103274" y="278615"/>
                </a:lnTo>
                <a:lnTo>
                  <a:pt x="135825" y="285481"/>
                </a:lnTo>
                <a:lnTo>
                  <a:pt x="134993" y="303201"/>
                </a:lnTo>
                <a:lnTo>
                  <a:pt x="123101" y="309768"/>
                </a:lnTo>
                <a:lnTo>
                  <a:pt x="124297" y="299656"/>
                </a:lnTo>
                <a:lnTo>
                  <a:pt x="108089" y="294862"/>
                </a:lnTo>
                <a:lnTo>
                  <a:pt x="97725" y="303114"/>
                </a:lnTo>
                <a:lnTo>
                  <a:pt x="86622" y="284510"/>
                </a:lnTo>
                <a:lnTo>
                  <a:pt x="48885" y="279994"/>
                </a:lnTo>
                <a:lnTo>
                  <a:pt x="47056" y="293943"/>
                </a:lnTo>
                <a:lnTo>
                  <a:pt x="68922" y="308127"/>
                </a:lnTo>
                <a:lnTo>
                  <a:pt x="65165" y="339531"/>
                </a:lnTo>
                <a:lnTo>
                  <a:pt x="81677" y="348423"/>
                </a:lnTo>
                <a:lnTo>
                  <a:pt x="87505" y="404842"/>
                </a:lnTo>
                <a:lnTo>
                  <a:pt x="51237" y="433878"/>
                </a:lnTo>
                <a:lnTo>
                  <a:pt x="58430" y="441315"/>
                </a:lnTo>
                <a:lnTo>
                  <a:pt x="36466" y="467597"/>
                </a:lnTo>
                <a:lnTo>
                  <a:pt x="13320" y="478195"/>
                </a:lnTo>
                <a:lnTo>
                  <a:pt x="0" y="526820"/>
                </a:lnTo>
                <a:close/>
              </a:path>
            </a:pathLst>
          </a:custGeom>
          <a:solidFill>
            <a:srgbClr val="6E4A1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uducherry"/>
          <p:cNvSpPr/>
          <p:nvPr/>
        </p:nvSpPr>
        <p:spPr>
          <a:xfrm>
            <a:off x="8913931" y="4501083"/>
            <a:ext cx="13768" cy="19023"/>
          </a:xfrm>
          <a:custGeom>
            <a:avLst/>
            <a:gdLst/>
            <a:ahLst/>
            <a:cxnLst/>
            <a:rect l="l" t="t" r="r" b="b"/>
            <a:pathLst>
              <a:path w="13768" h="19023">
                <a:moveTo>
                  <a:pt x="13768" y="19023"/>
                </a:moveTo>
                <a:lnTo>
                  <a:pt x="7576" y="0"/>
                </a:lnTo>
                <a:lnTo>
                  <a:pt x="0" y="14112"/>
                </a:lnTo>
                <a:lnTo>
                  <a:pt x="13768" y="1902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unjab"/>
          <p:cNvSpPr/>
          <p:nvPr/>
        </p:nvSpPr>
        <p:spPr>
          <a:xfrm>
            <a:off x="8318068" y="2225807"/>
            <a:ext cx="314143" cy="329488"/>
          </a:xfrm>
          <a:custGeom>
            <a:avLst/>
            <a:gdLst/>
            <a:ahLst/>
            <a:cxnLst/>
            <a:rect l="l" t="t" r="r" b="b"/>
            <a:pathLst>
              <a:path w="314143" h="329488">
                <a:moveTo>
                  <a:pt x="65993" y="285021"/>
                </a:moveTo>
                <a:lnTo>
                  <a:pt x="124839" y="288349"/>
                </a:lnTo>
                <a:lnTo>
                  <a:pt x="139543" y="305899"/>
                </a:lnTo>
                <a:lnTo>
                  <a:pt x="138901" y="329488"/>
                </a:lnTo>
                <a:lnTo>
                  <a:pt x="161980" y="300031"/>
                </a:lnTo>
                <a:lnTo>
                  <a:pt x="222096" y="307222"/>
                </a:lnTo>
                <a:lnTo>
                  <a:pt x="242722" y="295047"/>
                </a:lnTo>
                <a:lnTo>
                  <a:pt x="238999" y="261295"/>
                </a:lnTo>
                <a:lnTo>
                  <a:pt x="250747" y="268119"/>
                </a:lnTo>
                <a:lnTo>
                  <a:pt x="261142" y="257334"/>
                </a:lnTo>
                <a:lnTo>
                  <a:pt x="273858" y="270252"/>
                </a:lnTo>
                <a:lnTo>
                  <a:pt x="285168" y="258115"/>
                </a:lnTo>
                <a:lnTo>
                  <a:pt x="274932" y="249544"/>
                </a:lnTo>
                <a:lnTo>
                  <a:pt x="293913" y="231369"/>
                </a:lnTo>
                <a:lnTo>
                  <a:pt x="314143" y="235725"/>
                </a:lnTo>
                <a:lnTo>
                  <a:pt x="312955" y="210967"/>
                </a:lnTo>
                <a:lnTo>
                  <a:pt x="290220" y="196224"/>
                </a:lnTo>
                <a:lnTo>
                  <a:pt x="305849" y="190472"/>
                </a:lnTo>
                <a:lnTo>
                  <a:pt x="281938" y="167832"/>
                </a:lnTo>
                <a:lnTo>
                  <a:pt x="283695" y="142984"/>
                </a:lnTo>
                <a:lnTo>
                  <a:pt x="262888" y="136736"/>
                </a:lnTo>
                <a:lnTo>
                  <a:pt x="256123" y="119182"/>
                </a:lnTo>
                <a:lnTo>
                  <a:pt x="236133" y="133679"/>
                </a:lnTo>
                <a:lnTo>
                  <a:pt x="208396" y="62260"/>
                </a:lnTo>
                <a:lnTo>
                  <a:pt x="175910" y="48978"/>
                </a:lnTo>
                <a:lnTo>
                  <a:pt x="178282" y="30463"/>
                </a:lnTo>
                <a:lnTo>
                  <a:pt x="210905" y="13076"/>
                </a:lnTo>
                <a:lnTo>
                  <a:pt x="201319" y="0"/>
                </a:lnTo>
                <a:lnTo>
                  <a:pt x="169589" y="25919"/>
                </a:lnTo>
                <a:lnTo>
                  <a:pt x="149821" y="18324"/>
                </a:lnTo>
                <a:lnTo>
                  <a:pt x="141558" y="45453"/>
                </a:lnTo>
                <a:lnTo>
                  <a:pt x="102251" y="50756"/>
                </a:lnTo>
                <a:lnTo>
                  <a:pt x="61982" y="87761"/>
                </a:lnTo>
                <a:lnTo>
                  <a:pt x="79112" y="120437"/>
                </a:lnTo>
                <a:lnTo>
                  <a:pt x="64256" y="153052"/>
                </a:lnTo>
                <a:lnTo>
                  <a:pt x="84031" y="157527"/>
                </a:lnTo>
                <a:lnTo>
                  <a:pt x="4987" y="224280"/>
                </a:lnTo>
                <a:lnTo>
                  <a:pt x="9160" y="265353"/>
                </a:lnTo>
                <a:lnTo>
                  <a:pt x="0" y="278987"/>
                </a:lnTo>
                <a:lnTo>
                  <a:pt x="65993" y="285021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ājasthān"/>
          <p:cNvSpPr/>
          <p:nvPr/>
        </p:nvSpPr>
        <p:spPr>
          <a:xfrm>
            <a:off x="7864885" y="2482493"/>
            <a:ext cx="904737" cy="791982"/>
          </a:xfrm>
          <a:custGeom>
            <a:avLst/>
            <a:gdLst/>
            <a:ahLst/>
            <a:cxnLst/>
            <a:rect l="l" t="t" r="r" b="b"/>
            <a:pathLst>
              <a:path w="904737" h="791982">
                <a:moveTo>
                  <a:pt x="802964" y="266001"/>
                </a:moveTo>
                <a:lnTo>
                  <a:pt x="778369" y="263699"/>
                </a:lnTo>
                <a:lnTo>
                  <a:pt x="782576" y="272990"/>
                </a:lnTo>
                <a:lnTo>
                  <a:pt x="764548" y="282247"/>
                </a:lnTo>
                <a:lnTo>
                  <a:pt x="770724" y="228564"/>
                </a:lnTo>
                <a:lnTo>
                  <a:pt x="758158" y="219331"/>
                </a:lnTo>
                <a:lnTo>
                  <a:pt x="727236" y="247939"/>
                </a:lnTo>
                <a:lnTo>
                  <a:pt x="719783" y="227439"/>
                </a:lnTo>
                <a:lnTo>
                  <a:pt x="700895" y="224040"/>
                </a:lnTo>
                <a:lnTo>
                  <a:pt x="706048" y="240536"/>
                </a:lnTo>
                <a:lnTo>
                  <a:pt x="687050" y="245151"/>
                </a:lnTo>
                <a:lnTo>
                  <a:pt x="693181" y="264257"/>
                </a:lnTo>
                <a:lnTo>
                  <a:pt x="667859" y="260356"/>
                </a:lnTo>
                <a:lnTo>
                  <a:pt x="675006" y="235711"/>
                </a:lnTo>
                <a:lnTo>
                  <a:pt x="665207" y="232036"/>
                </a:lnTo>
                <a:lnTo>
                  <a:pt x="680632" y="227186"/>
                </a:lnTo>
                <a:lnTo>
                  <a:pt x="625662" y="175878"/>
                </a:lnTo>
                <a:lnTo>
                  <a:pt x="610117" y="104583"/>
                </a:lnTo>
                <a:lnTo>
                  <a:pt x="575629" y="107467"/>
                </a:lnTo>
                <a:lnTo>
                  <a:pt x="552466" y="88168"/>
                </a:lnTo>
                <a:lnTo>
                  <a:pt x="526598" y="96618"/>
                </a:lnTo>
                <a:lnTo>
                  <a:pt x="528332" y="49489"/>
                </a:lnTo>
                <a:lnTo>
                  <a:pt x="513681" y="47693"/>
                </a:lnTo>
                <a:lnTo>
                  <a:pt x="519176" y="28335"/>
                </a:lnTo>
                <a:lnTo>
                  <a:pt x="454062" y="24890"/>
                </a:lnTo>
                <a:lnTo>
                  <a:pt x="462082" y="0"/>
                </a:lnTo>
                <a:lnTo>
                  <a:pt x="402824" y="27992"/>
                </a:lnTo>
                <a:lnTo>
                  <a:pt x="356315" y="129879"/>
                </a:lnTo>
                <a:lnTo>
                  <a:pt x="299376" y="158265"/>
                </a:lnTo>
                <a:lnTo>
                  <a:pt x="248528" y="248196"/>
                </a:lnTo>
                <a:lnTo>
                  <a:pt x="142833" y="276602"/>
                </a:lnTo>
                <a:lnTo>
                  <a:pt x="129228" y="272571"/>
                </a:lnTo>
                <a:lnTo>
                  <a:pt x="113756" y="242768"/>
                </a:lnTo>
                <a:lnTo>
                  <a:pt x="91389" y="242619"/>
                </a:lnTo>
                <a:lnTo>
                  <a:pt x="10571" y="334531"/>
                </a:lnTo>
                <a:lnTo>
                  <a:pt x="0" y="376549"/>
                </a:lnTo>
                <a:lnTo>
                  <a:pt x="31654" y="399474"/>
                </a:lnTo>
                <a:lnTo>
                  <a:pt x="71016" y="404679"/>
                </a:lnTo>
                <a:lnTo>
                  <a:pt x="63345" y="472711"/>
                </a:lnTo>
                <a:lnTo>
                  <a:pt x="80729" y="497631"/>
                </a:lnTo>
                <a:lnTo>
                  <a:pt x="121030" y="498916"/>
                </a:lnTo>
                <a:lnTo>
                  <a:pt x="121512" y="532777"/>
                </a:lnTo>
                <a:lnTo>
                  <a:pt x="167583" y="612830"/>
                </a:lnTo>
                <a:lnTo>
                  <a:pt x="243783" y="620202"/>
                </a:lnTo>
                <a:lnTo>
                  <a:pt x="265315" y="608799"/>
                </a:lnTo>
                <a:lnTo>
                  <a:pt x="294766" y="618075"/>
                </a:lnTo>
                <a:lnTo>
                  <a:pt x="284370" y="622838"/>
                </a:lnTo>
                <a:lnTo>
                  <a:pt x="306077" y="641791"/>
                </a:lnTo>
                <a:lnTo>
                  <a:pt x="314488" y="630160"/>
                </a:lnTo>
                <a:lnTo>
                  <a:pt x="352764" y="650400"/>
                </a:lnTo>
                <a:lnTo>
                  <a:pt x="370935" y="632552"/>
                </a:lnTo>
                <a:lnTo>
                  <a:pt x="369830" y="643810"/>
                </a:lnTo>
                <a:lnTo>
                  <a:pt x="384528" y="647438"/>
                </a:lnTo>
                <a:lnTo>
                  <a:pt x="368898" y="666216"/>
                </a:lnTo>
                <a:lnTo>
                  <a:pt x="386950" y="687567"/>
                </a:lnTo>
                <a:lnTo>
                  <a:pt x="399222" y="676206"/>
                </a:lnTo>
                <a:lnTo>
                  <a:pt x="398178" y="710969"/>
                </a:lnTo>
                <a:lnTo>
                  <a:pt x="415807" y="731442"/>
                </a:lnTo>
                <a:lnTo>
                  <a:pt x="429456" y="729845"/>
                </a:lnTo>
                <a:lnTo>
                  <a:pt x="426527" y="749012"/>
                </a:lnTo>
                <a:lnTo>
                  <a:pt x="461030" y="756520"/>
                </a:lnTo>
                <a:lnTo>
                  <a:pt x="498864" y="791982"/>
                </a:lnTo>
                <a:lnTo>
                  <a:pt x="541246" y="775659"/>
                </a:lnTo>
                <a:lnTo>
                  <a:pt x="517837" y="762356"/>
                </a:lnTo>
                <a:lnTo>
                  <a:pt x="561320" y="729030"/>
                </a:lnTo>
                <a:lnTo>
                  <a:pt x="566048" y="684958"/>
                </a:lnTo>
                <a:lnTo>
                  <a:pt x="557235" y="662607"/>
                </a:lnTo>
                <a:lnTo>
                  <a:pt x="541819" y="659690"/>
                </a:lnTo>
                <a:lnTo>
                  <a:pt x="552848" y="638484"/>
                </a:lnTo>
                <a:lnTo>
                  <a:pt x="537868" y="633832"/>
                </a:lnTo>
                <a:lnTo>
                  <a:pt x="547255" y="601349"/>
                </a:lnTo>
                <a:lnTo>
                  <a:pt x="556411" y="617496"/>
                </a:lnTo>
                <a:lnTo>
                  <a:pt x="569532" y="606588"/>
                </a:lnTo>
                <a:lnTo>
                  <a:pt x="552343" y="601706"/>
                </a:lnTo>
                <a:lnTo>
                  <a:pt x="551702" y="580285"/>
                </a:lnTo>
                <a:lnTo>
                  <a:pt x="571360" y="594085"/>
                </a:lnTo>
                <a:lnTo>
                  <a:pt x="584926" y="571562"/>
                </a:lnTo>
                <a:lnTo>
                  <a:pt x="602275" y="572284"/>
                </a:lnTo>
                <a:lnTo>
                  <a:pt x="594976" y="590733"/>
                </a:lnTo>
                <a:lnTo>
                  <a:pt x="611678" y="591403"/>
                </a:lnTo>
                <a:lnTo>
                  <a:pt x="590941" y="594156"/>
                </a:lnTo>
                <a:lnTo>
                  <a:pt x="590447" y="609853"/>
                </a:lnTo>
                <a:lnTo>
                  <a:pt x="653705" y="606642"/>
                </a:lnTo>
                <a:lnTo>
                  <a:pt x="661458" y="637316"/>
                </a:lnTo>
                <a:lnTo>
                  <a:pt x="642780" y="644480"/>
                </a:lnTo>
                <a:lnTo>
                  <a:pt x="654006" y="681487"/>
                </a:lnTo>
                <a:lnTo>
                  <a:pt x="615230" y="695322"/>
                </a:lnTo>
                <a:lnTo>
                  <a:pt x="638575" y="714961"/>
                </a:lnTo>
                <a:lnTo>
                  <a:pt x="640542" y="698989"/>
                </a:lnTo>
                <a:lnTo>
                  <a:pt x="664373" y="699280"/>
                </a:lnTo>
                <a:lnTo>
                  <a:pt x="683889" y="678042"/>
                </a:lnTo>
                <a:lnTo>
                  <a:pt x="689896" y="651266"/>
                </a:lnTo>
                <a:lnTo>
                  <a:pt x="692679" y="664528"/>
                </a:lnTo>
                <a:lnTo>
                  <a:pt x="725128" y="670387"/>
                </a:lnTo>
                <a:lnTo>
                  <a:pt x="742403" y="656264"/>
                </a:lnTo>
                <a:lnTo>
                  <a:pt x="753371" y="674877"/>
                </a:lnTo>
                <a:lnTo>
                  <a:pt x="768307" y="665783"/>
                </a:lnTo>
                <a:lnTo>
                  <a:pt x="754854" y="628602"/>
                </a:lnTo>
                <a:lnTo>
                  <a:pt x="771475" y="636627"/>
                </a:lnTo>
                <a:lnTo>
                  <a:pt x="780785" y="618167"/>
                </a:lnTo>
                <a:lnTo>
                  <a:pt x="753437" y="598005"/>
                </a:lnTo>
                <a:lnTo>
                  <a:pt x="768571" y="591337"/>
                </a:lnTo>
                <a:lnTo>
                  <a:pt x="759022" y="576567"/>
                </a:lnTo>
                <a:lnTo>
                  <a:pt x="815616" y="564445"/>
                </a:lnTo>
                <a:lnTo>
                  <a:pt x="811944" y="531523"/>
                </a:lnTo>
                <a:lnTo>
                  <a:pt x="795292" y="542865"/>
                </a:lnTo>
                <a:lnTo>
                  <a:pt x="745891" y="540381"/>
                </a:lnTo>
                <a:lnTo>
                  <a:pt x="728030" y="526619"/>
                </a:lnTo>
                <a:lnTo>
                  <a:pt x="719514" y="498140"/>
                </a:lnTo>
                <a:lnTo>
                  <a:pt x="776849" y="446813"/>
                </a:lnTo>
                <a:lnTo>
                  <a:pt x="886249" y="390824"/>
                </a:lnTo>
                <a:lnTo>
                  <a:pt x="904737" y="363866"/>
                </a:lnTo>
                <a:lnTo>
                  <a:pt x="879434" y="371595"/>
                </a:lnTo>
                <a:lnTo>
                  <a:pt x="852061" y="362375"/>
                </a:lnTo>
                <a:lnTo>
                  <a:pt x="820555" y="383543"/>
                </a:lnTo>
                <a:lnTo>
                  <a:pt x="817746" y="369981"/>
                </a:lnTo>
                <a:lnTo>
                  <a:pt x="852304" y="354139"/>
                </a:lnTo>
                <a:lnTo>
                  <a:pt x="827224" y="347506"/>
                </a:lnTo>
                <a:lnTo>
                  <a:pt x="843880" y="333325"/>
                </a:lnTo>
                <a:lnTo>
                  <a:pt x="808759" y="296459"/>
                </a:lnTo>
                <a:lnTo>
                  <a:pt x="802964" y="266001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ikkim"/>
          <p:cNvSpPr/>
          <p:nvPr/>
        </p:nvSpPr>
        <p:spPr>
          <a:xfrm>
            <a:off x="9772631" y="2712115"/>
            <a:ext cx="91857" cy="116460"/>
          </a:xfrm>
          <a:custGeom>
            <a:avLst/>
            <a:gdLst/>
            <a:ahLst/>
            <a:cxnLst/>
            <a:rect l="l" t="t" r="r" b="b"/>
            <a:pathLst>
              <a:path w="91857" h="116460">
                <a:moveTo>
                  <a:pt x="0" y="101783"/>
                </a:moveTo>
                <a:lnTo>
                  <a:pt x="42809" y="116460"/>
                </a:lnTo>
                <a:lnTo>
                  <a:pt x="91857" y="94651"/>
                </a:lnTo>
                <a:lnTo>
                  <a:pt x="77104" y="62595"/>
                </a:lnTo>
                <a:lnTo>
                  <a:pt x="89891" y="30232"/>
                </a:lnTo>
                <a:lnTo>
                  <a:pt x="84559" y="12639"/>
                </a:lnTo>
                <a:lnTo>
                  <a:pt x="61279" y="0"/>
                </a:lnTo>
                <a:lnTo>
                  <a:pt x="11760" y="19913"/>
                </a:lnTo>
                <a:lnTo>
                  <a:pt x="18865" y="37527"/>
                </a:lnTo>
                <a:lnTo>
                  <a:pt x="0" y="101783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amil Nādu"/>
          <p:cNvSpPr/>
          <p:nvPr/>
        </p:nvSpPr>
        <p:spPr>
          <a:xfrm>
            <a:off x="8559796" y="4328248"/>
            <a:ext cx="423401" cy="609082"/>
          </a:xfrm>
          <a:custGeom>
            <a:avLst/>
            <a:gdLst/>
            <a:ahLst/>
            <a:cxnLst/>
            <a:rect l="l" t="t" r="r" b="b"/>
            <a:pathLst>
              <a:path w="423401" h="609082">
                <a:moveTo>
                  <a:pt x="367830" y="192172"/>
                </a:moveTo>
                <a:lnTo>
                  <a:pt x="356369" y="177713"/>
                </a:lnTo>
                <a:lnTo>
                  <a:pt x="371287" y="178606"/>
                </a:lnTo>
                <a:lnTo>
                  <a:pt x="413918" y="87057"/>
                </a:lnTo>
                <a:lnTo>
                  <a:pt x="423401" y="27957"/>
                </a:lnTo>
                <a:lnTo>
                  <a:pt x="415373" y="0"/>
                </a:lnTo>
                <a:lnTo>
                  <a:pt x="412591" y="10503"/>
                </a:lnTo>
                <a:lnTo>
                  <a:pt x="387668" y="2550"/>
                </a:lnTo>
                <a:lnTo>
                  <a:pt x="362972" y="39710"/>
                </a:lnTo>
                <a:lnTo>
                  <a:pt x="329574" y="23701"/>
                </a:lnTo>
                <a:lnTo>
                  <a:pt x="329882" y="41848"/>
                </a:lnTo>
                <a:lnTo>
                  <a:pt x="308932" y="43771"/>
                </a:lnTo>
                <a:lnTo>
                  <a:pt x="301539" y="60480"/>
                </a:lnTo>
                <a:lnTo>
                  <a:pt x="255356" y="55108"/>
                </a:lnTo>
                <a:lnTo>
                  <a:pt x="229659" y="104452"/>
                </a:lnTo>
                <a:lnTo>
                  <a:pt x="164913" y="77117"/>
                </a:lnTo>
                <a:lnTo>
                  <a:pt x="155021" y="99016"/>
                </a:lnTo>
                <a:lnTo>
                  <a:pt x="140499" y="99663"/>
                </a:lnTo>
                <a:lnTo>
                  <a:pt x="142345" y="132838"/>
                </a:lnTo>
                <a:lnTo>
                  <a:pt x="127439" y="145969"/>
                </a:lnTo>
                <a:lnTo>
                  <a:pt x="158689" y="160554"/>
                </a:lnTo>
                <a:lnTo>
                  <a:pt x="148405" y="179022"/>
                </a:lnTo>
                <a:lnTo>
                  <a:pt x="129783" y="179924"/>
                </a:lnTo>
                <a:lnTo>
                  <a:pt x="122831" y="200231"/>
                </a:lnTo>
                <a:lnTo>
                  <a:pt x="69371" y="196413"/>
                </a:lnTo>
                <a:lnTo>
                  <a:pt x="63083" y="218693"/>
                </a:lnTo>
                <a:lnTo>
                  <a:pt x="28510" y="206429"/>
                </a:lnTo>
                <a:lnTo>
                  <a:pt x="0" y="221293"/>
                </a:lnTo>
                <a:lnTo>
                  <a:pt x="1348" y="232742"/>
                </a:lnTo>
                <a:lnTo>
                  <a:pt x="32295" y="244840"/>
                </a:lnTo>
                <a:lnTo>
                  <a:pt x="21049" y="262586"/>
                </a:lnTo>
                <a:lnTo>
                  <a:pt x="51517" y="260475"/>
                </a:lnTo>
                <a:lnTo>
                  <a:pt x="58336" y="278685"/>
                </a:lnTo>
                <a:lnTo>
                  <a:pt x="43746" y="292377"/>
                </a:lnTo>
                <a:lnTo>
                  <a:pt x="69302" y="308710"/>
                </a:lnTo>
                <a:lnTo>
                  <a:pt x="61338" y="362004"/>
                </a:lnTo>
                <a:lnTo>
                  <a:pt x="77158" y="371270"/>
                </a:lnTo>
                <a:lnTo>
                  <a:pt x="103066" y="356487"/>
                </a:lnTo>
                <a:lnTo>
                  <a:pt x="109246" y="371393"/>
                </a:lnTo>
                <a:lnTo>
                  <a:pt x="95919" y="438598"/>
                </a:lnTo>
                <a:lnTo>
                  <a:pt x="121295" y="450123"/>
                </a:lnTo>
                <a:lnTo>
                  <a:pt x="93981" y="504245"/>
                </a:lnTo>
                <a:lnTo>
                  <a:pt x="108060" y="556902"/>
                </a:lnTo>
                <a:lnTo>
                  <a:pt x="88908" y="585008"/>
                </a:lnTo>
                <a:lnTo>
                  <a:pt x="111311" y="604026"/>
                </a:lnTo>
                <a:lnTo>
                  <a:pt x="136081" y="609082"/>
                </a:lnTo>
                <a:lnTo>
                  <a:pt x="188637" y="576107"/>
                </a:lnTo>
                <a:lnTo>
                  <a:pt x="201386" y="514558"/>
                </a:lnTo>
                <a:lnTo>
                  <a:pt x="224183" y="494128"/>
                </a:lnTo>
                <a:lnTo>
                  <a:pt x="281106" y="476205"/>
                </a:lnTo>
                <a:lnTo>
                  <a:pt x="329310" y="488757"/>
                </a:lnTo>
                <a:lnTo>
                  <a:pt x="318662" y="471081"/>
                </a:lnTo>
                <a:lnTo>
                  <a:pt x="291595" y="473547"/>
                </a:lnTo>
                <a:lnTo>
                  <a:pt x="274289" y="452287"/>
                </a:lnTo>
                <a:lnTo>
                  <a:pt x="312135" y="391284"/>
                </a:lnTo>
                <a:lnTo>
                  <a:pt x="315310" y="366527"/>
                </a:lnTo>
                <a:lnTo>
                  <a:pt x="375389" y="362065"/>
                </a:lnTo>
                <a:lnTo>
                  <a:pt x="372538" y="303880"/>
                </a:lnTo>
                <a:lnTo>
                  <a:pt x="358740" y="289558"/>
                </a:lnTo>
                <a:lnTo>
                  <a:pt x="372706" y="286526"/>
                </a:lnTo>
                <a:lnTo>
                  <a:pt x="366673" y="197507"/>
                </a:lnTo>
                <a:lnTo>
                  <a:pt x="358080" y="196835"/>
                </a:lnTo>
                <a:lnTo>
                  <a:pt x="367830" y="192172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langāna"/>
          <p:cNvSpPr/>
          <p:nvPr/>
        </p:nvSpPr>
        <p:spPr>
          <a:xfrm>
            <a:off x="8662930" y="3623697"/>
            <a:ext cx="420732" cy="452540"/>
          </a:xfrm>
          <a:custGeom>
            <a:avLst/>
            <a:gdLst/>
            <a:ahLst/>
            <a:cxnLst/>
            <a:rect l="l" t="t" r="r" b="b"/>
            <a:pathLst>
              <a:path w="420732" h="452540">
                <a:moveTo>
                  <a:pt x="32483" y="180037"/>
                </a:moveTo>
                <a:lnTo>
                  <a:pt x="32730" y="208456"/>
                </a:lnTo>
                <a:lnTo>
                  <a:pt x="43230" y="215951"/>
                </a:lnTo>
                <a:lnTo>
                  <a:pt x="21337" y="258598"/>
                </a:lnTo>
                <a:lnTo>
                  <a:pt x="46656" y="270504"/>
                </a:lnTo>
                <a:lnTo>
                  <a:pt x="28531" y="275587"/>
                </a:lnTo>
                <a:lnTo>
                  <a:pt x="14858" y="298706"/>
                </a:lnTo>
                <a:lnTo>
                  <a:pt x="27453" y="321835"/>
                </a:lnTo>
                <a:lnTo>
                  <a:pt x="23835" y="367917"/>
                </a:lnTo>
                <a:lnTo>
                  <a:pt x="0" y="381921"/>
                </a:lnTo>
                <a:lnTo>
                  <a:pt x="36955" y="396288"/>
                </a:lnTo>
                <a:lnTo>
                  <a:pt x="26573" y="430265"/>
                </a:lnTo>
                <a:lnTo>
                  <a:pt x="43399" y="447030"/>
                </a:lnTo>
                <a:lnTo>
                  <a:pt x="92463" y="452540"/>
                </a:lnTo>
                <a:lnTo>
                  <a:pt x="120660" y="426068"/>
                </a:lnTo>
                <a:lnTo>
                  <a:pt x="159533" y="432022"/>
                </a:lnTo>
                <a:lnTo>
                  <a:pt x="182596" y="407712"/>
                </a:lnTo>
                <a:lnTo>
                  <a:pt x="203911" y="409133"/>
                </a:lnTo>
                <a:lnTo>
                  <a:pt x="208059" y="371579"/>
                </a:lnTo>
                <a:lnTo>
                  <a:pt x="261300" y="353273"/>
                </a:lnTo>
                <a:lnTo>
                  <a:pt x="279394" y="363801"/>
                </a:lnTo>
                <a:lnTo>
                  <a:pt x="291836" y="345403"/>
                </a:lnTo>
                <a:lnTo>
                  <a:pt x="286357" y="332832"/>
                </a:lnTo>
                <a:lnTo>
                  <a:pt x="304792" y="318510"/>
                </a:lnTo>
                <a:lnTo>
                  <a:pt x="323733" y="343654"/>
                </a:lnTo>
                <a:lnTo>
                  <a:pt x="343273" y="349140"/>
                </a:lnTo>
                <a:lnTo>
                  <a:pt x="346537" y="332430"/>
                </a:lnTo>
                <a:lnTo>
                  <a:pt x="321980" y="326052"/>
                </a:lnTo>
                <a:lnTo>
                  <a:pt x="326677" y="313243"/>
                </a:lnTo>
                <a:lnTo>
                  <a:pt x="332424" y="320065"/>
                </a:lnTo>
                <a:lnTo>
                  <a:pt x="344280" y="306410"/>
                </a:lnTo>
                <a:lnTo>
                  <a:pt x="371592" y="318961"/>
                </a:lnTo>
                <a:lnTo>
                  <a:pt x="379165" y="299011"/>
                </a:lnTo>
                <a:lnTo>
                  <a:pt x="405428" y="297835"/>
                </a:lnTo>
                <a:lnTo>
                  <a:pt x="420732" y="281832"/>
                </a:lnTo>
                <a:lnTo>
                  <a:pt x="372630" y="256606"/>
                </a:lnTo>
                <a:lnTo>
                  <a:pt x="375734" y="241758"/>
                </a:lnTo>
                <a:lnTo>
                  <a:pt x="398251" y="237726"/>
                </a:lnTo>
                <a:lnTo>
                  <a:pt x="388366" y="234816"/>
                </a:lnTo>
                <a:lnTo>
                  <a:pt x="385358" y="192590"/>
                </a:lnTo>
                <a:lnTo>
                  <a:pt x="360423" y="192764"/>
                </a:lnTo>
                <a:lnTo>
                  <a:pt x="360218" y="166615"/>
                </a:lnTo>
                <a:lnTo>
                  <a:pt x="337558" y="143698"/>
                </a:lnTo>
                <a:lnTo>
                  <a:pt x="320250" y="146397"/>
                </a:lnTo>
                <a:lnTo>
                  <a:pt x="313232" y="132349"/>
                </a:lnTo>
                <a:lnTo>
                  <a:pt x="296727" y="136910"/>
                </a:lnTo>
                <a:lnTo>
                  <a:pt x="276477" y="122577"/>
                </a:lnTo>
                <a:lnTo>
                  <a:pt x="269992" y="90092"/>
                </a:lnTo>
                <a:lnTo>
                  <a:pt x="282295" y="57029"/>
                </a:lnTo>
                <a:lnTo>
                  <a:pt x="259184" y="34039"/>
                </a:lnTo>
                <a:lnTo>
                  <a:pt x="230149" y="45952"/>
                </a:lnTo>
                <a:lnTo>
                  <a:pt x="206690" y="33024"/>
                </a:lnTo>
                <a:lnTo>
                  <a:pt x="201209" y="50525"/>
                </a:lnTo>
                <a:lnTo>
                  <a:pt x="175485" y="40218"/>
                </a:lnTo>
                <a:lnTo>
                  <a:pt x="165243" y="16912"/>
                </a:lnTo>
                <a:lnTo>
                  <a:pt x="110274" y="0"/>
                </a:lnTo>
                <a:lnTo>
                  <a:pt x="109998" y="50842"/>
                </a:lnTo>
                <a:lnTo>
                  <a:pt x="96805" y="55711"/>
                </a:lnTo>
                <a:lnTo>
                  <a:pt x="96715" y="75096"/>
                </a:lnTo>
                <a:lnTo>
                  <a:pt x="64609" y="67704"/>
                </a:lnTo>
                <a:lnTo>
                  <a:pt x="54164" y="97926"/>
                </a:lnTo>
                <a:lnTo>
                  <a:pt x="73368" y="120343"/>
                </a:lnTo>
                <a:lnTo>
                  <a:pt x="53290" y="134641"/>
                </a:lnTo>
                <a:lnTo>
                  <a:pt x="51745" y="150644"/>
                </a:lnTo>
                <a:lnTo>
                  <a:pt x="37113" y="151515"/>
                </a:lnTo>
                <a:lnTo>
                  <a:pt x="32483" y="180037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ipura"/>
          <p:cNvSpPr/>
          <p:nvPr/>
        </p:nvSpPr>
        <p:spPr>
          <a:xfrm>
            <a:off x="10096103" y="3111767"/>
            <a:ext cx="120982" cy="176256"/>
          </a:xfrm>
          <a:custGeom>
            <a:avLst/>
            <a:gdLst/>
            <a:ahLst/>
            <a:cxnLst/>
            <a:rect l="l" t="t" r="r" b="b"/>
            <a:pathLst>
              <a:path w="120982" h="176256">
                <a:moveTo>
                  <a:pt x="67805" y="113546"/>
                </a:moveTo>
                <a:lnTo>
                  <a:pt x="81363" y="121730"/>
                </a:lnTo>
                <a:lnTo>
                  <a:pt x="82528" y="87548"/>
                </a:lnTo>
                <a:lnTo>
                  <a:pt x="110230" y="97069"/>
                </a:lnTo>
                <a:lnTo>
                  <a:pt x="119403" y="73578"/>
                </a:lnTo>
                <a:lnTo>
                  <a:pt x="120982" y="38599"/>
                </a:lnTo>
                <a:lnTo>
                  <a:pt x="106603" y="31541"/>
                </a:lnTo>
                <a:lnTo>
                  <a:pt x="113375" y="15323"/>
                </a:lnTo>
                <a:lnTo>
                  <a:pt x="104106" y="0"/>
                </a:lnTo>
                <a:lnTo>
                  <a:pt x="103642" y="12054"/>
                </a:lnTo>
                <a:lnTo>
                  <a:pt x="78821" y="20983"/>
                </a:lnTo>
                <a:lnTo>
                  <a:pt x="78392" y="45716"/>
                </a:lnTo>
                <a:lnTo>
                  <a:pt x="60717" y="31318"/>
                </a:lnTo>
                <a:lnTo>
                  <a:pt x="61712" y="42796"/>
                </a:lnTo>
                <a:lnTo>
                  <a:pt x="52036" y="32799"/>
                </a:lnTo>
                <a:lnTo>
                  <a:pt x="43666" y="50279"/>
                </a:lnTo>
                <a:lnTo>
                  <a:pt x="22579" y="46792"/>
                </a:lnTo>
                <a:lnTo>
                  <a:pt x="0" y="87157"/>
                </a:lnTo>
                <a:lnTo>
                  <a:pt x="19564" y="158147"/>
                </a:lnTo>
                <a:lnTo>
                  <a:pt x="26807" y="162295"/>
                </a:lnTo>
                <a:lnTo>
                  <a:pt x="25928" y="137847"/>
                </a:lnTo>
                <a:lnTo>
                  <a:pt x="47576" y="176256"/>
                </a:lnTo>
                <a:lnTo>
                  <a:pt x="69837" y="159152"/>
                </a:lnTo>
                <a:lnTo>
                  <a:pt x="67805" y="113546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Uttar Pradesh"/>
          <p:cNvSpPr/>
          <p:nvPr/>
        </p:nvSpPr>
        <p:spPr>
          <a:xfrm>
            <a:off x="8647285" y="2460374"/>
            <a:ext cx="777356" cy="724196"/>
          </a:xfrm>
          <a:custGeom>
            <a:avLst/>
            <a:gdLst/>
            <a:ahLst/>
            <a:cxnLst/>
            <a:rect l="l" t="t" r="r" b="b"/>
            <a:pathLst>
              <a:path w="777356" h="724196">
                <a:moveTo>
                  <a:pt x="50660" y="0"/>
                </a:moveTo>
                <a:lnTo>
                  <a:pt x="10709" y="53938"/>
                </a:lnTo>
                <a:lnTo>
                  <a:pt x="0" y="89706"/>
                </a:lnTo>
                <a:lnTo>
                  <a:pt x="11885" y="177485"/>
                </a:lnTo>
                <a:lnTo>
                  <a:pt x="48024" y="239149"/>
                </a:lnTo>
                <a:lnTo>
                  <a:pt x="46604" y="273351"/>
                </a:lnTo>
                <a:lnTo>
                  <a:pt x="20486" y="288264"/>
                </a:lnTo>
                <a:lnTo>
                  <a:pt x="23998" y="309686"/>
                </a:lnTo>
                <a:lnTo>
                  <a:pt x="61480" y="355444"/>
                </a:lnTo>
                <a:lnTo>
                  <a:pt x="44824" y="369625"/>
                </a:lnTo>
                <a:lnTo>
                  <a:pt x="69904" y="376258"/>
                </a:lnTo>
                <a:lnTo>
                  <a:pt x="32318" y="395842"/>
                </a:lnTo>
                <a:lnTo>
                  <a:pt x="38752" y="405669"/>
                </a:lnTo>
                <a:lnTo>
                  <a:pt x="69585" y="384512"/>
                </a:lnTo>
                <a:lnTo>
                  <a:pt x="97034" y="393714"/>
                </a:lnTo>
                <a:lnTo>
                  <a:pt x="117469" y="382976"/>
                </a:lnTo>
                <a:lnTo>
                  <a:pt x="121103" y="397678"/>
                </a:lnTo>
                <a:lnTo>
                  <a:pt x="131672" y="391574"/>
                </a:lnTo>
                <a:lnTo>
                  <a:pt x="197753" y="413265"/>
                </a:lnTo>
                <a:lnTo>
                  <a:pt x="211176" y="439146"/>
                </a:lnTo>
                <a:lnTo>
                  <a:pt x="171823" y="515626"/>
                </a:lnTo>
                <a:lnTo>
                  <a:pt x="177880" y="530070"/>
                </a:lnTo>
                <a:lnTo>
                  <a:pt x="139978" y="536460"/>
                </a:lnTo>
                <a:lnTo>
                  <a:pt x="125741" y="557151"/>
                </a:lnTo>
                <a:lnTo>
                  <a:pt x="141487" y="580791"/>
                </a:lnTo>
                <a:lnTo>
                  <a:pt x="111704" y="614205"/>
                </a:lnTo>
                <a:lnTo>
                  <a:pt x="130126" y="676695"/>
                </a:lnTo>
                <a:lnTo>
                  <a:pt x="147701" y="666894"/>
                </a:lnTo>
                <a:lnTo>
                  <a:pt x="175929" y="690307"/>
                </a:lnTo>
                <a:lnTo>
                  <a:pt x="194321" y="671356"/>
                </a:lnTo>
                <a:lnTo>
                  <a:pt x="185237" y="638765"/>
                </a:lnTo>
                <a:lnTo>
                  <a:pt x="171731" y="643328"/>
                </a:lnTo>
                <a:lnTo>
                  <a:pt x="175623" y="619935"/>
                </a:lnTo>
                <a:lnTo>
                  <a:pt x="159346" y="603654"/>
                </a:lnTo>
                <a:lnTo>
                  <a:pt x="153815" y="570851"/>
                </a:lnTo>
                <a:lnTo>
                  <a:pt x="139095" y="567425"/>
                </a:lnTo>
                <a:lnTo>
                  <a:pt x="162069" y="550018"/>
                </a:lnTo>
                <a:lnTo>
                  <a:pt x="174058" y="559781"/>
                </a:lnTo>
                <a:lnTo>
                  <a:pt x="170292" y="544047"/>
                </a:lnTo>
                <a:lnTo>
                  <a:pt x="181215" y="551491"/>
                </a:lnTo>
                <a:lnTo>
                  <a:pt x="191017" y="537124"/>
                </a:lnTo>
                <a:lnTo>
                  <a:pt x="196161" y="557451"/>
                </a:lnTo>
                <a:lnTo>
                  <a:pt x="175412" y="566111"/>
                </a:lnTo>
                <a:lnTo>
                  <a:pt x="181781" y="573571"/>
                </a:lnTo>
                <a:lnTo>
                  <a:pt x="193205" y="560665"/>
                </a:lnTo>
                <a:lnTo>
                  <a:pt x="184946" y="581468"/>
                </a:lnTo>
                <a:lnTo>
                  <a:pt x="198621" y="568547"/>
                </a:lnTo>
                <a:lnTo>
                  <a:pt x="210741" y="586816"/>
                </a:lnTo>
                <a:lnTo>
                  <a:pt x="229550" y="583856"/>
                </a:lnTo>
                <a:lnTo>
                  <a:pt x="228128" y="561489"/>
                </a:lnTo>
                <a:lnTo>
                  <a:pt x="248170" y="569344"/>
                </a:lnTo>
                <a:lnTo>
                  <a:pt x="238990" y="587170"/>
                </a:lnTo>
                <a:lnTo>
                  <a:pt x="285955" y="588281"/>
                </a:lnTo>
                <a:lnTo>
                  <a:pt x="284909" y="572812"/>
                </a:lnTo>
                <a:lnTo>
                  <a:pt x="327377" y="551900"/>
                </a:lnTo>
                <a:lnTo>
                  <a:pt x="344654" y="579247"/>
                </a:lnTo>
                <a:lnTo>
                  <a:pt x="328383" y="596075"/>
                </a:lnTo>
                <a:lnTo>
                  <a:pt x="346505" y="590247"/>
                </a:lnTo>
                <a:lnTo>
                  <a:pt x="349517" y="601845"/>
                </a:lnTo>
                <a:lnTo>
                  <a:pt x="349911" y="587837"/>
                </a:lnTo>
                <a:lnTo>
                  <a:pt x="380124" y="592873"/>
                </a:lnTo>
                <a:lnTo>
                  <a:pt x="372731" y="584712"/>
                </a:lnTo>
                <a:lnTo>
                  <a:pt x="391290" y="578102"/>
                </a:lnTo>
                <a:lnTo>
                  <a:pt x="383824" y="607556"/>
                </a:lnTo>
                <a:lnTo>
                  <a:pt x="417537" y="611440"/>
                </a:lnTo>
                <a:lnTo>
                  <a:pt x="431736" y="580537"/>
                </a:lnTo>
                <a:lnTo>
                  <a:pt x="453731" y="590938"/>
                </a:lnTo>
                <a:lnTo>
                  <a:pt x="462735" y="577781"/>
                </a:lnTo>
                <a:lnTo>
                  <a:pt x="466133" y="592707"/>
                </a:lnTo>
                <a:lnTo>
                  <a:pt x="496547" y="598269"/>
                </a:lnTo>
                <a:lnTo>
                  <a:pt x="502540" y="618151"/>
                </a:lnTo>
                <a:lnTo>
                  <a:pt x="527075" y="619020"/>
                </a:lnTo>
                <a:lnTo>
                  <a:pt x="536841" y="642794"/>
                </a:lnTo>
                <a:lnTo>
                  <a:pt x="548952" y="644329"/>
                </a:lnTo>
                <a:lnTo>
                  <a:pt x="550332" y="631954"/>
                </a:lnTo>
                <a:lnTo>
                  <a:pt x="585777" y="638710"/>
                </a:lnTo>
                <a:lnTo>
                  <a:pt x="574631" y="696138"/>
                </a:lnTo>
                <a:lnTo>
                  <a:pt x="603699" y="724196"/>
                </a:lnTo>
                <a:lnTo>
                  <a:pt x="630471" y="718650"/>
                </a:lnTo>
                <a:lnTo>
                  <a:pt x="656142" y="669473"/>
                </a:lnTo>
                <a:lnTo>
                  <a:pt x="649932" y="654786"/>
                </a:lnTo>
                <a:lnTo>
                  <a:pt x="665478" y="640806"/>
                </a:lnTo>
                <a:lnTo>
                  <a:pt x="645881" y="613321"/>
                </a:lnTo>
                <a:lnTo>
                  <a:pt x="645846" y="576798"/>
                </a:lnTo>
                <a:lnTo>
                  <a:pt x="696200" y="550756"/>
                </a:lnTo>
                <a:lnTo>
                  <a:pt x="722769" y="518947"/>
                </a:lnTo>
                <a:lnTo>
                  <a:pt x="777356" y="518176"/>
                </a:lnTo>
                <a:lnTo>
                  <a:pt x="712988" y="468516"/>
                </a:lnTo>
                <a:lnTo>
                  <a:pt x="729135" y="461234"/>
                </a:lnTo>
                <a:lnTo>
                  <a:pt x="730232" y="446852"/>
                </a:lnTo>
                <a:lnTo>
                  <a:pt x="702556" y="430382"/>
                </a:lnTo>
                <a:lnTo>
                  <a:pt x="720924" y="417058"/>
                </a:lnTo>
                <a:lnTo>
                  <a:pt x="755247" y="418421"/>
                </a:lnTo>
                <a:lnTo>
                  <a:pt x="736796" y="406008"/>
                </a:lnTo>
                <a:lnTo>
                  <a:pt x="738175" y="392932"/>
                </a:lnTo>
                <a:lnTo>
                  <a:pt x="718223" y="389427"/>
                </a:lnTo>
                <a:lnTo>
                  <a:pt x="704373" y="341335"/>
                </a:lnTo>
                <a:lnTo>
                  <a:pt x="672365" y="324943"/>
                </a:lnTo>
                <a:lnTo>
                  <a:pt x="649026" y="323817"/>
                </a:lnTo>
                <a:lnTo>
                  <a:pt x="641790" y="340338"/>
                </a:lnTo>
                <a:lnTo>
                  <a:pt x="628454" y="326646"/>
                </a:lnTo>
                <a:lnTo>
                  <a:pt x="581788" y="321236"/>
                </a:lnTo>
                <a:lnTo>
                  <a:pt x="579047" y="296785"/>
                </a:lnTo>
                <a:lnTo>
                  <a:pt x="552362" y="301594"/>
                </a:lnTo>
                <a:lnTo>
                  <a:pt x="513314" y="274555"/>
                </a:lnTo>
                <a:lnTo>
                  <a:pt x="494236" y="281926"/>
                </a:lnTo>
                <a:lnTo>
                  <a:pt x="360605" y="190406"/>
                </a:lnTo>
                <a:lnTo>
                  <a:pt x="353373" y="204761"/>
                </a:lnTo>
                <a:lnTo>
                  <a:pt x="312408" y="174162"/>
                </a:lnTo>
                <a:lnTo>
                  <a:pt x="295493" y="185826"/>
                </a:lnTo>
                <a:lnTo>
                  <a:pt x="281477" y="167519"/>
                </a:lnTo>
                <a:lnTo>
                  <a:pt x="241073" y="169893"/>
                </a:lnTo>
                <a:lnTo>
                  <a:pt x="210321" y="140345"/>
                </a:lnTo>
                <a:lnTo>
                  <a:pt x="187619" y="141198"/>
                </a:lnTo>
                <a:lnTo>
                  <a:pt x="168288" y="121041"/>
                </a:lnTo>
                <a:lnTo>
                  <a:pt x="191323" y="106400"/>
                </a:lnTo>
                <a:lnTo>
                  <a:pt x="157904" y="93145"/>
                </a:lnTo>
                <a:lnTo>
                  <a:pt x="145883" y="73738"/>
                </a:lnTo>
                <a:lnTo>
                  <a:pt x="128864" y="66669"/>
                </a:lnTo>
                <a:lnTo>
                  <a:pt x="96531" y="90612"/>
                </a:lnTo>
                <a:lnTo>
                  <a:pt x="88854" y="76005"/>
                </a:lnTo>
                <a:lnTo>
                  <a:pt x="73620" y="78923"/>
                </a:lnTo>
                <a:lnTo>
                  <a:pt x="66850" y="48989"/>
                </a:lnTo>
                <a:lnTo>
                  <a:pt x="90364" y="17202"/>
                </a:lnTo>
                <a:lnTo>
                  <a:pt x="50660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Uttarākhand"/>
          <p:cNvSpPr/>
          <p:nvPr/>
        </p:nvSpPr>
        <p:spPr>
          <a:xfrm>
            <a:off x="8697562" y="2343384"/>
            <a:ext cx="356192" cy="302816"/>
          </a:xfrm>
          <a:custGeom>
            <a:avLst/>
            <a:gdLst/>
            <a:ahLst/>
            <a:cxnLst/>
            <a:rect l="l" t="t" r="r" b="b"/>
            <a:pathLst>
              <a:path w="356192" h="302816">
                <a:moveTo>
                  <a:pt x="256635" y="290184"/>
                </a:moveTo>
                <a:lnTo>
                  <a:pt x="264824" y="260682"/>
                </a:lnTo>
                <a:lnTo>
                  <a:pt x="280602" y="249293"/>
                </a:lnTo>
                <a:lnTo>
                  <a:pt x="274861" y="222936"/>
                </a:lnTo>
                <a:lnTo>
                  <a:pt x="292066" y="205757"/>
                </a:lnTo>
                <a:lnTo>
                  <a:pt x="287817" y="188996"/>
                </a:lnTo>
                <a:lnTo>
                  <a:pt x="356192" y="133706"/>
                </a:lnTo>
                <a:lnTo>
                  <a:pt x="271822" y="96267"/>
                </a:lnTo>
                <a:lnTo>
                  <a:pt x="274225" y="76836"/>
                </a:lnTo>
                <a:lnTo>
                  <a:pt x="236017" y="53151"/>
                </a:lnTo>
                <a:lnTo>
                  <a:pt x="190885" y="47458"/>
                </a:lnTo>
                <a:lnTo>
                  <a:pt x="156876" y="0"/>
                </a:lnTo>
                <a:lnTo>
                  <a:pt x="134749" y="18577"/>
                </a:lnTo>
                <a:lnTo>
                  <a:pt x="147901" y="37916"/>
                </a:lnTo>
                <a:lnTo>
                  <a:pt x="82155" y="18340"/>
                </a:lnTo>
                <a:lnTo>
                  <a:pt x="33605" y="33445"/>
                </a:lnTo>
                <a:lnTo>
                  <a:pt x="13534" y="76177"/>
                </a:lnTo>
                <a:lnTo>
                  <a:pt x="25347" y="104707"/>
                </a:lnTo>
                <a:lnTo>
                  <a:pt x="0" y="115541"/>
                </a:lnTo>
                <a:lnTo>
                  <a:pt x="40087" y="134192"/>
                </a:lnTo>
                <a:lnTo>
                  <a:pt x="17259" y="163896"/>
                </a:lnTo>
                <a:lnTo>
                  <a:pt x="20468" y="192782"/>
                </a:lnTo>
                <a:lnTo>
                  <a:pt x="38577" y="192995"/>
                </a:lnTo>
                <a:lnTo>
                  <a:pt x="46254" y="207602"/>
                </a:lnTo>
                <a:lnTo>
                  <a:pt x="88146" y="187227"/>
                </a:lnTo>
                <a:lnTo>
                  <a:pt x="107627" y="210135"/>
                </a:lnTo>
                <a:lnTo>
                  <a:pt x="141046" y="223390"/>
                </a:lnTo>
                <a:lnTo>
                  <a:pt x="118011" y="238031"/>
                </a:lnTo>
                <a:lnTo>
                  <a:pt x="137369" y="258210"/>
                </a:lnTo>
                <a:lnTo>
                  <a:pt x="160044" y="257335"/>
                </a:lnTo>
                <a:lnTo>
                  <a:pt x="192329" y="287402"/>
                </a:lnTo>
                <a:lnTo>
                  <a:pt x="232360" y="284881"/>
                </a:lnTo>
                <a:lnTo>
                  <a:pt x="245216" y="302816"/>
                </a:lnTo>
                <a:lnTo>
                  <a:pt x="256635" y="290184"/>
                </a:lnTo>
                <a:close/>
              </a:path>
            </a:pathLst>
          </a:custGeom>
          <a:solidFill>
            <a:srgbClr val="E7D7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West Bengal"/>
          <p:cNvSpPr/>
          <p:nvPr/>
        </p:nvSpPr>
        <p:spPr>
          <a:xfrm>
            <a:off x="9546637" y="2813898"/>
            <a:ext cx="417418" cy="627559"/>
          </a:xfrm>
          <a:custGeom>
            <a:avLst/>
            <a:gdLst/>
            <a:ahLst/>
            <a:cxnLst/>
            <a:rect l="l" t="t" r="r" b="b"/>
            <a:pathLst>
              <a:path w="417418" h="627559">
                <a:moveTo>
                  <a:pt x="225994" y="0"/>
                </a:moveTo>
                <a:lnTo>
                  <a:pt x="243728" y="48861"/>
                </a:lnTo>
                <a:lnTo>
                  <a:pt x="235319" y="73310"/>
                </a:lnTo>
                <a:lnTo>
                  <a:pt x="248434" y="71095"/>
                </a:lnTo>
                <a:lnTo>
                  <a:pt x="255405" y="95577"/>
                </a:lnTo>
                <a:lnTo>
                  <a:pt x="204989" y="142458"/>
                </a:lnTo>
                <a:lnTo>
                  <a:pt x="229584" y="167505"/>
                </a:lnTo>
                <a:lnTo>
                  <a:pt x="232396" y="189193"/>
                </a:lnTo>
                <a:lnTo>
                  <a:pt x="212524" y="187666"/>
                </a:lnTo>
                <a:lnTo>
                  <a:pt x="200441" y="199373"/>
                </a:lnTo>
                <a:lnTo>
                  <a:pt x="208676" y="216076"/>
                </a:lnTo>
                <a:lnTo>
                  <a:pt x="194753" y="216839"/>
                </a:lnTo>
                <a:lnTo>
                  <a:pt x="220585" y="252333"/>
                </a:lnTo>
                <a:lnTo>
                  <a:pt x="205700" y="271963"/>
                </a:lnTo>
                <a:lnTo>
                  <a:pt x="215080" y="291402"/>
                </a:lnTo>
                <a:lnTo>
                  <a:pt x="200962" y="291627"/>
                </a:lnTo>
                <a:lnTo>
                  <a:pt x="204016" y="313886"/>
                </a:lnTo>
                <a:lnTo>
                  <a:pt x="187283" y="328134"/>
                </a:lnTo>
                <a:lnTo>
                  <a:pt x="193080" y="339853"/>
                </a:lnTo>
                <a:lnTo>
                  <a:pt x="172740" y="343325"/>
                </a:lnTo>
                <a:lnTo>
                  <a:pt x="168875" y="358159"/>
                </a:lnTo>
                <a:lnTo>
                  <a:pt x="146779" y="351404"/>
                </a:lnTo>
                <a:lnTo>
                  <a:pt x="146294" y="375733"/>
                </a:lnTo>
                <a:lnTo>
                  <a:pt x="101486" y="374434"/>
                </a:lnTo>
                <a:lnTo>
                  <a:pt x="100854" y="390920"/>
                </a:lnTo>
                <a:lnTo>
                  <a:pt x="66113" y="397488"/>
                </a:lnTo>
                <a:lnTo>
                  <a:pt x="50495" y="421674"/>
                </a:lnTo>
                <a:lnTo>
                  <a:pt x="22891" y="402326"/>
                </a:lnTo>
                <a:lnTo>
                  <a:pt x="24138" y="413340"/>
                </a:lnTo>
                <a:lnTo>
                  <a:pt x="5268" y="414605"/>
                </a:lnTo>
                <a:lnTo>
                  <a:pt x="0" y="437582"/>
                </a:lnTo>
                <a:lnTo>
                  <a:pt x="37668" y="466794"/>
                </a:lnTo>
                <a:lnTo>
                  <a:pt x="74879" y="468551"/>
                </a:lnTo>
                <a:lnTo>
                  <a:pt x="61741" y="490569"/>
                </a:lnTo>
                <a:lnTo>
                  <a:pt x="97407" y="514461"/>
                </a:lnTo>
                <a:lnTo>
                  <a:pt x="109999" y="545352"/>
                </a:lnTo>
                <a:lnTo>
                  <a:pt x="92876" y="562062"/>
                </a:lnTo>
                <a:lnTo>
                  <a:pt x="124416" y="574141"/>
                </a:lnTo>
                <a:lnTo>
                  <a:pt x="125401" y="592980"/>
                </a:lnTo>
                <a:lnTo>
                  <a:pt x="145798" y="583112"/>
                </a:lnTo>
                <a:lnTo>
                  <a:pt x="171573" y="621651"/>
                </a:lnTo>
                <a:lnTo>
                  <a:pt x="204536" y="610656"/>
                </a:lnTo>
                <a:lnTo>
                  <a:pt x="223091" y="592698"/>
                </a:lnTo>
                <a:lnTo>
                  <a:pt x="223737" y="569948"/>
                </a:lnTo>
                <a:lnTo>
                  <a:pt x="241706" y="569667"/>
                </a:lnTo>
                <a:lnTo>
                  <a:pt x="223990" y="551069"/>
                </a:lnTo>
                <a:lnTo>
                  <a:pt x="243324" y="557562"/>
                </a:lnTo>
                <a:lnTo>
                  <a:pt x="251234" y="627559"/>
                </a:lnTo>
                <a:lnTo>
                  <a:pt x="251389" y="582541"/>
                </a:lnTo>
                <a:lnTo>
                  <a:pt x="256569" y="593930"/>
                </a:lnTo>
                <a:lnTo>
                  <a:pt x="260609" y="581526"/>
                </a:lnTo>
                <a:lnTo>
                  <a:pt x="263769" y="601086"/>
                </a:lnTo>
                <a:lnTo>
                  <a:pt x="264429" y="577884"/>
                </a:lnTo>
                <a:lnTo>
                  <a:pt x="272928" y="589330"/>
                </a:lnTo>
                <a:lnTo>
                  <a:pt x="281509" y="572640"/>
                </a:lnTo>
                <a:lnTo>
                  <a:pt x="275563" y="591770"/>
                </a:lnTo>
                <a:lnTo>
                  <a:pt x="285576" y="589934"/>
                </a:lnTo>
                <a:lnTo>
                  <a:pt x="291265" y="550847"/>
                </a:lnTo>
                <a:lnTo>
                  <a:pt x="290193" y="583659"/>
                </a:lnTo>
                <a:lnTo>
                  <a:pt x="302822" y="561912"/>
                </a:lnTo>
                <a:lnTo>
                  <a:pt x="302377" y="582661"/>
                </a:lnTo>
                <a:lnTo>
                  <a:pt x="317248" y="586005"/>
                </a:lnTo>
                <a:lnTo>
                  <a:pt x="326115" y="566126"/>
                </a:lnTo>
                <a:lnTo>
                  <a:pt x="320260" y="584013"/>
                </a:lnTo>
                <a:lnTo>
                  <a:pt x="328206" y="589136"/>
                </a:lnTo>
                <a:lnTo>
                  <a:pt x="337263" y="560552"/>
                </a:lnTo>
                <a:lnTo>
                  <a:pt x="311578" y="466332"/>
                </a:lnTo>
                <a:lnTo>
                  <a:pt x="326843" y="443611"/>
                </a:lnTo>
                <a:lnTo>
                  <a:pt x="298444" y="439099"/>
                </a:lnTo>
                <a:lnTo>
                  <a:pt x="306808" y="412279"/>
                </a:lnTo>
                <a:lnTo>
                  <a:pt x="281920" y="395387"/>
                </a:lnTo>
                <a:lnTo>
                  <a:pt x="283697" y="371839"/>
                </a:lnTo>
                <a:lnTo>
                  <a:pt x="303628" y="358334"/>
                </a:lnTo>
                <a:lnTo>
                  <a:pt x="300180" y="325772"/>
                </a:lnTo>
                <a:lnTo>
                  <a:pt x="243999" y="303557"/>
                </a:lnTo>
                <a:lnTo>
                  <a:pt x="226981" y="280042"/>
                </a:lnTo>
                <a:lnTo>
                  <a:pt x="238622" y="252533"/>
                </a:lnTo>
                <a:lnTo>
                  <a:pt x="265428" y="251470"/>
                </a:lnTo>
                <a:lnTo>
                  <a:pt x="269959" y="223385"/>
                </a:lnTo>
                <a:lnTo>
                  <a:pt x="319247" y="227083"/>
                </a:lnTo>
                <a:lnTo>
                  <a:pt x="328318" y="212159"/>
                </a:lnTo>
                <a:lnTo>
                  <a:pt x="310952" y="205100"/>
                </a:lnTo>
                <a:lnTo>
                  <a:pt x="307987" y="187356"/>
                </a:lnTo>
                <a:lnTo>
                  <a:pt x="280037" y="189001"/>
                </a:lnTo>
                <a:lnTo>
                  <a:pt x="233413" y="143714"/>
                </a:lnTo>
                <a:lnTo>
                  <a:pt x="242870" y="117868"/>
                </a:lnTo>
                <a:lnTo>
                  <a:pt x="278216" y="94436"/>
                </a:lnTo>
                <a:lnTo>
                  <a:pt x="258597" y="80884"/>
                </a:lnTo>
                <a:lnTo>
                  <a:pt x="266653" y="64299"/>
                </a:lnTo>
                <a:lnTo>
                  <a:pt x="301031" y="95998"/>
                </a:lnTo>
                <a:lnTo>
                  <a:pt x="292821" y="105804"/>
                </a:lnTo>
                <a:lnTo>
                  <a:pt x="332671" y="107665"/>
                </a:lnTo>
                <a:lnTo>
                  <a:pt x="318242" y="93591"/>
                </a:lnTo>
                <a:lnTo>
                  <a:pt x="323810" y="83621"/>
                </a:lnTo>
                <a:lnTo>
                  <a:pt x="337337" y="91110"/>
                </a:lnTo>
                <a:lnTo>
                  <a:pt x="343396" y="119076"/>
                </a:lnTo>
                <a:lnTo>
                  <a:pt x="384591" y="138390"/>
                </a:lnTo>
                <a:lnTo>
                  <a:pt x="392708" y="109017"/>
                </a:lnTo>
                <a:lnTo>
                  <a:pt x="403262" y="115372"/>
                </a:lnTo>
                <a:lnTo>
                  <a:pt x="401528" y="100392"/>
                </a:lnTo>
                <a:lnTo>
                  <a:pt x="415582" y="91823"/>
                </a:lnTo>
                <a:lnTo>
                  <a:pt x="417418" y="69656"/>
                </a:lnTo>
                <a:lnTo>
                  <a:pt x="415038" y="56952"/>
                </a:lnTo>
                <a:lnTo>
                  <a:pt x="383804" y="44236"/>
                </a:lnTo>
                <a:lnTo>
                  <a:pt x="340464" y="44881"/>
                </a:lnTo>
                <a:lnTo>
                  <a:pt x="314084" y="29644"/>
                </a:lnTo>
                <a:lnTo>
                  <a:pt x="306769" y="8075"/>
                </a:lnTo>
                <a:lnTo>
                  <a:pt x="281609" y="3066"/>
                </a:lnTo>
                <a:lnTo>
                  <a:pt x="268803" y="14677"/>
                </a:lnTo>
                <a:lnTo>
                  <a:pt x="225994" y="0"/>
                </a:lnTo>
                <a:close/>
              </a:path>
            </a:pathLst>
          </a:custGeom>
          <a:solidFill>
            <a:srgbClr val="AD833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swatch 1"/>
          <p:cNvSpPr/>
          <p:nvPr/>
        </p:nvSpPr>
        <p:spPr>
          <a:xfrm>
            <a:off x="6967728" y="5138928"/>
            <a:ext cx="164592" cy="164592"/>
          </a:xfrm>
          <a:prstGeom prst="rect">
            <a:avLst/>
          </a:prstGeom>
          <a:solidFill>
            <a:srgbClr val="6E4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egend label 1"/>
          <p:cNvSpPr txBox="1"/>
          <p:nvPr/>
        </p:nvSpPr>
        <p:spPr>
          <a:xfrm>
            <a:off x="7223759" y="5097780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Over 15% without water (est.)</a:t>
            </a:r>
          </a:p>
        </p:txBody>
      </p:sp>
      <p:sp>
        <p:nvSpPr>
          <p:cNvPr id="74" name="Legend swatch 2"/>
          <p:cNvSpPr/>
          <p:nvPr/>
        </p:nvSpPr>
        <p:spPr>
          <a:xfrm>
            <a:off x="6967728" y="5495544"/>
            <a:ext cx="164592" cy="164592"/>
          </a:xfrm>
          <a:prstGeom prst="rect">
            <a:avLst/>
          </a:prstGeom>
          <a:solidFill>
            <a:srgbClr val="AD8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egend label 2"/>
          <p:cNvSpPr txBox="1"/>
          <p:nvPr/>
        </p:nvSpPr>
        <p:spPr>
          <a:xfrm>
            <a:off x="7223759" y="5454396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5-15% without water (est.)</a:t>
            </a:r>
          </a:p>
        </p:txBody>
      </p:sp>
      <p:sp>
        <p:nvSpPr>
          <p:cNvPr id="76" name="Legend swatch 3"/>
          <p:cNvSpPr/>
          <p:nvPr/>
        </p:nvSpPr>
        <p:spPr>
          <a:xfrm>
            <a:off x="6967728" y="5852160"/>
            <a:ext cx="164592" cy="164592"/>
          </a:xfrm>
          <a:prstGeom prst="rect">
            <a:avLst/>
          </a:prstGeom>
          <a:solidFill>
            <a:srgbClr val="E7D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egend label 3"/>
          <p:cNvSpPr txBox="1"/>
          <p:nvPr/>
        </p:nvSpPr>
        <p:spPr>
          <a:xfrm>
            <a:off x="7223759" y="5811012"/>
            <a:ext cx="4270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4F54"/>
                </a:solidFill>
                <a:latin typeface="Montserrat"/>
              </a:rPr>
              <a:t>Under 5% without water (est.)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03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UAE Projects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16 / 23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F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FDE93-3139-4B5E-6C97-DED8A97D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E15531-A006-E4BE-7A1F-430DF7BEBF30}"/>
              </a:ext>
            </a:extLst>
          </p:cNvPr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04</a:t>
            </a:r>
            <a:endParaRPr lang="en-US"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5878B8-E13E-A69E-5159-66C0A3132745}"/>
              </a:ext>
            </a:extLst>
          </p:cNvPr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Projects</a:t>
            </a:r>
            <a:endParaRPr lang="en-US" sz="3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D8822E-EBE4-8EBF-A4B6-186F631FF3FB}"/>
              </a:ext>
            </a:extLst>
          </p:cNvPr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08DA23-00CF-3982-1D92-9A9CC45FD12A}"/>
              </a:ext>
            </a:extLst>
          </p:cNvPr>
          <p:cNvSpPr/>
          <p:nvPr/>
        </p:nvSpPr>
        <p:spPr>
          <a:xfrm>
            <a:off x="50292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three-tier programme menu — resilience &amp; crisis response · human capital &amp; systems · growth unlocks</a:t>
            </a:r>
            <a:endParaRPr lang="en-US" sz="12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3BE412-26D4-57C3-A104-73178465EA81}"/>
              </a:ext>
            </a:extLst>
          </p:cNvPr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0DF17E-5AB2-0ADC-AB9E-BBFC86AD215F}"/>
              </a:ext>
            </a:extLst>
          </p:cNvPr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68A9C7-3CCD-19CE-4BC7-2644A2800479}"/>
              </a:ext>
            </a:extLst>
          </p:cNvPr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16 / 23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76498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120640" y="11887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223760" y="1188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503920" y="1188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738360" y="1188720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1444752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536192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53619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· RESILIENCE &amp; CRISIS RESPONSE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972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Security &amp; Malnutrition Reduction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12064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· Health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~$40-60M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50392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738360" y="192024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WFP · UNICEF · WB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2920" y="230428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3408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097280" y="2340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&amp; Sanitation Quality Surge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120640" y="23408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· Health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223760" y="23408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~$20-35M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503920" y="23408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2-3 yrs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9738360" y="234086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· UNICEF · JICA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" y="272491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2761488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761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· HUMAN CAPITAL &amp; SYSTEMS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02920" y="3145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109728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Workforce &amp; Maternal-Newborn Care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12064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7223760" y="31455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~$25-40M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503920" y="314553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9738360" y="314553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· UNICEF · USAID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502920" y="35295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109728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Skills &amp; TVET for Growth Sectors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51206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&amp; jobs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722376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~$20-35M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8503920" y="35661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9738360" y="356616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UNESCO · ILO · ADB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502920" y="395020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986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1097280" y="39867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Irrigation &amp; Agro-Processing Value Chains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5120640" y="3986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· industry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7223760" y="3986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~$50-100M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8503920" y="39867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yrs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9738360" y="398678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FAO · IFAD · WB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502920" y="437083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2920" y="4407408"/>
            <a:ext cx="11183112" cy="310896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" y="44074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 · GROWTH UNLOCKS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50292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1097280" y="4791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Solar Mini-Grids &amp; Institutions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5120640" y="47914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· Agri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7223760" y="4791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~$40-80M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8503920" y="47914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4-5 yrs</a:t>
            </a:r>
            <a:endParaRPr lang="en-US" sz="1200"/>
          </a:p>
        </p:txBody>
      </p:sp>
      <p:sp>
        <p:nvSpPr>
          <p:cNvPr id="57" name="Text 55"/>
          <p:cNvSpPr/>
          <p:nvPr/>
        </p:nvSpPr>
        <p:spPr>
          <a:xfrm>
            <a:off x="9738360" y="4791456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UNDP · WB · GEAPP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502920" y="517550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P7</a:t>
            </a:r>
            <a:endParaRPr lang="en-US" sz="1200"/>
          </a:p>
        </p:txBody>
      </p:sp>
      <p:sp>
        <p:nvSpPr>
          <p:cNvPr id="60" name="Text 58"/>
          <p:cNvSpPr/>
          <p:nvPr/>
        </p:nvSpPr>
        <p:spPr>
          <a:xfrm>
            <a:off x="109728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Tiger Landscape &amp; Community Livelihoods</a:t>
            </a:r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5120640" y="5212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· rural dev.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7223760" y="5212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~$15-30M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8503920" y="5212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9738360" y="521208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NTCA · WWF · WCS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502920" y="559612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Indicative cost bands for scoping; all figures subject to design studies and co-financing.</a:t>
            </a:r>
            <a:endParaRPr lang="en-US" sz="1200"/>
          </a:p>
        </p:txBody>
      </p:sp>
      <p:sp>
        <p:nvSpPr>
          <p:cNvPr id="68" name="Text 66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17 / 23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(1/3)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Tackles the malnutrition burden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1 · RESILIENCE &amp; CRISIS RESPONSE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Security &amp; Malnutrition Reduction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· HIGH-BURDEN STATES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 ICDS &amp; POSHAN to cut child wasting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Anaemia reduction for 200M+ women (15-49 yrs)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Affordable healthy diet access (43% cannot afford)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 world's highest child wasting (18.7%, 21M children) &amp; stunting (35.5%). GHI rank 105/127 'serious'.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~$40-60M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242234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210148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0148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474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374740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&amp; Sanitation Quality Surge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74740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 / HEALTH · LAGGING STATES + TRIBAL AREAS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466180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Jal Jeevan Mission in lagging states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 sanitation inequality (Gini 0.29)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eastern &amp; central districts below 50% coverage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374740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 SDG-6 in lagging states; 140M rural households reached under JJM by 2024.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210148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4740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~$20-35M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949461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2-3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JMP 2024 · Heliyon 2024 · India Water Portal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18 / 23</a:t>
            </a:r>
            <a:endParaRPr lang="en-US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(2/3)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the human-capital base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2 · HUMAN CAPITAL &amp; SYSTEMS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Workforce &amp; Maternal-Newborn Care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· HIGH-BURDEN RURAL STATES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 district maternal-newborn units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health worker retention &amp; training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1,087 SNCUs &amp; 2,868 NBSUs nationwide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 MMR decline (88/100k in 2021-23) &amp; cut NMR (17/1,000 in 2024).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~$25-40M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91029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307738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07738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7233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4472330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Youth Skills &amp; TVET for Growth Sectors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4472330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 &amp; JOBS · NATIONAL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563770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Employer-linked TVET: IT, manufacturing, green jobs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skills with women's targets (16.3% female youth unemployed)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graduates to MSME finance &amp; internships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472330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employability gap (42.6% job-ready); youth form 83% of unemployed.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307738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72330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~$20-35M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6095848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3-4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8112557" y="1444752"/>
            <a:ext cx="357621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12557" y="1444752"/>
            <a:ext cx="357621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7149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P5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8277149" y="192024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Irrigation &amp; Agro-Processing Value Chains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8277149" y="26334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 · EASTERN &amp; CENTRAL STATES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8368589" y="2962656"/>
            <a:ext cx="311901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solar irrigation (32M pumps in use)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processing: horticulture, grains, dairy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Micro-irrigation: 95.6 lakh ha covered by Dec 2024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277149" y="4517136"/>
            <a:ext cx="324703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Boost smallholder productivity; agri exports reached $53B in FY25.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8112557" y="5486400"/>
            <a:ext cx="357621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77149" y="5486400"/>
            <a:ext cx="2062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~$50-100M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9900666" y="5486400"/>
            <a:ext cx="16235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yrs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SRS 2023 · ILO 2024 · Economic Survey 2024-25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19 / 23</a:t>
            </a:r>
            <a:endParaRPr lang="en-US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· PROPOSED PROGRAMS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Menu (3/3)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0" y="530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Unlocks the other tiers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 3 · GROWTH UNLOCKS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P6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667512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Rural Solar Mini-Grids &amp; Institutions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67512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· UNSERVED REMOTE DISTRICTS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58952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Solarise clinics, schools &amp; irrigation pumps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DRE mini-grids in northeast &amp; tribal areas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 Suryodaya Yojana: 10M rooftops by 2026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last-mile gap (2.4% unelectrified); solar capacity reached 98 GW by Dec 2024.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~$40-80M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242234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4-5 yrs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210148" y="1444752"/>
            <a:ext cx="5478628" cy="4681728"/>
          </a:xfrm>
          <a:prstGeom prst="rect">
            <a:avLst/>
          </a:prstGeom>
          <a:solidFill>
            <a:srgbClr val="F4F1EA"/>
          </a:solidFill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0148" y="1444752"/>
            <a:ext cx="5478628" cy="45720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4740" y="15727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P7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374740" y="1920240"/>
            <a:ext cx="5149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Tiger Landscape &amp; Community Livelihoods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74740" y="2633472"/>
            <a:ext cx="5149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F58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WILDLIFE / RURAL DEV. · TIGER RESERVE BUFFERS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466180" y="2962656"/>
            <a:ext cx="50214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Ecotourism benefit-sharing to fringe communities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Conflict mitigation: corridors, early warning, insurance</a:t>
            </a:r>
            <a:endParaRPr lang="en-US" sz="120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Diversify: nature tourism &amp; sustainable livelihoods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374740" y="4517136"/>
            <a:ext cx="51494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 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 3,682 tigers (75% global pop); 58 reserves across 84,500 km². Reduce ~400+ conflict deaths/yr.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210148" y="5486400"/>
            <a:ext cx="5478628" cy="640080"/>
          </a:xfrm>
          <a:prstGeom prst="rect">
            <a:avLst/>
          </a:prstGeom>
          <a:solidFill>
            <a:srgbClr val="333F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74740" y="5486400"/>
            <a:ext cx="30136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 </a:t>
            </a:r>
            <a:r>
              <a:rPr lang="en-US" sz="1300" b="1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~$15-30M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949461" y="5486400"/>
            <a:ext cx="257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  </a:t>
            </a: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yrs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NTCA 2023 · WWF · PNAS 2021 · PIB 2025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20 / 23</a:t>
            </a:r>
            <a:endParaRPr 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33F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7A8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APPENDIX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75488" y="2926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Analysis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12064" y="3767328"/>
            <a:ext cx="64008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5B6A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E7E2D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21 / 23</a:t>
            </a:r>
            <a:endParaRPr lang="en-US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SEVERITY / TRIAGE · GPS MATRIX · 2026-07-19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of 11 sectors in the red band (GPS ≥ 15)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512064" y="1005840"/>
            <a:ext cx="502920" cy="0"/>
          </a:xfrm>
          <a:prstGeom prst="line">
            <a:avLst/>
          </a:prstGeom>
          <a:noFill/>
          <a:ln w="31750">
            <a:solidFill>
              <a:srgbClr val="AD83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= Need Severity × (6 − Coverage Adequacy). Range 1-25. NP reported, never multiplied in.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43484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07492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715000" y="1389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6355080" y="13898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7360920" y="13898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02920" y="1645920"/>
            <a:ext cx="11183112" cy="0"/>
          </a:xfrm>
          <a:prstGeom prst="line">
            <a:avLst/>
          </a:prstGeom>
          <a:noFill/>
          <a:ln w="12700">
            <a:solidFill>
              <a:srgbClr val="1D2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Humanitarian &amp; Protection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43484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07492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71500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355080" y="1787652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78765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monsoon-flood dependent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02920" y="210312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1351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43484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07492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715000" y="21351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6355080" y="2185416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2185416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360920" y="21351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MMR 88 nearing SDG target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02920" y="250088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43484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507492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71500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355080" y="2583180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55080" y="2583180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7360920" y="2532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enrolment; learning gap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502920" y="289864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29306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WASH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443484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07492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715000" y="29306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6355080" y="2980944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2980944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7360920" y="29306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sanitation 63%; regional disparity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502920" y="329641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33284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&amp; Energy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443484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507492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5715000" y="33284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6355080" y="3378708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5080" y="337870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7360920" y="33284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99.5% access; grid quality gap</a:t>
            </a:r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502920" y="369417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" y="37261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Protection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443484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507492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5715000" y="37261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57" name="Shape 55"/>
          <p:cNvSpPr/>
          <p:nvPr/>
        </p:nvSpPr>
        <p:spPr>
          <a:xfrm>
            <a:off x="6355080" y="3776472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55080" y="377647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7360920" y="37261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 informal workforce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502920" y="4091940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" y="4123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Climate &amp; disaster risk reduction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443484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507492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5715000" y="41239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65" name="Shape 63"/>
          <p:cNvSpPr/>
          <p:nvPr/>
        </p:nvSpPr>
        <p:spPr>
          <a:xfrm>
            <a:off x="6355080" y="4174236"/>
            <a:ext cx="566928" cy="265176"/>
          </a:xfrm>
          <a:prstGeom prst="rect">
            <a:avLst/>
          </a:prstGeom>
          <a:solidFill>
            <a:srgbClr val="9B12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55080" y="4174236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7360920" y="41239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331 extreme-weather days 2025</a:t>
            </a:r>
            <a:endParaRPr lang="en-US" sz="1200"/>
          </a:p>
        </p:txBody>
      </p:sp>
      <p:sp>
        <p:nvSpPr>
          <p:cNvPr id="68" name="Shape 66"/>
          <p:cNvSpPr/>
          <p:nvPr/>
        </p:nvSpPr>
        <p:spPr>
          <a:xfrm>
            <a:off x="502920" y="4489704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2920" y="45217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&amp; Inclusion</a:t>
            </a:r>
            <a:endParaRPr lang="en-US" sz="1200"/>
          </a:p>
        </p:txBody>
      </p:sp>
      <p:sp>
        <p:nvSpPr>
          <p:cNvPr id="70" name="Text 68"/>
          <p:cNvSpPr/>
          <p:nvPr/>
        </p:nvSpPr>
        <p:spPr>
          <a:xfrm>
            <a:off x="443484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71" name="Text 69"/>
          <p:cNvSpPr/>
          <p:nvPr/>
        </p:nvSpPr>
        <p:spPr>
          <a:xfrm>
            <a:off x="507492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72" name="Text 70"/>
          <p:cNvSpPr/>
          <p:nvPr/>
        </p:nvSpPr>
        <p:spPr>
          <a:xfrm>
            <a:off x="5715000" y="45217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73" name="Shape 71"/>
          <p:cNvSpPr/>
          <p:nvPr/>
        </p:nvSpPr>
        <p:spPr>
          <a:xfrm>
            <a:off x="6355080" y="4572000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355080" y="4572000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/>
          </a:p>
        </p:txBody>
      </p:sp>
      <p:sp>
        <p:nvSpPr>
          <p:cNvPr id="75" name="Text 73"/>
          <p:cNvSpPr/>
          <p:nvPr/>
        </p:nvSpPr>
        <p:spPr>
          <a:xfrm>
            <a:off x="7360920" y="45217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53% women anaemic</a:t>
            </a:r>
            <a:endParaRPr lang="en-US" sz="1200"/>
          </a:p>
        </p:txBody>
      </p:sp>
      <p:sp>
        <p:nvSpPr>
          <p:cNvPr id="76" name="Shape 74"/>
          <p:cNvSpPr/>
          <p:nvPr/>
        </p:nvSpPr>
        <p:spPr>
          <a:xfrm>
            <a:off x="502920" y="4887468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0292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Security &amp; Agriculture</a:t>
            </a:r>
            <a:endParaRPr lang="en-US" sz="1200"/>
          </a:p>
        </p:txBody>
      </p:sp>
      <p:sp>
        <p:nvSpPr>
          <p:cNvPr id="78" name="Text 76"/>
          <p:cNvSpPr/>
          <p:nvPr/>
        </p:nvSpPr>
        <p:spPr>
          <a:xfrm>
            <a:off x="443484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79" name="Text 77"/>
          <p:cNvSpPr/>
          <p:nvPr/>
        </p:nvSpPr>
        <p:spPr>
          <a:xfrm>
            <a:off x="507492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80" name="Text 78"/>
          <p:cNvSpPr/>
          <p:nvPr/>
        </p:nvSpPr>
        <p:spPr>
          <a:xfrm>
            <a:off x="5715000" y="4919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81" name="Shape 79"/>
          <p:cNvSpPr/>
          <p:nvPr/>
        </p:nvSpPr>
        <p:spPr>
          <a:xfrm>
            <a:off x="6355080" y="4969764"/>
            <a:ext cx="566928" cy="265176"/>
          </a:xfrm>
          <a:prstGeom prst="rect">
            <a:avLst/>
          </a:prstGeom>
          <a:solidFill>
            <a:srgbClr val="AD8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355080" y="4969764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200"/>
          </a:p>
        </p:txBody>
      </p:sp>
      <p:sp>
        <p:nvSpPr>
          <p:cNvPr id="83" name="Text 81"/>
          <p:cNvSpPr/>
          <p:nvPr/>
        </p:nvSpPr>
        <p:spPr>
          <a:xfrm>
            <a:off x="7360920" y="49194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18.7% child wasting; 35.5% stunting</a:t>
            </a:r>
            <a:endParaRPr lang="en-US" sz="1200"/>
          </a:p>
        </p:txBody>
      </p:sp>
      <p:sp>
        <p:nvSpPr>
          <p:cNvPr id="84" name="Shape 82"/>
          <p:cNvSpPr/>
          <p:nvPr/>
        </p:nvSpPr>
        <p:spPr>
          <a:xfrm>
            <a:off x="502920" y="5285232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02920" y="53172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Economy &amp; Jobs</a:t>
            </a:r>
            <a:endParaRPr lang="en-US" sz="1200"/>
          </a:p>
        </p:txBody>
      </p:sp>
      <p:sp>
        <p:nvSpPr>
          <p:cNvPr id="86" name="Text 84"/>
          <p:cNvSpPr/>
          <p:nvPr/>
        </p:nvSpPr>
        <p:spPr>
          <a:xfrm>
            <a:off x="443484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/>
          </a:p>
        </p:txBody>
      </p:sp>
      <p:sp>
        <p:nvSpPr>
          <p:cNvPr id="87" name="Text 85"/>
          <p:cNvSpPr/>
          <p:nvPr/>
        </p:nvSpPr>
        <p:spPr>
          <a:xfrm>
            <a:off x="507492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/>
          </a:p>
        </p:txBody>
      </p:sp>
      <p:sp>
        <p:nvSpPr>
          <p:cNvPr id="88" name="Text 86"/>
          <p:cNvSpPr/>
          <p:nvPr/>
        </p:nvSpPr>
        <p:spPr>
          <a:xfrm>
            <a:off x="5715000" y="53172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89" name="Shape 87"/>
          <p:cNvSpPr/>
          <p:nvPr/>
        </p:nvSpPr>
        <p:spPr>
          <a:xfrm>
            <a:off x="6355080" y="5367528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55080" y="5367528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91" name="Text 89"/>
          <p:cNvSpPr/>
          <p:nvPr/>
        </p:nvSpPr>
        <p:spPr>
          <a:xfrm>
            <a:off x="7360920" y="53172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7.6% GDP growth FY26</a:t>
            </a:r>
            <a:endParaRPr lang="en-US" sz="1200"/>
          </a:p>
        </p:txBody>
      </p:sp>
      <p:sp>
        <p:nvSpPr>
          <p:cNvPr id="92" name="Shape 90"/>
          <p:cNvSpPr/>
          <p:nvPr/>
        </p:nvSpPr>
        <p:spPr>
          <a:xfrm>
            <a:off x="502920" y="5682996"/>
            <a:ext cx="11183112" cy="0"/>
          </a:xfrm>
          <a:prstGeom prst="line">
            <a:avLst/>
          </a:prstGeom>
          <a:noFill/>
          <a:ln w="635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02920" y="5715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public financial mgmt</a:t>
            </a:r>
            <a:endParaRPr lang="en-US" sz="1200"/>
          </a:p>
        </p:txBody>
      </p:sp>
      <p:sp>
        <p:nvSpPr>
          <p:cNvPr id="94" name="Text 92"/>
          <p:cNvSpPr/>
          <p:nvPr/>
        </p:nvSpPr>
        <p:spPr>
          <a:xfrm>
            <a:off x="443484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/>
          </a:p>
        </p:txBody>
      </p:sp>
      <p:sp>
        <p:nvSpPr>
          <p:cNvPr id="95" name="Text 93"/>
          <p:cNvSpPr/>
          <p:nvPr/>
        </p:nvSpPr>
        <p:spPr>
          <a:xfrm>
            <a:off x="507492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96" name="Text 94"/>
          <p:cNvSpPr/>
          <p:nvPr/>
        </p:nvSpPr>
        <p:spPr>
          <a:xfrm>
            <a:off x="5715000" y="571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/>
          </a:p>
        </p:txBody>
      </p:sp>
      <p:sp>
        <p:nvSpPr>
          <p:cNvPr id="97" name="Shape 95"/>
          <p:cNvSpPr/>
          <p:nvPr/>
        </p:nvSpPr>
        <p:spPr>
          <a:xfrm>
            <a:off x="6355080" y="5765292"/>
            <a:ext cx="566928" cy="265176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355080" y="5765292"/>
            <a:ext cx="566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/>
          </a:p>
        </p:txBody>
      </p:sp>
      <p:sp>
        <p:nvSpPr>
          <p:cNvPr id="99" name="Text 97"/>
          <p:cNvSpPr/>
          <p:nvPr/>
        </p:nvSpPr>
        <p:spPr>
          <a:xfrm>
            <a:off x="7360920" y="5715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GST digitalisation gains</a:t>
            </a:r>
            <a:endParaRPr lang="en-US" sz="1200"/>
          </a:p>
        </p:txBody>
      </p:sp>
      <p:sp>
        <p:nvSpPr>
          <p:cNvPr id="100" name="Text 98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D25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BAND   </a:t>
            </a:r>
            <a:r>
              <a:rPr lang="en-US" sz="1200" b="1">
                <a:solidFill>
                  <a:srgbClr val="9B12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≥ 15   </a:t>
            </a: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Amber 8-14   </a:t>
            </a:r>
            <a:r>
              <a:rPr lang="en-US" sz="1200" b="1">
                <a:solidFill>
                  <a:srgbClr val="1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 &lt; 8    </a:t>
            </a: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defines severity tiers, not a rank order.</a:t>
            </a:r>
            <a:endParaRPr lang="en-US" sz="1200"/>
          </a:p>
        </p:txBody>
      </p:sp>
      <p:sp>
        <p:nvSpPr>
          <p:cNvPr id="101" name="Shape 99"/>
          <p:cNvSpPr/>
          <p:nvPr/>
        </p:nvSpPr>
        <p:spPr>
          <a:xfrm>
            <a:off x="502920" y="6400800"/>
            <a:ext cx="11185855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02920" y="64465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6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gap register · 2026-07-19 · NS Need Severity · NP National Priority · CA Coverage Adequacy</a:t>
            </a:r>
            <a:endParaRPr lang="en-US" sz="1200"/>
          </a:p>
        </p:txBody>
      </p:sp>
      <p:sp>
        <p:nvSpPr>
          <p:cNvPr id="103" name="Text 101"/>
          <p:cNvSpPr/>
          <p:nvPr/>
        </p:nvSpPr>
        <p:spPr>
          <a:xfrm>
            <a:off x="9905695" y="64465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AD83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ODA</a:t>
            </a:r>
            <a:r>
              <a:rPr lang="en-US" sz="1200">
                <a:solidFill>
                  <a:srgbClr val="4A4F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22 / 23</a:t>
            </a:r>
            <a:endParaRPr lang="en-US" sz="12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942ccf-187d-4c88-bacb-f803a5159e6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63100411E23E4EA8344A8067BC8AA8" ma:contentTypeVersion="10" ma:contentTypeDescription="Create a new document." ma:contentTypeScope="" ma:versionID="c89281db285ef74b3fbfc86e7e4fabde">
  <xsd:schema xmlns:xsd="http://www.w3.org/2001/XMLSchema" xmlns:xs="http://www.w3.org/2001/XMLSchema" xmlns:p="http://schemas.microsoft.com/office/2006/metadata/properties" xmlns:ns3="0a942ccf-187d-4c88-bacb-f803a5159e60" targetNamespace="http://schemas.microsoft.com/office/2006/metadata/properties" ma:root="true" ma:fieldsID="b1b375f5a45618f407a4b76cb8f6a0d7" ns3:_="">
    <xsd:import namespace="0a942ccf-187d-4c88-bacb-f803a5159e6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2ccf-187d-4c88-bacb-f803a5159e6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644149-B529-4CC7-ABFB-435B59ECF1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4A2442-C96E-4AE5-A9DD-E1E34DDF6CE9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a942ccf-187d-4c88-bacb-f803a5159e60"/>
    <ds:schemaRef ds:uri="http://schemas.microsoft.com/office/2006/metadata/properties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62083E6-6377-4EF4-9E58-4E3A6C999F1A}">
  <ds:schemaRefs>
    <ds:schemaRef ds:uri="0a942ccf-187d-4c88-bacb-f803a5159e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3705</Words>
  <Application>Microsoft Office PowerPoint</Application>
  <PresentationFormat>Widescreen</PresentationFormat>
  <Paragraphs>679</Paragraphs>
  <Slides>23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Montserrat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Mariam Humaid Al Mansoori</cp:lastModifiedBy>
  <cp:revision>2</cp:revision>
  <dcterms:created xsi:type="dcterms:W3CDTF">2026-07-19T14:08:28Z</dcterms:created>
  <dcterms:modified xsi:type="dcterms:W3CDTF">2026-07-22T11:21:47Z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0x0101005363100411E23E4EA8344A8067BC8AA8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2026-07-19T14:11:19Z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f7bcb941-c8da-42e2-94a9-466a193787d3</vt:lpwstr>
  </property>
  <property fmtid="{D5CDD505-2E9C-101B-9397-08002B2CF9AE}" pid="8" name="MSIP_Label_defa4170-0d19-0005-0004-bc88714345d2_ActionId">
    <vt:lpwstr>2c368b54-4cbe-4011-b3f9-cd6705aa2a3c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