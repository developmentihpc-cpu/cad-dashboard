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8" r:id="rId21"/>
    <p:sldId id="272" r:id="rId22"/>
    <p:sldId id="273" r:id="rId23"/>
    <p:sldId id="274" r:id="rId24"/>
    <p:sldId id="275" r:id="rId25"/>
    <p:sldId id="276" r:id="rId26"/>
    <p:sldId id="277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025A6B-C331-4780-8428-00857C9DCBED}" v="31" dt="2026-07-19T14:15:54.645"/>
    <p1510:client id="{784B13A8-8DA3-44E5-8688-6A1276211760}" v="4843" dt="2026-07-19T16:26:52.3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3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microsoft.com/office/2016/11/relationships/changesInfo" Target="changesInfos/changesInfo1.xml"/><Relationship Id="rId3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yah Abdulhakeem Kamkar" userId="fe09df7a-02cc-4ebc-a782-b5294a02ed9d" providerId="ADAL" clId="{1C280E7A-D203-4910-B04F-81743BA7246E}"/>
    <pc:docChg chg="undo custSel addSld delSld modSld modMainMaster">
      <pc:chgData name="Aayah Abdulhakeem Kamkar" userId="fe09df7a-02cc-4ebc-a782-b5294a02ed9d" providerId="ADAL" clId="{1C280E7A-D203-4910-B04F-81743BA7246E}" dt="2026-07-19T16:26:52.336" v="4763"/>
      <pc:docMkLst>
        <pc:docMk/>
      </pc:docMkLst>
      <pc:sldChg chg="modSp mod">
        <pc:chgData name="Aayah Abdulhakeem Kamkar" userId="fe09df7a-02cc-4ebc-a782-b5294a02ed9d" providerId="ADAL" clId="{1C280E7A-D203-4910-B04F-81743BA7246E}" dt="2026-07-19T14:15:29.451" v="67" actId="404"/>
        <pc:sldMkLst>
          <pc:docMk/>
          <pc:sldMk cId="0" sldId="256"/>
        </pc:sldMkLst>
        <pc:spChg chg="mod">
          <ac:chgData name="Aayah Abdulhakeem Kamkar" userId="fe09df7a-02cc-4ebc-a782-b5294a02ed9d" providerId="ADAL" clId="{1C280E7A-D203-4910-B04F-81743BA7246E}" dt="2026-07-19T14:14:00.624" v="1" actId="14100"/>
          <ac:spMkLst>
            <pc:docMk/>
            <pc:sldMk cId="0" sldId="256"/>
            <ac:spMk id="22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4:54.373" v="29" actId="1036"/>
          <ac:spMkLst>
            <pc:docMk/>
            <pc:sldMk cId="0" sldId="256"/>
            <ac:spMk id="27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07.708" v="34" actId="1035"/>
          <ac:spMkLst>
            <pc:docMk/>
            <pc:sldMk cId="0" sldId="256"/>
            <ac:spMk id="28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4:16.280" v="6" actId="404"/>
          <ac:spMkLst>
            <pc:docMk/>
            <pc:sldMk cId="0" sldId="256"/>
            <ac:spMk id="29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4:54.373" v="29" actId="1036"/>
          <ac:spMkLst>
            <pc:docMk/>
            <pc:sldMk cId="0" sldId="256"/>
            <ac:spMk id="31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07.708" v="34" actId="1035"/>
          <ac:spMkLst>
            <pc:docMk/>
            <pc:sldMk cId="0" sldId="256"/>
            <ac:spMk id="32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4:16.280" v="6" actId="404"/>
          <ac:spMkLst>
            <pc:docMk/>
            <pc:sldMk cId="0" sldId="256"/>
            <ac:spMk id="33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4:54.373" v="29" actId="1036"/>
          <ac:spMkLst>
            <pc:docMk/>
            <pc:sldMk cId="0" sldId="256"/>
            <ac:spMk id="35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07.708" v="34" actId="1035"/>
          <ac:spMkLst>
            <pc:docMk/>
            <pc:sldMk cId="0" sldId="256"/>
            <ac:spMk id="36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4:16.280" v="6" actId="404"/>
          <ac:spMkLst>
            <pc:docMk/>
            <pc:sldMk cId="0" sldId="256"/>
            <ac:spMk id="37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4:54.373" v="29" actId="1036"/>
          <ac:spMkLst>
            <pc:docMk/>
            <pc:sldMk cId="0" sldId="256"/>
            <ac:spMk id="42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07.708" v="34" actId="1035"/>
          <ac:spMkLst>
            <pc:docMk/>
            <pc:sldMk cId="0" sldId="256"/>
            <ac:spMk id="43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4:16.280" v="6" actId="404"/>
          <ac:spMkLst>
            <pc:docMk/>
            <pc:sldMk cId="0" sldId="256"/>
            <ac:spMk id="44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4:54.373" v="29" actId="1036"/>
          <ac:spMkLst>
            <pc:docMk/>
            <pc:sldMk cId="0" sldId="256"/>
            <ac:spMk id="46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07.708" v="34" actId="1035"/>
          <ac:spMkLst>
            <pc:docMk/>
            <pc:sldMk cId="0" sldId="256"/>
            <ac:spMk id="47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4:16.280" v="6" actId="404"/>
          <ac:spMkLst>
            <pc:docMk/>
            <pc:sldMk cId="0" sldId="256"/>
            <ac:spMk id="48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4:54.373" v="29" actId="1036"/>
          <ac:spMkLst>
            <pc:docMk/>
            <pc:sldMk cId="0" sldId="256"/>
            <ac:spMk id="50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07.708" v="34" actId="1035"/>
          <ac:spMkLst>
            <pc:docMk/>
            <pc:sldMk cId="0" sldId="256"/>
            <ac:spMk id="51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4:16.280" v="6" actId="404"/>
          <ac:spMkLst>
            <pc:docMk/>
            <pc:sldMk cId="0" sldId="256"/>
            <ac:spMk id="52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4:54.373" v="29" actId="1036"/>
          <ac:spMkLst>
            <pc:docMk/>
            <pc:sldMk cId="0" sldId="256"/>
            <ac:spMk id="57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07.708" v="34" actId="1035"/>
          <ac:spMkLst>
            <pc:docMk/>
            <pc:sldMk cId="0" sldId="256"/>
            <ac:spMk id="58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4:16.280" v="6" actId="404"/>
          <ac:spMkLst>
            <pc:docMk/>
            <pc:sldMk cId="0" sldId="256"/>
            <ac:spMk id="59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4:54.373" v="29" actId="1036"/>
          <ac:spMkLst>
            <pc:docMk/>
            <pc:sldMk cId="0" sldId="256"/>
            <ac:spMk id="61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07.708" v="34" actId="1035"/>
          <ac:spMkLst>
            <pc:docMk/>
            <pc:sldMk cId="0" sldId="256"/>
            <ac:spMk id="62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4:16.280" v="6" actId="404"/>
          <ac:spMkLst>
            <pc:docMk/>
            <pc:sldMk cId="0" sldId="256"/>
            <ac:spMk id="63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4:54.373" v="29" actId="1036"/>
          <ac:spMkLst>
            <pc:docMk/>
            <pc:sldMk cId="0" sldId="256"/>
            <ac:spMk id="65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07.708" v="34" actId="1035"/>
          <ac:spMkLst>
            <pc:docMk/>
            <pc:sldMk cId="0" sldId="256"/>
            <ac:spMk id="66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4:16.280" v="6" actId="404"/>
          <ac:spMkLst>
            <pc:docMk/>
            <pc:sldMk cId="0" sldId="256"/>
            <ac:spMk id="67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3:51.781" v="0" actId="14100"/>
          <ac:spMkLst>
            <pc:docMk/>
            <pc:sldMk cId="0" sldId="256"/>
            <ac:spMk id="69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29.451" v="67" actId="404"/>
          <ac:spMkLst>
            <pc:docMk/>
            <pc:sldMk cId="0" sldId="256"/>
            <ac:spMk id="75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29.451" v="67" actId="404"/>
          <ac:spMkLst>
            <pc:docMk/>
            <pc:sldMk cId="0" sldId="256"/>
            <ac:spMk id="76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29.451" v="67" actId="404"/>
          <ac:spMkLst>
            <pc:docMk/>
            <pc:sldMk cId="0" sldId="256"/>
            <ac:spMk id="79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29.451" v="67" actId="404"/>
          <ac:spMkLst>
            <pc:docMk/>
            <pc:sldMk cId="0" sldId="256"/>
            <ac:spMk id="80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29.451" v="67" actId="404"/>
          <ac:spMkLst>
            <pc:docMk/>
            <pc:sldMk cId="0" sldId="256"/>
            <ac:spMk id="84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29.451" v="67" actId="404"/>
          <ac:spMkLst>
            <pc:docMk/>
            <pc:sldMk cId="0" sldId="256"/>
            <ac:spMk id="87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29.451" v="67" actId="404"/>
          <ac:spMkLst>
            <pc:docMk/>
            <pc:sldMk cId="0" sldId="256"/>
            <ac:spMk id="88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29.451" v="67" actId="404"/>
          <ac:spMkLst>
            <pc:docMk/>
            <pc:sldMk cId="0" sldId="256"/>
            <ac:spMk id="92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29.451" v="67" actId="404"/>
          <ac:spMkLst>
            <pc:docMk/>
            <pc:sldMk cId="0" sldId="256"/>
            <ac:spMk id="95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29.451" v="67" actId="404"/>
          <ac:spMkLst>
            <pc:docMk/>
            <pc:sldMk cId="0" sldId="256"/>
            <ac:spMk id="96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23.341" v="64" actId="1037"/>
          <ac:spMkLst>
            <pc:docMk/>
            <pc:sldMk cId="0" sldId="256"/>
            <ac:spMk id="98" creationId="{00000000-0000-0000-0000-000000000000}"/>
          </ac:spMkLst>
        </pc:spChg>
      </pc:sldChg>
      <pc:sldChg chg="addSp delSp modSp add mod">
        <pc:chgData name="Aayah Abdulhakeem Kamkar" userId="fe09df7a-02cc-4ebc-a782-b5294a02ed9d" providerId="ADAL" clId="{1C280E7A-D203-4910-B04F-81743BA7246E}" dt="2026-07-19T16:17:52.837" v="4574" actId="22"/>
        <pc:sldMkLst>
          <pc:docMk/>
          <pc:sldMk cId="486096900" sldId="427"/>
        </pc:sldMkLst>
        <pc:spChg chg="mod">
          <ac:chgData name="Aayah Abdulhakeem Kamkar" userId="fe09df7a-02cc-4ebc-a782-b5294a02ed9d" providerId="ADAL" clId="{1C280E7A-D203-4910-B04F-81743BA7246E}" dt="2026-07-19T16:16:05.923" v="4513" actId="20577"/>
          <ac:spMkLst>
            <pc:docMk/>
            <pc:sldMk cId="486096900" sldId="427"/>
            <ac:spMk id="4" creationId="{2C41C4DB-EF1A-C5CF-9C96-5F91A1C2B4D1}"/>
          </ac:spMkLst>
        </pc:spChg>
        <pc:spChg chg="mod">
          <ac:chgData name="Aayah Abdulhakeem Kamkar" userId="fe09df7a-02cc-4ebc-a782-b5294a02ed9d" providerId="ADAL" clId="{1C280E7A-D203-4910-B04F-81743BA7246E}" dt="2026-07-19T16:10:41.993" v="4352" actId="20577"/>
          <ac:spMkLst>
            <pc:docMk/>
            <pc:sldMk cId="486096900" sldId="427"/>
            <ac:spMk id="14" creationId="{C68294CF-2C8A-06C6-C4ED-113FABF2236C}"/>
          </ac:spMkLst>
        </pc:spChg>
        <pc:spChg chg="mod">
          <ac:chgData name="Aayah Abdulhakeem Kamkar" userId="fe09df7a-02cc-4ebc-a782-b5294a02ed9d" providerId="ADAL" clId="{1C280E7A-D203-4910-B04F-81743BA7246E}" dt="2026-07-19T16:11:39.380" v="4359" actId="20577"/>
          <ac:spMkLst>
            <pc:docMk/>
            <pc:sldMk cId="486096900" sldId="427"/>
            <ac:spMk id="15" creationId="{71A0FA3D-95C7-0EA5-74CA-C0968F5D8B38}"/>
          </ac:spMkLst>
        </pc:spChg>
        <pc:spChg chg="mod">
          <ac:chgData name="Aayah Abdulhakeem Kamkar" userId="fe09df7a-02cc-4ebc-a782-b5294a02ed9d" providerId="ADAL" clId="{1C280E7A-D203-4910-B04F-81743BA7246E}" dt="2026-07-19T16:12:16.135" v="4413"/>
          <ac:spMkLst>
            <pc:docMk/>
            <pc:sldMk cId="486096900" sldId="427"/>
            <ac:spMk id="16" creationId="{A04DCE9A-FDE8-6816-AF0F-466E7C382C15}"/>
          </ac:spMkLst>
        </pc:spChg>
        <pc:spChg chg="mod">
          <ac:chgData name="Aayah Abdulhakeem Kamkar" userId="fe09df7a-02cc-4ebc-a782-b5294a02ed9d" providerId="ADAL" clId="{1C280E7A-D203-4910-B04F-81743BA7246E}" dt="2026-07-19T16:13:07.710" v="4425" actId="20577"/>
          <ac:spMkLst>
            <pc:docMk/>
            <pc:sldMk cId="486096900" sldId="427"/>
            <ac:spMk id="17" creationId="{CA38DF99-3F22-2195-9ED6-B2D5CA07A0A4}"/>
          </ac:spMkLst>
        </pc:spChg>
        <pc:spChg chg="mod">
          <ac:chgData name="Aayah Abdulhakeem Kamkar" userId="fe09df7a-02cc-4ebc-a782-b5294a02ed9d" providerId="ADAL" clId="{1C280E7A-D203-4910-B04F-81743BA7246E}" dt="2026-07-19T16:13:21.226" v="4438"/>
          <ac:spMkLst>
            <pc:docMk/>
            <pc:sldMk cId="486096900" sldId="427"/>
            <ac:spMk id="18" creationId="{FFC48E86-EAE4-57D5-338B-8BA6A6553CFD}"/>
          </ac:spMkLst>
        </pc:spChg>
        <pc:spChg chg="add del mod">
          <ac:chgData name="Aayah Abdulhakeem Kamkar" userId="fe09df7a-02cc-4ebc-a782-b5294a02ed9d" providerId="ADAL" clId="{1C280E7A-D203-4910-B04F-81743BA7246E}" dt="2026-07-19T16:07:31.677" v="4217" actId="478"/>
          <ac:spMkLst>
            <pc:docMk/>
            <pc:sldMk cId="486096900" sldId="427"/>
            <ac:spMk id="19" creationId="{7F27D34C-3D28-4309-AF08-2F48848BA706}"/>
          </ac:spMkLst>
        </pc:spChg>
        <pc:spChg chg="mod">
          <ac:chgData name="Aayah Abdulhakeem Kamkar" userId="fe09df7a-02cc-4ebc-a782-b5294a02ed9d" providerId="ADAL" clId="{1C280E7A-D203-4910-B04F-81743BA7246E}" dt="2026-07-19T16:11:34.064" v="4353"/>
          <ac:spMkLst>
            <pc:docMk/>
            <pc:sldMk cId="486096900" sldId="427"/>
            <ac:spMk id="21" creationId="{993D70D7-3EE0-C10A-B016-1C7F621459ED}"/>
          </ac:spMkLst>
        </pc:spChg>
        <pc:spChg chg="mod">
          <ac:chgData name="Aayah Abdulhakeem Kamkar" userId="fe09df7a-02cc-4ebc-a782-b5294a02ed9d" providerId="ADAL" clId="{1C280E7A-D203-4910-B04F-81743BA7246E}" dt="2026-07-19T16:11:44.584" v="4374" actId="20577"/>
          <ac:spMkLst>
            <pc:docMk/>
            <pc:sldMk cId="486096900" sldId="427"/>
            <ac:spMk id="22" creationId="{002EC87D-0D8A-6D56-762A-6D364A139393}"/>
          </ac:spMkLst>
        </pc:spChg>
        <pc:spChg chg="mod">
          <ac:chgData name="Aayah Abdulhakeem Kamkar" userId="fe09df7a-02cc-4ebc-a782-b5294a02ed9d" providerId="ADAL" clId="{1C280E7A-D203-4910-B04F-81743BA7246E}" dt="2026-07-19T16:12:30.345" v="4417" actId="1036"/>
          <ac:spMkLst>
            <pc:docMk/>
            <pc:sldMk cId="486096900" sldId="427"/>
            <ac:spMk id="23" creationId="{624E1C67-9DAD-3D77-0C14-277DC58DFAD5}"/>
          </ac:spMkLst>
        </pc:spChg>
        <pc:spChg chg="mod">
          <ac:chgData name="Aayah Abdulhakeem Kamkar" userId="fe09df7a-02cc-4ebc-a782-b5294a02ed9d" providerId="ADAL" clId="{1C280E7A-D203-4910-B04F-81743BA7246E}" dt="2026-07-19T16:13:10.305" v="4429" actId="20577"/>
          <ac:spMkLst>
            <pc:docMk/>
            <pc:sldMk cId="486096900" sldId="427"/>
            <ac:spMk id="24" creationId="{66DDA0EB-B558-8681-2164-238A6BF6CFC1}"/>
          </ac:spMkLst>
        </pc:spChg>
        <pc:spChg chg="mod">
          <ac:chgData name="Aayah Abdulhakeem Kamkar" userId="fe09df7a-02cc-4ebc-a782-b5294a02ed9d" providerId="ADAL" clId="{1C280E7A-D203-4910-B04F-81743BA7246E}" dt="2026-07-19T16:13:25.756" v="4439"/>
          <ac:spMkLst>
            <pc:docMk/>
            <pc:sldMk cId="486096900" sldId="427"/>
            <ac:spMk id="25" creationId="{E60BD1A7-836F-9F8C-BDE0-175313EFFBA5}"/>
          </ac:spMkLst>
        </pc:spChg>
        <pc:spChg chg="mod">
          <ac:chgData name="Aayah Abdulhakeem Kamkar" userId="fe09df7a-02cc-4ebc-a782-b5294a02ed9d" providerId="ADAL" clId="{1C280E7A-D203-4910-B04F-81743BA7246E}" dt="2026-07-19T16:11:53.857" v="4381"/>
          <ac:spMkLst>
            <pc:docMk/>
            <pc:sldMk cId="486096900" sldId="427"/>
            <ac:spMk id="28" creationId="{8A6F4C28-FA06-89AF-4399-78751B9423C4}"/>
          </ac:spMkLst>
        </pc:spChg>
        <pc:spChg chg="mod">
          <ac:chgData name="Aayah Abdulhakeem Kamkar" userId="fe09df7a-02cc-4ebc-a782-b5294a02ed9d" providerId="ADAL" clId="{1C280E7A-D203-4910-B04F-81743BA7246E}" dt="2026-07-19T16:11:48.242" v="4380" actId="20577"/>
          <ac:spMkLst>
            <pc:docMk/>
            <pc:sldMk cId="486096900" sldId="427"/>
            <ac:spMk id="29" creationId="{1784E589-20C0-317F-E2AF-0895E83C6BC4}"/>
          </ac:spMkLst>
        </pc:spChg>
        <pc:spChg chg="mod">
          <ac:chgData name="Aayah Abdulhakeem Kamkar" userId="fe09df7a-02cc-4ebc-a782-b5294a02ed9d" providerId="ADAL" clId="{1C280E7A-D203-4910-B04F-81743BA7246E}" dt="2026-07-19T16:12:36.913" v="4418"/>
          <ac:spMkLst>
            <pc:docMk/>
            <pc:sldMk cId="486096900" sldId="427"/>
            <ac:spMk id="30" creationId="{04260EA4-D5BC-2C38-9805-9DA7C408C347}"/>
          </ac:spMkLst>
        </pc:spChg>
        <pc:spChg chg="mod">
          <ac:chgData name="Aayah Abdulhakeem Kamkar" userId="fe09df7a-02cc-4ebc-a782-b5294a02ed9d" providerId="ADAL" clId="{1C280E7A-D203-4910-B04F-81743BA7246E}" dt="2026-07-19T16:13:12.261" v="4433" actId="20577"/>
          <ac:spMkLst>
            <pc:docMk/>
            <pc:sldMk cId="486096900" sldId="427"/>
            <ac:spMk id="31" creationId="{B1173B79-D09F-BCBB-521A-9B5E0C9614B3}"/>
          </ac:spMkLst>
        </pc:spChg>
        <pc:spChg chg="mod">
          <ac:chgData name="Aayah Abdulhakeem Kamkar" userId="fe09df7a-02cc-4ebc-a782-b5294a02ed9d" providerId="ADAL" clId="{1C280E7A-D203-4910-B04F-81743BA7246E}" dt="2026-07-19T16:13:30.997" v="4440"/>
          <ac:spMkLst>
            <pc:docMk/>
            <pc:sldMk cId="486096900" sldId="427"/>
            <ac:spMk id="32" creationId="{CBB1FDB0-DC81-C961-5974-0FA7952CA0D0}"/>
          </ac:spMkLst>
        </pc:spChg>
        <pc:spChg chg="del">
          <ac:chgData name="Aayah Abdulhakeem Kamkar" userId="fe09df7a-02cc-4ebc-a782-b5294a02ed9d" providerId="ADAL" clId="{1C280E7A-D203-4910-B04F-81743BA7246E}" dt="2026-07-19T16:12:52.892" v="4421" actId="478"/>
          <ac:spMkLst>
            <pc:docMk/>
            <pc:sldMk cId="486096900" sldId="427"/>
            <ac:spMk id="34" creationId="{4AF13CFA-595C-9BED-64BF-A047E726B307}"/>
          </ac:spMkLst>
        </pc:spChg>
        <pc:spChg chg="mod">
          <ac:chgData name="Aayah Abdulhakeem Kamkar" userId="fe09df7a-02cc-4ebc-a782-b5294a02ed9d" providerId="ADAL" clId="{1C280E7A-D203-4910-B04F-81743BA7246E}" dt="2026-07-19T16:12:00.333" v="4399" actId="20577"/>
          <ac:spMkLst>
            <pc:docMk/>
            <pc:sldMk cId="486096900" sldId="427"/>
            <ac:spMk id="35" creationId="{122FD277-1670-18FE-4A86-509FF3218D7D}"/>
          </ac:spMkLst>
        </pc:spChg>
        <pc:spChg chg="mod">
          <ac:chgData name="Aayah Abdulhakeem Kamkar" userId="fe09df7a-02cc-4ebc-a782-b5294a02ed9d" providerId="ADAL" clId="{1C280E7A-D203-4910-B04F-81743BA7246E}" dt="2026-07-19T16:12:08.329" v="4412" actId="20577"/>
          <ac:spMkLst>
            <pc:docMk/>
            <pc:sldMk cId="486096900" sldId="427"/>
            <ac:spMk id="36" creationId="{ADF8DEFB-9711-3515-9E39-4124E9965C83}"/>
          </ac:spMkLst>
        </pc:spChg>
        <pc:spChg chg="mod">
          <ac:chgData name="Aayah Abdulhakeem Kamkar" userId="fe09df7a-02cc-4ebc-a782-b5294a02ed9d" providerId="ADAL" clId="{1C280E7A-D203-4910-B04F-81743BA7246E}" dt="2026-07-19T16:12:44.811" v="4420" actId="1076"/>
          <ac:spMkLst>
            <pc:docMk/>
            <pc:sldMk cId="486096900" sldId="427"/>
            <ac:spMk id="37" creationId="{E1775F79-54F5-2235-C27E-C6C9FC564C26}"/>
          </ac:spMkLst>
        </pc:spChg>
        <pc:spChg chg="mod">
          <ac:chgData name="Aayah Abdulhakeem Kamkar" userId="fe09df7a-02cc-4ebc-a782-b5294a02ed9d" providerId="ADAL" clId="{1C280E7A-D203-4910-B04F-81743BA7246E}" dt="2026-07-19T16:13:14.665" v="4437" actId="20577"/>
          <ac:spMkLst>
            <pc:docMk/>
            <pc:sldMk cId="486096900" sldId="427"/>
            <ac:spMk id="38" creationId="{A731C349-6876-3E05-DA9D-3164F59DE6F0}"/>
          </ac:spMkLst>
        </pc:spChg>
        <pc:spChg chg="mod">
          <ac:chgData name="Aayah Abdulhakeem Kamkar" userId="fe09df7a-02cc-4ebc-a782-b5294a02ed9d" providerId="ADAL" clId="{1C280E7A-D203-4910-B04F-81743BA7246E}" dt="2026-07-19T16:13:35.093" v="4441"/>
          <ac:spMkLst>
            <pc:docMk/>
            <pc:sldMk cId="486096900" sldId="427"/>
            <ac:spMk id="39" creationId="{A868D3B2-F4E0-C6EF-881B-778B0190892E}"/>
          </ac:spMkLst>
        </pc:spChg>
        <pc:spChg chg="del">
          <ac:chgData name="Aayah Abdulhakeem Kamkar" userId="fe09df7a-02cc-4ebc-a782-b5294a02ed9d" providerId="ADAL" clId="{1C280E7A-D203-4910-B04F-81743BA7246E}" dt="2026-07-19T16:12:52.892" v="4421" actId="478"/>
          <ac:spMkLst>
            <pc:docMk/>
            <pc:sldMk cId="486096900" sldId="427"/>
            <ac:spMk id="41" creationId="{82BF037D-E82B-F458-5DED-BC238DEA91C0}"/>
          </ac:spMkLst>
        </pc:spChg>
        <pc:spChg chg="del mod">
          <ac:chgData name="Aayah Abdulhakeem Kamkar" userId="fe09df7a-02cc-4ebc-a782-b5294a02ed9d" providerId="ADAL" clId="{1C280E7A-D203-4910-B04F-81743BA7246E}" dt="2026-07-19T16:12:52.892" v="4421" actId="478"/>
          <ac:spMkLst>
            <pc:docMk/>
            <pc:sldMk cId="486096900" sldId="427"/>
            <ac:spMk id="42" creationId="{1243790D-3966-E773-956B-50208DD6BC41}"/>
          </ac:spMkLst>
        </pc:spChg>
        <pc:spChg chg="del mod">
          <ac:chgData name="Aayah Abdulhakeem Kamkar" userId="fe09df7a-02cc-4ebc-a782-b5294a02ed9d" providerId="ADAL" clId="{1C280E7A-D203-4910-B04F-81743BA7246E}" dt="2026-07-19T16:12:52.892" v="4421" actId="478"/>
          <ac:spMkLst>
            <pc:docMk/>
            <pc:sldMk cId="486096900" sldId="427"/>
            <ac:spMk id="43" creationId="{8DF2AAA5-C5DB-6ED6-DF37-823DF1B3FB55}"/>
          </ac:spMkLst>
        </pc:spChg>
        <pc:spChg chg="mod">
          <ac:chgData name="Aayah Abdulhakeem Kamkar" userId="fe09df7a-02cc-4ebc-a782-b5294a02ed9d" providerId="ADAL" clId="{1C280E7A-D203-4910-B04F-81743BA7246E}" dt="2026-07-19T16:08:32.574" v="4312" actId="20577"/>
          <ac:spMkLst>
            <pc:docMk/>
            <pc:sldMk cId="486096900" sldId="427"/>
            <ac:spMk id="44" creationId="{E2A57AAC-486B-77B0-E679-DA66BDD940FD}"/>
          </ac:spMkLst>
        </pc:spChg>
        <pc:spChg chg="mod">
          <ac:chgData name="Aayah Abdulhakeem Kamkar" userId="fe09df7a-02cc-4ebc-a782-b5294a02ed9d" providerId="ADAL" clId="{1C280E7A-D203-4910-B04F-81743BA7246E}" dt="2026-07-19T16:08:42.264" v="4327" actId="20577"/>
          <ac:spMkLst>
            <pc:docMk/>
            <pc:sldMk cId="486096900" sldId="427"/>
            <ac:spMk id="45" creationId="{61AD4B5B-7B3C-1CD4-5DC0-64FC710E6C23}"/>
          </ac:spMkLst>
        </pc:spChg>
        <pc:spChg chg="del mod">
          <ac:chgData name="Aayah Abdulhakeem Kamkar" userId="fe09df7a-02cc-4ebc-a782-b5294a02ed9d" providerId="ADAL" clId="{1C280E7A-D203-4910-B04F-81743BA7246E}" dt="2026-07-19T16:12:52.892" v="4421" actId="478"/>
          <ac:spMkLst>
            <pc:docMk/>
            <pc:sldMk cId="486096900" sldId="427"/>
            <ac:spMk id="46" creationId="{51B76AE2-6F37-6CBA-FD2D-D36F76ABBAB3}"/>
          </ac:spMkLst>
        </pc:spChg>
        <pc:spChg chg="mod">
          <ac:chgData name="Aayah Abdulhakeem Kamkar" userId="fe09df7a-02cc-4ebc-a782-b5294a02ed9d" providerId="ADAL" clId="{1C280E7A-D203-4910-B04F-81743BA7246E}" dt="2026-07-19T16:08:14.815" v="4282" actId="20577"/>
          <ac:spMkLst>
            <pc:docMk/>
            <pc:sldMk cId="486096900" sldId="427"/>
            <ac:spMk id="49" creationId="{C31C3CE7-3B2D-9404-A188-D3234CBF082D}"/>
          </ac:spMkLst>
        </pc:spChg>
        <pc:spChg chg="mod">
          <ac:chgData name="Aayah Abdulhakeem Kamkar" userId="fe09df7a-02cc-4ebc-a782-b5294a02ed9d" providerId="ADAL" clId="{1C280E7A-D203-4910-B04F-81743BA7246E}" dt="2026-07-19T16:08:25.564" v="4300" actId="20577"/>
          <ac:spMkLst>
            <pc:docMk/>
            <pc:sldMk cId="486096900" sldId="427"/>
            <ac:spMk id="50" creationId="{0ACF7D6B-E38D-E5D9-4F08-F882DCB8A12F}"/>
          </ac:spMkLst>
        </pc:spChg>
        <pc:spChg chg="mod">
          <ac:chgData name="Aayah Abdulhakeem Kamkar" userId="fe09df7a-02cc-4ebc-a782-b5294a02ed9d" providerId="ADAL" clId="{1C280E7A-D203-4910-B04F-81743BA7246E}" dt="2026-07-19T16:08:35.458" v="4315" actId="20577"/>
          <ac:spMkLst>
            <pc:docMk/>
            <pc:sldMk cId="486096900" sldId="427"/>
            <ac:spMk id="51" creationId="{1D90C459-6CC6-F645-05C2-7589074CDE96}"/>
          </ac:spMkLst>
        </pc:spChg>
        <pc:spChg chg="mod">
          <ac:chgData name="Aayah Abdulhakeem Kamkar" userId="fe09df7a-02cc-4ebc-a782-b5294a02ed9d" providerId="ADAL" clId="{1C280E7A-D203-4910-B04F-81743BA7246E}" dt="2026-07-19T16:08:50.962" v="4342" actId="20577"/>
          <ac:spMkLst>
            <pc:docMk/>
            <pc:sldMk cId="486096900" sldId="427"/>
            <ac:spMk id="52" creationId="{A2FB02C0-2B2E-E11E-0BBC-572F74048120}"/>
          </ac:spMkLst>
        </pc:spChg>
        <pc:spChg chg="del mod">
          <ac:chgData name="Aayah Abdulhakeem Kamkar" userId="fe09df7a-02cc-4ebc-a782-b5294a02ed9d" providerId="ADAL" clId="{1C280E7A-D203-4910-B04F-81743BA7246E}" dt="2026-07-19T16:12:52.892" v="4421" actId="478"/>
          <ac:spMkLst>
            <pc:docMk/>
            <pc:sldMk cId="486096900" sldId="427"/>
            <ac:spMk id="53" creationId="{7FC82582-C07A-CC98-83D3-2B3C96207AAB}"/>
          </ac:spMkLst>
        </pc:spChg>
        <pc:spChg chg="add">
          <ac:chgData name="Aayah Abdulhakeem Kamkar" userId="fe09df7a-02cc-4ebc-a782-b5294a02ed9d" providerId="ADAL" clId="{1C280E7A-D203-4910-B04F-81743BA7246E}" dt="2026-07-19T16:17:52.837" v="4574" actId="22"/>
          <ac:spMkLst>
            <pc:docMk/>
            <pc:sldMk cId="486096900" sldId="427"/>
            <ac:spMk id="55" creationId="{FD01FD4D-41AC-7727-BCD5-9F80BB05B271}"/>
          </ac:spMkLst>
        </pc:spChg>
        <pc:spChg chg="del mod">
          <ac:chgData name="Aayah Abdulhakeem Kamkar" userId="fe09df7a-02cc-4ebc-a782-b5294a02ed9d" providerId="ADAL" clId="{1C280E7A-D203-4910-B04F-81743BA7246E}" dt="2026-07-19T16:12:52.892" v="4421" actId="478"/>
          <ac:spMkLst>
            <pc:docMk/>
            <pc:sldMk cId="486096900" sldId="427"/>
            <ac:spMk id="56" creationId="{7C05E5C3-D2EB-7F4A-6815-9975E35CED39}"/>
          </ac:spMkLst>
        </pc:spChg>
        <pc:spChg chg="del mod">
          <ac:chgData name="Aayah Abdulhakeem Kamkar" userId="fe09df7a-02cc-4ebc-a782-b5294a02ed9d" providerId="ADAL" clId="{1C280E7A-D203-4910-B04F-81743BA7246E}" dt="2026-07-19T16:12:52.892" v="4421" actId="478"/>
          <ac:spMkLst>
            <pc:docMk/>
            <pc:sldMk cId="486096900" sldId="427"/>
            <ac:spMk id="57" creationId="{732E858E-1677-96D5-EEEE-D60C96719A45}"/>
          </ac:spMkLst>
        </pc:spChg>
        <pc:spChg chg="del mod">
          <ac:chgData name="Aayah Abdulhakeem Kamkar" userId="fe09df7a-02cc-4ebc-a782-b5294a02ed9d" providerId="ADAL" clId="{1C280E7A-D203-4910-B04F-81743BA7246E}" dt="2026-07-19T16:12:52.892" v="4421" actId="478"/>
          <ac:spMkLst>
            <pc:docMk/>
            <pc:sldMk cId="486096900" sldId="427"/>
            <ac:spMk id="58" creationId="{EC686683-6CBF-BE5E-A89D-D724491C9CC8}"/>
          </ac:spMkLst>
        </pc:spChg>
        <pc:spChg chg="mod">
          <ac:chgData name="Aayah Abdulhakeem Kamkar" userId="fe09df7a-02cc-4ebc-a782-b5294a02ed9d" providerId="ADAL" clId="{1C280E7A-D203-4910-B04F-81743BA7246E}" dt="2026-07-19T16:08:52.581" v="4345" actId="20577"/>
          <ac:spMkLst>
            <pc:docMk/>
            <pc:sldMk cId="486096900" sldId="427"/>
            <ac:spMk id="59" creationId="{B29E0D7E-67BD-676E-B4C7-22D295591346}"/>
          </ac:spMkLst>
        </pc:spChg>
        <pc:spChg chg="mod">
          <ac:chgData name="Aayah Abdulhakeem Kamkar" userId="fe09df7a-02cc-4ebc-a782-b5294a02ed9d" providerId="ADAL" clId="{1C280E7A-D203-4910-B04F-81743BA7246E}" dt="2026-07-19T16:08:53.861" v="4348" actId="20577"/>
          <ac:spMkLst>
            <pc:docMk/>
            <pc:sldMk cId="486096900" sldId="427"/>
            <ac:spMk id="60" creationId="{A01F2726-665C-5B5A-81F8-CED0DEA9D030}"/>
          </ac:spMkLst>
        </pc:spChg>
        <pc:spChg chg="del">
          <ac:chgData name="Aayah Abdulhakeem Kamkar" userId="fe09df7a-02cc-4ebc-a782-b5294a02ed9d" providerId="ADAL" clId="{1C280E7A-D203-4910-B04F-81743BA7246E}" dt="2026-07-19T16:12:52.892" v="4421" actId="478"/>
          <ac:spMkLst>
            <pc:docMk/>
            <pc:sldMk cId="486096900" sldId="427"/>
            <ac:spMk id="62" creationId="{EFD529EC-9CD8-215E-76B4-51E889E9916C}"/>
          </ac:spMkLst>
        </pc:spChg>
        <pc:picChg chg="add mod ord">
          <ac:chgData name="Aayah Abdulhakeem Kamkar" userId="fe09df7a-02cc-4ebc-a782-b5294a02ed9d" providerId="ADAL" clId="{1C280E7A-D203-4910-B04F-81743BA7246E}" dt="2026-07-19T16:14:03.873" v="4460"/>
          <ac:picMkLst>
            <pc:docMk/>
            <pc:sldMk cId="486096900" sldId="427"/>
            <ac:picMk id="26" creationId="{82F19506-982A-8B44-6B0A-11E1A49CB3E6}"/>
          </ac:picMkLst>
        </pc:picChg>
        <pc:picChg chg="add mod ord">
          <ac:chgData name="Aayah Abdulhakeem Kamkar" userId="fe09df7a-02cc-4ebc-a782-b5294a02ed9d" providerId="ADAL" clId="{1C280E7A-D203-4910-B04F-81743BA7246E}" dt="2026-07-19T16:14:37.775" v="4475"/>
          <ac:picMkLst>
            <pc:docMk/>
            <pc:sldMk cId="486096900" sldId="427"/>
            <ac:picMk id="33" creationId="{019EF58B-C088-779C-85D3-01E131D55203}"/>
          </ac:picMkLst>
        </pc:picChg>
        <pc:picChg chg="add mod ord modCrop">
          <ac:chgData name="Aayah Abdulhakeem Kamkar" userId="fe09df7a-02cc-4ebc-a782-b5294a02ed9d" providerId="ADAL" clId="{1C280E7A-D203-4910-B04F-81743BA7246E}" dt="2026-07-19T16:15:29.808" v="4492"/>
          <ac:picMkLst>
            <pc:docMk/>
            <pc:sldMk cId="486096900" sldId="427"/>
            <ac:picMk id="40" creationId="{8121F29E-19FA-BCB3-705E-80F4E12A8783}"/>
          </ac:picMkLst>
        </pc:picChg>
        <pc:picChg chg="add mod ord">
          <ac:chgData name="Aayah Abdulhakeem Kamkar" userId="fe09df7a-02cc-4ebc-a782-b5294a02ed9d" providerId="ADAL" clId="{1C280E7A-D203-4910-B04F-81743BA7246E}" dt="2026-07-19T16:15:41.872" v="4505"/>
          <ac:picMkLst>
            <pc:docMk/>
            <pc:sldMk cId="486096900" sldId="427"/>
            <ac:picMk id="47" creationId="{E798F160-C779-FAB9-D755-2B13FCB8229D}"/>
          </ac:picMkLst>
        </pc:picChg>
        <pc:picChg chg="del mod ord">
          <ac:chgData name="Aayah Abdulhakeem Kamkar" userId="fe09df7a-02cc-4ebc-a782-b5294a02ed9d" providerId="ADAL" clId="{1C280E7A-D203-4910-B04F-81743BA7246E}" dt="2026-07-19T16:14:01.139" v="4458" actId="478"/>
          <ac:picMkLst>
            <pc:docMk/>
            <pc:sldMk cId="486096900" sldId="427"/>
            <ac:picMk id="67" creationId="{CB939E22-7696-7AE0-FED8-AC46F32FFAFE}"/>
          </ac:picMkLst>
        </pc:picChg>
        <pc:picChg chg="del mod ord">
          <ac:chgData name="Aayah Abdulhakeem Kamkar" userId="fe09df7a-02cc-4ebc-a782-b5294a02ed9d" providerId="ADAL" clId="{1C280E7A-D203-4910-B04F-81743BA7246E}" dt="2026-07-19T16:14:40.126" v="4476" actId="478"/>
          <ac:picMkLst>
            <pc:docMk/>
            <pc:sldMk cId="486096900" sldId="427"/>
            <ac:picMk id="77" creationId="{DF776112-AAB2-335B-7D66-297EB984E2C6}"/>
          </ac:picMkLst>
        </pc:picChg>
        <pc:picChg chg="del mod ord">
          <ac:chgData name="Aayah Abdulhakeem Kamkar" userId="fe09df7a-02cc-4ebc-a782-b5294a02ed9d" providerId="ADAL" clId="{1C280E7A-D203-4910-B04F-81743BA7246E}" dt="2026-07-19T16:15:39.161" v="4503" actId="478"/>
          <ac:picMkLst>
            <pc:docMk/>
            <pc:sldMk cId="486096900" sldId="427"/>
            <ac:picMk id="79" creationId="{CD7988A6-4E5E-A3E4-0881-41CD7AF4C51F}"/>
          </ac:picMkLst>
        </pc:picChg>
        <pc:picChg chg="del mod ord">
          <ac:chgData name="Aayah Abdulhakeem Kamkar" userId="fe09df7a-02cc-4ebc-a782-b5294a02ed9d" providerId="ADAL" clId="{1C280E7A-D203-4910-B04F-81743BA7246E}" dt="2026-07-19T16:15:38.125" v="4502" actId="478"/>
          <ac:picMkLst>
            <pc:docMk/>
            <pc:sldMk cId="486096900" sldId="427"/>
            <ac:picMk id="81" creationId="{BF4A3C09-0416-7193-5B38-B72E2EB38F94}"/>
          </ac:picMkLst>
        </pc:picChg>
      </pc:sldChg>
      <pc:sldChg chg="addSp delSp modSp add mod">
        <pc:chgData name="Aayah Abdulhakeem Kamkar" userId="fe09df7a-02cc-4ebc-a782-b5294a02ed9d" providerId="ADAL" clId="{1C280E7A-D203-4910-B04F-81743BA7246E}" dt="2026-07-19T16:07:23.161" v="4216" actId="20577"/>
        <pc:sldMkLst>
          <pc:docMk/>
          <pc:sldMk cId="0" sldId="433"/>
        </pc:sldMkLst>
        <pc:spChg chg="mod ord">
          <ac:chgData name="Aayah Abdulhakeem Kamkar" userId="fe09df7a-02cc-4ebc-a782-b5294a02ed9d" providerId="ADAL" clId="{1C280E7A-D203-4910-B04F-81743BA7246E}" dt="2026-07-19T16:06:13.619" v="4089"/>
          <ac:spMkLst>
            <pc:docMk/>
            <pc:sldMk cId="0" sldId="433"/>
            <ac:spMk id="2" creationId="{00000000-0000-0000-0000-000000000000}"/>
          </ac:spMkLst>
        </pc:spChg>
        <pc:spChg chg="add del mod ord">
          <ac:chgData name="Aayah Abdulhakeem Kamkar" userId="fe09df7a-02cc-4ebc-a782-b5294a02ed9d" providerId="ADAL" clId="{1C280E7A-D203-4910-B04F-81743BA7246E}" dt="2026-07-19T15:43:28.485" v="562" actId="478"/>
          <ac:spMkLst>
            <pc:docMk/>
            <pc:sldMk cId="0" sldId="433"/>
            <ac:spMk id="3" creationId="{73EDBF0A-CE8F-E663-1FFE-65C3D34A7EAB}"/>
          </ac:spMkLst>
        </pc:spChg>
        <pc:spChg chg="mod ord">
          <ac:chgData name="Aayah Abdulhakeem Kamkar" userId="fe09df7a-02cc-4ebc-a782-b5294a02ed9d" providerId="ADAL" clId="{1C280E7A-D203-4910-B04F-81743BA7246E}" dt="2026-07-19T16:07:23.161" v="4216" actId="20577"/>
          <ac:spMkLst>
            <pc:docMk/>
            <pc:sldMk cId="0" sldId="433"/>
            <ac:spMk id="4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21" v="4093"/>
          <ac:spMkLst>
            <pc:docMk/>
            <pc:sldMk cId="0" sldId="433"/>
            <ac:spMk id="5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21" v="4095"/>
          <ac:spMkLst>
            <pc:docMk/>
            <pc:sldMk cId="0" sldId="433"/>
            <ac:spMk id="6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21" v="4097"/>
          <ac:spMkLst>
            <pc:docMk/>
            <pc:sldMk cId="0" sldId="433"/>
            <ac:spMk id="7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21" v="4099"/>
          <ac:spMkLst>
            <pc:docMk/>
            <pc:sldMk cId="0" sldId="433"/>
            <ac:spMk id="8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24" v="4101"/>
          <ac:spMkLst>
            <pc:docMk/>
            <pc:sldMk cId="0" sldId="433"/>
            <ac:spMk id="15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24" v="4103"/>
          <ac:spMkLst>
            <pc:docMk/>
            <pc:sldMk cId="0" sldId="433"/>
            <ac:spMk id="16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24" v="4105"/>
          <ac:spMkLst>
            <pc:docMk/>
            <pc:sldMk cId="0" sldId="433"/>
            <ac:spMk id="17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24" v="4107"/>
          <ac:spMkLst>
            <pc:docMk/>
            <pc:sldMk cId="0" sldId="433"/>
            <ac:spMk id="18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24" v="4109"/>
          <ac:spMkLst>
            <pc:docMk/>
            <pc:sldMk cId="0" sldId="433"/>
            <ac:spMk id="19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20:48.677" v="86" actId="164"/>
          <ac:spMkLst>
            <pc:docMk/>
            <pc:sldMk cId="0" sldId="433"/>
            <ac:spMk id="20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5:59:42.519" v="3462" actId="20577"/>
          <ac:spMkLst>
            <pc:docMk/>
            <pc:sldMk cId="0" sldId="433"/>
            <ac:spMk id="21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20:48.677" v="86" actId="164"/>
          <ac:spMkLst>
            <pc:docMk/>
            <pc:sldMk cId="0" sldId="433"/>
            <ac:spMk id="22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6:02:55.454" v="3578" actId="14100"/>
          <ac:spMkLst>
            <pc:docMk/>
            <pc:sldMk cId="0" sldId="433"/>
            <ac:spMk id="23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20:38.408" v="83" actId="164"/>
          <ac:spMkLst>
            <pc:docMk/>
            <pc:sldMk cId="0" sldId="433"/>
            <ac:spMk id="24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5:59:46.228" v="3465" actId="20577"/>
          <ac:spMkLst>
            <pc:docMk/>
            <pc:sldMk cId="0" sldId="433"/>
            <ac:spMk id="25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20:38.408" v="83" actId="164"/>
          <ac:spMkLst>
            <pc:docMk/>
            <pc:sldMk cId="0" sldId="433"/>
            <ac:spMk id="26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6:03:17.522" v="3593" actId="14100"/>
          <ac:spMkLst>
            <pc:docMk/>
            <pc:sldMk cId="0" sldId="433"/>
            <ac:spMk id="27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5:49:23.927" v="3449" actId="255"/>
          <ac:spMkLst>
            <pc:docMk/>
            <pc:sldMk cId="0" sldId="433"/>
            <ac:spMk id="28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5:59:51.520" v="3468" actId="20577"/>
          <ac:spMkLst>
            <pc:docMk/>
            <pc:sldMk cId="0" sldId="433"/>
            <ac:spMk id="29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20:35.532" v="82" actId="164"/>
          <ac:spMkLst>
            <pc:docMk/>
            <pc:sldMk cId="0" sldId="433"/>
            <ac:spMk id="30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6:03:00.146" v="3582" actId="14100"/>
          <ac:spMkLst>
            <pc:docMk/>
            <pc:sldMk cId="0" sldId="433"/>
            <ac:spMk id="31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20:32.136" v="81" actId="164"/>
          <ac:spMkLst>
            <pc:docMk/>
            <pc:sldMk cId="0" sldId="433"/>
            <ac:spMk id="32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6:00:22.358" v="3486" actId="1037"/>
          <ac:spMkLst>
            <pc:docMk/>
            <pc:sldMk cId="0" sldId="433"/>
            <ac:spMk id="33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20:32.136" v="81" actId="164"/>
          <ac:spMkLst>
            <pc:docMk/>
            <pc:sldMk cId="0" sldId="433"/>
            <ac:spMk id="34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32" v="4117"/>
          <ac:spMkLst>
            <pc:docMk/>
            <pc:sldMk cId="0" sldId="433"/>
            <ac:spMk id="35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32" v="4119"/>
          <ac:spMkLst>
            <pc:docMk/>
            <pc:sldMk cId="0" sldId="433"/>
            <ac:spMk id="36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22:09.800" v="104"/>
          <ac:spMkLst>
            <pc:docMk/>
            <pc:sldMk cId="0" sldId="433"/>
            <ac:spMk id="37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6:01:58.705" v="3529" actId="20577"/>
          <ac:spMkLst>
            <pc:docMk/>
            <pc:sldMk cId="0" sldId="433"/>
            <ac:spMk id="38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22:09.800" v="104"/>
          <ac:spMkLst>
            <pc:docMk/>
            <pc:sldMk cId="0" sldId="433"/>
            <ac:spMk id="39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22:09.800" v="104"/>
          <ac:spMkLst>
            <pc:docMk/>
            <pc:sldMk cId="0" sldId="433"/>
            <ac:spMk id="40" creationId="{00000000-0000-0000-0000-000000000000}"/>
          </ac:spMkLst>
        </pc:spChg>
        <pc:spChg chg="mod topLvl">
          <ac:chgData name="Aayah Abdulhakeem Kamkar" userId="fe09df7a-02cc-4ebc-a782-b5294a02ed9d" providerId="ADAL" clId="{1C280E7A-D203-4910-B04F-81743BA7246E}" dt="2026-07-19T14:21:47.850" v="99" actId="164"/>
          <ac:spMkLst>
            <pc:docMk/>
            <pc:sldMk cId="0" sldId="433"/>
            <ac:spMk id="41" creationId="{00000000-0000-0000-0000-000000000000}"/>
          </ac:spMkLst>
        </pc:spChg>
        <pc:spChg chg="mod topLvl">
          <ac:chgData name="Aayah Abdulhakeem Kamkar" userId="fe09df7a-02cc-4ebc-a782-b5294a02ed9d" providerId="ADAL" clId="{1C280E7A-D203-4910-B04F-81743BA7246E}" dt="2026-07-19T14:21:47.850" v="99" actId="164"/>
          <ac:spMkLst>
            <pc:docMk/>
            <pc:sldMk cId="0" sldId="433"/>
            <ac:spMk id="42" creationId="{00000000-0000-0000-0000-000000000000}"/>
          </ac:spMkLst>
        </pc:spChg>
        <pc:spChg chg="mod topLvl">
          <ac:chgData name="Aayah Abdulhakeem Kamkar" userId="fe09df7a-02cc-4ebc-a782-b5294a02ed9d" providerId="ADAL" clId="{1C280E7A-D203-4910-B04F-81743BA7246E}" dt="2026-07-19T14:21:47.850" v="99" actId="164"/>
          <ac:spMkLst>
            <pc:docMk/>
            <pc:sldMk cId="0" sldId="433"/>
            <ac:spMk id="43" creationId="{00000000-0000-0000-0000-000000000000}"/>
          </ac:spMkLst>
        </pc:spChg>
        <pc:spChg chg="mod topLvl">
          <ac:chgData name="Aayah Abdulhakeem Kamkar" userId="fe09df7a-02cc-4ebc-a782-b5294a02ed9d" providerId="ADAL" clId="{1C280E7A-D203-4910-B04F-81743BA7246E}" dt="2026-07-19T14:21:47.850" v="99" actId="164"/>
          <ac:spMkLst>
            <pc:docMk/>
            <pc:sldMk cId="0" sldId="433"/>
            <ac:spMk id="44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21:29.831" v="96" actId="164"/>
          <ac:spMkLst>
            <pc:docMk/>
            <pc:sldMk cId="0" sldId="433"/>
            <ac:spMk id="45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6:01:54.172" v="3526" actId="20577"/>
          <ac:spMkLst>
            <pc:docMk/>
            <pc:sldMk cId="0" sldId="433"/>
            <ac:spMk id="46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21:29.831" v="96" actId="164"/>
          <ac:spMkLst>
            <pc:docMk/>
            <pc:sldMk cId="0" sldId="433"/>
            <ac:spMk id="47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6:02:35.094" v="3558" actId="14100"/>
          <ac:spMkLst>
            <pc:docMk/>
            <pc:sldMk cId="0" sldId="433"/>
            <ac:spMk id="48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22:03.730" v="102"/>
          <ac:spMkLst>
            <pc:docMk/>
            <pc:sldMk cId="0" sldId="433"/>
            <ac:spMk id="49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22:03.730" v="102"/>
          <ac:spMkLst>
            <pc:docMk/>
            <pc:sldMk cId="0" sldId="433"/>
            <ac:spMk id="50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22:03.730" v="102"/>
          <ac:spMkLst>
            <pc:docMk/>
            <pc:sldMk cId="0" sldId="433"/>
            <ac:spMk id="51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35" v="4127"/>
          <ac:spMkLst>
            <pc:docMk/>
            <pc:sldMk cId="0" sldId="433"/>
            <ac:spMk id="52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35" v="4129"/>
          <ac:spMkLst>
            <pc:docMk/>
            <pc:sldMk cId="0" sldId="433"/>
            <ac:spMk id="53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23:16.697" v="117"/>
          <ac:spMkLst>
            <pc:docMk/>
            <pc:sldMk cId="0" sldId="433"/>
            <ac:spMk id="54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6:03:29.135" v="3596" actId="20577"/>
          <ac:spMkLst>
            <pc:docMk/>
            <pc:sldMk cId="0" sldId="433"/>
            <ac:spMk id="55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23:07.416" v="114"/>
          <ac:spMkLst>
            <pc:docMk/>
            <pc:sldMk cId="0" sldId="433"/>
            <ac:spMk id="56" creationId="{00000000-0000-0000-0000-000000000000}"/>
          </ac:spMkLst>
        </pc:spChg>
        <pc:spChg chg="mod topLvl">
          <ac:chgData name="Aayah Abdulhakeem Kamkar" userId="fe09df7a-02cc-4ebc-a782-b5294a02ed9d" providerId="ADAL" clId="{1C280E7A-D203-4910-B04F-81743BA7246E}" dt="2026-07-19T16:03:48.865" v="3653" actId="14100"/>
          <ac:spMkLst>
            <pc:docMk/>
            <pc:sldMk cId="0" sldId="433"/>
            <ac:spMk id="57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23:07.416" v="114"/>
          <ac:spMkLst>
            <pc:docMk/>
            <pc:sldMk cId="0" sldId="433"/>
            <ac:spMk id="58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35" v="4131"/>
          <ac:spMkLst>
            <pc:docMk/>
            <pc:sldMk cId="0" sldId="433"/>
            <ac:spMk id="59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23:07.416" v="114"/>
          <ac:spMkLst>
            <pc:docMk/>
            <pc:sldMk cId="0" sldId="433"/>
            <ac:spMk id="60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35" v="4133"/>
          <ac:spMkLst>
            <pc:docMk/>
            <pc:sldMk cId="0" sldId="433"/>
            <ac:spMk id="63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35" v="4135"/>
          <ac:spMkLst>
            <pc:docMk/>
            <pc:sldMk cId="0" sldId="433"/>
            <ac:spMk id="64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35" v="4137"/>
          <ac:spMkLst>
            <pc:docMk/>
            <pc:sldMk cId="0" sldId="433"/>
            <ac:spMk id="65" creationId="{00000000-0000-0000-0000-000000000000}"/>
          </ac:spMkLst>
        </pc:spChg>
        <pc:spChg chg="del mod ord">
          <ac:chgData name="Aayah Abdulhakeem Kamkar" userId="fe09df7a-02cc-4ebc-a782-b5294a02ed9d" providerId="ADAL" clId="{1C280E7A-D203-4910-B04F-81743BA7246E}" dt="2026-07-19T15:42:46.126" v="543" actId="478"/>
          <ac:spMkLst>
            <pc:docMk/>
            <pc:sldMk cId="0" sldId="433"/>
            <ac:spMk id="66" creationId="{00000000-0000-0000-0000-000000000000}"/>
          </ac:spMkLst>
        </pc:spChg>
        <pc:spChg chg="del mod ord">
          <ac:chgData name="Aayah Abdulhakeem Kamkar" userId="fe09df7a-02cc-4ebc-a782-b5294a02ed9d" providerId="ADAL" clId="{1C280E7A-D203-4910-B04F-81743BA7246E}" dt="2026-07-19T15:42:49.725" v="545" actId="478"/>
          <ac:spMkLst>
            <pc:docMk/>
            <pc:sldMk cId="0" sldId="433"/>
            <ac:spMk id="67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5:43:00.614" v="546" actId="164"/>
          <ac:spMkLst>
            <pc:docMk/>
            <pc:sldMk cId="0" sldId="433"/>
            <ac:spMk id="68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5:43:16.725" v="552" actId="20577"/>
          <ac:spMkLst>
            <pc:docMk/>
            <pc:sldMk cId="0" sldId="433"/>
            <ac:spMk id="69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38" v="4141"/>
          <ac:spMkLst>
            <pc:docMk/>
            <pc:sldMk cId="0" sldId="433"/>
            <ac:spMk id="70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38" v="4143"/>
          <ac:spMkLst>
            <pc:docMk/>
            <pc:sldMk cId="0" sldId="433"/>
            <ac:spMk id="71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38" v="4145"/>
          <ac:spMkLst>
            <pc:docMk/>
            <pc:sldMk cId="0" sldId="433"/>
            <ac:spMk id="72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38" v="4147"/>
          <ac:spMkLst>
            <pc:docMk/>
            <pc:sldMk cId="0" sldId="433"/>
            <ac:spMk id="74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38" v="4149"/>
          <ac:spMkLst>
            <pc:docMk/>
            <pc:sldMk cId="0" sldId="433"/>
            <ac:spMk id="77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29.924" v="4214" actId="20577"/>
          <ac:spMkLst>
            <pc:docMk/>
            <pc:sldMk cId="0" sldId="433"/>
            <ac:spMk id="78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38" v="4153"/>
          <ac:spMkLst>
            <pc:docMk/>
            <pc:sldMk cId="0" sldId="433"/>
            <ac:spMk id="79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44" v="4155"/>
          <ac:spMkLst>
            <pc:docMk/>
            <pc:sldMk cId="0" sldId="433"/>
            <ac:spMk id="80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26.449" v="4212" actId="20577"/>
          <ac:spMkLst>
            <pc:docMk/>
            <pc:sldMk cId="0" sldId="433"/>
            <ac:spMk id="81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44" v="4159"/>
          <ac:spMkLst>
            <pc:docMk/>
            <pc:sldMk cId="0" sldId="433"/>
            <ac:spMk id="82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46" v="4161"/>
          <ac:spMkLst>
            <pc:docMk/>
            <pc:sldMk cId="0" sldId="433"/>
            <ac:spMk id="83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46" v="4163"/>
          <ac:spMkLst>
            <pc:docMk/>
            <pc:sldMk cId="0" sldId="433"/>
            <ac:spMk id="84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48" v="4165"/>
          <ac:spMkLst>
            <pc:docMk/>
            <pc:sldMk cId="0" sldId="433"/>
            <ac:spMk id="85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48" v="4167"/>
          <ac:spMkLst>
            <pc:docMk/>
            <pc:sldMk cId="0" sldId="433"/>
            <ac:spMk id="86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49" v="4169"/>
          <ac:spMkLst>
            <pc:docMk/>
            <pc:sldMk cId="0" sldId="433"/>
            <ac:spMk id="88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49" v="4171"/>
          <ac:spMkLst>
            <pc:docMk/>
            <pc:sldMk cId="0" sldId="433"/>
            <ac:spMk id="89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6:06:13.651" v="4174"/>
          <ac:spMkLst>
            <pc:docMk/>
            <pc:sldMk cId="0" sldId="433"/>
            <ac:spMk id="91" creationId="{6D4CB4C1-6190-AD4A-CA19-3B7D27694E4C}"/>
          </ac:spMkLst>
        </pc:spChg>
        <pc:spChg chg="add del mod modVis">
          <ac:chgData name="Aayah Abdulhakeem Kamkar" userId="fe09df7a-02cc-4ebc-a782-b5294a02ed9d" providerId="ADAL" clId="{1C280E7A-D203-4910-B04F-81743BA7246E}" dt="2026-07-19T14:23:24.415" v="473"/>
          <ac:spMkLst>
            <pc:docMk/>
            <pc:sldMk cId="0" sldId="433"/>
            <ac:spMk id="92" creationId="{D3B7AFB6-756C-707F-0CD0-7BC9B8149209}"/>
          </ac:spMkLst>
        </pc:spChg>
        <pc:spChg chg="del mod">
          <ac:chgData name="Aayah Abdulhakeem Kamkar" userId="fe09df7a-02cc-4ebc-a782-b5294a02ed9d" providerId="ADAL" clId="{1C280E7A-D203-4910-B04F-81743BA7246E}" dt="2026-07-19T15:44:05.261" v="912"/>
          <ac:spMkLst>
            <pc:docMk/>
            <pc:sldMk cId="0" sldId="433"/>
            <ac:spMk id="93" creationId="{086CD0A8-609E-7C36-CFC7-E8BB75D24D3C}"/>
          </ac:spMkLst>
        </pc:spChg>
        <pc:spChg chg="mod">
          <ac:chgData name="Aayah Abdulhakeem Kamkar" userId="fe09df7a-02cc-4ebc-a782-b5294a02ed9d" providerId="ADAL" clId="{1C280E7A-D203-4910-B04F-81743BA7246E}" dt="2026-07-19T16:06:13.656" v="4180"/>
          <ac:spMkLst>
            <pc:docMk/>
            <pc:sldMk cId="0" sldId="433"/>
            <ac:spMk id="94" creationId="{FF0307C4-0A8F-8213-492F-A54CDC82D3BD}"/>
          </ac:spMkLst>
        </pc:spChg>
        <pc:spChg chg="mod">
          <ac:chgData name="Aayah Abdulhakeem Kamkar" userId="fe09df7a-02cc-4ebc-a782-b5294a02ed9d" providerId="ADAL" clId="{1C280E7A-D203-4910-B04F-81743BA7246E}" dt="2026-07-19T16:06:13.656" v="4181"/>
          <ac:spMkLst>
            <pc:docMk/>
            <pc:sldMk cId="0" sldId="433"/>
            <ac:spMk id="95" creationId="{FEA027E9-BA98-07AB-2786-A099BE80C4D0}"/>
          </ac:spMkLst>
        </pc:spChg>
        <pc:spChg chg="del mod">
          <ac:chgData name="Aayah Abdulhakeem Kamkar" userId="fe09df7a-02cc-4ebc-a782-b5294a02ed9d" providerId="ADAL" clId="{1C280E7A-D203-4910-B04F-81743BA7246E}" dt="2026-07-19T15:43:53.226" v="683"/>
          <ac:spMkLst>
            <pc:docMk/>
            <pc:sldMk cId="0" sldId="433"/>
            <ac:spMk id="96" creationId="{BA36619C-657D-B618-B95D-498C2676B49A}"/>
          </ac:spMkLst>
        </pc:spChg>
        <pc:spChg chg="mod">
          <ac:chgData name="Aayah Abdulhakeem Kamkar" userId="fe09df7a-02cc-4ebc-a782-b5294a02ed9d" providerId="ADAL" clId="{1C280E7A-D203-4910-B04F-81743BA7246E}" dt="2026-07-19T16:06:13.658" v="4182"/>
          <ac:spMkLst>
            <pc:docMk/>
            <pc:sldMk cId="0" sldId="433"/>
            <ac:spMk id="97" creationId="{72923B4D-916E-C13F-2EC9-AD6E4EA71D7C}"/>
          </ac:spMkLst>
        </pc:spChg>
        <pc:spChg chg="del mod">
          <ac:chgData name="Aayah Abdulhakeem Kamkar" userId="fe09df7a-02cc-4ebc-a782-b5294a02ed9d" providerId="ADAL" clId="{1C280E7A-D203-4910-B04F-81743BA7246E}" dt="2026-07-19T15:43:53.254" v="705"/>
          <ac:spMkLst>
            <pc:docMk/>
            <pc:sldMk cId="0" sldId="433"/>
            <ac:spMk id="98" creationId="{3DC6BCD2-A5D5-3614-B58D-84DC09F7525E}"/>
          </ac:spMkLst>
        </pc:spChg>
        <pc:spChg chg="mod">
          <ac:chgData name="Aayah Abdulhakeem Kamkar" userId="fe09df7a-02cc-4ebc-a782-b5294a02ed9d" providerId="ADAL" clId="{1C280E7A-D203-4910-B04F-81743BA7246E}" dt="2026-07-19T16:06:13.658" v="4183"/>
          <ac:spMkLst>
            <pc:docMk/>
            <pc:sldMk cId="0" sldId="433"/>
            <ac:spMk id="99" creationId="{AC956C67-8A1B-B574-5436-0BF430AEBB89}"/>
          </ac:spMkLst>
        </pc:spChg>
        <pc:spChg chg="del mod">
          <ac:chgData name="Aayah Abdulhakeem Kamkar" userId="fe09df7a-02cc-4ebc-a782-b5294a02ed9d" providerId="ADAL" clId="{1C280E7A-D203-4910-B04F-81743BA7246E}" dt="2026-07-19T15:44:05.113" v="887"/>
          <ac:spMkLst>
            <pc:docMk/>
            <pc:sldMk cId="0" sldId="433"/>
            <ac:spMk id="100" creationId="{F9DE2545-3E5E-E339-2BCF-3E63F22F26E5}"/>
          </ac:spMkLst>
        </pc:spChg>
        <pc:spChg chg="del mod">
          <ac:chgData name="Aayah Abdulhakeem Kamkar" userId="fe09df7a-02cc-4ebc-a782-b5294a02ed9d" providerId="ADAL" clId="{1C280E7A-D203-4910-B04F-81743BA7246E}" dt="2026-07-19T15:44:05.113" v="888"/>
          <ac:spMkLst>
            <pc:docMk/>
            <pc:sldMk cId="0" sldId="433"/>
            <ac:spMk id="101" creationId="{5DBB1E59-18C4-818E-C4CE-9FA0CF3E94F6}"/>
          </ac:spMkLst>
        </pc:spChg>
        <pc:spChg chg="del mod">
          <ac:chgData name="Aayah Abdulhakeem Kamkar" userId="fe09df7a-02cc-4ebc-a782-b5294a02ed9d" providerId="ADAL" clId="{1C280E7A-D203-4910-B04F-81743BA7246E}" dt="2026-07-19T15:44:05.113" v="889"/>
          <ac:spMkLst>
            <pc:docMk/>
            <pc:sldMk cId="0" sldId="433"/>
            <ac:spMk id="102" creationId="{532E0A81-F951-0577-FEC3-CE35F26888D5}"/>
          </ac:spMkLst>
        </pc:spChg>
        <pc:spChg chg="del mod">
          <ac:chgData name="Aayah Abdulhakeem Kamkar" userId="fe09df7a-02cc-4ebc-a782-b5294a02ed9d" providerId="ADAL" clId="{1C280E7A-D203-4910-B04F-81743BA7246E}" dt="2026-07-19T15:44:05.116" v="890"/>
          <ac:spMkLst>
            <pc:docMk/>
            <pc:sldMk cId="0" sldId="433"/>
            <ac:spMk id="103" creationId="{DF5B8A79-3715-2AB4-ECC4-88F51EB3CE4F}"/>
          </ac:spMkLst>
        </pc:spChg>
        <pc:spChg chg="del mod">
          <ac:chgData name="Aayah Abdulhakeem Kamkar" userId="fe09df7a-02cc-4ebc-a782-b5294a02ed9d" providerId="ADAL" clId="{1C280E7A-D203-4910-B04F-81743BA7246E}" dt="2026-07-19T15:44:05.116" v="891"/>
          <ac:spMkLst>
            <pc:docMk/>
            <pc:sldMk cId="0" sldId="433"/>
            <ac:spMk id="104" creationId="{7F34A119-7E2E-6E07-A059-2ED435628692}"/>
          </ac:spMkLst>
        </pc:spChg>
        <pc:spChg chg="add del mod ord">
          <ac:chgData name="Aayah Abdulhakeem Kamkar" userId="fe09df7a-02cc-4ebc-a782-b5294a02ed9d" providerId="ADAL" clId="{1C280E7A-D203-4910-B04F-81743BA7246E}" dt="2026-07-19T15:51:13.741" v="3453" actId="478"/>
          <ac:spMkLst>
            <pc:docMk/>
            <pc:sldMk cId="0" sldId="433"/>
            <ac:spMk id="107" creationId="{747185A9-1FFA-B855-DB9A-3B460A950C67}"/>
          </ac:spMkLst>
        </pc:spChg>
        <pc:spChg chg="add del mod ord">
          <ac:chgData name="Aayah Abdulhakeem Kamkar" userId="fe09df7a-02cc-4ebc-a782-b5294a02ed9d" providerId="ADAL" clId="{1C280E7A-D203-4910-B04F-81743BA7246E}" dt="2026-07-19T16:06:18.381" v="4210" actId="478"/>
          <ac:spMkLst>
            <pc:docMk/>
            <pc:sldMk cId="0" sldId="433"/>
            <ac:spMk id="108" creationId="{AEE76EF7-05EC-A346-A75D-4D7A890630C5}"/>
          </ac:spMkLst>
        </pc:spChg>
        <pc:spChg chg="add del mod">
          <ac:chgData name="Aayah Abdulhakeem Kamkar" userId="fe09df7a-02cc-4ebc-a782-b5294a02ed9d" providerId="ADAL" clId="{1C280E7A-D203-4910-B04F-81743BA7246E}" dt="2026-07-19T15:42:02.629" v="527" actId="478"/>
          <ac:spMkLst>
            <pc:docMk/>
            <pc:sldMk cId="0" sldId="433"/>
            <ac:spMk id="109" creationId="{C589486F-D369-053B-49F8-7ED7D30318BF}"/>
          </ac:spMkLst>
        </pc:spChg>
        <pc:spChg chg="add del mod">
          <ac:chgData name="Aayah Abdulhakeem Kamkar" userId="fe09df7a-02cc-4ebc-a782-b5294a02ed9d" providerId="ADAL" clId="{1C280E7A-D203-4910-B04F-81743BA7246E}" dt="2026-07-19T15:41:19.015" v="525" actId="478"/>
          <ac:spMkLst>
            <pc:docMk/>
            <pc:sldMk cId="0" sldId="433"/>
            <ac:spMk id="110" creationId="{ACCE1983-32D4-CB37-33DD-3530DE676DB4}"/>
          </ac:spMkLst>
        </pc:spChg>
        <pc:spChg chg="del mod">
          <ac:chgData name="Aayah Abdulhakeem Kamkar" userId="fe09df7a-02cc-4ebc-a782-b5294a02ed9d" providerId="ADAL" clId="{1C280E7A-D203-4910-B04F-81743BA7246E}" dt="2026-07-19T15:44:05.264" v="916"/>
          <ac:spMkLst>
            <pc:docMk/>
            <pc:sldMk cId="0" sldId="433"/>
            <ac:spMk id="112" creationId="{5DDA1813-29F1-2337-B690-E7EA8BC3BA02}"/>
          </ac:spMkLst>
        </pc:spChg>
        <pc:spChg chg="del mod">
          <ac:chgData name="Aayah Abdulhakeem Kamkar" userId="fe09df7a-02cc-4ebc-a782-b5294a02ed9d" providerId="ADAL" clId="{1C280E7A-D203-4910-B04F-81743BA7246E}" dt="2026-07-19T15:44:05.263" v="915"/>
          <ac:spMkLst>
            <pc:docMk/>
            <pc:sldMk cId="0" sldId="433"/>
            <ac:spMk id="113" creationId="{4C8193D6-528A-C297-5C3F-D19981697253}"/>
          </ac:spMkLst>
        </pc:spChg>
        <pc:spChg chg="del mod">
          <ac:chgData name="Aayah Abdulhakeem Kamkar" userId="fe09df7a-02cc-4ebc-a782-b5294a02ed9d" providerId="ADAL" clId="{1C280E7A-D203-4910-B04F-81743BA7246E}" dt="2026-07-19T15:44:05.263" v="914"/>
          <ac:spMkLst>
            <pc:docMk/>
            <pc:sldMk cId="0" sldId="433"/>
            <ac:spMk id="114" creationId="{3E17EF80-CF10-C58C-3540-943F9E665722}"/>
          </ac:spMkLst>
        </pc:spChg>
        <pc:spChg chg="del mod">
          <ac:chgData name="Aayah Abdulhakeem Kamkar" userId="fe09df7a-02cc-4ebc-a782-b5294a02ed9d" providerId="ADAL" clId="{1C280E7A-D203-4910-B04F-81743BA7246E}" dt="2026-07-19T15:44:05.262" v="913"/>
          <ac:spMkLst>
            <pc:docMk/>
            <pc:sldMk cId="0" sldId="433"/>
            <ac:spMk id="115" creationId="{DC0AAE73-38F7-7752-E28A-15145022DDCE}"/>
          </ac:spMkLst>
        </pc:spChg>
        <pc:spChg chg="add mod">
          <ac:chgData name="Aayah Abdulhakeem Kamkar" userId="fe09df7a-02cc-4ebc-a782-b5294a02ed9d" providerId="ADAL" clId="{1C280E7A-D203-4910-B04F-81743BA7246E}" dt="2026-07-19T16:06:13.658" v="4184"/>
          <ac:spMkLst>
            <pc:docMk/>
            <pc:sldMk cId="0" sldId="433"/>
            <ac:spMk id="116" creationId="{406026C6-F6D1-CC62-E4C8-D87EA9E39864}"/>
          </ac:spMkLst>
        </pc:spChg>
        <pc:spChg chg="add mod">
          <ac:chgData name="Aayah Abdulhakeem Kamkar" userId="fe09df7a-02cc-4ebc-a782-b5294a02ed9d" providerId="ADAL" clId="{1C280E7A-D203-4910-B04F-81743BA7246E}" dt="2026-07-19T16:06:13.658" v="4185"/>
          <ac:spMkLst>
            <pc:docMk/>
            <pc:sldMk cId="0" sldId="433"/>
            <ac:spMk id="117" creationId="{D1571AD7-ADA0-69ED-30D6-680242594208}"/>
          </ac:spMkLst>
        </pc:spChg>
        <pc:spChg chg="add mod">
          <ac:chgData name="Aayah Abdulhakeem Kamkar" userId="fe09df7a-02cc-4ebc-a782-b5294a02ed9d" providerId="ADAL" clId="{1C280E7A-D203-4910-B04F-81743BA7246E}" dt="2026-07-19T16:06:13.658" v="4186"/>
          <ac:spMkLst>
            <pc:docMk/>
            <pc:sldMk cId="0" sldId="433"/>
            <ac:spMk id="118" creationId="{2EC0D136-8272-6423-2B97-63C10438D71D}"/>
          </ac:spMkLst>
        </pc:spChg>
        <pc:spChg chg="add mod">
          <ac:chgData name="Aayah Abdulhakeem Kamkar" userId="fe09df7a-02cc-4ebc-a782-b5294a02ed9d" providerId="ADAL" clId="{1C280E7A-D203-4910-B04F-81743BA7246E}" dt="2026-07-19T16:06:13.658" v="4187"/>
          <ac:spMkLst>
            <pc:docMk/>
            <pc:sldMk cId="0" sldId="433"/>
            <ac:spMk id="119" creationId="{11D02D1A-7D80-DBFB-E275-034B616F1C45}"/>
          </ac:spMkLst>
        </pc:spChg>
        <pc:spChg chg="add del mod modVis">
          <ac:chgData name="Aayah Abdulhakeem Kamkar" userId="fe09df7a-02cc-4ebc-a782-b5294a02ed9d" providerId="ADAL" clId="{1C280E7A-D203-4910-B04F-81743BA7246E}" dt="2026-07-19T15:43:53.381" v="884"/>
          <ac:spMkLst>
            <pc:docMk/>
            <pc:sldMk cId="0" sldId="433"/>
            <ac:spMk id="120" creationId="{CB779FC9-A975-5F12-7128-886702760208}"/>
          </ac:spMkLst>
        </pc:spChg>
        <pc:spChg chg="add del mod modVis">
          <ac:chgData name="Aayah Abdulhakeem Kamkar" userId="fe09df7a-02cc-4ebc-a782-b5294a02ed9d" providerId="ADAL" clId="{1C280E7A-D203-4910-B04F-81743BA7246E}" dt="2026-07-19T15:44:06.031" v="1341"/>
          <ac:spMkLst>
            <pc:docMk/>
            <pc:sldMk cId="0" sldId="433"/>
            <ac:spMk id="122" creationId="{A115D746-FA27-FBF3-034B-7866F5AE3E78}"/>
          </ac:spMkLst>
        </pc:spChg>
        <pc:spChg chg="add mod">
          <ac:chgData name="Aayah Abdulhakeem Kamkar" userId="fe09df7a-02cc-4ebc-a782-b5294a02ed9d" providerId="ADAL" clId="{1C280E7A-D203-4910-B04F-81743BA7246E}" dt="2026-07-19T16:06:13.651" v="4175"/>
          <ac:spMkLst>
            <pc:docMk/>
            <pc:sldMk cId="0" sldId="433"/>
            <ac:spMk id="123" creationId="{E4AEDD05-9944-6F99-70A5-C8D520DD238E}"/>
          </ac:spMkLst>
        </pc:spChg>
        <pc:spChg chg="add mod">
          <ac:chgData name="Aayah Abdulhakeem Kamkar" userId="fe09df7a-02cc-4ebc-a782-b5294a02ed9d" providerId="ADAL" clId="{1C280E7A-D203-4910-B04F-81743BA7246E}" dt="2026-07-19T16:06:13.654" v="4176"/>
          <ac:spMkLst>
            <pc:docMk/>
            <pc:sldMk cId="0" sldId="433"/>
            <ac:spMk id="124" creationId="{E4AEDD05-9944-6F99-70A5-C8D520DD238E}"/>
          </ac:spMkLst>
        </pc:spChg>
        <pc:spChg chg="add mod">
          <ac:chgData name="Aayah Abdulhakeem Kamkar" userId="fe09df7a-02cc-4ebc-a782-b5294a02ed9d" providerId="ADAL" clId="{1C280E7A-D203-4910-B04F-81743BA7246E}" dt="2026-07-19T16:06:13.654" v="4177"/>
          <ac:spMkLst>
            <pc:docMk/>
            <pc:sldMk cId="0" sldId="433"/>
            <ac:spMk id="125" creationId="{E4AEDD05-9944-6F99-70A5-C8D520DD238E}"/>
          </ac:spMkLst>
        </pc:spChg>
        <pc:spChg chg="add mod">
          <ac:chgData name="Aayah Abdulhakeem Kamkar" userId="fe09df7a-02cc-4ebc-a782-b5294a02ed9d" providerId="ADAL" clId="{1C280E7A-D203-4910-B04F-81743BA7246E}" dt="2026-07-19T16:06:13.654" v="4178"/>
          <ac:spMkLst>
            <pc:docMk/>
            <pc:sldMk cId="0" sldId="433"/>
            <ac:spMk id="126" creationId="{E4AEDD05-9944-6F99-70A5-C8D520DD238E}"/>
          </ac:spMkLst>
        </pc:spChg>
        <pc:spChg chg="mod ord">
          <ac:chgData name="Aayah Abdulhakeem Kamkar" userId="fe09df7a-02cc-4ebc-a782-b5294a02ed9d" providerId="ADAL" clId="{1C280E7A-D203-4910-B04F-81743BA7246E}" dt="2026-07-19T16:06:13.658" v="4189"/>
          <ac:spMkLst>
            <pc:docMk/>
            <pc:sldMk cId="0" sldId="433"/>
            <ac:spMk id="127" creationId="{F02332E3-EFE1-A133-C711-40B74B7E4534}"/>
          </ac:spMkLst>
        </pc:spChg>
        <pc:spChg chg="add mod">
          <ac:chgData name="Aayah Abdulhakeem Kamkar" userId="fe09df7a-02cc-4ebc-a782-b5294a02ed9d" providerId="ADAL" clId="{1C280E7A-D203-4910-B04F-81743BA7246E}" dt="2026-07-19T16:06:13.656" v="4179"/>
          <ac:spMkLst>
            <pc:docMk/>
            <pc:sldMk cId="0" sldId="433"/>
            <ac:spMk id="128" creationId="{E4AEDD05-9944-6F99-70A5-C8D520DD238E}"/>
          </ac:spMkLst>
        </pc:spChg>
        <pc:spChg chg="add del mod">
          <ac:chgData name="Aayah Abdulhakeem Kamkar" userId="fe09df7a-02cc-4ebc-a782-b5294a02ed9d" providerId="ADAL" clId="{1C280E7A-D203-4910-B04F-81743BA7246E}" dt="2026-07-19T15:45:21.796" v="1561"/>
          <ac:spMkLst>
            <pc:docMk/>
            <pc:sldMk cId="0" sldId="433"/>
            <ac:spMk id="131" creationId="{55A9735E-1F27-2C06-2512-65E017903455}"/>
          </ac:spMkLst>
        </pc:spChg>
        <pc:spChg chg="add del mod">
          <ac:chgData name="Aayah Abdulhakeem Kamkar" userId="fe09df7a-02cc-4ebc-a782-b5294a02ed9d" providerId="ADAL" clId="{1C280E7A-D203-4910-B04F-81743BA7246E}" dt="2026-07-19T15:45:21.796" v="1563"/>
          <ac:spMkLst>
            <pc:docMk/>
            <pc:sldMk cId="0" sldId="433"/>
            <ac:spMk id="132" creationId="{85A78674-AE18-7C88-1F30-4C3E439DE2EE}"/>
          </ac:spMkLst>
        </pc:spChg>
        <pc:spChg chg="mod">
          <ac:chgData name="Aayah Abdulhakeem Kamkar" userId="fe09df7a-02cc-4ebc-a782-b5294a02ed9d" providerId="ADAL" clId="{1C280E7A-D203-4910-B04F-81743BA7246E}" dt="2026-07-19T14:20:32.136" v="81" actId="164"/>
          <ac:spMkLst>
            <pc:docMk/>
            <pc:sldMk cId="0" sldId="433"/>
            <ac:spMk id="133" creationId="{3E8D4A01-6C63-E3FD-A315-941FED6C7AF2}"/>
          </ac:spMkLst>
        </pc:spChg>
        <pc:spChg chg="add del mod">
          <ac:chgData name="Aayah Abdulhakeem Kamkar" userId="fe09df7a-02cc-4ebc-a782-b5294a02ed9d" providerId="ADAL" clId="{1C280E7A-D203-4910-B04F-81743BA7246E}" dt="2026-07-19T15:45:21.799" v="1565"/>
          <ac:spMkLst>
            <pc:docMk/>
            <pc:sldMk cId="0" sldId="433"/>
            <ac:spMk id="134" creationId="{675492C0-C6F4-E250-7944-39C35FB48020}"/>
          </ac:spMkLst>
        </pc:spChg>
        <pc:spChg chg="add del mod modVis">
          <ac:chgData name="Aayah Abdulhakeem Kamkar" userId="fe09df7a-02cc-4ebc-a782-b5294a02ed9d" providerId="ADAL" clId="{1C280E7A-D203-4910-B04F-81743BA7246E}" dt="2026-07-19T15:45:21.883" v="1694"/>
          <ac:spMkLst>
            <pc:docMk/>
            <pc:sldMk cId="0" sldId="433"/>
            <ac:spMk id="135" creationId="{D7DCF286-9598-4F17-C8FC-2377EB0E9CE1}"/>
          </ac:spMkLst>
        </pc:spChg>
        <pc:spChg chg="add del mod ord">
          <ac:chgData name="Aayah Abdulhakeem Kamkar" userId="fe09df7a-02cc-4ebc-a782-b5294a02ed9d" providerId="ADAL" clId="{1C280E7A-D203-4910-B04F-81743BA7246E}" dt="2026-07-19T15:45:41.087" v="2235"/>
          <ac:spMkLst>
            <pc:docMk/>
            <pc:sldMk cId="0" sldId="433"/>
            <ac:spMk id="137" creationId="{E4AEDD05-9944-6F99-70A5-C8D520DD238E}"/>
          </ac:spMkLst>
        </pc:spChg>
        <pc:spChg chg="add del mod modVis">
          <ac:chgData name="Aayah Abdulhakeem Kamkar" userId="fe09df7a-02cc-4ebc-a782-b5294a02ed9d" providerId="ADAL" clId="{1C280E7A-D203-4910-B04F-81743BA7246E}" dt="2026-07-19T15:45:34.915" v="2049"/>
          <ac:spMkLst>
            <pc:docMk/>
            <pc:sldMk cId="0" sldId="433"/>
            <ac:spMk id="138" creationId="{E12BD6C6-2246-C9C0-EED1-AEC5D883B610}"/>
          </ac:spMkLst>
        </pc:spChg>
        <pc:spChg chg="add del mod ord">
          <ac:chgData name="Aayah Abdulhakeem Kamkar" userId="fe09df7a-02cc-4ebc-a782-b5294a02ed9d" providerId="ADAL" clId="{1C280E7A-D203-4910-B04F-81743BA7246E}" dt="2026-07-19T15:45:41.087" v="2237"/>
          <ac:spMkLst>
            <pc:docMk/>
            <pc:sldMk cId="0" sldId="433"/>
            <ac:spMk id="139" creationId="{E4AEDD05-9944-6F99-70A5-C8D520DD238E}"/>
          </ac:spMkLst>
        </pc:spChg>
        <pc:spChg chg="add del mod ord">
          <ac:chgData name="Aayah Abdulhakeem Kamkar" userId="fe09df7a-02cc-4ebc-a782-b5294a02ed9d" providerId="ADAL" clId="{1C280E7A-D203-4910-B04F-81743BA7246E}" dt="2026-07-19T15:45:41.087" v="2239"/>
          <ac:spMkLst>
            <pc:docMk/>
            <pc:sldMk cId="0" sldId="433"/>
            <ac:spMk id="140" creationId="{E4AEDD05-9944-6F99-70A5-C8D520DD238E}"/>
          </ac:spMkLst>
        </pc:spChg>
        <pc:spChg chg="add del mod modVis">
          <ac:chgData name="Aayah Abdulhakeem Kamkar" userId="fe09df7a-02cc-4ebc-a782-b5294a02ed9d" providerId="ADAL" clId="{1C280E7A-D203-4910-B04F-81743BA7246E}" dt="2026-07-19T15:45:41.151" v="2366"/>
          <ac:spMkLst>
            <pc:docMk/>
            <pc:sldMk cId="0" sldId="433"/>
            <ac:spMk id="143" creationId="{69F0CBC6-EF00-61ED-ECF8-41663452FDD9}"/>
          </ac:spMkLst>
        </pc:spChg>
        <pc:spChg chg="add del mod modVis">
          <ac:chgData name="Aayah Abdulhakeem Kamkar" userId="fe09df7a-02cc-4ebc-a782-b5294a02ed9d" providerId="ADAL" clId="{1C280E7A-D203-4910-B04F-81743BA7246E}" dt="2026-07-19T15:46:41.238" v="2641"/>
          <ac:spMkLst>
            <pc:docMk/>
            <pc:sldMk cId="0" sldId="433"/>
            <ac:spMk id="146" creationId="{86AE00DE-E27E-537A-4A5F-3F8357AE1840}"/>
          </ac:spMkLst>
        </pc:spChg>
        <pc:spChg chg="add del mod modVis">
          <ac:chgData name="Aayah Abdulhakeem Kamkar" userId="fe09df7a-02cc-4ebc-a782-b5294a02ed9d" providerId="ADAL" clId="{1C280E7A-D203-4910-B04F-81743BA7246E}" dt="2026-07-19T15:46:54.082" v="2858"/>
          <ac:spMkLst>
            <pc:docMk/>
            <pc:sldMk cId="0" sldId="433"/>
            <ac:spMk id="148" creationId="{85DA5BBC-E127-028C-BEBF-DD56504FE2F2}"/>
          </ac:spMkLst>
        </pc:spChg>
        <pc:spChg chg="del mod ord">
          <ac:chgData name="Aayah Abdulhakeem Kamkar" userId="fe09df7a-02cc-4ebc-a782-b5294a02ed9d" providerId="ADAL" clId="{1C280E7A-D203-4910-B04F-81743BA7246E}" dt="2026-07-19T15:45:34.693" v="1796"/>
          <ac:spMkLst>
            <pc:docMk/>
            <pc:sldMk cId="0" sldId="433"/>
            <ac:spMk id="149" creationId="{683217ED-94DA-8129-D838-0934F2306BE1}"/>
          </ac:spMkLst>
        </pc:spChg>
        <pc:spChg chg="add del mod ord">
          <ac:chgData name="Aayah Abdulhakeem Kamkar" userId="fe09df7a-02cc-4ebc-a782-b5294a02ed9d" providerId="ADAL" clId="{1C280E7A-D203-4910-B04F-81743BA7246E}" dt="2026-07-19T15:47:34.094" v="3226"/>
          <ac:spMkLst>
            <pc:docMk/>
            <pc:sldMk cId="0" sldId="433"/>
            <ac:spMk id="150" creationId="{E4AEDD05-9944-6F99-70A5-C8D520DD238E}"/>
          </ac:spMkLst>
        </pc:spChg>
        <pc:spChg chg="add del mod ord">
          <ac:chgData name="Aayah Abdulhakeem Kamkar" userId="fe09df7a-02cc-4ebc-a782-b5294a02ed9d" providerId="ADAL" clId="{1C280E7A-D203-4910-B04F-81743BA7246E}" dt="2026-07-19T15:47:34.094" v="3228"/>
          <ac:spMkLst>
            <pc:docMk/>
            <pc:sldMk cId="0" sldId="433"/>
            <ac:spMk id="152" creationId="{76654A7E-50E0-E7F0-A748-82345C31A558}"/>
          </ac:spMkLst>
        </pc:spChg>
        <pc:spChg chg="add del mod modVis">
          <ac:chgData name="Aayah Abdulhakeem Kamkar" userId="fe09df7a-02cc-4ebc-a782-b5294a02ed9d" providerId="ADAL" clId="{1C280E7A-D203-4910-B04F-81743BA7246E}" dt="2026-07-19T15:46:57.326" v="3038"/>
          <ac:spMkLst>
            <pc:docMk/>
            <pc:sldMk cId="0" sldId="433"/>
            <ac:spMk id="153" creationId="{5FBF7372-2C08-B78E-5457-80492B6992C0}"/>
          </ac:spMkLst>
        </pc:spChg>
        <pc:spChg chg="add del mod">
          <ac:chgData name="Aayah Abdulhakeem Kamkar" userId="fe09df7a-02cc-4ebc-a782-b5294a02ed9d" providerId="ADAL" clId="{1C280E7A-D203-4910-B04F-81743BA7246E}" dt="2026-07-19T15:47:01.541" v="3085"/>
          <ac:spMkLst>
            <pc:docMk/>
            <pc:sldMk cId="0" sldId="433"/>
            <ac:spMk id="155" creationId="{36657B16-646B-15A3-8121-2B01F3477FEF}"/>
          </ac:spMkLst>
        </pc:spChg>
        <pc:spChg chg="add del mod modVis">
          <ac:chgData name="Aayah Abdulhakeem Kamkar" userId="fe09df7a-02cc-4ebc-a782-b5294a02ed9d" providerId="ADAL" clId="{1C280E7A-D203-4910-B04F-81743BA7246E}" dt="2026-07-19T15:47:01.621" v="3216"/>
          <ac:spMkLst>
            <pc:docMk/>
            <pc:sldMk cId="0" sldId="433"/>
            <ac:spMk id="156" creationId="{A9357E5E-0437-0A35-2536-EEE7A7276B5D}"/>
          </ac:spMkLst>
        </pc:spChg>
        <pc:spChg chg="mod">
          <ac:chgData name="Aayah Abdulhakeem Kamkar" userId="fe09df7a-02cc-4ebc-a782-b5294a02ed9d" providerId="ADAL" clId="{1C280E7A-D203-4910-B04F-81743BA7246E}" dt="2026-07-19T16:00:41.031" v="3513" actId="27636"/>
          <ac:spMkLst>
            <pc:docMk/>
            <pc:sldMk cId="0" sldId="433"/>
            <ac:spMk id="160" creationId="{98E863F4-961C-E576-6E65-81D4588C9146}"/>
          </ac:spMkLst>
        </pc:spChg>
        <pc:spChg chg="mod">
          <ac:chgData name="Aayah Abdulhakeem Kamkar" userId="fe09df7a-02cc-4ebc-a782-b5294a02ed9d" providerId="ADAL" clId="{1C280E7A-D203-4910-B04F-81743BA7246E}" dt="2026-07-19T16:00:53.150" v="3518" actId="207"/>
          <ac:spMkLst>
            <pc:docMk/>
            <pc:sldMk cId="0" sldId="433"/>
            <ac:spMk id="161" creationId="{CE34E355-717A-5E3D-9F30-75B69353FDB1}"/>
          </ac:spMkLst>
        </pc:spChg>
        <pc:spChg chg="mod">
          <ac:chgData name="Aayah Abdulhakeem Kamkar" userId="fe09df7a-02cc-4ebc-a782-b5294a02ed9d" providerId="ADAL" clId="{1C280E7A-D203-4910-B04F-81743BA7246E}" dt="2026-07-19T15:48:19.663" v="3394"/>
          <ac:spMkLst>
            <pc:docMk/>
            <pc:sldMk cId="0" sldId="433"/>
            <ac:spMk id="162" creationId="{E11560B8-2DC9-83E7-F5BF-34C48C5415A5}"/>
          </ac:spMkLst>
        </pc:spChg>
        <pc:spChg chg="mod ord">
          <ac:chgData name="Aayah Abdulhakeem Kamkar" userId="fe09df7a-02cc-4ebc-a782-b5294a02ed9d" providerId="ADAL" clId="{1C280E7A-D203-4910-B04F-81743BA7246E}" dt="2026-07-19T16:06:13.663" v="4197"/>
          <ac:spMkLst>
            <pc:docMk/>
            <pc:sldMk cId="0" sldId="433"/>
            <ac:spMk id="163" creationId="{1D1B7ECA-C252-A930-F200-BE8330E4662D}"/>
          </ac:spMkLst>
        </pc:spChg>
        <pc:spChg chg="mod">
          <ac:chgData name="Aayah Abdulhakeem Kamkar" userId="fe09df7a-02cc-4ebc-a782-b5294a02ed9d" providerId="ADAL" clId="{1C280E7A-D203-4910-B04F-81743BA7246E}" dt="2026-07-19T15:48:19.663" v="3394"/>
          <ac:spMkLst>
            <pc:docMk/>
            <pc:sldMk cId="0" sldId="433"/>
            <ac:spMk id="164" creationId="{845E17B4-04E5-7E7C-F8DA-B96D3363B2F2}"/>
          </ac:spMkLst>
        </pc:spChg>
        <pc:spChg chg="mod">
          <ac:chgData name="Aayah Abdulhakeem Kamkar" userId="fe09df7a-02cc-4ebc-a782-b5294a02ed9d" providerId="ADAL" clId="{1C280E7A-D203-4910-B04F-81743BA7246E}" dt="2026-07-19T14:23:16.697" v="117"/>
          <ac:spMkLst>
            <pc:docMk/>
            <pc:sldMk cId="0" sldId="433"/>
            <ac:spMk id="165" creationId="{C1E78846-A37A-3E44-2B39-C9362734C6D0}"/>
          </ac:spMkLst>
        </pc:spChg>
        <pc:spChg chg="add del mod modVis">
          <ac:chgData name="Aayah Abdulhakeem Kamkar" userId="fe09df7a-02cc-4ebc-a782-b5294a02ed9d" providerId="ADAL" clId="{1C280E7A-D203-4910-B04F-81743BA7246E}" dt="2026-07-19T16:05:41.433" v="3849"/>
          <ac:spMkLst>
            <pc:docMk/>
            <pc:sldMk cId="0" sldId="433"/>
            <ac:spMk id="166" creationId="{C5140163-FA8B-C81E-C31A-D66D5DFE3B91}"/>
          </ac:spMkLst>
        </pc:spChg>
        <pc:spChg chg="mod">
          <ac:chgData name="Aayah Abdulhakeem Kamkar" userId="fe09df7a-02cc-4ebc-a782-b5294a02ed9d" providerId="ADAL" clId="{1C280E7A-D203-4910-B04F-81743BA7246E}" dt="2026-07-19T16:04:02.870" v="3705" actId="14100"/>
          <ac:spMkLst>
            <pc:docMk/>
            <pc:sldMk cId="0" sldId="433"/>
            <ac:spMk id="167" creationId="{B040C553-FB1B-880A-FBDE-EC915DA9B85D}"/>
          </ac:spMkLst>
        </pc:spChg>
        <pc:spChg chg="mod">
          <ac:chgData name="Aayah Abdulhakeem Kamkar" userId="fe09df7a-02cc-4ebc-a782-b5294a02ed9d" providerId="ADAL" clId="{1C280E7A-D203-4910-B04F-81743BA7246E}" dt="2026-07-19T16:03:56.205" v="3654" actId="1076"/>
          <ac:spMkLst>
            <pc:docMk/>
            <pc:sldMk cId="0" sldId="433"/>
            <ac:spMk id="169" creationId="{87192C94-E73D-BA06-AC1C-4D1E1094D72C}"/>
          </ac:spMkLst>
        </pc:spChg>
        <pc:spChg chg="add del mod modVis">
          <ac:chgData name="Aayah Abdulhakeem Kamkar" userId="fe09df7a-02cc-4ebc-a782-b5294a02ed9d" providerId="ADAL" clId="{1C280E7A-D203-4910-B04F-81743BA7246E}" dt="2026-07-19T16:05:49.498" v="4057"/>
          <ac:spMkLst>
            <pc:docMk/>
            <pc:sldMk cId="0" sldId="433"/>
            <ac:spMk id="170" creationId="{6C5035E7-5B51-135B-B5F0-E192A599D904}"/>
          </ac:spMkLst>
        </pc:spChg>
        <pc:spChg chg="add mod ord">
          <ac:chgData name="Aayah Abdulhakeem Kamkar" userId="fe09df7a-02cc-4ebc-a782-b5294a02ed9d" providerId="ADAL" clId="{1C280E7A-D203-4910-B04F-81743BA7246E}" dt="2026-07-19T16:06:13.663" v="4195"/>
          <ac:spMkLst>
            <pc:docMk/>
            <pc:sldMk cId="0" sldId="433"/>
            <ac:spMk id="171" creationId="{E4AEDD05-9944-6F99-70A5-C8D520DD238E}"/>
          </ac:spMkLst>
        </pc:spChg>
        <pc:spChg chg="add del mod modVis">
          <ac:chgData name="Aayah Abdulhakeem Kamkar" userId="fe09df7a-02cc-4ebc-a782-b5294a02ed9d" providerId="ADAL" clId="{1C280E7A-D203-4910-B04F-81743BA7246E}" dt="2026-07-19T16:06:13.667" v="4207"/>
          <ac:spMkLst>
            <pc:docMk/>
            <pc:sldMk cId="0" sldId="433"/>
            <ac:spMk id="175" creationId="{DC3DFBBD-CBFB-48AD-E52B-440023CAA082}"/>
          </ac:spMkLst>
        </pc:spChg>
        <pc:grpChg chg="add mod ord">
          <ac:chgData name="Aayah Abdulhakeem Kamkar" userId="fe09df7a-02cc-4ebc-a782-b5294a02ed9d" providerId="ADAL" clId="{1C280E7A-D203-4910-B04F-81743BA7246E}" dt="2026-07-19T16:06:13.663" v="4191"/>
          <ac:grpSpMkLst>
            <pc:docMk/>
            <pc:sldMk cId="0" sldId="433"/>
            <ac:grpSpMk id="9" creationId="{AB782C34-CE8E-C94F-C6E3-3C7C1FF5B035}"/>
          </ac:grpSpMkLst>
        </pc:grpChg>
        <pc:grpChg chg="add mod ord">
          <ac:chgData name="Aayah Abdulhakeem Kamkar" userId="fe09df7a-02cc-4ebc-a782-b5294a02ed9d" providerId="ADAL" clId="{1C280E7A-D203-4910-B04F-81743BA7246E}" dt="2026-07-19T16:06:13.632" v="4115"/>
          <ac:grpSpMkLst>
            <pc:docMk/>
            <pc:sldMk cId="0" sldId="433"/>
            <ac:grpSpMk id="10" creationId="{8EC3E221-2B19-9B2A-2485-9D8A7808B950}"/>
          </ac:grpSpMkLst>
        </pc:grpChg>
        <pc:grpChg chg="add mod ord">
          <ac:chgData name="Aayah Abdulhakeem Kamkar" userId="fe09df7a-02cc-4ebc-a782-b5294a02ed9d" providerId="ADAL" clId="{1C280E7A-D203-4910-B04F-81743BA7246E}" dt="2026-07-19T16:06:13.630" v="4113"/>
          <ac:grpSpMkLst>
            <pc:docMk/>
            <pc:sldMk cId="0" sldId="433"/>
            <ac:grpSpMk id="11" creationId="{0DCC523B-CE43-23EA-3075-2432F14F81C5}"/>
          </ac:grpSpMkLst>
        </pc:grpChg>
        <pc:grpChg chg="add mod">
          <ac:chgData name="Aayah Abdulhakeem Kamkar" userId="fe09df7a-02cc-4ebc-a782-b5294a02ed9d" providerId="ADAL" clId="{1C280E7A-D203-4910-B04F-81743BA7246E}" dt="2026-07-19T14:20:43.450" v="85" actId="164"/>
          <ac:grpSpMkLst>
            <pc:docMk/>
            <pc:sldMk cId="0" sldId="433"/>
            <ac:grpSpMk id="12" creationId="{79ADAE47-9C27-3417-D1F7-04FDAC17E9B1}"/>
          </ac:grpSpMkLst>
        </pc:grpChg>
        <pc:grpChg chg="add mod ord">
          <ac:chgData name="Aayah Abdulhakeem Kamkar" userId="fe09df7a-02cc-4ebc-a782-b5294a02ed9d" providerId="ADAL" clId="{1C280E7A-D203-4910-B04F-81743BA7246E}" dt="2026-07-19T16:06:13.630" v="4111"/>
          <ac:grpSpMkLst>
            <pc:docMk/>
            <pc:sldMk cId="0" sldId="433"/>
            <ac:grpSpMk id="13" creationId="{92B4EF33-C50A-815C-4C60-F1E7789EBC05}"/>
          </ac:grpSpMkLst>
        </pc:grpChg>
        <pc:grpChg chg="add mod ord">
          <ac:chgData name="Aayah Abdulhakeem Kamkar" userId="fe09df7a-02cc-4ebc-a782-b5294a02ed9d" providerId="ADAL" clId="{1C280E7A-D203-4910-B04F-81743BA7246E}" dt="2026-07-19T16:06:13.635" v="4125"/>
          <ac:grpSpMkLst>
            <pc:docMk/>
            <pc:sldMk cId="0" sldId="433"/>
            <ac:grpSpMk id="14" creationId="{45F89BC7-93D6-AA23-30E0-BA1179785EA3}"/>
          </ac:grpSpMkLst>
        </pc:grpChg>
        <pc:grpChg chg="add mod ord">
          <ac:chgData name="Aayah Abdulhakeem Kamkar" userId="fe09df7a-02cc-4ebc-a782-b5294a02ed9d" providerId="ADAL" clId="{1C280E7A-D203-4910-B04F-81743BA7246E}" dt="2026-07-19T16:06:13.634" v="4121"/>
          <ac:grpSpMkLst>
            <pc:docMk/>
            <pc:sldMk cId="0" sldId="433"/>
            <ac:grpSpMk id="61" creationId="{CBFDEAE5-7FDB-0B2A-739C-A63FF5740AF3}"/>
          </ac:grpSpMkLst>
        </pc:grpChg>
        <pc:grpChg chg="add del mod">
          <ac:chgData name="Aayah Abdulhakeem Kamkar" userId="fe09df7a-02cc-4ebc-a782-b5294a02ed9d" providerId="ADAL" clId="{1C280E7A-D203-4910-B04F-81743BA7246E}" dt="2026-07-19T14:21:39.859" v="98" actId="165"/>
          <ac:grpSpMkLst>
            <pc:docMk/>
            <pc:sldMk cId="0" sldId="433"/>
            <ac:grpSpMk id="62" creationId="{48C49C32-5298-D698-2F3D-0362C15CDD25}"/>
          </ac:grpSpMkLst>
        </pc:grpChg>
        <pc:grpChg chg="add del mod ord">
          <ac:chgData name="Aayah Abdulhakeem Kamkar" userId="fe09df7a-02cc-4ebc-a782-b5294a02ed9d" providerId="ADAL" clId="{1C280E7A-D203-4910-B04F-81743BA7246E}" dt="2026-07-19T15:51:00.321" v="3450" actId="478"/>
          <ac:grpSpMkLst>
            <pc:docMk/>
            <pc:sldMk cId="0" sldId="433"/>
            <ac:grpSpMk id="73" creationId="{2571CF92-46B1-49FF-85EC-F61FAF6F8595}"/>
          </ac:grpSpMkLst>
        </pc:grpChg>
        <pc:grpChg chg="add mod ord">
          <ac:chgData name="Aayah Abdulhakeem Kamkar" userId="fe09df7a-02cc-4ebc-a782-b5294a02ed9d" providerId="ADAL" clId="{1C280E7A-D203-4910-B04F-81743BA7246E}" dt="2026-07-19T16:06:13.634" v="4123"/>
          <ac:grpSpMkLst>
            <pc:docMk/>
            <pc:sldMk cId="0" sldId="433"/>
            <ac:grpSpMk id="75" creationId="{497442A9-46CA-3BCE-937A-D486B98AD9CD}"/>
          </ac:grpSpMkLst>
        </pc:grpChg>
        <pc:grpChg chg="add mod ord">
          <ac:chgData name="Aayah Abdulhakeem Kamkar" userId="fe09df7a-02cc-4ebc-a782-b5294a02ed9d" providerId="ADAL" clId="{1C280E7A-D203-4910-B04F-81743BA7246E}" dt="2026-07-19T16:06:13.667" v="4201"/>
          <ac:grpSpMkLst>
            <pc:docMk/>
            <pc:sldMk cId="0" sldId="433"/>
            <ac:grpSpMk id="76" creationId="{E340E10C-54EC-425F-4813-787AD28B1329}"/>
          </ac:grpSpMkLst>
        </pc:grpChg>
        <pc:grpChg chg="add mod">
          <ac:chgData name="Aayah Abdulhakeem Kamkar" userId="fe09df7a-02cc-4ebc-a782-b5294a02ed9d" providerId="ADAL" clId="{1C280E7A-D203-4910-B04F-81743BA7246E}" dt="2026-07-19T14:23:01.755" v="112" actId="164"/>
          <ac:grpSpMkLst>
            <pc:docMk/>
            <pc:sldMk cId="0" sldId="433"/>
            <ac:grpSpMk id="87" creationId="{5983ECAE-E26A-9415-3A59-62256062B7AB}"/>
          </ac:grpSpMkLst>
        </pc:grpChg>
        <pc:grpChg chg="add mod ord">
          <ac:chgData name="Aayah Abdulhakeem Kamkar" userId="fe09df7a-02cc-4ebc-a782-b5294a02ed9d" providerId="ADAL" clId="{1C280E7A-D203-4910-B04F-81743BA7246E}" dt="2026-07-19T16:06:13.667" v="4199"/>
          <ac:grpSpMkLst>
            <pc:docMk/>
            <pc:sldMk cId="0" sldId="433"/>
            <ac:grpSpMk id="90" creationId="{22BD8B05-EAE3-2287-442E-D53005522AB2}"/>
          </ac:grpSpMkLst>
        </pc:grpChg>
        <pc:grpChg chg="add mod ord">
          <ac:chgData name="Aayah Abdulhakeem Kamkar" userId="fe09df7a-02cc-4ebc-a782-b5294a02ed9d" providerId="ADAL" clId="{1C280E7A-D203-4910-B04F-81743BA7246E}" dt="2026-07-19T16:06:13.638" v="4139"/>
          <ac:grpSpMkLst>
            <pc:docMk/>
            <pc:sldMk cId="0" sldId="433"/>
            <ac:grpSpMk id="111" creationId="{18184F2E-C3FC-33BF-E6D5-83900AFC8DCD}"/>
          </ac:grpSpMkLst>
        </pc:grpChg>
        <pc:grpChg chg="add mod ord">
          <ac:chgData name="Aayah Abdulhakeem Kamkar" userId="fe09df7a-02cc-4ebc-a782-b5294a02ed9d" providerId="ADAL" clId="{1C280E7A-D203-4910-B04F-81743BA7246E}" dt="2026-07-19T16:06:13.667" v="4205"/>
          <ac:grpSpMkLst>
            <pc:docMk/>
            <pc:sldMk cId="0" sldId="433"/>
            <ac:grpSpMk id="159" creationId="{B266492A-7690-15F6-F126-B638D01524F1}"/>
          </ac:grpSpMkLst>
        </pc:grpChg>
        <pc:graphicFrameChg chg="add del mod ord">
          <ac:chgData name="Aayah Abdulhakeem Kamkar" userId="fe09df7a-02cc-4ebc-a782-b5294a02ed9d" providerId="ADAL" clId="{1C280E7A-D203-4910-B04F-81743BA7246E}" dt="2026-07-19T15:45:21.799" v="1567"/>
          <ac:graphicFrameMkLst>
            <pc:docMk/>
            <pc:sldMk cId="0" sldId="433"/>
            <ac:graphicFrameMk id="105" creationId="{DA145431-67FC-7146-7703-3FDED9424C4D}"/>
          </ac:graphicFrameMkLst>
        </pc:graphicFrameChg>
        <pc:graphicFrameChg chg="mod">
          <ac:chgData name="Aayah Abdulhakeem Kamkar" userId="fe09df7a-02cc-4ebc-a782-b5294a02ed9d" providerId="ADAL" clId="{1C280E7A-D203-4910-B04F-81743BA7246E}" dt="2026-07-19T16:06:13.669" v="4209"/>
          <ac:graphicFrameMkLst>
            <pc:docMk/>
            <pc:sldMk cId="0" sldId="433"/>
            <ac:graphicFrameMk id="106" creationId="{02656845-E249-5CD7-53F6-45974C7F605F}"/>
          </ac:graphicFrameMkLst>
        </pc:graphicFrameChg>
        <pc:graphicFrameChg chg="add del mod ord">
          <ac:chgData name="Aayah Abdulhakeem Kamkar" userId="fe09df7a-02cc-4ebc-a782-b5294a02ed9d" providerId="ADAL" clId="{1C280E7A-D203-4910-B04F-81743BA7246E}" dt="2026-07-19T15:44:05.986" v="1214"/>
          <ac:graphicFrameMkLst>
            <pc:docMk/>
            <pc:sldMk cId="0" sldId="433"/>
            <ac:graphicFrameMk id="121" creationId="{F386C6AA-0E35-B495-157E-557F3B1FB996}"/>
          </ac:graphicFrameMkLst>
        </pc:graphicFrameChg>
        <pc:graphicFrameChg chg="add del mod ord">
          <ac:chgData name="Aayah Abdulhakeem Kamkar" userId="fe09df7a-02cc-4ebc-a782-b5294a02ed9d" providerId="ADAL" clId="{1C280E7A-D203-4910-B04F-81743BA7246E}" dt="2026-07-19T15:44:08.709" v="1358"/>
          <ac:graphicFrameMkLst>
            <pc:docMk/>
            <pc:sldMk cId="0" sldId="433"/>
            <ac:graphicFrameMk id="129" creationId="{9CC4B7CD-EADB-391B-8EF0-FB7F0C3CA160}"/>
          </ac:graphicFrameMkLst>
        </pc:graphicFrameChg>
        <pc:graphicFrameChg chg="add mod ord">
          <ac:chgData name="Aayah Abdulhakeem Kamkar" userId="fe09df7a-02cc-4ebc-a782-b5294a02ed9d" providerId="ADAL" clId="{1C280E7A-D203-4910-B04F-81743BA7246E}" dt="2026-07-19T16:06:13.651" v="4173"/>
          <ac:graphicFrameMkLst>
            <pc:docMk/>
            <pc:sldMk cId="0" sldId="433"/>
            <ac:graphicFrameMk id="130" creationId="{758726AA-6456-33F9-A24E-33F68766A5BA}"/>
          </ac:graphicFrameMkLst>
        </pc:graphicFrameChg>
        <pc:graphicFrameChg chg="add del mod ord">
          <ac:chgData name="Aayah Abdulhakeem Kamkar" userId="fe09df7a-02cc-4ebc-a782-b5294a02ed9d" providerId="ADAL" clId="{1C280E7A-D203-4910-B04F-81743BA7246E}" dt="2026-07-19T15:45:34.861" v="1918"/>
          <ac:graphicFrameMkLst>
            <pc:docMk/>
            <pc:sldMk cId="0" sldId="433"/>
            <ac:graphicFrameMk id="136" creationId="{0FBC2A2C-5293-59B5-5B09-D483350C6ED1}"/>
          </ac:graphicFrameMkLst>
        </pc:graphicFrameChg>
        <pc:graphicFrameChg chg="add del mod ord">
          <ac:chgData name="Aayah Abdulhakeem Kamkar" userId="fe09df7a-02cc-4ebc-a782-b5294a02ed9d" providerId="ADAL" clId="{1C280E7A-D203-4910-B04F-81743BA7246E}" dt="2026-07-19T15:45:37.835" v="2083"/>
          <ac:graphicFrameMkLst>
            <pc:docMk/>
            <pc:sldMk cId="0" sldId="433"/>
            <ac:graphicFrameMk id="141" creationId="{57EEC564-9D54-AFBD-19D8-669AC4047FCB}"/>
          </ac:graphicFrameMkLst>
        </pc:graphicFrameChg>
        <pc:graphicFrameChg chg="add del mod ord">
          <ac:chgData name="Aayah Abdulhakeem Kamkar" userId="fe09df7a-02cc-4ebc-a782-b5294a02ed9d" providerId="ADAL" clId="{1C280E7A-D203-4910-B04F-81743BA7246E}" dt="2026-07-19T15:45:41.087" v="2241"/>
          <ac:graphicFrameMkLst>
            <pc:docMk/>
            <pc:sldMk cId="0" sldId="433"/>
            <ac:graphicFrameMk id="142" creationId="{188E0013-5D77-C527-513B-2FBCF9F0A5D2}"/>
          </ac:graphicFrameMkLst>
        </pc:graphicFrameChg>
        <pc:graphicFrameChg chg="add del mod ord">
          <ac:chgData name="Aayah Abdulhakeem Kamkar" userId="fe09df7a-02cc-4ebc-a782-b5294a02ed9d" providerId="ADAL" clId="{1C280E7A-D203-4910-B04F-81743BA7246E}" dt="2026-07-19T15:46:37.624" v="2370"/>
          <ac:graphicFrameMkLst>
            <pc:docMk/>
            <pc:sldMk cId="0" sldId="433"/>
            <ac:graphicFrameMk id="144" creationId="{ADB405A1-47BF-D902-8A03-8AB9C3DA88C9}"/>
          </ac:graphicFrameMkLst>
        </pc:graphicFrameChg>
        <pc:graphicFrameChg chg="add del mod ord">
          <ac:chgData name="Aayah Abdulhakeem Kamkar" userId="fe09df7a-02cc-4ebc-a782-b5294a02ed9d" providerId="ADAL" clId="{1C280E7A-D203-4910-B04F-81743BA7246E}" dt="2026-07-19T15:46:41.158" v="2516"/>
          <ac:graphicFrameMkLst>
            <pc:docMk/>
            <pc:sldMk cId="0" sldId="433"/>
            <ac:graphicFrameMk id="145" creationId="{C413C651-2E89-CF0F-2106-235937F78954}"/>
          </ac:graphicFrameMkLst>
        </pc:graphicFrameChg>
        <pc:graphicFrameChg chg="add del mod ord">
          <ac:chgData name="Aayah Abdulhakeem Kamkar" userId="fe09df7a-02cc-4ebc-a782-b5294a02ed9d" providerId="ADAL" clId="{1C280E7A-D203-4910-B04F-81743BA7246E}" dt="2026-07-19T15:46:54.039" v="2731"/>
          <ac:graphicFrameMkLst>
            <pc:docMk/>
            <pc:sldMk cId="0" sldId="433"/>
            <ac:graphicFrameMk id="147" creationId="{6B2EA910-E71E-3293-6783-30E8618A6C1D}"/>
          </ac:graphicFrameMkLst>
        </pc:graphicFrameChg>
        <pc:graphicFrameChg chg="add del mod ord">
          <ac:chgData name="Aayah Abdulhakeem Kamkar" userId="fe09df7a-02cc-4ebc-a782-b5294a02ed9d" providerId="ADAL" clId="{1C280E7A-D203-4910-B04F-81743BA7246E}" dt="2026-07-19T15:46:57.294" v="2909"/>
          <ac:graphicFrameMkLst>
            <pc:docMk/>
            <pc:sldMk cId="0" sldId="433"/>
            <ac:graphicFrameMk id="151" creationId="{C0CE1099-164B-C72C-3D17-B788109AB6CC}"/>
          </ac:graphicFrameMkLst>
        </pc:graphicFrameChg>
        <pc:graphicFrameChg chg="add del mod ord">
          <ac:chgData name="Aayah Abdulhakeem Kamkar" userId="fe09df7a-02cc-4ebc-a782-b5294a02ed9d" providerId="ADAL" clId="{1C280E7A-D203-4910-B04F-81743BA7246E}" dt="2026-07-19T15:47:01.542" v="3087"/>
          <ac:graphicFrameMkLst>
            <pc:docMk/>
            <pc:sldMk cId="0" sldId="433"/>
            <ac:graphicFrameMk id="154" creationId="{90E6CC6E-EFBF-290C-A553-B35171B4E58C}"/>
          </ac:graphicFrameMkLst>
        </pc:graphicFrameChg>
        <pc:graphicFrameChg chg="add del mod ord">
          <ac:chgData name="Aayah Abdulhakeem Kamkar" userId="fe09df7a-02cc-4ebc-a782-b5294a02ed9d" providerId="ADAL" clId="{1C280E7A-D203-4910-B04F-81743BA7246E}" dt="2026-07-19T15:47:34.129" v="3230"/>
          <ac:graphicFrameMkLst>
            <pc:docMk/>
            <pc:sldMk cId="0" sldId="433"/>
            <ac:graphicFrameMk id="157" creationId="{F64867F1-21FF-6E94-E7F6-5F381678D8AE}"/>
          </ac:graphicFrameMkLst>
        </pc:graphicFrameChg>
        <pc:graphicFrameChg chg="add del mod ord">
          <ac:chgData name="Aayah Abdulhakeem Kamkar" userId="fe09df7a-02cc-4ebc-a782-b5294a02ed9d" providerId="ADAL" clId="{1C280E7A-D203-4910-B04F-81743BA7246E}" dt="2026-07-19T16:05:41.407" v="3726"/>
          <ac:graphicFrameMkLst>
            <pc:docMk/>
            <pc:sldMk cId="0" sldId="433"/>
            <ac:graphicFrameMk id="158" creationId="{9C4A05F1-879B-E25B-8E7F-C0C5E93D89B6}"/>
          </ac:graphicFrameMkLst>
        </pc:graphicFrameChg>
        <pc:graphicFrameChg chg="add del mod ord">
          <ac:chgData name="Aayah Abdulhakeem Kamkar" userId="fe09df7a-02cc-4ebc-a782-b5294a02ed9d" providerId="ADAL" clId="{1C280E7A-D203-4910-B04F-81743BA7246E}" dt="2026-07-19T16:05:49.467" v="3932"/>
          <ac:graphicFrameMkLst>
            <pc:docMk/>
            <pc:sldMk cId="0" sldId="433"/>
            <ac:graphicFrameMk id="168" creationId="{11241FCB-5C8D-4CBA-F06F-52F8618A00CE}"/>
          </ac:graphicFrameMkLst>
        </pc:graphicFrameChg>
        <pc:graphicFrameChg chg="del mod ord">
          <ac:chgData name="Aayah Abdulhakeem Kamkar" userId="fe09df7a-02cc-4ebc-a782-b5294a02ed9d" providerId="ADAL" clId="{1C280E7A-D203-4910-B04F-81743BA7246E}" dt="2026-07-19T15:43:53.335" v="752"/>
          <ac:graphicFrameMkLst>
            <pc:docMk/>
            <pc:sldMk cId="0" sldId="433"/>
            <ac:graphicFrameMk id="172" creationId="{4DCFCE0C-3B42-A98D-80DE-DADC05B01993}"/>
          </ac:graphicFrameMkLst>
        </pc:graphicFrameChg>
        <pc:graphicFrameChg chg="del">
          <ac:chgData name="Aayah Abdulhakeem Kamkar" userId="fe09df7a-02cc-4ebc-a782-b5294a02ed9d" providerId="ADAL" clId="{1C280E7A-D203-4910-B04F-81743BA7246E}" dt="2026-07-19T14:23:24.320" v="313"/>
          <ac:graphicFrameMkLst>
            <pc:docMk/>
            <pc:sldMk cId="0" sldId="433"/>
            <ac:graphicFrameMk id="173" creationId="{9E31A2CA-67A9-ABAD-352A-E0F660F5D331}"/>
          </ac:graphicFrameMkLst>
        </pc:graphicFrameChg>
        <pc:graphicFrameChg chg="add del mod ord">
          <ac:chgData name="Aayah Abdulhakeem Kamkar" userId="fe09df7a-02cc-4ebc-a782-b5294a02ed9d" providerId="ADAL" clId="{1C280E7A-D203-4910-B04F-81743BA7246E}" dt="2026-07-19T16:06:13.609" v="4082"/>
          <ac:graphicFrameMkLst>
            <pc:docMk/>
            <pc:sldMk cId="0" sldId="433"/>
            <ac:graphicFrameMk id="174" creationId="{D0691182-3E5F-55BB-AB08-F0FEFD195BF1}"/>
          </ac:graphicFrameMkLst>
        </pc:graphicFrameChg>
        <pc:graphicFrameChg chg="add mod ord">
          <ac:chgData name="Aayah Abdulhakeem Kamkar" userId="fe09df7a-02cc-4ebc-a782-b5294a02ed9d" providerId="ADAL" clId="{1C280E7A-D203-4910-B04F-81743BA7246E}" dt="2026-07-19T16:06:13.663" v="4193"/>
          <ac:graphicFrameMkLst>
            <pc:docMk/>
            <pc:sldMk cId="0" sldId="433"/>
            <ac:graphicFrameMk id="176" creationId="{AC3EF5D2-B2D1-AB36-AE05-70AA44139590}"/>
          </ac:graphicFrameMkLst>
        </pc:graphicFrameChg>
      </pc:sldChg>
      <pc:sldChg chg="add del">
        <pc:chgData name="Aayah Abdulhakeem Kamkar" userId="fe09df7a-02cc-4ebc-a782-b5294a02ed9d" providerId="ADAL" clId="{1C280E7A-D203-4910-B04F-81743BA7246E}" dt="2026-07-19T16:08:59.934" v="4350" actId="47"/>
        <pc:sldMkLst>
          <pc:docMk/>
          <pc:sldMk cId="2161619984" sldId="434"/>
        </pc:sldMkLst>
      </pc:sldChg>
      <pc:sldChg chg="addSp delSp modSp add mod">
        <pc:chgData name="Aayah Abdulhakeem Kamkar" userId="fe09df7a-02cc-4ebc-a782-b5294a02ed9d" providerId="ADAL" clId="{1C280E7A-D203-4910-B04F-81743BA7246E}" dt="2026-07-19T16:26:28.061" v="4759"/>
        <pc:sldMkLst>
          <pc:docMk/>
          <pc:sldMk cId="415197068" sldId="435"/>
        </pc:sldMkLst>
        <pc:spChg chg="mod">
          <ac:chgData name="Aayah Abdulhakeem Kamkar" userId="fe09df7a-02cc-4ebc-a782-b5294a02ed9d" providerId="ADAL" clId="{1C280E7A-D203-4910-B04F-81743BA7246E}" dt="2026-07-19T16:18:43.580" v="4588" actId="20577"/>
          <ac:spMkLst>
            <pc:docMk/>
            <pc:sldMk cId="415197068" sldId="435"/>
            <ac:spMk id="4" creationId="{36141D37-E2D4-A891-3107-72DB95257220}"/>
          </ac:spMkLst>
        </pc:spChg>
        <pc:spChg chg="mod">
          <ac:chgData name="Aayah Abdulhakeem Kamkar" userId="fe09df7a-02cc-4ebc-a782-b5294a02ed9d" providerId="ADAL" clId="{1C280E7A-D203-4910-B04F-81743BA7246E}" dt="2026-07-19T16:20:44.528" v="4594" actId="1076"/>
          <ac:spMkLst>
            <pc:docMk/>
            <pc:sldMk cId="415197068" sldId="435"/>
            <ac:spMk id="14" creationId="{1B1BE93B-DC96-D546-0B80-A345DFB340A4}"/>
          </ac:spMkLst>
        </pc:spChg>
        <pc:spChg chg="mod">
          <ac:chgData name="Aayah Abdulhakeem Kamkar" userId="fe09df7a-02cc-4ebc-a782-b5294a02ed9d" providerId="ADAL" clId="{1C280E7A-D203-4910-B04F-81743BA7246E}" dt="2026-07-19T16:24:18.548" v="4676" actId="20577"/>
          <ac:spMkLst>
            <pc:docMk/>
            <pc:sldMk cId="415197068" sldId="435"/>
            <ac:spMk id="15" creationId="{46D874A7-BC5D-6A2C-C9B9-1F4513B6E6F8}"/>
          </ac:spMkLst>
        </pc:spChg>
        <pc:spChg chg="mod">
          <ac:chgData name="Aayah Abdulhakeem Kamkar" userId="fe09df7a-02cc-4ebc-a782-b5294a02ed9d" providerId="ADAL" clId="{1C280E7A-D203-4910-B04F-81743BA7246E}" dt="2026-07-19T16:19:18.349" v="4592"/>
          <ac:spMkLst>
            <pc:docMk/>
            <pc:sldMk cId="415197068" sldId="435"/>
            <ac:spMk id="16" creationId="{1F23840F-753A-7ED8-1B54-207DD7309E27}"/>
          </ac:spMkLst>
        </pc:spChg>
        <pc:spChg chg="mod">
          <ac:chgData name="Aayah Abdulhakeem Kamkar" userId="fe09df7a-02cc-4ebc-a782-b5294a02ed9d" providerId="ADAL" clId="{1C280E7A-D203-4910-B04F-81743BA7246E}" dt="2026-07-19T16:23:33.740" v="4643" actId="20577"/>
          <ac:spMkLst>
            <pc:docMk/>
            <pc:sldMk cId="415197068" sldId="435"/>
            <ac:spMk id="17" creationId="{D64204E5-7E22-4A4A-0F41-C12434A0E744}"/>
          </ac:spMkLst>
        </pc:spChg>
        <pc:spChg chg="mod">
          <ac:chgData name="Aayah Abdulhakeem Kamkar" userId="fe09df7a-02cc-4ebc-a782-b5294a02ed9d" providerId="ADAL" clId="{1C280E7A-D203-4910-B04F-81743BA7246E}" dt="2026-07-19T16:25:47.994" v="4753"/>
          <ac:spMkLst>
            <pc:docMk/>
            <pc:sldMk cId="415197068" sldId="435"/>
            <ac:spMk id="18" creationId="{658AD83B-AFB1-45F7-453A-FF588C5E012C}"/>
          </ac:spMkLst>
        </pc:spChg>
        <pc:spChg chg="mod">
          <ac:chgData name="Aayah Abdulhakeem Kamkar" userId="fe09df7a-02cc-4ebc-a782-b5294a02ed9d" providerId="ADAL" clId="{1C280E7A-D203-4910-B04F-81743BA7246E}" dt="2026-07-19T16:20:50.448" v="4595"/>
          <ac:spMkLst>
            <pc:docMk/>
            <pc:sldMk cId="415197068" sldId="435"/>
            <ac:spMk id="21" creationId="{B06FBAAB-3B69-E38E-576D-4CED878FF809}"/>
          </ac:spMkLst>
        </pc:spChg>
        <pc:spChg chg="mod">
          <ac:chgData name="Aayah Abdulhakeem Kamkar" userId="fe09df7a-02cc-4ebc-a782-b5294a02ed9d" providerId="ADAL" clId="{1C280E7A-D203-4910-B04F-81743BA7246E}" dt="2026-07-19T16:24:24.141" v="4691" actId="20577"/>
          <ac:spMkLst>
            <pc:docMk/>
            <pc:sldMk cId="415197068" sldId="435"/>
            <ac:spMk id="22" creationId="{69BC2849-9B7F-64C5-E527-81B017A5E3F9}"/>
          </ac:spMkLst>
        </pc:spChg>
        <pc:spChg chg="mod">
          <ac:chgData name="Aayah Abdulhakeem Kamkar" userId="fe09df7a-02cc-4ebc-a782-b5294a02ed9d" providerId="ADAL" clId="{1C280E7A-D203-4910-B04F-81743BA7246E}" dt="2026-07-19T16:22:15.705" v="4611" actId="1076"/>
          <ac:spMkLst>
            <pc:docMk/>
            <pc:sldMk cId="415197068" sldId="435"/>
            <ac:spMk id="23" creationId="{CF4ED342-CE56-C6A9-A47C-82708FB8CAF8}"/>
          </ac:spMkLst>
        </pc:spChg>
        <pc:spChg chg="mod">
          <ac:chgData name="Aayah Abdulhakeem Kamkar" userId="fe09df7a-02cc-4ebc-a782-b5294a02ed9d" providerId="ADAL" clId="{1C280E7A-D203-4910-B04F-81743BA7246E}" dt="2026-07-19T16:23:37.762" v="4647" actId="20577"/>
          <ac:spMkLst>
            <pc:docMk/>
            <pc:sldMk cId="415197068" sldId="435"/>
            <ac:spMk id="24" creationId="{C37281E6-5E0C-9625-5E88-B0A353DAB70A}"/>
          </ac:spMkLst>
        </pc:spChg>
        <pc:spChg chg="mod">
          <ac:chgData name="Aayah Abdulhakeem Kamkar" userId="fe09df7a-02cc-4ebc-a782-b5294a02ed9d" providerId="ADAL" clId="{1C280E7A-D203-4910-B04F-81743BA7246E}" dt="2026-07-19T16:25:51.998" v="4754"/>
          <ac:spMkLst>
            <pc:docMk/>
            <pc:sldMk cId="415197068" sldId="435"/>
            <ac:spMk id="25" creationId="{17A6F274-2CBF-9DA2-3423-72AC315E5943}"/>
          </ac:spMkLst>
        </pc:spChg>
        <pc:spChg chg="mod">
          <ac:chgData name="Aayah Abdulhakeem Kamkar" userId="fe09df7a-02cc-4ebc-a782-b5294a02ed9d" providerId="ADAL" clId="{1C280E7A-D203-4910-B04F-81743BA7246E}" dt="2026-07-19T16:21:55.460" v="4608" actId="1076"/>
          <ac:spMkLst>
            <pc:docMk/>
            <pc:sldMk cId="415197068" sldId="435"/>
            <ac:spMk id="28" creationId="{21255F33-53D6-4FC4-CFC5-1B41C4C9B342}"/>
          </ac:spMkLst>
        </pc:spChg>
        <pc:spChg chg="mod">
          <ac:chgData name="Aayah Abdulhakeem Kamkar" userId="fe09df7a-02cc-4ebc-a782-b5294a02ed9d" providerId="ADAL" clId="{1C280E7A-D203-4910-B04F-81743BA7246E}" dt="2026-07-19T16:24:30.050" v="4708" actId="20577"/>
          <ac:spMkLst>
            <pc:docMk/>
            <pc:sldMk cId="415197068" sldId="435"/>
            <ac:spMk id="29" creationId="{69580CC9-D955-657F-2EDA-61C0F5C9E4F2}"/>
          </ac:spMkLst>
        </pc:spChg>
        <pc:spChg chg="mod">
          <ac:chgData name="Aayah Abdulhakeem Kamkar" userId="fe09df7a-02cc-4ebc-a782-b5294a02ed9d" providerId="ADAL" clId="{1C280E7A-D203-4910-B04F-81743BA7246E}" dt="2026-07-19T16:21:49.532" v="4607" actId="1076"/>
          <ac:spMkLst>
            <pc:docMk/>
            <pc:sldMk cId="415197068" sldId="435"/>
            <ac:spMk id="30" creationId="{BB22931A-E9D8-DDF7-A9E6-DA622948C125}"/>
          </ac:spMkLst>
        </pc:spChg>
        <pc:spChg chg="mod">
          <ac:chgData name="Aayah Abdulhakeem Kamkar" userId="fe09df7a-02cc-4ebc-a782-b5294a02ed9d" providerId="ADAL" clId="{1C280E7A-D203-4910-B04F-81743BA7246E}" dt="2026-07-19T16:23:40.453" v="4651" actId="20577"/>
          <ac:spMkLst>
            <pc:docMk/>
            <pc:sldMk cId="415197068" sldId="435"/>
            <ac:spMk id="31" creationId="{1B30B651-82E4-019C-DF94-0CF61ED0EC63}"/>
          </ac:spMkLst>
        </pc:spChg>
        <pc:spChg chg="mod">
          <ac:chgData name="Aayah Abdulhakeem Kamkar" userId="fe09df7a-02cc-4ebc-a782-b5294a02ed9d" providerId="ADAL" clId="{1C280E7A-D203-4910-B04F-81743BA7246E}" dt="2026-07-19T16:25:56.979" v="4755"/>
          <ac:spMkLst>
            <pc:docMk/>
            <pc:sldMk cId="415197068" sldId="435"/>
            <ac:spMk id="32" creationId="{733CB98A-2BA6-D800-4F7B-10484249CA7A}"/>
          </ac:spMkLst>
        </pc:spChg>
        <pc:spChg chg="mod">
          <ac:chgData name="Aayah Abdulhakeem Kamkar" userId="fe09df7a-02cc-4ebc-a782-b5294a02ed9d" providerId="ADAL" clId="{1C280E7A-D203-4910-B04F-81743BA7246E}" dt="2026-07-19T16:20:59.401" v="4597"/>
          <ac:spMkLst>
            <pc:docMk/>
            <pc:sldMk cId="415197068" sldId="435"/>
            <ac:spMk id="35" creationId="{0803C65C-ADC2-8D23-79A6-724401B91348}"/>
          </ac:spMkLst>
        </pc:spChg>
        <pc:spChg chg="mod">
          <ac:chgData name="Aayah Abdulhakeem Kamkar" userId="fe09df7a-02cc-4ebc-a782-b5294a02ed9d" providerId="ADAL" clId="{1C280E7A-D203-4910-B04F-81743BA7246E}" dt="2026-07-19T16:24:37.374" v="4728" actId="20577"/>
          <ac:spMkLst>
            <pc:docMk/>
            <pc:sldMk cId="415197068" sldId="435"/>
            <ac:spMk id="36" creationId="{FC46FB9D-6B3A-81C8-3D91-7FF34152A56D}"/>
          </ac:spMkLst>
        </pc:spChg>
        <pc:spChg chg="mod">
          <ac:chgData name="Aayah Abdulhakeem Kamkar" userId="fe09df7a-02cc-4ebc-a782-b5294a02ed9d" providerId="ADAL" clId="{1C280E7A-D203-4910-B04F-81743BA7246E}" dt="2026-07-19T16:21:42.333" v="4605"/>
          <ac:spMkLst>
            <pc:docMk/>
            <pc:sldMk cId="415197068" sldId="435"/>
            <ac:spMk id="37" creationId="{2CC18767-C27E-D8C7-8366-E17983654352}"/>
          </ac:spMkLst>
        </pc:spChg>
        <pc:spChg chg="mod">
          <ac:chgData name="Aayah Abdulhakeem Kamkar" userId="fe09df7a-02cc-4ebc-a782-b5294a02ed9d" providerId="ADAL" clId="{1C280E7A-D203-4910-B04F-81743BA7246E}" dt="2026-07-19T16:23:42.967" v="4655" actId="20577"/>
          <ac:spMkLst>
            <pc:docMk/>
            <pc:sldMk cId="415197068" sldId="435"/>
            <ac:spMk id="38" creationId="{0C197F2C-77A5-26F4-A2BE-010CA7C81D1E}"/>
          </ac:spMkLst>
        </pc:spChg>
        <pc:spChg chg="mod">
          <ac:chgData name="Aayah Abdulhakeem Kamkar" userId="fe09df7a-02cc-4ebc-a782-b5294a02ed9d" providerId="ADAL" clId="{1C280E7A-D203-4910-B04F-81743BA7246E}" dt="2026-07-19T16:26:02.373" v="4756"/>
          <ac:spMkLst>
            <pc:docMk/>
            <pc:sldMk cId="415197068" sldId="435"/>
            <ac:spMk id="39" creationId="{F429B493-04F6-0EAB-BE3D-4F1CC5C8E1D3}"/>
          </ac:spMkLst>
        </pc:spChg>
        <pc:spChg chg="mod">
          <ac:chgData name="Aayah Abdulhakeem Kamkar" userId="fe09df7a-02cc-4ebc-a782-b5294a02ed9d" providerId="ADAL" clId="{1C280E7A-D203-4910-B04F-81743BA7246E}" dt="2026-07-19T16:21:04.257" v="4598"/>
          <ac:spMkLst>
            <pc:docMk/>
            <pc:sldMk cId="415197068" sldId="435"/>
            <ac:spMk id="42" creationId="{1B033117-CBB5-956C-AD96-CA3E00831674}"/>
          </ac:spMkLst>
        </pc:spChg>
        <pc:spChg chg="mod">
          <ac:chgData name="Aayah Abdulhakeem Kamkar" userId="fe09df7a-02cc-4ebc-a782-b5294a02ed9d" providerId="ADAL" clId="{1C280E7A-D203-4910-B04F-81743BA7246E}" dt="2026-07-19T16:24:56.615" v="4731" actId="14100"/>
          <ac:spMkLst>
            <pc:docMk/>
            <pc:sldMk cId="415197068" sldId="435"/>
            <ac:spMk id="43" creationId="{682E4D4E-3A53-D786-817A-A3F1B87474D8}"/>
          </ac:spMkLst>
        </pc:spChg>
        <pc:spChg chg="mod">
          <ac:chgData name="Aayah Abdulhakeem Kamkar" userId="fe09df7a-02cc-4ebc-a782-b5294a02ed9d" providerId="ADAL" clId="{1C280E7A-D203-4910-B04F-81743BA7246E}" dt="2026-07-19T16:21:37.394" v="4604" actId="1076"/>
          <ac:spMkLst>
            <pc:docMk/>
            <pc:sldMk cId="415197068" sldId="435"/>
            <ac:spMk id="44" creationId="{0B73EF69-82C6-ACA2-B66D-9A23C87A3C50}"/>
          </ac:spMkLst>
        </pc:spChg>
        <pc:spChg chg="mod">
          <ac:chgData name="Aayah Abdulhakeem Kamkar" userId="fe09df7a-02cc-4ebc-a782-b5294a02ed9d" providerId="ADAL" clId="{1C280E7A-D203-4910-B04F-81743BA7246E}" dt="2026-07-19T16:23:45.763" v="4659" actId="20577"/>
          <ac:spMkLst>
            <pc:docMk/>
            <pc:sldMk cId="415197068" sldId="435"/>
            <ac:spMk id="45" creationId="{2168DF79-ACBE-4645-DABF-4DDE7A8EBB1C}"/>
          </ac:spMkLst>
        </pc:spChg>
        <pc:spChg chg="mod">
          <ac:chgData name="Aayah Abdulhakeem Kamkar" userId="fe09df7a-02cc-4ebc-a782-b5294a02ed9d" providerId="ADAL" clId="{1C280E7A-D203-4910-B04F-81743BA7246E}" dt="2026-07-19T16:26:13.501" v="4757"/>
          <ac:spMkLst>
            <pc:docMk/>
            <pc:sldMk cId="415197068" sldId="435"/>
            <ac:spMk id="46" creationId="{0BE8A2AA-9011-46EB-07D7-40A75F70587C}"/>
          </ac:spMkLst>
        </pc:spChg>
        <pc:spChg chg="mod">
          <ac:chgData name="Aayah Abdulhakeem Kamkar" userId="fe09df7a-02cc-4ebc-a782-b5294a02ed9d" providerId="ADAL" clId="{1C280E7A-D203-4910-B04F-81743BA7246E}" dt="2026-07-19T16:21:12.864" v="4599"/>
          <ac:spMkLst>
            <pc:docMk/>
            <pc:sldMk cId="415197068" sldId="435"/>
            <ac:spMk id="49" creationId="{37079499-A294-E99B-868C-EDE2B1609ACE}"/>
          </ac:spMkLst>
        </pc:spChg>
        <pc:spChg chg="mod">
          <ac:chgData name="Aayah Abdulhakeem Kamkar" userId="fe09df7a-02cc-4ebc-a782-b5294a02ed9d" providerId="ADAL" clId="{1C280E7A-D203-4910-B04F-81743BA7246E}" dt="2026-07-19T16:24:50.216" v="4730"/>
          <ac:spMkLst>
            <pc:docMk/>
            <pc:sldMk cId="415197068" sldId="435"/>
            <ac:spMk id="50" creationId="{B0034E01-E398-1F17-1873-E54E4B9FC402}"/>
          </ac:spMkLst>
        </pc:spChg>
        <pc:spChg chg="mod">
          <ac:chgData name="Aayah Abdulhakeem Kamkar" userId="fe09df7a-02cc-4ebc-a782-b5294a02ed9d" providerId="ADAL" clId="{1C280E7A-D203-4910-B04F-81743BA7246E}" dt="2026-07-19T16:21:29.408" v="4602"/>
          <ac:spMkLst>
            <pc:docMk/>
            <pc:sldMk cId="415197068" sldId="435"/>
            <ac:spMk id="51" creationId="{2C80F6CD-608D-9A3D-55C5-BE1B2A6F5005}"/>
          </ac:spMkLst>
        </pc:spChg>
        <pc:spChg chg="mod">
          <ac:chgData name="Aayah Abdulhakeem Kamkar" userId="fe09df7a-02cc-4ebc-a782-b5294a02ed9d" providerId="ADAL" clId="{1C280E7A-D203-4910-B04F-81743BA7246E}" dt="2026-07-19T16:23:48.136" v="4663" actId="20577"/>
          <ac:spMkLst>
            <pc:docMk/>
            <pc:sldMk cId="415197068" sldId="435"/>
            <ac:spMk id="52" creationId="{1F871A06-356D-EE7F-191A-12E0D0E81998}"/>
          </ac:spMkLst>
        </pc:spChg>
        <pc:spChg chg="mod">
          <ac:chgData name="Aayah Abdulhakeem Kamkar" userId="fe09df7a-02cc-4ebc-a782-b5294a02ed9d" providerId="ADAL" clId="{1C280E7A-D203-4910-B04F-81743BA7246E}" dt="2026-07-19T16:26:17.367" v="4758"/>
          <ac:spMkLst>
            <pc:docMk/>
            <pc:sldMk cId="415197068" sldId="435"/>
            <ac:spMk id="53" creationId="{1108CC04-BB9E-56AE-3A07-D3EC2F24BA44}"/>
          </ac:spMkLst>
        </pc:spChg>
        <pc:spChg chg="mod">
          <ac:chgData name="Aayah Abdulhakeem Kamkar" userId="fe09df7a-02cc-4ebc-a782-b5294a02ed9d" providerId="ADAL" clId="{1C280E7A-D203-4910-B04F-81743BA7246E}" dt="2026-07-19T16:21:19.311" v="4600"/>
          <ac:spMkLst>
            <pc:docMk/>
            <pc:sldMk cId="415197068" sldId="435"/>
            <ac:spMk id="56" creationId="{93FD763B-4EE3-5115-20D5-379489299F91}"/>
          </ac:spMkLst>
        </pc:spChg>
        <pc:spChg chg="mod">
          <ac:chgData name="Aayah Abdulhakeem Kamkar" userId="fe09df7a-02cc-4ebc-a782-b5294a02ed9d" providerId="ADAL" clId="{1C280E7A-D203-4910-B04F-81743BA7246E}" dt="2026-07-19T16:25:08.698" v="4733" actId="14100"/>
          <ac:spMkLst>
            <pc:docMk/>
            <pc:sldMk cId="415197068" sldId="435"/>
            <ac:spMk id="57" creationId="{766AB759-F814-34D5-CC45-A492558BB59C}"/>
          </ac:spMkLst>
        </pc:spChg>
        <pc:spChg chg="mod">
          <ac:chgData name="Aayah Abdulhakeem Kamkar" userId="fe09df7a-02cc-4ebc-a782-b5294a02ed9d" providerId="ADAL" clId="{1C280E7A-D203-4910-B04F-81743BA7246E}" dt="2026-07-19T16:21:24.763" v="4601"/>
          <ac:spMkLst>
            <pc:docMk/>
            <pc:sldMk cId="415197068" sldId="435"/>
            <ac:spMk id="58" creationId="{35A7236B-00A9-0DA4-2808-310E3EA640AC}"/>
          </ac:spMkLst>
        </pc:spChg>
        <pc:spChg chg="mod">
          <ac:chgData name="Aayah Abdulhakeem Kamkar" userId="fe09df7a-02cc-4ebc-a782-b5294a02ed9d" providerId="ADAL" clId="{1C280E7A-D203-4910-B04F-81743BA7246E}" dt="2026-07-19T16:23:50.449" v="4667" actId="20577"/>
          <ac:spMkLst>
            <pc:docMk/>
            <pc:sldMk cId="415197068" sldId="435"/>
            <ac:spMk id="59" creationId="{8849CCA2-F45D-6CA7-7206-064A35B3FAA0}"/>
          </ac:spMkLst>
        </pc:spChg>
        <pc:spChg chg="mod">
          <ac:chgData name="Aayah Abdulhakeem Kamkar" userId="fe09df7a-02cc-4ebc-a782-b5294a02ed9d" providerId="ADAL" clId="{1C280E7A-D203-4910-B04F-81743BA7246E}" dt="2026-07-19T16:26:28.061" v="4759"/>
          <ac:spMkLst>
            <pc:docMk/>
            <pc:sldMk cId="415197068" sldId="435"/>
            <ac:spMk id="60" creationId="{658FAFB5-4153-14E5-AEC2-E653056E10E1}"/>
          </ac:spMkLst>
        </pc:spChg>
        <pc:picChg chg="add mod">
          <ac:chgData name="Aayah Abdulhakeem Kamkar" userId="fe09df7a-02cc-4ebc-a782-b5294a02ed9d" providerId="ADAL" clId="{1C280E7A-D203-4910-B04F-81743BA7246E}" dt="2026-07-19T16:17:15.164" v="4565" actId="571"/>
          <ac:picMkLst>
            <pc:docMk/>
            <pc:sldMk cId="415197068" sldId="435"/>
            <ac:picMk id="3" creationId="{E7BD7B27-656B-37FA-1041-28BF3B8DB36E}"/>
          </ac:picMkLst>
        </pc:picChg>
        <pc:picChg chg="add mod">
          <ac:chgData name="Aayah Abdulhakeem Kamkar" userId="fe09df7a-02cc-4ebc-a782-b5294a02ed9d" providerId="ADAL" clId="{1C280E7A-D203-4910-B04F-81743BA7246E}" dt="2026-07-19T16:17:20.999" v="4566" actId="571"/>
          <ac:picMkLst>
            <pc:docMk/>
            <pc:sldMk cId="415197068" sldId="435"/>
            <ac:picMk id="19" creationId="{6E748D68-33A6-9923-49F2-8C34D61BEF17}"/>
          </ac:picMkLst>
        </pc:picChg>
        <pc:picChg chg="add mod">
          <ac:chgData name="Aayah Abdulhakeem Kamkar" userId="fe09df7a-02cc-4ebc-a782-b5294a02ed9d" providerId="ADAL" clId="{1C280E7A-D203-4910-B04F-81743BA7246E}" dt="2026-07-19T16:17:24.959" v="4567" actId="571"/>
          <ac:picMkLst>
            <pc:docMk/>
            <pc:sldMk cId="415197068" sldId="435"/>
            <ac:picMk id="26" creationId="{1C24C832-3432-4D9C-F952-E33B47238595}"/>
          </ac:picMkLst>
        </pc:picChg>
        <pc:picChg chg="add mod">
          <ac:chgData name="Aayah Abdulhakeem Kamkar" userId="fe09df7a-02cc-4ebc-a782-b5294a02ed9d" providerId="ADAL" clId="{1C280E7A-D203-4910-B04F-81743BA7246E}" dt="2026-07-19T16:17:24.959" v="4567" actId="571"/>
          <ac:picMkLst>
            <pc:docMk/>
            <pc:sldMk cId="415197068" sldId="435"/>
            <ac:picMk id="33" creationId="{BF5E4FA5-C6EC-F5DB-E862-F76A8DD7687B}"/>
          </ac:picMkLst>
        </pc:picChg>
        <pc:picChg chg="del">
          <ac:chgData name="Aayah Abdulhakeem Kamkar" userId="fe09df7a-02cc-4ebc-a782-b5294a02ed9d" providerId="ADAL" clId="{1C280E7A-D203-4910-B04F-81743BA7246E}" dt="2026-07-19T16:17:09.770" v="4564" actId="478"/>
          <ac:picMkLst>
            <pc:docMk/>
            <pc:sldMk cId="415197068" sldId="435"/>
            <ac:picMk id="67" creationId="{9E1515E3-4F24-8CD4-8854-63DC07FD5382}"/>
          </ac:picMkLst>
        </pc:picChg>
        <pc:picChg chg="del">
          <ac:chgData name="Aayah Abdulhakeem Kamkar" userId="fe09df7a-02cc-4ebc-a782-b5294a02ed9d" providerId="ADAL" clId="{1C280E7A-D203-4910-B04F-81743BA7246E}" dt="2026-07-19T16:17:09.770" v="4564" actId="478"/>
          <ac:picMkLst>
            <pc:docMk/>
            <pc:sldMk cId="415197068" sldId="435"/>
            <ac:picMk id="77" creationId="{732FE05F-E2DD-CE54-0A30-540D0A830FA2}"/>
          </ac:picMkLst>
        </pc:picChg>
        <pc:picChg chg="del">
          <ac:chgData name="Aayah Abdulhakeem Kamkar" userId="fe09df7a-02cc-4ebc-a782-b5294a02ed9d" providerId="ADAL" clId="{1C280E7A-D203-4910-B04F-81743BA7246E}" dt="2026-07-19T16:17:09.770" v="4564" actId="478"/>
          <ac:picMkLst>
            <pc:docMk/>
            <pc:sldMk cId="415197068" sldId="435"/>
            <ac:picMk id="79" creationId="{59AB5444-BB5D-5FD3-82AF-FCE8D32A0899}"/>
          </ac:picMkLst>
        </pc:picChg>
        <pc:picChg chg="del">
          <ac:chgData name="Aayah Abdulhakeem Kamkar" userId="fe09df7a-02cc-4ebc-a782-b5294a02ed9d" providerId="ADAL" clId="{1C280E7A-D203-4910-B04F-81743BA7246E}" dt="2026-07-19T16:17:09.770" v="4564" actId="478"/>
          <ac:picMkLst>
            <pc:docMk/>
            <pc:sldMk cId="415197068" sldId="435"/>
            <ac:picMk id="81" creationId="{8E9160E6-A169-EDF3-4717-83A71A13C49F}"/>
          </ac:picMkLst>
        </pc:picChg>
      </pc:sldChg>
      <pc:sldChg chg="delSp modSp add mod">
        <pc:chgData name="Aayah Abdulhakeem Kamkar" userId="fe09df7a-02cc-4ebc-a782-b5294a02ed9d" providerId="ADAL" clId="{1C280E7A-D203-4910-B04F-81743BA7246E}" dt="2026-07-19T16:26:52.336" v="4763"/>
        <pc:sldMkLst>
          <pc:docMk/>
          <pc:sldMk cId="1020007127" sldId="436"/>
        </pc:sldMkLst>
        <pc:spChg chg="mod">
          <ac:chgData name="Aayah Abdulhakeem Kamkar" userId="fe09df7a-02cc-4ebc-a782-b5294a02ed9d" providerId="ADAL" clId="{1C280E7A-D203-4910-B04F-81743BA7246E}" dt="2026-07-19T16:18:53.349" v="4589"/>
          <ac:spMkLst>
            <pc:docMk/>
            <pc:sldMk cId="1020007127" sldId="436"/>
            <ac:spMk id="4" creationId="{993BB1A1-2EA1-DE91-478B-C2B2405EE89B}"/>
          </ac:spMkLst>
        </pc:spChg>
        <pc:spChg chg="mod">
          <ac:chgData name="Aayah Abdulhakeem Kamkar" userId="fe09df7a-02cc-4ebc-a782-b5294a02ed9d" providerId="ADAL" clId="{1C280E7A-D203-4910-B04F-81743BA7246E}" dt="2026-07-19T16:22:27.930" v="4612"/>
          <ac:spMkLst>
            <pc:docMk/>
            <pc:sldMk cId="1020007127" sldId="436"/>
            <ac:spMk id="14" creationId="{AC8B4354-196B-6421-C40B-566796B403D8}"/>
          </ac:spMkLst>
        </pc:spChg>
        <pc:spChg chg="mod">
          <ac:chgData name="Aayah Abdulhakeem Kamkar" userId="fe09df7a-02cc-4ebc-a782-b5294a02ed9d" providerId="ADAL" clId="{1C280E7A-D203-4910-B04F-81743BA7246E}" dt="2026-07-19T16:25:21.726" v="4734"/>
          <ac:spMkLst>
            <pc:docMk/>
            <pc:sldMk cId="1020007127" sldId="436"/>
            <ac:spMk id="15" creationId="{B435D4F2-980C-9BA9-C744-156446AC231D}"/>
          </ac:spMkLst>
        </pc:spChg>
        <pc:spChg chg="mod">
          <ac:chgData name="Aayah Abdulhakeem Kamkar" userId="fe09df7a-02cc-4ebc-a782-b5294a02ed9d" providerId="ADAL" clId="{1C280E7A-D203-4910-B04F-81743BA7246E}" dt="2026-07-19T16:23:04.488" v="4621"/>
          <ac:spMkLst>
            <pc:docMk/>
            <pc:sldMk cId="1020007127" sldId="436"/>
            <ac:spMk id="16" creationId="{FC265613-D68E-D6A3-DE35-4ED8114BE62F}"/>
          </ac:spMkLst>
        </pc:spChg>
        <pc:spChg chg="mod">
          <ac:chgData name="Aayah Abdulhakeem Kamkar" userId="fe09df7a-02cc-4ebc-a782-b5294a02ed9d" providerId="ADAL" clId="{1C280E7A-D203-4910-B04F-81743BA7246E}" dt="2026-07-19T16:23:19.311" v="4625" actId="20577"/>
          <ac:spMkLst>
            <pc:docMk/>
            <pc:sldMk cId="1020007127" sldId="436"/>
            <ac:spMk id="17" creationId="{B812E8CF-B4F2-9AE7-DB83-208E3929A547}"/>
          </ac:spMkLst>
        </pc:spChg>
        <pc:spChg chg="mod">
          <ac:chgData name="Aayah Abdulhakeem Kamkar" userId="fe09df7a-02cc-4ebc-a782-b5294a02ed9d" providerId="ADAL" clId="{1C280E7A-D203-4910-B04F-81743BA7246E}" dt="2026-07-19T16:26:40.389" v="4760"/>
          <ac:spMkLst>
            <pc:docMk/>
            <pc:sldMk cId="1020007127" sldId="436"/>
            <ac:spMk id="18" creationId="{865A8764-22D2-3383-ADCB-0707548B6D55}"/>
          </ac:spMkLst>
        </pc:spChg>
        <pc:spChg chg="mod">
          <ac:chgData name="Aayah Abdulhakeem Kamkar" userId="fe09df7a-02cc-4ebc-a782-b5294a02ed9d" providerId="ADAL" clId="{1C280E7A-D203-4910-B04F-81743BA7246E}" dt="2026-07-19T16:22:32.320" v="4613"/>
          <ac:spMkLst>
            <pc:docMk/>
            <pc:sldMk cId="1020007127" sldId="436"/>
            <ac:spMk id="21" creationId="{8F3B9DF5-4257-65AC-2823-28415A0E5458}"/>
          </ac:spMkLst>
        </pc:spChg>
        <pc:spChg chg="mod">
          <ac:chgData name="Aayah Abdulhakeem Kamkar" userId="fe09df7a-02cc-4ebc-a782-b5294a02ed9d" providerId="ADAL" clId="{1C280E7A-D203-4910-B04F-81743BA7246E}" dt="2026-07-19T16:25:25.047" v="4740" actId="20577"/>
          <ac:spMkLst>
            <pc:docMk/>
            <pc:sldMk cId="1020007127" sldId="436"/>
            <ac:spMk id="22" creationId="{CBCF0F01-C17E-AA63-B570-A130F5482367}"/>
          </ac:spMkLst>
        </pc:spChg>
        <pc:spChg chg="mod">
          <ac:chgData name="Aayah Abdulhakeem Kamkar" userId="fe09df7a-02cc-4ebc-a782-b5294a02ed9d" providerId="ADAL" clId="{1C280E7A-D203-4910-B04F-81743BA7246E}" dt="2026-07-19T16:22:59.791" v="4620" actId="1076"/>
          <ac:spMkLst>
            <pc:docMk/>
            <pc:sldMk cId="1020007127" sldId="436"/>
            <ac:spMk id="23" creationId="{B7652B89-58E9-4D13-B070-81EF773B600A}"/>
          </ac:spMkLst>
        </pc:spChg>
        <pc:spChg chg="mod">
          <ac:chgData name="Aayah Abdulhakeem Kamkar" userId="fe09df7a-02cc-4ebc-a782-b5294a02ed9d" providerId="ADAL" clId="{1C280E7A-D203-4910-B04F-81743BA7246E}" dt="2026-07-19T16:23:22.585" v="4629" actId="20577"/>
          <ac:spMkLst>
            <pc:docMk/>
            <pc:sldMk cId="1020007127" sldId="436"/>
            <ac:spMk id="24" creationId="{1DA17830-E609-336E-DEA1-62D2A0DF8D9E}"/>
          </ac:spMkLst>
        </pc:spChg>
        <pc:spChg chg="mod">
          <ac:chgData name="Aayah Abdulhakeem Kamkar" userId="fe09df7a-02cc-4ebc-a782-b5294a02ed9d" providerId="ADAL" clId="{1C280E7A-D203-4910-B04F-81743BA7246E}" dt="2026-07-19T16:26:44.690" v="4761"/>
          <ac:spMkLst>
            <pc:docMk/>
            <pc:sldMk cId="1020007127" sldId="436"/>
            <ac:spMk id="25" creationId="{C426D9B1-E7DD-EBD1-70E0-E18786435E5F}"/>
          </ac:spMkLst>
        </pc:spChg>
        <pc:spChg chg="mod">
          <ac:chgData name="Aayah Abdulhakeem Kamkar" userId="fe09df7a-02cc-4ebc-a782-b5294a02ed9d" providerId="ADAL" clId="{1C280E7A-D203-4910-B04F-81743BA7246E}" dt="2026-07-19T16:22:36.799" v="4614"/>
          <ac:spMkLst>
            <pc:docMk/>
            <pc:sldMk cId="1020007127" sldId="436"/>
            <ac:spMk id="28" creationId="{C7063970-E548-B2F5-C8B1-0BDB5D6AA429}"/>
          </ac:spMkLst>
        </pc:spChg>
        <pc:spChg chg="mod">
          <ac:chgData name="Aayah Abdulhakeem Kamkar" userId="fe09df7a-02cc-4ebc-a782-b5294a02ed9d" providerId="ADAL" clId="{1C280E7A-D203-4910-B04F-81743BA7246E}" dt="2026-07-19T16:25:28.113" v="4746" actId="20577"/>
          <ac:spMkLst>
            <pc:docMk/>
            <pc:sldMk cId="1020007127" sldId="436"/>
            <ac:spMk id="29" creationId="{05E7D61A-84C9-F7D1-54E2-2EC8086ED02A}"/>
          </ac:spMkLst>
        </pc:spChg>
        <pc:spChg chg="mod">
          <ac:chgData name="Aayah Abdulhakeem Kamkar" userId="fe09df7a-02cc-4ebc-a782-b5294a02ed9d" providerId="ADAL" clId="{1C280E7A-D203-4910-B04F-81743BA7246E}" dt="2026-07-19T16:22:52" v="4618" actId="1076"/>
          <ac:spMkLst>
            <pc:docMk/>
            <pc:sldMk cId="1020007127" sldId="436"/>
            <ac:spMk id="30" creationId="{63D4FC24-8806-DB2E-6C14-F659AE3D1705}"/>
          </ac:spMkLst>
        </pc:spChg>
        <pc:spChg chg="mod">
          <ac:chgData name="Aayah Abdulhakeem Kamkar" userId="fe09df7a-02cc-4ebc-a782-b5294a02ed9d" providerId="ADAL" clId="{1C280E7A-D203-4910-B04F-81743BA7246E}" dt="2026-07-19T16:23:25.203" v="4633" actId="20577"/>
          <ac:spMkLst>
            <pc:docMk/>
            <pc:sldMk cId="1020007127" sldId="436"/>
            <ac:spMk id="31" creationId="{738EE98D-FA6A-1690-15D3-4D05C09F6F0F}"/>
          </ac:spMkLst>
        </pc:spChg>
        <pc:spChg chg="mod">
          <ac:chgData name="Aayah Abdulhakeem Kamkar" userId="fe09df7a-02cc-4ebc-a782-b5294a02ed9d" providerId="ADAL" clId="{1C280E7A-D203-4910-B04F-81743BA7246E}" dt="2026-07-19T16:26:48.593" v="4762"/>
          <ac:spMkLst>
            <pc:docMk/>
            <pc:sldMk cId="1020007127" sldId="436"/>
            <ac:spMk id="32" creationId="{F33AF941-2BD7-5B02-4E85-620652D61C1D}"/>
          </ac:spMkLst>
        </pc:spChg>
        <pc:spChg chg="del">
          <ac:chgData name="Aayah Abdulhakeem Kamkar" userId="fe09df7a-02cc-4ebc-a782-b5294a02ed9d" providerId="ADAL" clId="{1C280E7A-D203-4910-B04F-81743BA7246E}" dt="2026-07-19T16:17:45.065" v="4573" actId="478"/>
          <ac:spMkLst>
            <pc:docMk/>
            <pc:sldMk cId="1020007127" sldId="436"/>
            <ac:spMk id="34" creationId="{3C0E5BEA-B43B-4BE4-9E1B-64D9620FD4C7}"/>
          </ac:spMkLst>
        </pc:spChg>
        <pc:spChg chg="mod">
          <ac:chgData name="Aayah Abdulhakeem Kamkar" userId="fe09df7a-02cc-4ebc-a782-b5294a02ed9d" providerId="ADAL" clId="{1C280E7A-D203-4910-B04F-81743BA7246E}" dt="2026-07-19T16:22:40.883" v="4615"/>
          <ac:spMkLst>
            <pc:docMk/>
            <pc:sldMk cId="1020007127" sldId="436"/>
            <ac:spMk id="35" creationId="{FA5113AD-D61B-5C1C-5FEE-DE491A2075DD}"/>
          </ac:spMkLst>
        </pc:spChg>
        <pc:spChg chg="mod">
          <ac:chgData name="Aayah Abdulhakeem Kamkar" userId="fe09df7a-02cc-4ebc-a782-b5294a02ed9d" providerId="ADAL" clId="{1C280E7A-D203-4910-B04F-81743BA7246E}" dt="2026-07-19T16:25:31.513" v="4752" actId="20577"/>
          <ac:spMkLst>
            <pc:docMk/>
            <pc:sldMk cId="1020007127" sldId="436"/>
            <ac:spMk id="36" creationId="{665AEFCD-5937-575A-8640-EF94486DF863}"/>
          </ac:spMkLst>
        </pc:spChg>
        <pc:spChg chg="mod">
          <ac:chgData name="Aayah Abdulhakeem Kamkar" userId="fe09df7a-02cc-4ebc-a782-b5294a02ed9d" providerId="ADAL" clId="{1C280E7A-D203-4910-B04F-81743BA7246E}" dt="2026-07-19T16:22:44.714" v="4616"/>
          <ac:spMkLst>
            <pc:docMk/>
            <pc:sldMk cId="1020007127" sldId="436"/>
            <ac:spMk id="37" creationId="{672AF72C-6099-1753-D8E5-09978A97A220}"/>
          </ac:spMkLst>
        </pc:spChg>
        <pc:spChg chg="mod">
          <ac:chgData name="Aayah Abdulhakeem Kamkar" userId="fe09df7a-02cc-4ebc-a782-b5294a02ed9d" providerId="ADAL" clId="{1C280E7A-D203-4910-B04F-81743BA7246E}" dt="2026-07-19T16:23:28.686" v="4639" actId="20577"/>
          <ac:spMkLst>
            <pc:docMk/>
            <pc:sldMk cId="1020007127" sldId="436"/>
            <ac:spMk id="38" creationId="{2C389D1A-8773-57AD-A876-329E07A5A476}"/>
          </ac:spMkLst>
        </pc:spChg>
        <pc:spChg chg="mod">
          <ac:chgData name="Aayah Abdulhakeem Kamkar" userId="fe09df7a-02cc-4ebc-a782-b5294a02ed9d" providerId="ADAL" clId="{1C280E7A-D203-4910-B04F-81743BA7246E}" dt="2026-07-19T16:26:52.336" v="4763"/>
          <ac:spMkLst>
            <pc:docMk/>
            <pc:sldMk cId="1020007127" sldId="436"/>
            <ac:spMk id="39" creationId="{BC523A6C-4973-F095-C77A-938B3A7E04DE}"/>
          </ac:spMkLst>
        </pc:spChg>
        <pc:spChg chg="del">
          <ac:chgData name="Aayah Abdulhakeem Kamkar" userId="fe09df7a-02cc-4ebc-a782-b5294a02ed9d" providerId="ADAL" clId="{1C280E7A-D203-4910-B04F-81743BA7246E}" dt="2026-07-19T16:17:45.065" v="4573" actId="478"/>
          <ac:spMkLst>
            <pc:docMk/>
            <pc:sldMk cId="1020007127" sldId="436"/>
            <ac:spMk id="41" creationId="{6CAE4623-50E2-D8AB-17D0-8EF04390DEA1}"/>
          </ac:spMkLst>
        </pc:spChg>
        <pc:spChg chg="del">
          <ac:chgData name="Aayah Abdulhakeem Kamkar" userId="fe09df7a-02cc-4ebc-a782-b5294a02ed9d" providerId="ADAL" clId="{1C280E7A-D203-4910-B04F-81743BA7246E}" dt="2026-07-19T16:17:45.065" v="4573" actId="478"/>
          <ac:spMkLst>
            <pc:docMk/>
            <pc:sldMk cId="1020007127" sldId="436"/>
            <ac:spMk id="42" creationId="{508C5DE3-5A2F-6237-DEA1-0B5F2DB93F0F}"/>
          </ac:spMkLst>
        </pc:spChg>
        <pc:spChg chg="del">
          <ac:chgData name="Aayah Abdulhakeem Kamkar" userId="fe09df7a-02cc-4ebc-a782-b5294a02ed9d" providerId="ADAL" clId="{1C280E7A-D203-4910-B04F-81743BA7246E}" dt="2026-07-19T16:17:45.065" v="4573" actId="478"/>
          <ac:spMkLst>
            <pc:docMk/>
            <pc:sldMk cId="1020007127" sldId="436"/>
            <ac:spMk id="43" creationId="{1716D174-113B-043D-D754-0D7B1E3D2692}"/>
          </ac:spMkLst>
        </pc:spChg>
        <pc:spChg chg="del">
          <ac:chgData name="Aayah Abdulhakeem Kamkar" userId="fe09df7a-02cc-4ebc-a782-b5294a02ed9d" providerId="ADAL" clId="{1C280E7A-D203-4910-B04F-81743BA7246E}" dt="2026-07-19T16:17:39.992" v="4572" actId="478"/>
          <ac:spMkLst>
            <pc:docMk/>
            <pc:sldMk cId="1020007127" sldId="436"/>
            <ac:spMk id="44" creationId="{6908C9D3-4984-D5FD-4E3B-874F09FB2F4A}"/>
          </ac:spMkLst>
        </pc:spChg>
        <pc:spChg chg="del">
          <ac:chgData name="Aayah Abdulhakeem Kamkar" userId="fe09df7a-02cc-4ebc-a782-b5294a02ed9d" providerId="ADAL" clId="{1C280E7A-D203-4910-B04F-81743BA7246E}" dt="2026-07-19T16:17:39.992" v="4572" actId="478"/>
          <ac:spMkLst>
            <pc:docMk/>
            <pc:sldMk cId="1020007127" sldId="436"/>
            <ac:spMk id="45" creationId="{C9755787-4348-795C-139C-EC4F8BB805D4}"/>
          </ac:spMkLst>
        </pc:spChg>
        <pc:spChg chg="del">
          <ac:chgData name="Aayah Abdulhakeem Kamkar" userId="fe09df7a-02cc-4ebc-a782-b5294a02ed9d" providerId="ADAL" clId="{1C280E7A-D203-4910-B04F-81743BA7246E}" dt="2026-07-19T16:17:39.992" v="4572" actId="478"/>
          <ac:spMkLst>
            <pc:docMk/>
            <pc:sldMk cId="1020007127" sldId="436"/>
            <ac:spMk id="46" creationId="{54DB7C83-D3C5-6EA8-BF9F-118A4AD77E8A}"/>
          </ac:spMkLst>
        </pc:spChg>
        <pc:spChg chg="del">
          <ac:chgData name="Aayah Abdulhakeem Kamkar" userId="fe09df7a-02cc-4ebc-a782-b5294a02ed9d" providerId="ADAL" clId="{1C280E7A-D203-4910-B04F-81743BA7246E}" dt="2026-07-19T16:17:45.065" v="4573" actId="478"/>
          <ac:spMkLst>
            <pc:docMk/>
            <pc:sldMk cId="1020007127" sldId="436"/>
            <ac:spMk id="48" creationId="{689AC6B1-3F65-5A24-6705-6D714C64F46E}"/>
          </ac:spMkLst>
        </pc:spChg>
        <pc:spChg chg="del">
          <ac:chgData name="Aayah Abdulhakeem Kamkar" userId="fe09df7a-02cc-4ebc-a782-b5294a02ed9d" providerId="ADAL" clId="{1C280E7A-D203-4910-B04F-81743BA7246E}" dt="2026-07-19T16:17:45.065" v="4573" actId="478"/>
          <ac:spMkLst>
            <pc:docMk/>
            <pc:sldMk cId="1020007127" sldId="436"/>
            <ac:spMk id="49" creationId="{6228D364-7673-72F9-F61E-FB2940AC3054}"/>
          </ac:spMkLst>
        </pc:spChg>
        <pc:spChg chg="del">
          <ac:chgData name="Aayah Abdulhakeem Kamkar" userId="fe09df7a-02cc-4ebc-a782-b5294a02ed9d" providerId="ADAL" clId="{1C280E7A-D203-4910-B04F-81743BA7246E}" dt="2026-07-19T16:17:45.065" v="4573" actId="478"/>
          <ac:spMkLst>
            <pc:docMk/>
            <pc:sldMk cId="1020007127" sldId="436"/>
            <ac:spMk id="50" creationId="{94E8FAD0-D19E-EDD7-4A9D-CF1CB0F5B386}"/>
          </ac:spMkLst>
        </pc:spChg>
        <pc:spChg chg="del">
          <ac:chgData name="Aayah Abdulhakeem Kamkar" userId="fe09df7a-02cc-4ebc-a782-b5294a02ed9d" providerId="ADAL" clId="{1C280E7A-D203-4910-B04F-81743BA7246E}" dt="2026-07-19T16:17:39.992" v="4572" actId="478"/>
          <ac:spMkLst>
            <pc:docMk/>
            <pc:sldMk cId="1020007127" sldId="436"/>
            <ac:spMk id="51" creationId="{5292BA03-18CE-5C67-C20F-08C880881AD0}"/>
          </ac:spMkLst>
        </pc:spChg>
        <pc:spChg chg="del">
          <ac:chgData name="Aayah Abdulhakeem Kamkar" userId="fe09df7a-02cc-4ebc-a782-b5294a02ed9d" providerId="ADAL" clId="{1C280E7A-D203-4910-B04F-81743BA7246E}" dt="2026-07-19T16:17:39.992" v="4572" actId="478"/>
          <ac:spMkLst>
            <pc:docMk/>
            <pc:sldMk cId="1020007127" sldId="436"/>
            <ac:spMk id="52" creationId="{282D64AB-01BB-7DD5-5A90-A3EAFB5B515A}"/>
          </ac:spMkLst>
        </pc:spChg>
        <pc:spChg chg="del">
          <ac:chgData name="Aayah Abdulhakeem Kamkar" userId="fe09df7a-02cc-4ebc-a782-b5294a02ed9d" providerId="ADAL" clId="{1C280E7A-D203-4910-B04F-81743BA7246E}" dt="2026-07-19T16:17:39.992" v="4572" actId="478"/>
          <ac:spMkLst>
            <pc:docMk/>
            <pc:sldMk cId="1020007127" sldId="436"/>
            <ac:spMk id="53" creationId="{C3A4261D-DFAA-615C-FB5A-B8E018114E04}"/>
          </ac:spMkLst>
        </pc:spChg>
        <pc:spChg chg="del">
          <ac:chgData name="Aayah Abdulhakeem Kamkar" userId="fe09df7a-02cc-4ebc-a782-b5294a02ed9d" providerId="ADAL" clId="{1C280E7A-D203-4910-B04F-81743BA7246E}" dt="2026-07-19T16:17:45.065" v="4573" actId="478"/>
          <ac:spMkLst>
            <pc:docMk/>
            <pc:sldMk cId="1020007127" sldId="436"/>
            <ac:spMk id="56" creationId="{58817F47-F07A-132A-1E11-B48B21956AEB}"/>
          </ac:spMkLst>
        </pc:spChg>
        <pc:spChg chg="del">
          <ac:chgData name="Aayah Abdulhakeem Kamkar" userId="fe09df7a-02cc-4ebc-a782-b5294a02ed9d" providerId="ADAL" clId="{1C280E7A-D203-4910-B04F-81743BA7246E}" dt="2026-07-19T16:17:45.065" v="4573" actId="478"/>
          <ac:spMkLst>
            <pc:docMk/>
            <pc:sldMk cId="1020007127" sldId="436"/>
            <ac:spMk id="57" creationId="{592E82D5-35BA-5974-D6E8-499DCDA2EBBA}"/>
          </ac:spMkLst>
        </pc:spChg>
        <pc:spChg chg="del">
          <ac:chgData name="Aayah Abdulhakeem Kamkar" userId="fe09df7a-02cc-4ebc-a782-b5294a02ed9d" providerId="ADAL" clId="{1C280E7A-D203-4910-B04F-81743BA7246E}" dt="2026-07-19T16:17:39.992" v="4572" actId="478"/>
          <ac:spMkLst>
            <pc:docMk/>
            <pc:sldMk cId="1020007127" sldId="436"/>
            <ac:spMk id="58" creationId="{44F2A7AA-8A43-2AC9-9215-835CF7CF4DEC}"/>
          </ac:spMkLst>
        </pc:spChg>
        <pc:spChg chg="del">
          <ac:chgData name="Aayah Abdulhakeem Kamkar" userId="fe09df7a-02cc-4ebc-a782-b5294a02ed9d" providerId="ADAL" clId="{1C280E7A-D203-4910-B04F-81743BA7246E}" dt="2026-07-19T16:17:39.992" v="4572" actId="478"/>
          <ac:spMkLst>
            <pc:docMk/>
            <pc:sldMk cId="1020007127" sldId="436"/>
            <ac:spMk id="59" creationId="{C009FB71-20B0-27FD-58B6-E0BA8EBDD643}"/>
          </ac:spMkLst>
        </pc:spChg>
        <pc:spChg chg="del">
          <ac:chgData name="Aayah Abdulhakeem Kamkar" userId="fe09df7a-02cc-4ebc-a782-b5294a02ed9d" providerId="ADAL" clId="{1C280E7A-D203-4910-B04F-81743BA7246E}" dt="2026-07-19T16:17:39.992" v="4572" actId="478"/>
          <ac:spMkLst>
            <pc:docMk/>
            <pc:sldMk cId="1020007127" sldId="436"/>
            <ac:spMk id="60" creationId="{AA9029B6-F8AB-98D7-351D-43DE9D89ACF4}"/>
          </ac:spMkLst>
        </pc:spChg>
        <pc:spChg chg="del">
          <ac:chgData name="Aayah Abdulhakeem Kamkar" userId="fe09df7a-02cc-4ebc-a782-b5294a02ed9d" providerId="ADAL" clId="{1C280E7A-D203-4910-B04F-81743BA7246E}" dt="2026-07-19T16:17:45.065" v="4573" actId="478"/>
          <ac:spMkLst>
            <pc:docMk/>
            <pc:sldMk cId="1020007127" sldId="436"/>
            <ac:spMk id="62" creationId="{65E0A840-4203-08F0-D984-1EBA789DFB9E}"/>
          </ac:spMkLst>
        </pc:spChg>
        <pc:picChg chg="del">
          <ac:chgData name="Aayah Abdulhakeem Kamkar" userId="fe09df7a-02cc-4ebc-a782-b5294a02ed9d" providerId="ADAL" clId="{1C280E7A-D203-4910-B04F-81743BA7246E}" dt="2026-07-19T16:17:39.992" v="4572" actId="478"/>
          <ac:picMkLst>
            <pc:docMk/>
            <pc:sldMk cId="1020007127" sldId="436"/>
            <ac:picMk id="85" creationId="{97764365-8D5E-2E13-3D25-05FD794C6DBB}"/>
          </ac:picMkLst>
        </pc:picChg>
      </pc:sldChg>
      <pc:sldChg chg="modSp add del mod">
        <pc:chgData name="Aayah Abdulhakeem Kamkar" userId="fe09df7a-02cc-4ebc-a782-b5294a02ed9d" providerId="ADAL" clId="{1C280E7A-D203-4910-B04F-81743BA7246E}" dt="2026-07-19T16:17:28.444" v="4568" actId="47"/>
        <pc:sldMkLst>
          <pc:docMk/>
          <pc:sldMk cId="3323443788" sldId="436"/>
        </pc:sldMkLst>
        <pc:spChg chg="mod">
          <ac:chgData name="Aayah Abdulhakeem Kamkar" userId="fe09df7a-02cc-4ebc-a782-b5294a02ed9d" providerId="ADAL" clId="{1C280E7A-D203-4910-B04F-81743BA7246E}" dt="2026-07-19T16:16:58.398" v="4563" actId="20577"/>
          <ac:spMkLst>
            <pc:docMk/>
            <pc:sldMk cId="3323443788" sldId="436"/>
            <ac:spMk id="4" creationId="{C4C7E058-F00E-C989-8902-8FE20C3491D0}"/>
          </ac:spMkLst>
        </pc:spChg>
      </pc:sldChg>
      <pc:sldMasterChg chg="addSp modSp mod">
        <pc:chgData name="Aayah Abdulhakeem Kamkar" userId="fe09df7a-02cc-4ebc-a782-b5294a02ed9d" providerId="ADAL" clId="{1C280E7A-D203-4910-B04F-81743BA7246E}" dt="2026-07-19T14:23:24.413" v="471"/>
        <pc:sldMasterMkLst>
          <pc:docMk/>
          <pc:sldMasterMk cId="0" sldId="2147483648"/>
        </pc:sldMasterMkLst>
        <pc:graphicFrameChg chg="add mod modVis">
          <ac:chgData name="Aayah Abdulhakeem Kamkar" userId="fe09df7a-02cc-4ebc-a782-b5294a02ed9d" providerId="ADAL" clId="{1C280E7A-D203-4910-B04F-81743BA7246E}" dt="2026-07-19T14:23:24.413" v="471"/>
          <ac:graphicFrameMkLst>
            <pc:docMk/>
            <pc:sldMasterMk cId="0" sldId="2147483648"/>
            <ac:graphicFrameMk id="2" creationId="{50D672F3-9192-165A-E730-349E1AC3D2A8}"/>
          </ac:graphicFrameMkLst>
        </pc:graphicFrameChg>
      </pc:sldMasterChg>
      <pc:sldMasterChg chg="addSp modSp mod">
        <pc:chgData name="Aayah Abdulhakeem Kamkar" userId="fe09df7a-02cc-4ebc-a782-b5294a02ed9d" providerId="ADAL" clId="{1C280E7A-D203-4910-B04F-81743BA7246E}" dt="2026-07-19T14:23:24.395" v="459"/>
        <pc:sldMasterMkLst>
          <pc:docMk/>
          <pc:sldMasterMk cId="1974516234" sldId="2147483650"/>
        </pc:sldMasterMkLst>
        <pc:spChg chg="mod">
          <ac:chgData name="Aayah Abdulhakeem Kamkar" userId="fe09df7a-02cc-4ebc-a782-b5294a02ed9d" providerId="ADAL" clId="{1C280E7A-D203-4910-B04F-81743BA7246E}" dt="2026-07-19T14:23:24.027" v="120" actId="299"/>
          <ac:spMkLst>
            <pc:docMk/>
            <pc:sldMasterMk cId="1974516234" sldId="2147483650"/>
            <ac:spMk id="2" creationId="{1D39382C-632D-6644-CA54-FAF119852ED7}"/>
          </ac:spMkLst>
        </pc:spChg>
        <pc:graphicFrameChg chg="add mod ord modVis">
          <ac:chgData name="Aayah Abdulhakeem Kamkar" userId="fe09df7a-02cc-4ebc-a782-b5294a02ed9d" providerId="ADAL" clId="{1C280E7A-D203-4910-B04F-81743BA7246E}" dt="2026-07-19T14:23:24.395" v="459"/>
          <ac:graphicFrameMkLst>
            <pc:docMk/>
            <pc:sldMasterMk cId="1974516234" sldId="2147483650"/>
            <ac:graphicFrameMk id="7" creationId="{B84CD634-B867-1BDE-4663-523D84C6B88A}"/>
          </ac:graphicFrameMkLst>
        </pc:graphicFrameChg>
      </pc:sldMasterChg>
    </pc:docChg>
  </pc:docChgLst>
  <pc:docChgLst>
    <pc:chgData name="Alya Eisa Al Hazami" userId="621a2804-1fa9-4552-a97c-7d61af64718a" providerId="ADAL" clId="{A3F9380B-383D-4B03-BC6E-ED99686AF61E}"/>
    <pc:docChg chg="addSld modSld">
      <pc:chgData name="Alya Eisa Al Hazami" userId="621a2804-1fa9-4552-a97c-7d61af64718a" providerId="ADAL" clId="{A3F9380B-383D-4B03-BC6E-ED99686AF61E}" dt="2026-07-19T14:14:17.606" v="1"/>
      <pc:docMkLst>
        <pc:docMk/>
      </pc:docMkLst>
      <pc:sldChg chg="modSp">
        <pc:chgData name="Alya Eisa Al Hazami" userId="621a2804-1fa9-4552-a97c-7d61af64718a" providerId="ADAL" clId="{A3F9380B-383D-4B03-BC6E-ED99686AF61E}" dt="2026-07-19T14:12:43.613" v="0"/>
        <pc:sldMkLst>
          <pc:docMk/>
          <pc:sldMk cId="0" sldId="268"/>
        </pc:sldMkLst>
        <pc:spChg chg="mod">
          <ac:chgData name="Alya Eisa Al Hazami" userId="621a2804-1fa9-4552-a97c-7d61af64718a" providerId="ADAL" clId="{A3F9380B-383D-4B03-BC6E-ED99686AF61E}" dt="2026-07-19T14:12:43.613" v="0"/>
          <ac:spMkLst>
            <pc:docMk/>
            <pc:sldMk cId="0" sldId="268"/>
            <ac:spMk id="21" creationId="{00000000-0000-0000-0000-000000000000}"/>
          </ac:spMkLst>
        </pc:spChg>
      </pc:sldChg>
      <pc:sldChg chg="add setBg">
        <pc:chgData name="Alya Eisa Al Hazami" userId="621a2804-1fa9-4552-a97c-7d61af64718a" providerId="ADAL" clId="{A3F9380B-383D-4B03-BC6E-ED99686AF61E}" dt="2026-07-19T14:14:17.606" v="1"/>
        <pc:sldMkLst>
          <pc:docMk/>
          <pc:sldMk cId="2611850476" sldId="278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9442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5B056-49B1-4397-30D4-31FA931F8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F199B5-549A-7CB8-370A-6953687CDC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FA6E3A-4E1D-08C6-C53A-18A95B46B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42C53-4603-6390-7216-7149E40CA6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626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0D672F3-9192-165A-E730-349E1AC3D2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40763276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606" imgH="608" progId="TCLayout.ActiveDocument.1">
                  <p:embed/>
                </p:oleObj>
              </mc:Choice>
              <mc:Fallback>
                <p:oleObj name="think-cell Slide" r:id="rId4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D672F3-9192-165A-E730-349E1AC3D2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10128" cy="6858000"/>
          </a:xfrm>
          <a:prstGeom prst="rect">
            <a:avLst/>
          </a:prstGeom>
          <a:solidFill>
            <a:srgbClr val="333F6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zwe_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47472"/>
            <a:ext cx="1298448" cy="649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1298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COUNTRY OVERVIEW</a:t>
            </a:r>
            <a:endParaRPr lang="en-US" sz="1200"/>
          </a:p>
        </p:txBody>
      </p:sp>
      <p:sp>
        <p:nvSpPr>
          <p:cNvPr id="5" name="Text 2"/>
          <p:cNvSpPr/>
          <p:nvPr/>
        </p:nvSpPr>
        <p:spPr>
          <a:xfrm>
            <a:off x="347472" y="153619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Paraguay</a:t>
            </a:r>
            <a:endParaRPr lang="en-US" sz="4000"/>
          </a:p>
        </p:txBody>
      </p:sp>
      <p:sp>
        <p:nvSpPr>
          <p:cNvPr id="6" name="Text 3"/>
          <p:cNvSpPr/>
          <p:nvPr/>
        </p:nvSpPr>
        <p:spPr>
          <a:xfrm>
            <a:off x="384048" y="2304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E7E2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Republic of Paraguay</a:t>
            </a:r>
            <a:endParaRPr lang="en-US" sz="1200"/>
          </a:p>
        </p:txBody>
      </p:sp>
      <p:sp>
        <p:nvSpPr>
          <p:cNvPr id="7" name="Shape 4"/>
          <p:cNvSpPr/>
          <p:nvPr/>
        </p:nvSpPr>
        <p:spPr>
          <a:xfrm>
            <a:off x="384048" y="2688336"/>
            <a:ext cx="2542032" cy="0"/>
          </a:xfrm>
          <a:prstGeom prst="line">
            <a:avLst/>
          </a:prstGeom>
          <a:noFill/>
          <a:ln w="9525">
            <a:solidFill>
              <a:srgbClr val="5B6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84048" y="283464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STATUS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384048" y="305409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7E2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Upper-middle income</a:t>
            </a:r>
            <a:endParaRPr lang="en-US" sz="1200"/>
          </a:p>
        </p:txBody>
      </p:sp>
      <p:sp>
        <p:nvSpPr>
          <p:cNvPr id="10" name="Text 7"/>
          <p:cNvSpPr/>
          <p:nvPr/>
        </p:nvSpPr>
        <p:spPr>
          <a:xfrm>
            <a:off x="384048" y="336499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CAPITAL</a:t>
            </a:r>
            <a:endParaRPr lang="en-US" sz="1200"/>
          </a:p>
        </p:txBody>
      </p:sp>
      <p:sp>
        <p:nvSpPr>
          <p:cNvPr id="11" name="Text 8"/>
          <p:cNvSpPr/>
          <p:nvPr/>
        </p:nvSpPr>
        <p:spPr>
          <a:xfrm>
            <a:off x="384048" y="358444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7E2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Asunción</a:t>
            </a:r>
            <a:endParaRPr lang="en-US" sz="1200"/>
          </a:p>
        </p:txBody>
      </p:sp>
      <p:sp>
        <p:nvSpPr>
          <p:cNvPr id="12" name="Text 9"/>
          <p:cNvSpPr/>
          <p:nvPr/>
        </p:nvSpPr>
        <p:spPr>
          <a:xfrm>
            <a:off x="384048" y="389534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GDP / CAP</a:t>
            </a:r>
            <a:endParaRPr lang="en-US" sz="1200"/>
          </a:p>
        </p:txBody>
      </p:sp>
      <p:sp>
        <p:nvSpPr>
          <p:cNvPr id="13" name="Text 10"/>
          <p:cNvSpPr/>
          <p:nvPr/>
        </p:nvSpPr>
        <p:spPr>
          <a:xfrm>
            <a:off x="384048" y="411480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7E2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~$6,640 (2024)</a:t>
            </a:r>
            <a:endParaRPr lang="en-US" sz="1200"/>
          </a:p>
        </p:txBody>
      </p:sp>
      <p:sp>
        <p:nvSpPr>
          <p:cNvPr id="14" name="Text 11"/>
          <p:cNvSpPr/>
          <p:nvPr/>
        </p:nvSpPr>
        <p:spPr>
          <a:xfrm>
            <a:off x="384048" y="442569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CURRENCY</a:t>
            </a:r>
            <a:endParaRPr lang="en-US" sz="1200"/>
          </a:p>
        </p:txBody>
      </p:sp>
      <p:sp>
        <p:nvSpPr>
          <p:cNvPr id="15" name="Text 12"/>
          <p:cNvSpPr/>
          <p:nvPr/>
        </p:nvSpPr>
        <p:spPr>
          <a:xfrm>
            <a:off x="384048" y="464515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7E2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Guaraní (PYG)</a:t>
            </a:r>
            <a:endParaRPr lang="en-US" sz="1200"/>
          </a:p>
        </p:txBody>
      </p:sp>
      <p:sp>
        <p:nvSpPr>
          <p:cNvPr id="16" name="Text 13"/>
          <p:cNvSpPr/>
          <p:nvPr/>
        </p:nvSpPr>
        <p:spPr>
          <a:xfrm>
            <a:off x="384048" y="495604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LANGUAGES</a:t>
            </a:r>
            <a:endParaRPr lang="en-US" sz="1200"/>
          </a:p>
        </p:txBody>
      </p:sp>
      <p:sp>
        <p:nvSpPr>
          <p:cNvPr id="17" name="Text 14"/>
          <p:cNvSpPr/>
          <p:nvPr/>
        </p:nvSpPr>
        <p:spPr>
          <a:xfrm>
            <a:off x="384048" y="517550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7E2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Spanish, Guaraní</a:t>
            </a:r>
            <a:endParaRPr lang="en-US" sz="1200"/>
          </a:p>
        </p:txBody>
      </p:sp>
      <p:sp>
        <p:nvSpPr>
          <p:cNvPr id="18" name="Text 15"/>
          <p:cNvSpPr/>
          <p:nvPr/>
        </p:nvSpPr>
        <p:spPr>
          <a:xfrm>
            <a:off x="384048" y="548640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PERIOD</a:t>
            </a:r>
            <a:endParaRPr lang="en-US" sz="1200"/>
          </a:p>
        </p:txBody>
      </p:sp>
      <p:sp>
        <p:nvSpPr>
          <p:cNvPr id="19" name="Text 16"/>
          <p:cNvSpPr/>
          <p:nvPr/>
        </p:nvSpPr>
        <p:spPr>
          <a:xfrm>
            <a:off x="384048" y="570585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7E2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July 2026</a:t>
            </a:r>
            <a:endParaRPr lang="en-US" sz="1200"/>
          </a:p>
        </p:txBody>
      </p:sp>
      <p:sp>
        <p:nvSpPr>
          <p:cNvPr id="20" name="Text 17"/>
          <p:cNvSpPr/>
          <p:nvPr/>
        </p:nvSpPr>
        <p:spPr>
          <a:xfrm>
            <a:off x="384048" y="6382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JULY 2026</a:t>
            </a:r>
            <a:endParaRPr lang="en-US" sz="1200"/>
          </a:p>
        </p:txBody>
      </p:sp>
      <p:sp>
        <p:nvSpPr>
          <p:cNvPr id="21" name="Text 18"/>
          <p:cNvSpPr/>
          <p:nvPr/>
        </p:nvSpPr>
        <p:spPr>
          <a:xfrm>
            <a:off x="3611880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NATIONAL SNAPSHOT · JULY 2026</a:t>
            </a:r>
            <a:endParaRPr lang="en-US" sz="1200"/>
          </a:p>
        </p:txBody>
      </p:sp>
      <p:sp>
        <p:nvSpPr>
          <p:cNvPr id="22" name="Shape 19"/>
          <p:cNvSpPr/>
          <p:nvPr/>
        </p:nvSpPr>
        <p:spPr>
          <a:xfrm>
            <a:off x="7279340" y="402336"/>
            <a:ext cx="4516419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611880" y="603504"/>
            <a:ext cx="45720" cy="219456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721608" y="57607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GENERAL</a:t>
            </a:r>
            <a:endParaRPr lang="en-US" sz="1200"/>
          </a:p>
        </p:txBody>
      </p:sp>
      <p:sp>
        <p:nvSpPr>
          <p:cNvPr id="25" name="Shape 22"/>
          <p:cNvSpPr/>
          <p:nvPr/>
        </p:nvSpPr>
        <p:spPr>
          <a:xfrm>
            <a:off x="3611880" y="896112"/>
            <a:ext cx="2670048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3611880" y="896112"/>
            <a:ext cx="2670048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721608" y="986657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~7.1M</a:t>
            </a:r>
            <a:endParaRPr lang="en-US" sz="2000"/>
          </a:p>
        </p:txBody>
      </p:sp>
      <p:sp>
        <p:nvSpPr>
          <p:cNvPr id="28" name="Text 25"/>
          <p:cNvSpPr/>
          <p:nvPr/>
        </p:nvSpPr>
        <p:spPr>
          <a:xfrm>
            <a:off x="3721608" y="1324269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Population</a:t>
            </a:r>
            <a:endParaRPr lang="en-US" sz="1200"/>
          </a:p>
        </p:txBody>
      </p:sp>
      <p:sp>
        <p:nvSpPr>
          <p:cNvPr id="29" name="Text 26"/>
          <p:cNvSpPr/>
          <p:nvPr/>
        </p:nvSpPr>
        <p:spPr>
          <a:xfrm>
            <a:off x="5001768" y="94183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mid-2026</a:t>
            </a:r>
            <a:endParaRPr lang="en-US" sz="800"/>
          </a:p>
        </p:txBody>
      </p:sp>
      <p:sp>
        <p:nvSpPr>
          <p:cNvPr id="30" name="Shape 27"/>
          <p:cNvSpPr/>
          <p:nvPr/>
        </p:nvSpPr>
        <p:spPr>
          <a:xfrm>
            <a:off x="3611880" y="1682496"/>
            <a:ext cx="2670048" cy="731520"/>
          </a:xfrm>
          <a:prstGeom prst="rect">
            <a:avLst/>
          </a:prstGeom>
          <a:solidFill>
            <a:srgbClr val="F4F1EA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3721608" y="1773041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74.0 yrs</a:t>
            </a:r>
            <a:endParaRPr lang="en-US" sz="2000"/>
          </a:p>
        </p:txBody>
      </p:sp>
      <p:sp>
        <p:nvSpPr>
          <p:cNvPr id="32" name="Text 29"/>
          <p:cNvSpPr/>
          <p:nvPr/>
        </p:nvSpPr>
        <p:spPr>
          <a:xfrm>
            <a:off x="3721608" y="2110653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Life Expectancy</a:t>
            </a:r>
            <a:endParaRPr lang="en-US" sz="1200"/>
          </a:p>
        </p:txBody>
      </p:sp>
      <p:sp>
        <p:nvSpPr>
          <p:cNvPr id="33" name="Text 30"/>
          <p:cNvSpPr/>
          <p:nvPr/>
        </p:nvSpPr>
        <p:spPr>
          <a:xfrm>
            <a:off x="5001768" y="17282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WB 2024</a:t>
            </a:r>
            <a:endParaRPr lang="en-US" sz="800"/>
          </a:p>
        </p:txBody>
      </p:sp>
      <p:sp>
        <p:nvSpPr>
          <p:cNvPr id="34" name="Shape 31"/>
          <p:cNvSpPr/>
          <p:nvPr/>
        </p:nvSpPr>
        <p:spPr>
          <a:xfrm>
            <a:off x="3611880" y="2468880"/>
            <a:ext cx="2670048" cy="731520"/>
          </a:xfrm>
          <a:prstGeom prst="rect">
            <a:avLst/>
          </a:prstGeom>
          <a:solidFill>
            <a:srgbClr val="F4F1EA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3721608" y="2559425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~95%</a:t>
            </a:r>
            <a:endParaRPr lang="en-US" sz="2000"/>
          </a:p>
        </p:txBody>
      </p:sp>
      <p:sp>
        <p:nvSpPr>
          <p:cNvPr id="36" name="Text 33"/>
          <p:cNvSpPr/>
          <p:nvPr/>
        </p:nvSpPr>
        <p:spPr>
          <a:xfrm>
            <a:off x="3721608" y="2897037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Adult Literacy</a:t>
            </a:r>
            <a:endParaRPr lang="en-US" sz="1200"/>
          </a:p>
        </p:txBody>
      </p:sp>
      <p:sp>
        <p:nvSpPr>
          <p:cNvPr id="37" name="Text 34"/>
          <p:cNvSpPr/>
          <p:nvPr/>
        </p:nvSpPr>
        <p:spPr>
          <a:xfrm>
            <a:off x="5001768" y="25146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UNESCO 2024</a:t>
            </a:r>
            <a:endParaRPr lang="en-US" sz="800"/>
          </a:p>
        </p:txBody>
      </p:sp>
      <p:sp>
        <p:nvSpPr>
          <p:cNvPr id="38" name="Shape 35"/>
          <p:cNvSpPr/>
          <p:nvPr/>
        </p:nvSpPr>
        <p:spPr>
          <a:xfrm>
            <a:off x="6409944" y="603504"/>
            <a:ext cx="45720" cy="219456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6519672" y="57607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ECONOMIC</a:t>
            </a:r>
            <a:endParaRPr lang="en-US" sz="1200"/>
          </a:p>
        </p:txBody>
      </p:sp>
      <p:sp>
        <p:nvSpPr>
          <p:cNvPr id="40" name="Shape 37"/>
          <p:cNvSpPr/>
          <p:nvPr/>
        </p:nvSpPr>
        <p:spPr>
          <a:xfrm>
            <a:off x="6409944" y="896112"/>
            <a:ext cx="2670048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6409944" y="896112"/>
            <a:ext cx="2670048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6519672" y="986657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~$46bn</a:t>
            </a:r>
            <a:endParaRPr lang="en-US" sz="2000"/>
          </a:p>
        </p:txBody>
      </p:sp>
      <p:sp>
        <p:nvSpPr>
          <p:cNvPr id="43" name="Text 40"/>
          <p:cNvSpPr/>
          <p:nvPr/>
        </p:nvSpPr>
        <p:spPr>
          <a:xfrm>
            <a:off x="6519672" y="1324269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GDP · 6.6% growth 2025</a:t>
            </a:r>
            <a:endParaRPr lang="en-US" sz="1200"/>
          </a:p>
        </p:txBody>
      </p:sp>
      <p:sp>
        <p:nvSpPr>
          <p:cNvPr id="44" name="Text 41"/>
          <p:cNvSpPr/>
          <p:nvPr/>
        </p:nvSpPr>
        <p:spPr>
          <a:xfrm>
            <a:off x="7799832" y="94183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WB 2026</a:t>
            </a:r>
            <a:endParaRPr lang="en-US" sz="800"/>
          </a:p>
        </p:txBody>
      </p:sp>
      <p:sp>
        <p:nvSpPr>
          <p:cNvPr id="45" name="Shape 42"/>
          <p:cNvSpPr/>
          <p:nvPr/>
        </p:nvSpPr>
        <p:spPr>
          <a:xfrm>
            <a:off x="6409944" y="1682496"/>
            <a:ext cx="2670048" cy="731520"/>
          </a:xfrm>
          <a:prstGeom prst="rect">
            <a:avLst/>
          </a:prstGeom>
          <a:solidFill>
            <a:srgbClr val="F4F1EA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6519672" y="1773041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~2%</a:t>
            </a:r>
            <a:endParaRPr lang="en-US" sz="2000"/>
          </a:p>
        </p:txBody>
      </p:sp>
      <p:sp>
        <p:nvSpPr>
          <p:cNvPr id="47" name="Text 44"/>
          <p:cNvSpPr/>
          <p:nvPr/>
        </p:nvSpPr>
        <p:spPr>
          <a:xfrm>
            <a:off x="6519672" y="2110653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Inflation (y/y Jun 26)</a:t>
            </a:r>
            <a:endParaRPr lang="en-US" sz="1200"/>
          </a:p>
        </p:txBody>
      </p:sp>
      <p:sp>
        <p:nvSpPr>
          <p:cNvPr id="48" name="Text 45"/>
          <p:cNvSpPr/>
          <p:nvPr/>
        </p:nvSpPr>
        <p:spPr>
          <a:xfrm>
            <a:off x="7799832" y="17282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6-yr low</a:t>
            </a:r>
            <a:endParaRPr lang="en-US" sz="800"/>
          </a:p>
        </p:txBody>
      </p:sp>
      <p:sp>
        <p:nvSpPr>
          <p:cNvPr id="49" name="Shape 46"/>
          <p:cNvSpPr/>
          <p:nvPr/>
        </p:nvSpPr>
        <p:spPr>
          <a:xfrm>
            <a:off x="6409944" y="2468880"/>
            <a:ext cx="2670048" cy="731520"/>
          </a:xfrm>
          <a:prstGeom prst="rect">
            <a:avLst/>
          </a:prstGeom>
          <a:solidFill>
            <a:srgbClr val="F4F1EA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6519672" y="2559425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3.6%</a:t>
            </a:r>
            <a:endParaRPr lang="en-US" sz="2000"/>
          </a:p>
        </p:txBody>
      </p:sp>
      <p:sp>
        <p:nvSpPr>
          <p:cNvPr id="51" name="Text 48"/>
          <p:cNvSpPr/>
          <p:nvPr/>
        </p:nvSpPr>
        <p:spPr>
          <a:xfrm>
            <a:off x="6519672" y="2897037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Unemployment</a:t>
            </a:r>
            <a:endParaRPr lang="en-US" sz="1200"/>
          </a:p>
        </p:txBody>
      </p:sp>
      <p:sp>
        <p:nvSpPr>
          <p:cNvPr id="52" name="Text 49"/>
          <p:cNvSpPr/>
          <p:nvPr/>
        </p:nvSpPr>
        <p:spPr>
          <a:xfrm>
            <a:off x="7799832" y="25146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Youth 11.7%</a:t>
            </a:r>
            <a:endParaRPr lang="en-US" sz="800"/>
          </a:p>
        </p:txBody>
      </p:sp>
      <p:sp>
        <p:nvSpPr>
          <p:cNvPr id="53" name="Shape 50"/>
          <p:cNvSpPr/>
          <p:nvPr/>
        </p:nvSpPr>
        <p:spPr>
          <a:xfrm>
            <a:off x="9208008" y="603504"/>
            <a:ext cx="45720" cy="219456"/>
          </a:xfrm>
          <a:prstGeom prst="rect">
            <a:avLst/>
          </a:prstGeom>
          <a:solidFill>
            <a:srgbClr val="9B12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9317736" y="57607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SOCIAL &amp; HUMANITARIAN</a:t>
            </a:r>
            <a:endParaRPr lang="en-US" sz="1200"/>
          </a:p>
        </p:txBody>
      </p:sp>
      <p:sp>
        <p:nvSpPr>
          <p:cNvPr id="55" name="Shape 52"/>
          <p:cNvSpPr/>
          <p:nvPr/>
        </p:nvSpPr>
        <p:spPr>
          <a:xfrm>
            <a:off x="9208008" y="896112"/>
            <a:ext cx="2670048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9208008" y="896112"/>
            <a:ext cx="2670048" cy="41148"/>
          </a:xfrm>
          <a:prstGeom prst="rect">
            <a:avLst/>
          </a:prstGeom>
          <a:solidFill>
            <a:srgbClr val="9B12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9317736" y="986657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16/1K</a:t>
            </a:r>
            <a:endParaRPr lang="en-US" sz="2000"/>
          </a:p>
        </p:txBody>
      </p:sp>
      <p:sp>
        <p:nvSpPr>
          <p:cNvPr id="58" name="Text 55"/>
          <p:cNvSpPr/>
          <p:nvPr/>
        </p:nvSpPr>
        <p:spPr>
          <a:xfrm>
            <a:off x="9317736" y="1324269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Under-5 Mortality</a:t>
            </a:r>
            <a:endParaRPr lang="en-US" sz="1200"/>
          </a:p>
        </p:txBody>
      </p:sp>
      <p:sp>
        <p:nvSpPr>
          <p:cNvPr id="59" name="Text 56"/>
          <p:cNvSpPr/>
          <p:nvPr/>
        </p:nvSpPr>
        <p:spPr>
          <a:xfrm>
            <a:off x="10597896" y="94183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UNICEF 2024</a:t>
            </a:r>
            <a:endParaRPr lang="en-US" sz="800"/>
          </a:p>
        </p:txBody>
      </p:sp>
      <p:sp>
        <p:nvSpPr>
          <p:cNvPr id="60" name="Shape 57"/>
          <p:cNvSpPr/>
          <p:nvPr/>
        </p:nvSpPr>
        <p:spPr>
          <a:xfrm>
            <a:off x="9208008" y="1682496"/>
            <a:ext cx="2670048" cy="731520"/>
          </a:xfrm>
          <a:prstGeom prst="rect">
            <a:avLst/>
          </a:prstGeom>
          <a:solidFill>
            <a:srgbClr val="F4F1EA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9317736" y="1773041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~18%</a:t>
            </a:r>
            <a:endParaRPr lang="en-US" sz="2000"/>
          </a:p>
        </p:txBody>
      </p:sp>
      <p:sp>
        <p:nvSpPr>
          <p:cNvPr id="62" name="Text 59"/>
          <p:cNvSpPr/>
          <p:nvPr/>
        </p:nvSpPr>
        <p:spPr>
          <a:xfrm>
            <a:off x="9317736" y="2110653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Poverty Rate</a:t>
            </a:r>
            <a:endParaRPr lang="en-US" sz="1200"/>
          </a:p>
        </p:txBody>
      </p:sp>
      <p:sp>
        <p:nvSpPr>
          <p:cNvPr id="63" name="Text 60"/>
          <p:cNvSpPr/>
          <p:nvPr/>
        </p:nvSpPr>
        <p:spPr>
          <a:xfrm>
            <a:off x="10597896" y="17282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WB 2025</a:t>
            </a:r>
            <a:endParaRPr lang="en-US" sz="800"/>
          </a:p>
        </p:txBody>
      </p:sp>
      <p:sp>
        <p:nvSpPr>
          <p:cNvPr id="64" name="Shape 61"/>
          <p:cNvSpPr/>
          <p:nvPr/>
        </p:nvSpPr>
        <p:spPr>
          <a:xfrm>
            <a:off x="9208008" y="2468880"/>
            <a:ext cx="2670048" cy="731520"/>
          </a:xfrm>
          <a:prstGeom prst="rect">
            <a:avLst/>
          </a:prstGeom>
          <a:solidFill>
            <a:srgbClr val="F4F1EA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2"/>
          <p:cNvSpPr/>
          <p:nvPr/>
        </p:nvSpPr>
        <p:spPr>
          <a:xfrm>
            <a:off x="9317736" y="2559425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99.8%</a:t>
            </a:r>
            <a:endParaRPr lang="en-US" sz="2000"/>
          </a:p>
        </p:txBody>
      </p:sp>
      <p:sp>
        <p:nvSpPr>
          <p:cNvPr id="66" name="Text 63"/>
          <p:cNvSpPr/>
          <p:nvPr/>
        </p:nvSpPr>
        <p:spPr>
          <a:xfrm>
            <a:off x="9317736" y="2897037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Electricity Access</a:t>
            </a:r>
            <a:endParaRPr lang="en-US" sz="1200"/>
          </a:p>
        </p:txBody>
      </p:sp>
      <p:sp>
        <p:nvSpPr>
          <p:cNvPr id="67" name="Text 64"/>
          <p:cNvSpPr/>
          <p:nvPr/>
        </p:nvSpPr>
        <p:spPr>
          <a:xfrm>
            <a:off x="10597896" y="25146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Hydropower surplus</a:t>
            </a:r>
            <a:endParaRPr lang="en-US" sz="800"/>
          </a:p>
        </p:txBody>
      </p:sp>
      <p:sp>
        <p:nvSpPr>
          <p:cNvPr id="68" name="Text 65"/>
          <p:cNvSpPr/>
          <p:nvPr/>
        </p:nvSpPr>
        <p:spPr>
          <a:xfrm>
            <a:off x="3611880" y="34015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GEOGRAPHIC CONTEXT · SECTOR STATUS</a:t>
            </a:r>
            <a:endParaRPr lang="en-US" sz="1200"/>
          </a:p>
        </p:txBody>
      </p:sp>
      <p:sp>
        <p:nvSpPr>
          <p:cNvPr id="69" name="Shape 66"/>
          <p:cNvSpPr/>
          <p:nvPr/>
        </p:nvSpPr>
        <p:spPr>
          <a:xfrm>
            <a:off x="7942728" y="3529584"/>
            <a:ext cx="3853031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7"/>
          <p:cNvSpPr/>
          <p:nvPr/>
        </p:nvSpPr>
        <p:spPr>
          <a:xfrm>
            <a:off x="6629400" y="3675888"/>
            <a:ext cx="5148072" cy="2615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68"/>
          <p:cNvSpPr/>
          <p:nvPr/>
        </p:nvSpPr>
        <p:spPr>
          <a:xfrm>
            <a:off x="6629400" y="3675888"/>
            <a:ext cx="5148072" cy="41148"/>
          </a:xfrm>
          <a:prstGeom prst="rect">
            <a:avLst/>
          </a:prstGeom>
          <a:solidFill>
            <a:srgbClr val="333F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69"/>
          <p:cNvSpPr/>
          <p:nvPr/>
        </p:nvSpPr>
        <p:spPr>
          <a:xfrm>
            <a:off x="6793992" y="37673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SECTOR STATUS</a:t>
            </a:r>
            <a:endParaRPr lang="en-US" sz="1200"/>
          </a:p>
        </p:txBody>
      </p:sp>
      <p:sp>
        <p:nvSpPr>
          <p:cNvPr id="74" name="Text 70"/>
          <p:cNvSpPr/>
          <p:nvPr/>
        </p:nvSpPr>
        <p:spPr>
          <a:xfrm>
            <a:off x="6793992" y="40782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</a:t>
            </a:r>
            <a:endParaRPr lang="en-US" sz="1200"/>
          </a:p>
        </p:txBody>
      </p:sp>
      <p:sp>
        <p:nvSpPr>
          <p:cNvPr id="75" name="Shape 71"/>
          <p:cNvSpPr/>
          <p:nvPr/>
        </p:nvSpPr>
        <p:spPr>
          <a:xfrm>
            <a:off x="10725912" y="4082796"/>
            <a:ext cx="868680" cy="24688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76" name="Text 72"/>
          <p:cNvSpPr/>
          <p:nvPr/>
        </p:nvSpPr>
        <p:spPr>
          <a:xfrm>
            <a:off x="10725912" y="4082796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AMBER</a:t>
            </a:r>
            <a:endParaRPr lang="en-US" sz="1000"/>
          </a:p>
        </p:txBody>
      </p:sp>
      <p:sp>
        <p:nvSpPr>
          <p:cNvPr id="77" name="Shape 73"/>
          <p:cNvSpPr/>
          <p:nvPr/>
        </p:nvSpPr>
        <p:spPr>
          <a:xfrm>
            <a:off x="6793992" y="4407408"/>
            <a:ext cx="4818888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4"/>
          <p:cNvSpPr/>
          <p:nvPr/>
        </p:nvSpPr>
        <p:spPr>
          <a:xfrm>
            <a:off x="6793992" y="44394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Education</a:t>
            </a:r>
            <a:endParaRPr lang="en-US" sz="1200"/>
          </a:p>
        </p:txBody>
      </p:sp>
      <p:sp>
        <p:nvSpPr>
          <p:cNvPr id="79" name="Shape 75"/>
          <p:cNvSpPr/>
          <p:nvPr/>
        </p:nvSpPr>
        <p:spPr>
          <a:xfrm>
            <a:off x="10725912" y="4443984"/>
            <a:ext cx="868680" cy="246888"/>
          </a:xfrm>
          <a:prstGeom prst="rect">
            <a:avLst/>
          </a:prstGeom>
          <a:solidFill>
            <a:srgbClr val="1F8A5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80" name="Text 76"/>
          <p:cNvSpPr/>
          <p:nvPr/>
        </p:nvSpPr>
        <p:spPr>
          <a:xfrm>
            <a:off x="10725912" y="4443984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GREEN</a:t>
            </a:r>
            <a:endParaRPr lang="en-US" sz="1000"/>
          </a:p>
        </p:txBody>
      </p:sp>
      <p:sp>
        <p:nvSpPr>
          <p:cNvPr id="81" name="Shape 77"/>
          <p:cNvSpPr/>
          <p:nvPr/>
        </p:nvSpPr>
        <p:spPr>
          <a:xfrm>
            <a:off x="6793992" y="4768596"/>
            <a:ext cx="4818888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78"/>
          <p:cNvSpPr/>
          <p:nvPr/>
        </p:nvSpPr>
        <p:spPr>
          <a:xfrm>
            <a:off x="6793992" y="4800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Food Security</a:t>
            </a:r>
            <a:endParaRPr lang="en-US" sz="1200"/>
          </a:p>
        </p:txBody>
      </p:sp>
      <p:sp>
        <p:nvSpPr>
          <p:cNvPr id="83" name="Shape 79"/>
          <p:cNvSpPr/>
          <p:nvPr/>
        </p:nvSpPr>
        <p:spPr>
          <a:xfrm>
            <a:off x="10725912" y="4805172"/>
            <a:ext cx="868680" cy="246888"/>
          </a:xfrm>
          <a:prstGeom prst="rect">
            <a:avLst/>
          </a:prstGeom>
          <a:solidFill>
            <a:srgbClr val="1F8A5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84" name="Text 80"/>
          <p:cNvSpPr/>
          <p:nvPr/>
        </p:nvSpPr>
        <p:spPr>
          <a:xfrm>
            <a:off x="10725912" y="4805172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GREEN</a:t>
            </a:r>
            <a:endParaRPr lang="en-US" sz="1000"/>
          </a:p>
        </p:txBody>
      </p:sp>
      <p:sp>
        <p:nvSpPr>
          <p:cNvPr id="85" name="Shape 81"/>
          <p:cNvSpPr/>
          <p:nvPr/>
        </p:nvSpPr>
        <p:spPr>
          <a:xfrm>
            <a:off x="6793992" y="5129784"/>
            <a:ext cx="4818888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2"/>
          <p:cNvSpPr/>
          <p:nvPr/>
        </p:nvSpPr>
        <p:spPr>
          <a:xfrm>
            <a:off x="6793992" y="51617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Economic</a:t>
            </a:r>
            <a:endParaRPr lang="en-US" sz="1200"/>
          </a:p>
        </p:txBody>
      </p:sp>
      <p:sp>
        <p:nvSpPr>
          <p:cNvPr id="87" name="Shape 83"/>
          <p:cNvSpPr/>
          <p:nvPr/>
        </p:nvSpPr>
        <p:spPr>
          <a:xfrm>
            <a:off x="10725912" y="5166360"/>
            <a:ext cx="868680" cy="246888"/>
          </a:xfrm>
          <a:prstGeom prst="rect">
            <a:avLst/>
          </a:prstGeom>
          <a:solidFill>
            <a:srgbClr val="1F8A5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88" name="Text 84"/>
          <p:cNvSpPr/>
          <p:nvPr/>
        </p:nvSpPr>
        <p:spPr>
          <a:xfrm>
            <a:off x="10725912" y="5166360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GREEN</a:t>
            </a:r>
            <a:endParaRPr lang="en-US" sz="1000"/>
          </a:p>
        </p:txBody>
      </p:sp>
      <p:sp>
        <p:nvSpPr>
          <p:cNvPr id="89" name="Shape 85"/>
          <p:cNvSpPr/>
          <p:nvPr/>
        </p:nvSpPr>
        <p:spPr>
          <a:xfrm>
            <a:off x="6793992" y="5490972"/>
            <a:ext cx="4818888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6"/>
          <p:cNvSpPr/>
          <p:nvPr/>
        </p:nvSpPr>
        <p:spPr>
          <a:xfrm>
            <a:off x="6793992" y="55229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WASH</a:t>
            </a:r>
            <a:endParaRPr lang="en-US" sz="1200"/>
          </a:p>
        </p:txBody>
      </p:sp>
      <p:sp>
        <p:nvSpPr>
          <p:cNvPr id="91" name="Shape 87"/>
          <p:cNvSpPr/>
          <p:nvPr/>
        </p:nvSpPr>
        <p:spPr>
          <a:xfrm>
            <a:off x="10725912" y="5527548"/>
            <a:ext cx="868680" cy="24688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92" name="Text 88"/>
          <p:cNvSpPr/>
          <p:nvPr/>
        </p:nvSpPr>
        <p:spPr>
          <a:xfrm>
            <a:off x="10725912" y="5527548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AMBER</a:t>
            </a:r>
            <a:endParaRPr lang="en-US" sz="1000"/>
          </a:p>
        </p:txBody>
      </p:sp>
      <p:sp>
        <p:nvSpPr>
          <p:cNvPr id="93" name="Shape 89"/>
          <p:cNvSpPr/>
          <p:nvPr/>
        </p:nvSpPr>
        <p:spPr>
          <a:xfrm>
            <a:off x="6793992" y="5852160"/>
            <a:ext cx="4818888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0"/>
          <p:cNvSpPr/>
          <p:nvPr/>
        </p:nvSpPr>
        <p:spPr>
          <a:xfrm>
            <a:off x="6793992" y="58841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Infrastructure</a:t>
            </a:r>
            <a:endParaRPr lang="en-US" sz="1200"/>
          </a:p>
        </p:txBody>
      </p:sp>
      <p:sp>
        <p:nvSpPr>
          <p:cNvPr id="95" name="Shape 91"/>
          <p:cNvSpPr/>
          <p:nvPr/>
        </p:nvSpPr>
        <p:spPr>
          <a:xfrm>
            <a:off x="10725912" y="5888736"/>
            <a:ext cx="868680" cy="24688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96" name="Text 92"/>
          <p:cNvSpPr/>
          <p:nvPr/>
        </p:nvSpPr>
        <p:spPr>
          <a:xfrm>
            <a:off x="10725912" y="5888736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AMBER</a:t>
            </a:r>
            <a:endParaRPr lang="en-US" sz="1000"/>
          </a:p>
        </p:txBody>
      </p:sp>
      <p:sp>
        <p:nvSpPr>
          <p:cNvPr id="97" name="Shape 9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4"/>
          <p:cNvSpPr/>
          <p:nvPr/>
        </p:nvSpPr>
        <p:spPr>
          <a:xfrm>
            <a:off x="368447" y="655410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World Bank · UN IGME · UNICEF · WHO/UNICEF JMP</a:t>
            </a:r>
            <a:endParaRPr lang="en-US" sz="800"/>
          </a:p>
        </p:txBody>
      </p:sp>
      <p:sp>
        <p:nvSpPr>
          <p:cNvPr id="99" name="Text 95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01 / 23</a:t>
            </a:r>
            <a:endParaRPr lang="en-US" sz="1200"/>
          </a:p>
        </p:txBody>
      </p:sp>
      <p:sp>
        <p:nvSpPr>
          <p:cNvPr id="70" name="ALTO PARAGUAY"/>
          <p:cNvSpPr/>
          <p:nvPr/>
        </p:nvSpPr>
        <p:spPr>
          <a:xfrm>
            <a:off x="3940067" y="3675887"/>
            <a:ext cx="1206661" cy="995927"/>
          </a:xfrm>
          <a:custGeom>
            <a:avLst/>
            <a:gdLst/>
            <a:ahLst/>
            <a:cxnLst/>
            <a:rect l="l" t="t" r="r" b="b"/>
            <a:pathLst>
              <a:path w="1206661" h="995927">
                <a:moveTo>
                  <a:pt x="1155446" y="896554"/>
                </a:moveTo>
                <a:lnTo>
                  <a:pt x="1150761" y="880815"/>
                </a:lnTo>
                <a:lnTo>
                  <a:pt x="1163376" y="870340"/>
                </a:lnTo>
                <a:lnTo>
                  <a:pt x="1168324" y="837273"/>
                </a:lnTo>
                <a:lnTo>
                  <a:pt x="1178810" y="831520"/>
                </a:lnTo>
                <a:lnTo>
                  <a:pt x="1163489" y="821164"/>
                </a:lnTo>
                <a:lnTo>
                  <a:pt x="1180190" y="796105"/>
                </a:lnTo>
                <a:lnTo>
                  <a:pt x="1169021" y="786177"/>
                </a:lnTo>
                <a:lnTo>
                  <a:pt x="1187618" y="769110"/>
                </a:lnTo>
                <a:lnTo>
                  <a:pt x="1173020" y="757630"/>
                </a:lnTo>
                <a:lnTo>
                  <a:pt x="1178379" y="736869"/>
                </a:lnTo>
                <a:lnTo>
                  <a:pt x="1162817" y="716609"/>
                </a:lnTo>
                <a:lnTo>
                  <a:pt x="1196248" y="655626"/>
                </a:lnTo>
                <a:lnTo>
                  <a:pt x="1176458" y="638112"/>
                </a:lnTo>
                <a:lnTo>
                  <a:pt x="1196461" y="621000"/>
                </a:lnTo>
                <a:lnTo>
                  <a:pt x="1192036" y="563153"/>
                </a:lnTo>
                <a:lnTo>
                  <a:pt x="1206661" y="529541"/>
                </a:lnTo>
                <a:lnTo>
                  <a:pt x="1193148" y="531513"/>
                </a:lnTo>
                <a:lnTo>
                  <a:pt x="1174747" y="516649"/>
                </a:lnTo>
                <a:lnTo>
                  <a:pt x="1196135" y="495335"/>
                </a:lnTo>
                <a:lnTo>
                  <a:pt x="1183656" y="480657"/>
                </a:lnTo>
                <a:lnTo>
                  <a:pt x="1164651" y="481801"/>
                </a:lnTo>
                <a:lnTo>
                  <a:pt x="1172279" y="467159"/>
                </a:lnTo>
                <a:lnTo>
                  <a:pt x="1192476" y="467822"/>
                </a:lnTo>
                <a:lnTo>
                  <a:pt x="1191623" y="460361"/>
                </a:lnTo>
                <a:lnTo>
                  <a:pt x="1176425" y="440708"/>
                </a:lnTo>
                <a:lnTo>
                  <a:pt x="1157311" y="452709"/>
                </a:lnTo>
                <a:lnTo>
                  <a:pt x="1162180" y="434304"/>
                </a:lnTo>
                <a:lnTo>
                  <a:pt x="1149797" y="424606"/>
                </a:lnTo>
                <a:lnTo>
                  <a:pt x="1154796" y="408288"/>
                </a:lnTo>
                <a:lnTo>
                  <a:pt x="1147695" y="392887"/>
                </a:lnTo>
                <a:lnTo>
                  <a:pt x="1153704" y="367370"/>
                </a:lnTo>
                <a:lnTo>
                  <a:pt x="1127846" y="345172"/>
                </a:lnTo>
                <a:lnTo>
                  <a:pt x="1125931" y="310217"/>
                </a:lnTo>
                <a:lnTo>
                  <a:pt x="1105966" y="311117"/>
                </a:lnTo>
                <a:lnTo>
                  <a:pt x="1117545" y="289326"/>
                </a:lnTo>
                <a:lnTo>
                  <a:pt x="1103959" y="283102"/>
                </a:lnTo>
                <a:lnTo>
                  <a:pt x="1112578" y="266182"/>
                </a:lnTo>
                <a:lnTo>
                  <a:pt x="1090390" y="212738"/>
                </a:lnTo>
                <a:lnTo>
                  <a:pt x="1093977" y="183891"/>
                </a:lnTo>
                <a:lnTo>
                  <a:pt x="1104967" y="172496"/>
                </a:lnTo>
                <a:lnTo>
                  <a:pt x="1084089" y="155605"/>
                </a:lnTo>
                <a:lnTo>
                  <a:pt x="839377" y="0"/>
                </a:lnTo>
                <a:lnTo>
                  <a:pt x="571906" y="1667"/>
                </a:lnTo>
                <a:lnTo>
                  <a:pt x="387504" y="53365"/>
                </a:lnTo>
                <a:lnTo>
                  <a:pt x="54812" y="110254"/>
                </a:lnTo>
                <a:lnTo>
                  <a:pt x="0" y="256276"/>
                </a:lnTo>
                <a:lnTo>
                  <a:pt x="59931" y="258662"/>
                </a:lnTo>
                <a:lnTo>
                  <a:pt x="88906" y="282193"/>
                </a:lnTo>
                <a:lnTo>
                  <a:pt x="600719" y="429739"/>
                </a:lnTo>
                <a:lnTo>
                  <a:pt x="598548" y="481513"/>
                </a:lnTo>
                <a:lnTo>
                  <a:pt x="633415" y="560196"/>
                </a:lnTo>
                <a:lnTo>
                  <a:pt x="633808" y="612709"/>
                </a:lnTo>
                <a:lnTo>
                  <a:pt x="649091" y="659041"/>
                </a:lnTo>
                <a:lnTo>
                  <a:pt x="602810" y="691509"/>
                </a:lnTo>
                <a:lnTo>
                  <a:pt x="579090" y="886165"/>
                </a:lnTo>
                <a:lnTo>
                  <a:pt x="736910" y="886813"/>
                </a:lnTo>
                <a:lnTo>
                  <a:pt x="800064" y="916088"/>
                </a:lnTo>
                <a:lnTo>
                  <a:pt x="1074920" y="926223"/>
                </a:lnTo>
                <a:lnTo>
                  <a:pt x="1098831" y="980693"/>
                </a:lnTo>
                <a:lnTo>
                  <a:pt x="1203500" y="995927"/>
                </a:lnTo>
                <a:lnTo>
                  <a:pt x="1186145" y="955172"/>
                </a:lnTo>
                <a:lnTo>
                  <a:pt x="1166989" y="956442"/>
                </a:lnTo>
                <a:lnTo>
                  <a:pt x="1166287" y="911500"/>
                </a:lnTo>
                <a:lnTo>
                  <a:pt x="1155446" y="896554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ALTO PARANA"/>
          <p:cNvSpPr/>
          <p:nvPr/>
        </p:nvSpPr>
        <p:spPr>
          <a:xfrm>
            <a:off x="5813709" y="5338231"/>
            <a:ext cx="354286" cy="570775"/>
          </a:xfrm>
          <a:custGeom>
            <a:avLst/>
            <a:gdLst/>
            <a:ahLst/>
            <a:cxnLst/>
            <a:rect l="l" t="t" r="r" b="b"/>
            <a:pathLst>
              <a:path w="354286" h="570775">
                <a:moveTo>
                  <a:pt x="36632" y="346561"/>
                </a:moveTo>
                <a:lnTo>
                  <a:pt x="44289" y="367508"/>
                </a:lnTo>
                <a:lnTo>
                  <a:pt x="21632" y="385939"/>
                </a:lnTo>
                <a:lnTo>
                  <a:pt x="0" y="487392"/>
                </a:lnTo>
                <a:lnTo>
                  <a:pt x="41456" y="487891"/>
                </a:lnTo>
                <a:lnTo>
                  <a:pt x="46458" y="499695"/>
                </a:lnTo>
                <a:lnTo>
                  <a:pt x="59831" y="485091"/>
                </a:lnTo>
                <a:lnTo>
                  <a:pt x="72173" y="501954"/>
                </a:lnTo>
                <a:lnTo>
                  <a:pt x="86597" y="500479"/>
                </a:lnTo>
                <a:lnTo>
                  <a:pt x="88231" y="513489"/>
                </a:lnTo>
                <a:lnTo>
                  <a:pt x="73877" y="516549"/>
                </a:lnTo>
                <a:lnTo>
                  <a:pt x="67045" y="531312"/>
                </a:lnTo>
                <a:lnTo>
                  <a:pt x="94177" y="566828"/>
                </a:lnTo>
                <a:lnTo>
                  <a:pt x="119862" y="554505"/>
                </a:lnTo>
                <a:lnTo>
                  <a:pt x="141900" y="566321"/>
                </a:lnTo>
                <a:lnTo>
                  <a:pt x="151078" y="559609"/>
                </a:lnTo>
                <a:lnTo>
                  <a:pt x="176585" y="564937"/>
                </a:lnTo>
                <a:lnTo>
                  <a:pt x="176301" y="555539"/>
                </a:lnTo>
                <a:lnTo>
                  <a:pt x="186704" y="561835"/>
                </a:lnTo>
                <a:lnTo>
                  <a:pt x="187856" y="546674"/>
                </a:lnTo>
                <a:lnTo>
                  <a:pt x="191830" y="552385"/>
                </a:lnTo>
                <a:lnTo>
                  <a:pt x="198808" y="544201"/>
                </a:lnTo>
                <a:lnTo>
                  <a:pt x="242504" y="570775"/>
                </a:lnTo>
                <a:lnTo>
                  <a:pt x="246024" y="564025"/>
                </a:lnTo>
                <a:lnTo>
                  <a:pt x="250585" y="570216"/>
                </a:lnTo>
                <a:lnTo>
                  <a:pt x="248641" y="561838"/>
                </a:lnTo>
                <a:lnTo>
                  <a:pt x="258243" y="569785"/>
                </a:lnTo>
                <a:lnTo>
                  <a:pt x="272683" y="559955"/>
                </a:lnTo>
                <a:lnTo>
                  <a:pt x="258197" y="538452"/>
                </a:lnTo>
                <a:lnTo>
                  <a:pt x="266842" y="517951"/>
                </a:lnTo>
                <a:lnTo>
                  <a:pt x="256212" y="487897"/>
                </a:lnTo>
                <a:lnTo>
                  <a:pt x="276401" y="481139"/>
                </a:lnTo>
                <a:lnTo>
                  <a:pt x="272918" y="461302"/>
                </a:lnTo>
                <a:lnTo>
                  <a:pt x="283240" y="435408"/>
                </a:lnTo>
                <a:lnTo>
                  <a:pt x="262590" y="387429"/>
                </a:lnTo>
                <a:lnTo>
                  <a:pt x="285049" y="379817"/>
                </a:lnTo>
                <a:lnTo>
                  <a:pt x="273883" y="313019"/>
                </a:lnTo>
                <a:lnTo>
                  <a:pt x="333346" y="219468"/>
                </a:lnTo>
                <a:lnTo>
                  <a:pt x="321690" y="188183"/>
                </a:lnTo>
                <a:lnTo>
                  <a:pt x="338681" y="105402"/>
                </a:lnTo>
                <a:lnTo>
                  <a:pt x="354286" y="74170"/>
                </a:lnTo>
                <a:lnTo>
                  <a:pt x="333950" y="65146"/>
                </a:lnTo>
                <a:lnTo>
                  <a:pt x="323185" y="78707"/>
                </a:lnTo>
                <a:lnTo>
                  <a:pt x="291315" y="68309"/>
                </a:lnTo>
                <a:lnTo>
                  <a:pt x="263157" y="76259"/>
                </a:lnTo>
                <a:lnTo>
                  <a:pt x="263265" y="61180"/>
                </a:lnTo>
                <a:lnTo>
                  <a:pt x="250194" y="68642"/>
                </a:lnTo>
                <a:lnTo>
                  <a:pt x="228845" y="55184"/>
                </a:lnTo>
                <a:lnTo>
                  <a:pt x="208832" y="63193"/>
                </a:lnTo>
                <a:lnTo>
                  <a:pt x="191644" y="49037"/>
                </a:lnTo>
                <a:lnTo>
                  <a:pt x="187160" y="31289"/>
                </a:lnTo>
                <a:lnTo>
                  <a:pt x="131189" y="21413"/>
                </a:lnTo>
                <a:lnTo>
                  <a:pt x="122504" y="1165"/>
                </a:lnTo>
                <a:lnTo>
                  <a:pt x="116481" y="0"/>
                </a:lnTo>
                <a:lnTo>
                  <a:pt x="115229" y="16912"/>
                </a:lnTo>
                <a:lnTo>
                  <a:pt x="80940" y="16461"/>
                </a:lnTo>
                <a:lnTo>
                  <a:pt x="58974" y="118766"/>
                </a:lnTo>
                <a:lnTo>
                  <a:pt x="64064" y="157748"/>
                </a:lnTo>
                <a:lnTo>
                  <a:pt x="79222" y="180226"/>
                </a:lnTo>
                <a:lnTo>
                  <a:pt x="105087" y="181638"/>
                </a:lnTo>
                <a:lnTo>
                  <a:pt x="115901" y="200097"/>
                </a:lnTo>
                <a:lnTo>
                  <a:pt x="159048" y="230067"/>
                </a:lnTo>
                <a:lnTo>
                  <a:pt x="153556" y="240202"/>
                </a:lnTo>
                <a:lnTo>
                  <a:pt x="172170" y="247894"/>
                </a:lnTo>
                <a:lnTo>
                  <a:pt x="172374" y="269358"/>
                </a:lnTo>
                <a:lnTo>
                  <a:pt x="184487" y="285317"/>
                </a:lnTo>
                <a:lnTo>
                  <a:pt x="159444" y="291668"/>
                </a:lnTo>
                <a:lnTo>
                  <a:pt x="147018" y="268709"/>
                </a:lnTo>
                <a:lnTo>
                  <a:pt x="119277" y="272128"/>
                </a:lnTo>
                <a:lnTo>
                  <a:pt x="76682" y="248548"/>
                </a:lnTo>
                <a:lnTo>
                  <a:pt x="65333" y="275318"/>
                </a:lnTo>
                <a:lnTo>
                  <a:pt x="50637" y="283861"/>
                </a:lnTo>
                <a:lnTo>
                  <a:pt x="36632" y="346561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AMAMBAY"/>
          <p:cNvSpPr/>
          <p:nvPr/>
        </p:nvSpPr>
        <p:spPr>
          <a:xfrm>
            <a:off x="5438664" y="4568502"/>
            <a:ext cx="388660" cy="562517"/>
          </a:xfrm>
          <a:custGeom>
            <a:avLst/>
            <a:gdLst/>
            <a:ahLst/>
            <a:cxnLst/>
            <a:rect l="l" t="t" r="r" b="b"/>
            <a:pathLst>
              <a:path w="388660" h="562517">
                <a:moveTo>
                  <a:pt x="150510" y="407287"/>
                </a:moveTo>
                <a:lnTo>
                  <a:pt x="194714" y="395815"/>
                </a:lnTo>
                <a:lnTo>
                  <a:pt x="193404" y="442858"/>
                </a:lnTo>
                <a:lnTo>
                  <a:pt x="202993" y="477763"/>
                </a:lnTo>
                <a:lnTo>
                  <a:pt x="209373" y="490772"/>
                </a:lnTo>
                <a:lnTo>
                  <a:pt x="224998" y="490232"/>
                </a:lnTo>
                <a:lnTo>
                  <a:pt x="228502" y="481049"/>
                </a:lnTo>
                <a:lnTo>
                  <a:pt x="249257" y="510932"/>
                </a:lnTo>
                <a:lnTo>
                  <a:pt x="250681" y="534419"/>
                </a:lnTo>
                <a:lnTo>
                  <a:pt x="237799" y="562517"/>
                </a:lnTo>
                <a:lnTo>
                  <a:pt x="273441" y="559626"/>
                </a:lnTo>
                <a:lnTo>
                  <a:pt x="326255" y="509152"/>
                </a:lnTo>
                <a:lnTo>
                  <a:pt x="360627" y="505745"/>
                </a:lnTo>
                <a:lnTo>
                  <a:pt x="376913" y="469323"/>
                </a:lnTo>
                <a:lnTo>
                  <a:pt x="371764" y="449303"/>
                </a:lnTo>
                <a:lnTo>
                  <a:pt x="388660" y="417787"/>
                </a:lnTo>
                <a:lnTo>
                  <a:pt x="373606" y="397991"/>
                </a:lnTo>
                <a:lnTo>
                  <a:pt x="383135" y="359859"/>
                </a:lnTo>
                <a:lnTo>
                  <a:pt x="377552" y="346311"/>
                </a:lnTo>
                <a:lnTo>
                  <a:pt x="361647" y="344563"/>
                </a:lnTo>
                <a:lnTo>
                  <a:pt x="341147" y="249437"/>
                </a:lnTo>
                <a:lnTo>
                  <a:pt x="355230" y="222090"/>
                </a:lnTo>
                <a:lnTo>
                  <a:pt x="356279" y="186058"/>
                </a:lnTo>
                <a:lnTo>
                  <a:pt x="319840" y="144482"/>
                </a:lnTo>
                <a:lnTo>
                  <a:pt x="317414" y="99181"/>
                </a:lnTo>
                <a:lnTo>
                  <a:pt x="304981" y="98766"/>
                </a:lnTo>
                <a:lnTo>
                  <a:pt x="286082" y="65876"/>
                </a:lnTo>
                <a:lnTo>
                  <a:pt x="181168" y="65172"/>
                </a:lnTo>
                <a:lnTo>
                  <a:pt x="135672" y="30452"/>
                </a:lnTo>
                <a:lnTo>
                  <a:pt x="127211" y="0"/>
                </a:lnTo>
                <a:lnTo>
                  <a:pt x="111133" y="603"/>
                </a:lnTo>
                <a:lnTo>
                  <a:pt x="93658" y="6899"/>
                </a:lnTo>
                <a:lnTo>
                  <a:pt x="79218" y="39068"/>
                </a:lnTo>
                <a:lnTo>
                  <a:pt x="55646" y="60457"/>
                </a:lnTo>
                <a:lnTo>
                  <a:pt x="36031" y="45631"/>
                </a:lnTo>
                <a:lnTo>
                  <a:pt x="31049" y="60979"/>
                </a:lnTo>
                <a:lnTo>
                  <a:pt x="23234" y="51657"/>
                </a:lnTo>
                <a:lnTo>
                  <a:pt x="14518" y="59575"/>
                </a:lnTo>
                <a:lnTo>
                  <a:pt x="9637" y="53774"/>
                </a:lnTo>
                <a:lnTo>
                  <a:pt x="0" y="70927"/>
                </a:lnTo>
                <a:lnTo>
                  <a:pt x="63704" y="93157"/>
                </a:lnTo>
                <a:lnTo>
                  <a:pt x="32124" y="123085"/>
                </a:lnTo>
                <a:lnTo>
                  <a:pt x="25701" y="150327"/>
                </a:lnTo>
                <a:lnTo>
                  <a:pt x="29195" y="184884"/>
                </a:lnTo>
                <a:lnTo>
                  <a:pt x="47189" y="207732"/>
                </a:lnTo>
                <a:lnTo>
                  <a:pt x="52044" y="233118"/>
                </a:lnTo>
                <a:lnTo>
                  <a:pt x="33192" y="246379"/>
                </a:lnTo>
                <a:lnTo>
                  <a:pt x="34514" y="266442"/>
                </a:lnTo>
                <a:lnTo>
                  <a:pt x="47490" y="258485"/>
                </a:lnTo>
                <a:lnTo>
                  <a:pt x="67427" y="268846"/>
                </a:lnTo>
                <a:lnTo>
                  <a:pt x="78387" y="264381"/>
                </a:lnTo>
                <a:lnTo>
                  <a:pt x="94479" y="227048"/>
                </a:lnTo>
                <a:lnTo>
                  <a:pt x="112728" y="225408"/>
                </a:lnTo>
                <a:lnTo>
                  <a:pt x="129645" y="204771"/>
                </a:lnTo>
                <a:lnTo>
                  <a:pt x="156343" y="196473"/>
                </a:lnTo>
                <a:lnTo>
                  <a:pt x="205922" y="318813"/>
                </a:lnTo>
                <a:lnTo>
                  <a:pt x="201228" y="335420"/>
                </a:lnTo>
                <a:lnTo>
                  <a:pt x="190098" y="334569"/>
                </a:lnTo>
                <a:lnTo>
                  <a:pt x="189262" y="348041"/>
                </a:lnTo>
                <a:lnTo>
                  <a:pt x="181860" y="348438"/>
                </a:lnTo>
                <a:lnTo>
                  <a:pt x="183780" y="369208"/>
                </a:lnTo>
                <a:lnTo>
                  <a:pt x="161869" y="379296"/>
                </a:lnTo>
                <a:lnTo>
                  <a:pt x="150510" y="407287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ASUNCION"/>
          <p:cNvSpPr/>
          <p:nvPr/>
        </p:nvSpPr>
        <p:spPr>
          <a:xfrm>
            <a:off x="5190890" y="5577870"/>
            <a:ext cx="41139" cy="50143"/>
          </a:xfrm>
          <a:custGeom>
            <a:avLst/>
            <a:gdLst/>
            <a:ahLst/>
            <a:cxnLst/>
            <a:rect l="l" t="t" r="r" b="b"/>
            <a:pathLst>
              <a:path w="41139" h="50143">
                <a:moveTo>
                  <a:pt x="7822" y="50143"/>
                </a:moveTo>
                <a:lnTo>
                  <a:pt x="15896" y="28392"/>
                </a:lnTo>
                <a:lnTo>
                  <a:pt x="24271" y="37660"/>
                </a:lnTo>
                <a:lnTo>
                  <a:pt x="31928" y="30762"/>
                </a:lnTo>
                <a:lnTo>
                  <a:pt x="41139" y="5774"/>
                </a:lnTo>
                <a:lnTo>
                  <a:pt x="27678" y="0"/>
                </a:lnTo>
                <a:lnTo>
                  <a:pt x="0" y="17984"/>
                </a:lnTo>
                <a:lnTo>
                  <a:pt x="7822" y="50143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BOQUERON"/>
          <p:cNvSpPr/>
          <p:nvPr/>
        </p:nvSpPr>
        <p:spPr>
          <a:xfrm>
            <a:off x="3727696" y="3932163"/>
            <a:ext cx="972737" cy="1216823"/>
          </a:xfrm>
          <a:custGeom>
            <a:avLst/>
            <a:gdLst/>
            <a:ahLst/>
            <a:cxnLst/>
            <a:rect l="l" t="t" r="r" b="b"/>
            <a:pathLst>
              <a:path w="972737" h="1216823">
                <a:moveTo>
                  <a:pt x="963578" y="636850"/>
                </a:moveTo>
                <a:lnTo>
                  <a:pt x="791461" y="629889"/>
                </a:lnTo>
                <a:lnTo>
                  <a:pt x="815181" y="435233"/>
                </a:lnTo>
                <a:lnTo>
                  <a:pt x="861462" y="402765"/>
                </a:lnTo>
                <a:lnTo>
                  <a:pt x="846179" y="356433"/>
                </a:lnTo>
                <a:lnTo>
                  <a:pt x="845786" y="303920"/>
                </a:lnTo>
                <a:lnTo>
                  <a:pt x="810919" y="225237"/>
                </a:lnTo>
                <a:lnTo>
                  <a:pt x="813090" y="173463"/>
                </a:lnTo>
                <a:lnTo>
                  <a:pt x="301277" y="25917"/>
                </a:lnTo>
                <a:lnTo>
                  <a:pt x="272302" y="2386"/>
                </a:lnTo>
                <a:lnTo>
                  <a:pt x="212371" y="0"/>
                </a:lnTo>
                <a:lnTo>
                  <a:pt x="111099" y="151855"/>
                </a:lnTo>
                <a:lnTo>
                  <a:pt x="112481" y="310569"/>
                </a:lnTo>
                <a:lnTo>
                  <a:pt x="0" y="693016"/>
                </a:lnTo>
                <a:lnTo>
                  <a:pt x="1288" y="708492"/>
                </a:lnTo>
                <a:lnTo>
                  <a:pt x="24189" y="716394"/>
                </a:lnTo>
                <a:lnTo>
                  <a:pt x="30729" y="732263"/>
                </a:lnTo>
                <a:lnTo>
                  <a:pt x="50055" y="732888"/>
                </a:lnTo>
                <a:lnTo>
                  <a:pt x="78404" y="766226"/>
                </a:lnTo>
                <a:lnTo>
                  <a:pt x="86247" y="757076"/>
                </a:lnTo>
                <a:lnTo>
                  <a:pt x="89953" y="766585"/>
                </a:lnTo>
                <a:lnTo>
                  <a:pt x="105389" y="765692"/>
                </a:lnTo>
                <a:lnTo>
                  <a:pt x="102407" y="778800"/>
                </a:lnTo>
                <a:lnTo>
                  <a:pt x="123809" y="788455"/>
                </a:lnTo>
                <a:lnTo>
                  <a:pt x="112545" y="805447"/>
                </a:lnTo>
                <a:lnTo>
                  <a:pt x="129910" y="820939"/>
                </a:lnTo>
                <a:lnTo>
                  <a:pt x="128618" y="838075"/>
                </a:lnTo>
                <a:lnTo>
                  <a:pt x="172209" y="881457"/>
                </a:lnTo>
                <a:lnTo>
                  <a:pt x="180826" y="909435"/>
                </a:lnTo>
                <a:lnTo>
                  <a:pt x="189653" y="910066"/>
                </a:lnTo>
                <a:lnTo>
                  <a:pt x="187228" y="930931"/>
                </a:lnTo>
                <a:lnTo>
                  <a:pt x="258264" y="983849"/>
                </a:lnTo>
                <a:lnTo>
                  <a:pt x="267527" y="1009986"/>
                </a:lnTo>
                <a:lnTo>
                  <a:pt x="333644" y="1044425"/>
                </a:lnTo>
                <a:lnTo>
                  <a:pt x="329201" y="1051599"/>
                </a:lnTo>
                <a:lnTo>
                  <a:pt x="339237" y="1068520"/>
                </a:lnTo>
                <a:lnTo>
                  <a:pt x="379764" y="1076257"/>
                </a:lnTo>
                <a:lnTo>
                  <a:pt x="417898" y="1110341"/>
                </a:lnTo>
                <a:lnTo>
                  <a:pt x="429699" y="1105673"/>
                </a:lnTo>
                <a:lnTo>
                  <a:pt x="457817" y="1129674"/>
                </a:lnTo>
                <a:lnTo>
                  <a:pt x="454024" y="1143587"/>
                </a:lnTo>
                <a:lnTo>
                  <a:pt x="485972" y="1192093"/>
                </a:lnTo>
                <a:lnTo>
                  <a:pt x="502826" y="1192168"/>
                </a:lnTo>
                <a:lnTo>
                  <a:pt x="528189" y="1211949"/>
                </a:lnTo>
                <a:lnTo>
                  <a:pt x="544454" y="1209389"/>
                </a:lnTo>
                <a:lnTo>
                  <a:pt x="541500" y="1216823"/>
                </a:lnTo>
                <a:lnTo>
                  <a:pt x="554212" y="1212919"/>
                </a:lnTo>
                <a:lnTo>
                  <a:pt x="546713" y="1185844"/>
                </a:lnTo>
                <a:lnTo>
                  <a:pt x="579002" y="1159668"/>
                </a:lnTo>
                <a:lnTo>
                  <a:pt x="579114" y="1122724"/>
                </a:lnTo>
                <a:lnTo>
                  <a:pt x="600738" y="1128758"/>
                </a:lnTo>
                <a:lnTo>
                  <a:pt x="609659" y="1116347"/>
                </a:lnTo>
                <a:lnTo>
                  <a:pt x="718049" y="1103707"/>
                </a:lnTo>
                <a:lnTo>
                  <a:pt x="750391" y="1090876"/>
                </a:lnTo>
                <a:lnTo>
                  <a:pt x="789885" y="954495"/>
                </a:lnTo>
                <a:lnTo>
                  <a:pt x="784985" y="874796"/>
                </a:lnTo>
                <a:lnTo>
                  <a:pt x="850653" y="780815"/>
                </a:lnTo>
                <a:lnTo>
                  <a:pt x="852003" y="762090"/>
                </a:lnTo>
                <a:lnTo>
                  <a:pt x="862299" y="762099"/>
                </a:lnTo>
                <a:lnTo>
                  <a:pt x="862406" y="749588"/>
                </a:lnTo>
                <a:lnTo>
                  <a:pt x="887567" y="749588"/>
                </a:lnTo>
                <a:lnTo>
                  <a:pt x="883713" y="730662"/>
                </a:lnTo>
                <a:lnTo>
                  <a:pt x="891050" y="720076"/>
                </a:lnTo>
                <a:lnTo>
                  <a:pt x="972737" y="667035"/>
                </a:lnTo>
                <a:lnTo>
                  <a:pt x="963578" y="636850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CAAGUAZU"/>
          <p:cNvSpPr/>
          <p:nvPr/>
        </p:nvSpPr>
        <p:spPr>
          <a:xfrm>
            <a:off x="5429989" y="5334773"/>
            <a:ext cx="568207" cy="398363"/>
          </a:xfrm>
          <a:custGeom>
            <a:avLst/>
            <a:gdLst/>
            <a:ahLst/>
            <a:cxnLst/>
            <a:rect l="l" t="t" r="r" b="b"/>
            <a:pathLst>
              <a:path w="568207" h="398363">
                <a:moveTo>
                  <a:pt x="85595" y="170470"/>
                </a:moveTo>
                <a:lnTo>
                  <a:pt x="86419" y="224551"/>
                </a:lnTo>
                <a:lnTo>
                  <a:pt x="69554" y="224777"/>
                </a:lnTo>
                <a:lnTo>
                  <a:pt x="56290" y="257065"/>
                </a:lnTo>
                <a:lnTo>
                  <a:pt x="69360" y="274469"/>
                </a:lnTo>
                <a:lnTo>
                  <a:pt x="86512" y="269434"/>
                </a:lnTo>
                <a:lnTo>
                  <a:pt x="55438" y="302838"/>
                </a:lnTo>
                <a:lnTo>
                  <a:pt x="0" y="337198"/>
                </a:lnTo>
                <a:lnTo>
                  <a:pt x="56391" y="398363"/>
                </a:lnTo>
                <a:lnTo>
                  <a:pt x="94603" y="371744"/>
                </a:lnTo>
                <a:lnTo>
                  <a:pt x="125139" y="368810"/>
                </a:lnTo>
                <a:lnTo>
                  <a:pt x="137525" y="352630"/>
                </a:lnTo>
                <a:lnTo>
                  <a:pt x="271238" y="372354"/>
                </a:lnTo>
                <a:lnTo>
                  <a:pt x="312546" y="393993"/>
                </a:lnTo>
                <a:lnTo>
                  <a:pt x="341581" y="388797"/>
                </a:lnTo>
                <a:lnTo>
                  <a:pt x="349745" y="378273"/>
                </a:lnTo>
                <a:lnTo>
                  <a:pt x="370980" y="382247"/>
                </a:lnTo>
                <a:lnTo>
                  <a:pt x="405034" y="339220"/>
                </a:lnTo>
                <a:lnTo>
                  <a:pt x="420352" y="350019"/>
                </a:lnTo>
                <a:lnTo>
                  <a:pt x="434357" y="287319"/>
                </a:lnTo>
                <a:lnTo>
                  <a:pt x="449053" y="278776"/>
                </a:lnTo>
                <a:lnTo>
                  <a:pt x="463108" y="251203"/>
                </a:lnTo>
                <a:lnTo>
                  <a:pt x="502997" y="275586"/>
                </a:lnTo>
                <a:lnTo>
                  <a:pt x="532214" y="272944"/>
                </a:lnTo>
                <a:lnTo>
                  <a:pt x="543164" y="295126"/>
                </a:lnTo>
                <a:lnTo>
                  <a:pt x="568207" y="288775"/>
                </a:lnTo>
                <a:lnTo>
                  <a:pt x="556094" y="272816"/>
                </a:lnTo>
                <a:lnTo>
                  <a:pt x="555890" y="251352"/>
                </a:lnTo>
                <a:lnTo>
                  <a:pt x="537276" y="243660"/>
                </a:lnTo>
                <a:lnTo>
                  <a:pt x="542768" y="233525"/>
                </a:lnTo>
                <a:lnTo>
                  <a:pt x="499621" y="203555"/>
                </a:lnTo>
                <a:lnTo>
                  <a:pt x="488807" y="185096"/>
                </a:lnTo>
                <a:lnTo>
                  <a:pt x="462942" y="183684"/>
                </a:lnTo>
                <a:lnTo>
                  <a:pt x="447784" y="161206"/>
                </a:lnTo>
                <a:lnTo>
                  <a:pt x="442694" y="122224"/>
                </a:lnTo>
                <a:lnTo>
                  <a:pt x="457124" y="80292"/>
                </a:lnTo>
                <a:lnTo>
                  <a:pt x="456810" y="32604"/>
                </a:lnTo>
                <a:lnTo>
                  <a:pt x="471782" y="15927"/>
                </a:lnTo>
                <a:lnTo>
                  <a:pt x="499337" y="20151"/>
                </a:lnTo>
                <a:lnTo>
                  <a:pt x="504833" y="10040"/>
                </a:lnTo>
                <a:lnTo>
                  <a:pt x="492620" y="0"/>
                </a:lnTo>
                <a:lnTo>
                  <a:pt x="471381" y="657"/>
                </a:lnTo>
                <a:lnTo>
                  <a:pt x="453696" y="15837"/>
                </a:lnTo>
                <a:lnTo>
                  <a:pt x="444855" y="9035"/>
                </a:lnTo>
                <a:lnTo>
                  <a:pt x="436906" y="23880"/>
                </a:lnTo>
                <a:lnTo>
                  <a:pt x="410232" y="24349"/>
                </a:lnTo>
                <a:lnTo>
                  <a:pt x="403309" y="34015"/>
                </a:lnTo>
                <a:lnTo>
                  <a:pt x="394643" y="15978"/>
                </a:lnTo>
                <a:lnTo>
                  <a:pt x="383183" y="17049"/>
                </a:lnTo>
                <a:lnTo>
                  <a:pt x="368841" y="54812"/>
                </a:lnTo>
                <a:lnTo>
                  <a:pt x="339749" y="66082"/>
                </a:lnTo>
                <a:lnTo>
                  <a:pt x="331211" y="82573"/>
                </a:lnTo>
                <a:lnTo>
                  <a:pt x="339214" y="102085"/>
                </a:lnTo>
                <a:lnTo>
                  <a:pt x="333074" y="116701"/>
                </a:lnTo>
                <a:lnTo>
                  <a:pt x="319074" y="113520"/>
                </a:lnTo>
                <a:lnTo>
                  <a:pt x="296828" y="126919"/>
                </a:lnTo>
                <a:lnTo>
                  <a:pt x="256872" y="118436"/>
                </a:lnTo>
                <a:lnTo>
                  <a:pt x="243514" y="142580"/>
                </a:lnTo>
                <a:lnTo>
                  <a:pt x="225430" y="149763"/>
                </a:lnTo>
                <a:lnTo>
                  <a:pt x="214594" y="143528"/>
                </a:lnTo>
                <a:lnTo>
                  <a:pt x="209058" y="151612"/>
                </a:lnTo>
                <a:lnTo>
                  <a:pt x="176642" y="96381"/>
                </a:lnTo>
                <a:lnTo>
                  <a:pt x="169772" y="109787"/>
                </a:lnTo>
                <a:lnTo>
                  <a:pt x="193607" y="152237"/>
                </a:lnTo>
                <a:lnTo>
                  <a:pt x="137459" y="143120"/>
                </a:lnTo>
                <a:lnTo>
                  <a:pt x="98828" y="172569"/>
                </a:lnTo>
                <a:lnTo>
                  <a:pt x="85595" y="170470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CAAZAPA"/>
          <p:cNvSpPr/>
          <p:nvPr/>
        </p:nvSpPr>
        <p:spPr>
          <a:xfrm>
            <a:off x="5432087" y="5673908"/>
            <a:ext cx="470292" cy="407285"/>
          </a:xfrm>
          <a:custGeom>
            <a:avLst/>
            <a:gdLst/>
            <a:ahLst/>
            <a:cxnLst/>
            <a:rect l="l" t="t" r="r" b="b"/>
            <a:pathLst>
              <a:path w="470292" h="407285">
                <a:moveTo>
                  <a:pt x="64477" y="215074"/>
                </a:moveTo>
                <a:lnTo>
                  <a:pt x="61566" y="225600"/>
                </a:lnTo>
                <a:lnTo>
                  <a:pt x="47470" y="229488"/>
                </a:lnTo>
                <a:lnTo>
                  <a:pt x="25859" y="287597"/>
                </a:lnTo>
                <a:lnTo>
                  <a:pt x="0" y="326330"/>
                </a:lnTo>
                <a:lnTo>
                  <a:pt x="12153" y="334818"/>
                </a:lnTo>
                <a:lnTo>
                  <a:pt x="12617" y="352303"/>
                </a:lnTo>
                <a:lnTo>
                  <a:pt x="62336" y="366239"/>
                </a:lnTo>
                <a:lnTo>
                  <a:pt x="54797" y="383129"/>
                </a:lnTo>
                <a:lnTo>
                  <a:pt x="61014" y="391022"/>
                </a:lnTo>
                <a:lnTo>
                  <a:pt x="105189" y="407285"/>
                </a:lnTo>
                <a:lnTo>
                  <a:pt x="172906" y="376346"/>
                </a:lnTo>
                <a:lnTo>
                  <a:pt x="197680" y="379628"/>
                </a:lnTo>
                <a:lnTo>
                  <a:pt x="196181" y="366476"/>
                </a:lnTo>
                <a:lnTo>
                  <a:pt x="215125" y="353539"/>
                </a:lnTo>
                <a:lnTo>
                  <a:pt x="219942" y="330478"/>
                </a:lnTo>
                <a:lnTo>
                  <a:pt x="232982" y="320473"/>
                </a:lnTo>
                <a:lnTo>
                  <a:pt x="240569" y="328030"/>
                </a:lnTo>
                <a:lnTo>
                  <a:pt x="245460" y="317312"/>
                </a:lnTo>
                <a:lnTo>
                  <a:pt x="275615" y="317245"/>
                </a:lnTo>
                <a:lnTo>
                  <a:pt x="306749" y="276849"/>
                </a:lnTo>
                <a:lnTo>
                  <a:pt x="342593" y="267485"/>
                </a:lnTo>
                <a:lnTo>
                  <a:pt x="368313" y="286469"/>
                </a:lnTo>
                <a:lnTo>
                  <a:pt x="377997" y="270391"/>
                </a:lnTo>
                <a:lnTo>
                  <a:pt x="397031" y="264906"/>
                </a:lnTo>
                <a:lnTo>
                  <a:pt x="394397" y="251381"/>
                </a:lnTo>
                <a:lnTo>
                  <a:pt x="428377" y="252065"/>
                </a:lnTo>
                <a:lnTo>
                  <a:pt x="437735" y="238916"/>
                </a:lnTo>
                <a:lnTo>
                  <a:pt x="443015" y="186337"/>
                </a:lnTo>
                <a:lnTo>
                  <a:pt x="470292" y="171175"/>
                </a:lnTo>
                <a:lnTo>
                  <a:pt x="441453" y="149414"/>
                </a:lnTo>
                <a:lnTo>
                  <a:pt x="428080" y="164018"/>
                </a:lnTo>
                <a:lnTo>
                  <a:pt x="423078" y="152214"/>
                </a:lnTo>
                <a:lnTo>
                  <a:pt x="381622" y="151715"/>
                </a:lnTo>
                <a:lnTo>
                  <a:pt x="403254" y="50262"/>
                </a:lnTo>
                <a:lnTo>
                  <a:pt x="425911" y="31831"/>
                </a:lnTo>
                <a:lnTo>
                  <a:pt x="417507" y="7490"/>
                </a:lnTo>
                <a:lnTo>
                  <a:pt x="403115" y="0"/>
                </a:lnTo>
                <a:lnTo>
                  <a:pt x="385754" y="31170"/>
                </a:lnTo>
                <a:lnTo>
                  <a:pt x="356539" y="40779"/>
                </a:lnTo>
                <a:lnTo>
                  <a:pt x="343866" y="70073"/>
                </a:lnTo>
                <a:lnTo>
                  <a:pt x="319408" y="62303"/>
                </a:lnTo>
                <a:lnTo>
                  <a:pt x="321071" y="80576"/>
                </a:lnTo>
                <a:lnTo>
                  <a:pt x="294282" y="89118"/>
                </a:lnTo>
                <a:lnTo>
                  <a:pt x="275258" y="112965"/>
                </a:lnTo>
                <a:lnTo>
                  <a:pt x="257072" y="105616"/>
                </a:lnTo>
                <a:lnTo>
                  <a:pt x="235238" y="117714"/>
                </a:lnTo>
                <a:lnTo>
                  <a:pt x="220271" y="158842"/>
                </a:lnTo>
                <a:lnTo>
                  <a:pt x="196425" y="173017"/>
                </a:lnTo>
                <a:lnTo>
                  <a:pt x="166868" y="145061"/>
                </a:lnTo>
                <a:lnTo>
                  <a:pt x="145888" y="161133"/>
                </a:lnTo>
                <a:lnTo>
                  <a:pt x="128657" y="160344"/>
                </a:lnTo>
                <a:lnTo>
                  <a:pt x="131073" y="196947"/>
                </a:lnTo>
                <a:lnTo>
                  <a:pt x="92267" y="191040"/>
                </a:lnTo>
                <a:lnTo>
                  <a:pt x="87393" y="212538"/>
                </a:lnTo>
                <a:lnTo>
                  <a:pt x="64477" y="215074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CANINDEYU"/>
          <p:cNvSpPr/>
          <p:nvPr/>
        </p:nvSpPr>
        <p:spPr>
          <a:xfrm>
            <a:off x="5630841" y="5032805"/>
            <a:ext cx="562702" cy="404053"/>
          </a:xfrm>
          <a:custGeom>
            <a:avLst/>
            <a:gdLst/>
            <a:ahLst/>
            <a:cxnLst/>
            <a:rect l="l" t="t" r="r" b="b"/>
            <a:pathLst>
              <a:path w="562702" h="404053">
                <a:moveTo>
                  <a:pt x="138362" y="404053"/>
                </a:moveTo>
                <a:lnTo>
                  <a:pt x="130359" y="384541"/>
                </a:lnTo>
                <a:lnTo>
                  <a:pt x="138897" y="368050"/>
                </a:lnTo>
                <a:lnTo>
                  <a:pt x="167989" y="356780"/>
                </a:lnTo>
                <a:lnTo>
                  <a:pt x="182331" y="319017"/>
                </a:lnTo>
                <a:lnTo>
                  <a:pt x="193791" y="317946"/>
                </a:lnTo>
                <a:lnTo>
                  <a:pt x="202457" y="335983"/>
                </a:lnTo>
                <a:lnTo>
                  <a:pt x="270529" y="302625"/>
                </a:lnTo>
                <a:lnTo>
                  <a:pt x="305372" y="306591"/>
                </a:lnTo>
                <a:lnTo>
                  <a:pt x="316993" y="328044"/>
                </a:lnTo>
                <a:lnTo>
                  <a:pt x="370028" y="336715"/>
                </a:lnTo>
                <a:lnTo>
                  <a:pt x="374512" y="354463"/>
                </a:lnTo>
                <a:lnTo>
                  <a:pt x="391700" y="368619"/>
                </a:lnTo>
                <a:lnTo>
                  <a:pt x="411713" y="360610"/>
                </a:lnTo>
                <a:lnTo>
                  <a:pt x="433062" y="374068"/>
                </a:lnTo>
                <a:lnTo>
                  <a:pt x="446133" y="366606"/>
                </a:lnTo>
                <a:lnTo>
                  <a:pt x="446025" y="381685"/>
                </a:lnTo>
                <a:lnTo>
                  <a:pt x="474183" y="373735"/>
                </a:lnTo>
                <a:lnTo>
                  <a:pt x="506053" y="384133"/>
                </a:lnTo>
                <a:lnTo>
                  <a:pt x="516818" y="370572"/>
                </a:lnTo>
                <a:lnTo>
                  <a:pt x="537154" y="379596"/>
                </a:lnTo>
                <a:lnTo>
                  <a:pt x="545768" y="349086"/>
                </a:lnTo>
                <a:lnTo>
                  <a:pt x="540321" y="312776"/>
                </a:lnTo>
                <a:lnTo>
                  <a:pt x="562702" y="266452"/>
                </a:lnTo>
                <a:lnTo>
                  <a:pt x="537063" y="201675"/>
                </a:lnTo>
                <a:lnTo>
                  <a:pt x="561948" y="170382"/>
                </a:lnTo>
                <a:lnTo>
                  <a:pt x="526049" y="148497"/>
                </a:lnTo>
                <a:lnTo>
                  <a:pt x="509579" y="122192"/>
                </a:lnTo>
                <a:lnTo>
                  <a:pt x="441950" y="92600"/>
                </a:lnTo>
                <a:lnTo>
                  <a:pt x="431440" y="109289"/>
                </a:lnTo>
                <a:lnTo>
                  <a:pt x="376859" y="120675"/>
                </a:lnTo>
                <a:lnTo>
                  <a:pt x="362092" y="142159"/>
                </a:lnTo>
                <a:lnTo>
                  <a:pt x="345126" y="139137"/>
                </a:lnTo>
                <a:lnTo>
                  <a:pt x="326443" y="150497"/>
                </a:lnTo>
                <a:lnTo>
                  <a:pt x="313211" y="140550"/>
                </a:lnTo>
                <a:lnTo>
                  <a:pt x="277461" y="157094"/>
                </a:lnTo>
                <a:lnTo>
                  <a:pt x="255407" y="141530"/>
                </a:lnTo>
                <a:lnTo>
                  <a:pt x="244440" y="150975"/>
                </a:lnTo>
                <a:lnTo>
                  <a:pt x="226533" y="144426"/>
                </a:lnTo>
                <a:lnTo>
                  <a:pt x="213643" y="126062"/>
                </a:lnTo>
                <a:lnTo>
                  <a:pt x="211375" y="94832"/>
                </a:lnTo>
                <a:lnTo>
                  <a:pt x="218313" y="85519"/>
                </a:lnTo>
                <a:lnTo>
                  <a:pt x="214648" y="63945"/>
                </a:lnTo>
                <a:lnTo>
                  <a:pt x="223558" y="57535"/>
                </a:lnTo>
                <a:lnTo>
                  <a:pt x="207529" y="50392"/>
                </a:lnTo>
                <a:lnTo>
                  <a:pt x="207057" y="38533"/>
                </a:lnTo>
                <a:lnTo>
                  <a:pt x="186841" y="33438"/>
                </a:lnTo>
                <a:lnTo>
                  <a:pt x="191859" y="15730"/>
                </a:lnTo>
                <a:lnTo>
                  <a:pt x="184995" y="0"/>
                </a:lnTo>
                <a:lnTo>
                  <a:pt x="168428" y="41460"/>
                </a:lnTo>
                <a:lnTo>
                  <a:pt x="134078" y="44849"/>
                </a:lnTo>
                <a:lnTo>
                  <a:pt x="81264" y="95323"/>
                </a:lnTo>
                <a:lnTo>
                  <a:pt x="42729" y="95840"/>
                </a:lnTo>
                <a:lnTo>
                  <a:pt x="57463" y="161958"/>
                </a:lnTo>
                <a:lnTo>
                  <a:pt x="46636" y="159780"/>
                </a:lnTo>
                <a:lnTo>
                  <a:pt x="7985" y="189657"/>
                </a:lnTo>
                <a:lnTo>
                  <a:pt x="0" y="226837"/>
                </a:lnTo>
                <a:lnTo>
                  <a:pt x="13536" y="249330"/>
                </a:lnTo>
                <a:lnTo>
                  <a:pt x="14682" y="276405"/>
                </a:lnTo>
                <a:lnTo>
                  <a:pt x="43136" y="294102"/>
                </a:lnTo>
                <a:lnTo>
                  <a:pt x="97892" y="396973"/>
                </a:lnTo>
                <a:lnTo>
                  <a:pt x="138362" y="404053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CENTRAL"/>
          <p:cNvSpPr/>
          <p:nvPr/>
        </p:nvSpPr>
        <p:spPr>
          <a:xfrm>
            <a:off x="5144439" y="5537014"/>
            <a:ext cx="185759" cy="297638"/>
          </a:xfrm>
          <a:custGeom>
            <a:avLst/>
            <a:gdLst/>
            <a:ahLst/>
            <a:cxnLst/>
            <a:rect l="l" t="t" r="r" b="b"/>
            <a:pathLst>
              <a:path w="185759" h="297638">
                <a:moveTo>
                  <a:pt x="54273" y="90999"/>
                </a:moveTo>
                <a:lnTo>
                  <a:pt x="78910" y="112069"/>
                </a:lnTo>
                <a:lnTo>
                  <a:pt x="73427" y="150198"/>
                </a:lnTo>
                <a:lnTo>
                  <a:pt x="61055" y="166687"/>
                </a:lnTo>
                <a:lnTo>
                  <a:pt x="44747" y="160913"/>
                </a:lnTo>
                <a:lnTo>
                  <a:pt x="44756" y="180395"/>
                </a:lnTo>
                <a:lnTo>
                  <a:pt x="25381" y="177445"/>
                </a:lnTo>
                <a:lnTo>
                  <a:pt x="17508" y="192348"/>
                </a:lnTo>
                <a:lnTo>
                  <a:pt x="27933" y="200533"/>
                </a:lnTo>
                <a:lnTo>
                  <a:pt x="0" y="212997"/>
                </a:lnTo>
                <a:lnTo>
                  <a:pt x="5387" y="238299"/>
                </a:lnTo>
                <a:lnTo>
                  <a:pt x="21801" y="214971"/>
                </a:lnTo>
                <a:lnTo>
                  <a:pt x="25275" y="237576"/>
                </a:lnTo>
                <a:lnTo>
                  <a:pt x="66447" y="246806"/>
                </a:lnTo>
                <a:lnTo>
                  <a:pt x="62301" y="256069"/>
                </a:lnTo>
                <a:lnTo>
                  <a:pt x="91127" y="274896"/>
                </a:lnTo>
                <a:lnTo>
                  <a:pt x="85926" y="284939"/>
                </a:lnTo>
                <a:lnTo>
                  <a:pt x="96532" y="282107"/>
                </a:lnTo>
                <a:lnTo>
                  <a:pt x="96165" y="297638"/>
                </a:lnTo>
                <a:lnTo>
                  <a:pt x="120724" y="254092"/>
                </a:lnTo>
                <a:lnTo>
                  <a:pt x="105401" y="211432"/>
                </a:lnTo>
                <a:lnTo>
                  <a:pt x="120569" y="191678"/>
                </a:lnTo>
                <a:lnTo>
                  <a:pt x="119132" y="176466"/>
                </a:lnTo>
                <a:lnTo>
                  <a:pt x="142210" y="164466"/>
                </a:lnTo>
                <a:lnTo>
                  <a:pt x="149350" y="112409"/>
                </a:lnTo>
                <a:lnTo>
                  <a:pt x="172923" y="106705"/>
                </a:lnTo>
                <a:lnTo>
                  <a:pt x="185759" y="87603"/>
                </a:lnTo>
                <a:lnTo>
                  <a:pt x="155962" y="82378"/>
                </a:lnTo>
                <a:lnTo>
                  <a:pt x="142131" y="63316"/>
                </a:lnTo>
                <a:lnTo>
                  <a:pt x="143838" y="43490"/>
                </a:lnTo>
                <a:lnTo>
                  <a:pt x="95917" y="0"/>
                </a:lnTo>
                <a:lnTo>
                  <a:pt x="74129" y="40856"/>
                </a:lnTo>
                <a:lnTo>
                  <a:pt x="87883" y="46987"/>
                </a:lnTo>
                <a:lnTo>
                  <a:pt x="83338" y="64044"/>
                </a:lnTo>
                <a:lnTo>
                  <a:pt x="70722" y="78516"/>
                </a:lnTo>
                <a:lnTo>
                  <a:pt x="62126" y="69444"/>
                </a:lnTo>
                <a:lnTo>
                  <a:pt x="54273" y="90999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CONCEPCION"/>
          <p:cNvSpPr/>
          <p:nvPr/>
        </p:nvSpPr>
        <p:spPr>
          <a:xfrm>
            <a:off x="5095513" y="4571227"/>
            <a:ext cx="547743" cy="457155"/>
          </a:xfrm>
          <a:custGeom>
            <a:avLst/>
            <a:gdLst/>
            <a:ahLst/>
            <a:cxnLst/>
            <a:rect l="l" t="t" r="r" b="b"/>
            <a:pathLst>
              <a:path w="547743" h="457155">
                <a:moveTo>
                  <a:pt x="343151" y="68202"/>
                </a:moveTo>
                <a:lnTo>
                  <a:pt x="331038" y="65868"/>
                </a:lnTo>
                <a:lnTo>
                  <a:pt x="325361" y="52168"/>
                </a:lnTo>
                <a:lnTo>
                  <a:pt x="319770" y="58734"/>
                </a:lnTo>
                <a:lnTo>
                  <a:pt x="293060" y="44644"/>
                </a:lnTo>
                <a:lnTo>
                  <a:pt x="267722" y="53825"/>
                </a:lnTo>
                <a:lnTo>
                  <a:pt x="231806" y="40215"/>
                </a:lnTo>
                <a:lnTo>
                  <a:pt x="221402" y="53259"/>
                </a:lnTo>
                <a:lnTo>
                  <a:pt x="206183" y="43402"/>
                </a:lnTo>
                <a:lnTo>
                  <a:pt x="197814" y="52165"/>
                </a:lnTo>
                <a:lnTo>
                  <a:pt x="181939" y="47775"/>
                </a:lnTo>
                <a:lnTo>
                  <a:pt x="172333" y="36717"/>
                </a:lnTo>
                <a:lnTo>
                  <a:pt x="121388" y="29531"/>
                </a:lnTo>
                <a:lnTo>
                  <a:pt x="112185" y="3650"/>
                </a:lnTo>
                <a:lnTo>
                  <a:pt x="84023" y="2460"/>
                </a:lnTo>
                <a:lnTo>
                  <a:pt x="74586" y="16474"/>
                </a:lnTo>
                <a:lnTo>
                  <a:pt x="55584" y="21768"/>
                </a:lnTo>
                <a:lnTo>
                  <a:pt x="48508" y="11897"/>
                </a:lnTo>
                <a:lnTo>
                  <a:pt x="38144" y="17389"/>
                </a:lnTo>
                <a:lnTo>
                  <a:pt x="18530" y="11963"/>
                </a:lnTo>
                <a:lnTo>
                  <a:pt x="15128" y="0"/>
                </a:lnTo>
                <a:lnTo>
                  <a:pt x="0" y="1214"/>
                </a:lnTo>
                <a:lnTo>
                  <a:pt x="10715" y="15515"/>
                </a:lnTo>
                <a:lnTo>
                  <a:pt x="12128" y="62161"/>
                </a:lnTo>
                <a:lnTo>
                  <a:pt x="29930" y="59005"/>
                </a:lnTo>
                <a:lnTo>
                  <a:pt x="33915" y="78885"/>
                </a:lnTo>
                <a:lnTo>
                  <a:pt x="51620" y="94597"/>
                </a:lnTo>
                <a:lnTo>
                  <a:pt x="37520" y="107088"/>
                </a:lnTo>
                <a:lnTo>
                  <a:pt x="48604" y="156278"/>
                </a:lnTo>
                <a:lnTo>
                  <a:pt x="64888" y="179603"/>
                </a:lnTo>
                <a:lnTo>
                  <a:pt x="24585" y="184609"/>
                </a:lnTo>
                <a:lnTo>
                  <a:pt x="17964" y="208362"/>
                </a:lnTo>
                <a:lnTo>
                  <a:pt x="34615" y="230715"/>
                </a:lnTo>
                <a:lnTo>
                  <a:pt x="53758" y="235860"/>
                </a:lnTo>
                <a:lnTo>
                  <a:pt x="59848" y="254604"/>
                </a:lnTo>
                <a:lnTo>
                  <a:pt x="50477" y="266609"/>
                </a:lnTo>
                <a:lnTo>
                  <a:pt x="66774" y="284642"/>
                </a:lnTo>
                <a:lnTo>
                  <a:pt x="60175" y="303500"/>
                </a:lnTo>
                <a:lnTo>
                  <a:pt x="82962" y="323951"/>
                </a:lnTo>
                <a:lnTo>
                  <a:pt x="106188" y="324141"/>
                </a:lnTo>
                <a:lnTo>
                  <a:pt x="108793" y="351023"/>
                </a:lnTo>
                <a:lnTo>
                  <a:pt x="146974" y="383503"/>
                </a:lnTo>
                <a:lnTo>
                  <a:pt x="138381" y="405146"/>
                </a:lnTo>
                <a:lnTo>
                  <a:pt x="159644" y="446896"/>
                </a:lnTo>
                <a:lnTo>
                  <a:pt x="185544" y="457155"/>
                </a:lnTo>
                <a:lnTo>
                  <a:pt x="349552" y="430157"/>
                </a:lnTo>
                <a:lnTo>
                  <a:pt x="364930" y="438459"/>
                </a:lnTo>
                <a:lnTo>
                  <a:pt x="431442" y="440300"/>
                </a:lnTo>
                <a:lnTo>
                  <a:pt x="445870" y="425043"/>
                </a:lnTo>
                <a:lnTo>
                  <a:pt x="463148" y="428985"/>
                </a:lnTo>
                <a:lnTo>
                  <a:pt x="482263" y="415521"/>
                </a:lnTo>
                <a:lnTo>
                  <a:pt x="501476" y="395778"/>
                </a:lnTo>
                <a:lnTo>
                  <a:pt x="507608" y="373642"/>
                </a:lnTo>
                <a:lnTo>
                  <a:pt x="526931" y="366483"/>
                </a:lnTo>
                <a:lnTo>
                  <a:pt x="521762" y="355135"/>
                </a:lnTo>
                <a:lnTo>
                  <a:pt x="531466" y="333455"/>
                </a:lnTo>
                <a:lnTo>
                  <a:pt x="544639" y="332293"/>
                </a:lnTo>
                <a:lnTo>
                  <a:pt x="547743" y="307712"/>
                </a:lnTo>
                <a:lnTo>
                  <a:pt x="499288" y="193532"/>
                </a:lnTo>
                <a:lnTo>
                  <a:pt x="472796" y="202046"/>
                </a:lnTo>
                <a:lnTo>
                  <a:pt x="455879" y="222683"/>
                </a:lnTo>
                <a:lnTo>
                  <a:pt x="437630" y="224323"/>
                </a:lnTo>
                <a:lnTo>
                  <a:pt x="421538" y="261656"/>
                </a:lnTo>
                <a:lnTo>
                  <a:pt x="410578" y="266121"/>
                </a:lnTo>
                <a:lnTo>
                  <a:pt x="390641" y="255760"/>
                </a:lnTo>
                <a:lnTo>
                  <a:pt x="377004" y="262890"/>
                </a:lnTo>
                <a:lnTo>
                  <a:pt x="376343" y="243654"/>
                </a:lnTo>
                <a:lnTo>
                  <a:pt x="395195" y="230393"/>
                </a:lnTo>
                <a:lnTo>
                  <a:pt x="390340" y="205007"/>
                </a:lnTo>
                <a:lnTo>
                  <a:pt x="372346" y="182159"/>
                </a:lnTo>
                <a:lnTo>
                  <a:pt x="368852" y="147602"/>
                </a:lnTo>
                <a:lnTo>
                  <a:pt x="375275" y="120360"/>
                </a:lnTo>
                <a:lnTo>
                  <a:pt x="406855" y="90432"/>
                </a:lnTo>
                <a:lnTo>
                  <a:pt x="343151" y="68202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CORDILLERA"/>
          <p:cNvSpPr/>
          <p:nvPr/>
        </p:nvSpPr>
        <p:spPr>
          <a:xfrm>
            <a:off x="5246868" y="5455867"/>
            <a:ext cx="269633" cy="263901"/>
          </a:xfrm>
          <a:custGeom>
            <a:avLst/>
            <a:gdLst/>
            <a:ahLst/>
            <a:cxnLst/>
            <a:rect l="l" t="t" r="r" b="b"/>
            <a:pathLst>
              <a:path w="269633" h="263901">
                <a:moveTo>
                  <a:pt x="61526" y="25881"/>
                </a:moveTo>
                <a:lnTo>
                  <a:pt x="51178" y="28724"/>
                </a:lnTo>
                <a:lnTo>
                  <a:pt x="28943" y="70902"/>
                </a:lnTo>
                <a:lnTo>
                  <a:pt x="0" y="83464"/>
                </a:lnTo>
                <a:lnTo>
                  <a:pt x="42587" y="126289"/>
                </a:lnTo>
                <a:lnTo>
                  <a:pt x="40753" y="147588"/>
                </a:lnTo>
                <a:lnTo>
                  <a:pt x="55279" y="164788"/>
                </a:lnTo>
                <a:lnTo>
                  <a:pt x="80204" y="163275"/>
                </a:lnTo>
                <a:lnTo>
                  <a:pt x="114426" y="236937"/>
                </a:lnTo>
                <a:lnTo>
                  <a:pt x="167514" y="230896"/>
                </a:lnTo>
                <a:lnTo>
                  <a:pt x="157301" y="259480"/>
                </a:lnTo>
                <a:lnTo>
                  <a:pt x="176675" y="263901"/>
                </a:lnTo>
                <a:lnTo>
                  <a:pt x="197854" y="250152"/>
                </a:lnTo>
                <a:lnTo>
                  <a:pt x="222730" y="262047"/>
                </a:lnTo>
                <a:lnTo>
                  <a:pt x="183266" y="215063"/>
                </a:lnTo>
                <a:lnTo>
                  <a:pt x="238559" y="181744"/>
                </a:lnTo>
                <a:lnTo>
                  <a:pt x="269633" y="148340"/>
                </a:lnTo>
                <a:lnTo>
                  <a:pt x="252481" y="153375"/>
                </a:lnTo>
                <a:lnTo>
                  <a:pt x="239411" y="135971"/>
                </a:lnTo>
                <a:lnTo>
                  <a:pt x="252675" y="103683"/>
                </a:lnTo>
                <a:lnTo>
                  <a:pt x="269540" y="103457"/>
                </a:lnTo>
                <a:lnTo>
                  <a:pt x="268716" y="49376"/>
                </a:lnTo>
                <a:lnTo>
                  <a:pt x="253345" y="43178"/>
                </a:lnTo>
                <a:lnTo>
                  <a:pt x="233355" y="8175"/>
                </a:lnTo>
                <a:lnTo>
                  <a:pt x="219158" y="16772"/>
                </a:lnTo>
                <a:lnTo>
                  <a:pt x="155553" y="0"/>
                </a:lnTo>
                <a:lnTo>
                  <a:pt x="137166" y="43446"/>
                </a:lnTo>
                <a:lnTo>
                  <a:pt x="125185" y="44793"/>
                </a:lnTo>
                <a:lnTo>
                  <a:pt x="127531" y="55101"/>
                </a:lnTo>
                <a:lnTo>
                  <a:pt x="109833" y="56328"/>
                </a:lnTo>
                <a:lnTo>
                  <a:pt x="84179" y="34362"/>
                </a:lnTo>
                <a:lnTo>
                  <a:pt x="78617" y="41829"/>
                </a:lnTo>
                <a:lnTo>
                  <a:pt x="63126" y="34976"/>
                </a:lnTo>
                <a:lnTo>
                  <a:pt x="61526" y="25881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GUAIRA"/>
          <p:cNvSpPr/>
          <p:nvPr/>
        </p:nvSpPr>
        <p:spPr>
          <a:xfrm>
            <a:off x="5461713" y="5687110"/>
            <a:ext cx="327605" cy="202731"/>
          </a:xfrm>
          <a:custGeom>
            <a:avLst/>
            <a:gdLst/>
            <a:ahLst/>
            <a:cxnLst/>
            <a:rect l="l" t="t" r="r" b="b"/>
            <a:pathLst>
              <a:path w="327605" h="202731">
                <a:moveTo>
                  <a:pt x="327605" y="27402"/>
                </a:moveTo>
                <a:lnTo>
                  <a:pt x="280822" y="41656"/>
                </a:lnTo>
                <a:lnTo>
                  <a:pt x="239514" y="20017"/>
                </a:lnTo>
                <a:lnTo>
                  <a:pt x="126654" y="0"/>
                </a:lnTo>
                <a:lnTo>
                  <a:pt x="100121" y="2766"/>
                </a:lnTo>
                <a:lnTo>
                  <a:pt x="79242" y="23008"/>
                </a:lnTo>
                <a:lnTo>
                  <a:pt x="62826" y="19430"/>
                </a:lnTo>
                <a:lnTo>
                  <a:pt x="22892" y="43390"/>
                </a:lnTo>
                <a:lnTo>
                  <a:pt x="17097" y="63264"/>
                </a:lnTo>
                <a:lnTo>
                  <a:pt x="24089" y="91557"/>
                </a:lnTo>
                <a:lnTo>
                  <a:pt x="40831" y="112277"/>
                </a:lnTo>
                <a:lnTo>
                  <a:pt x="41205" y="132788"/>
                </a:lnTo>
                <a:lnTo>
                  <a:pt x="0" y="124093"/>
                </a:lnTo>
                <a:lnTo>
                  <a:pt x="13513" y="148964"/>
                </a:lnTo>
                <a:lnTo>
                  <a:pt x="10772" y="182462"/>
                </a:lnTo>
                <a:lnTo>
                  <a:pt x="35723" y="202731"/>
                </a:lnTo>
                <a:lnTo>
                  <a:pt x="42471" y="194922"/>
                </a:lnTo>
                <a:lnTo>
                  <a:pt x="57767" y="199336"/>
                </a:lnTo>
                <a:lnTo>
                  <a:pt x="62641" y="177838"/>
                </a:lnTo>
                <a:lnTo>
                  <a:pt x="101447" y="183745"/>
                </a:lnTo>
                <a:lnTo>
                  <a:pt x="99031" y="147142"/>
                </a:lnTo>
                <a:lnTo>
                  <a:pt x="116262" y="147931"/>
                </a:lnTo>
                <a:lnTo>
                  <a:pt x="137242" y="131859"/>
                </a:lnTo>
                <a:lnTo>
                  <a:pt x="169266" y="158935"/>
                </a:lnTo>
                <a:lnTo>
                  <a:pt x="190645" y="145640"/>
                </a:lnTo>
                <a:lnTo>
                  <a:pt x="205612" y="104512"/>
                </a:lnTo>
                <a:lnTo>
                  <a:pt x="227446" y="92414"/>
                </a:lnTo>
                <a:lnTo>
                  <a:pt x="245632" y="99763"/>
                </a:lnTo>
                <a:lnTo>
                  <a:pt x="264656" y="75916"/>
                </a:lnTo>
                <a:lnTo>
                  <a:pt x="291445" y="67374"/>
                </a:lnTo>
                <a:lnTo>
                  <a:pt x="289782" y="49101"/>
                </a:lnTo>
                <a:lnTo>
                  <a:pt x="314240" y="56871"/>
                </a:lnTo>
                <a:lnTo>
                  <a:pt x="327605" y="27402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ITAPUA"/>
          <p:cNvSpPr/>
          <p:nvPr/>
        </p:nvSpPr>
        <p:spPr>
          <a:xfrm>
            <a:off x="5421383" y="5856282"/>
            <a:ext cx="657703" cy="480318"/>
          </a:xfrm>
          <a:custGeom>
            <a:avLst/>
            <a:gdLst/>
            <a:ahLst/>
            <a:cxnLst/>
            <a:rect l="l" t="t" r="r" b="b"/>
            <a:pathLst>
              <a:path w="657703" h="480318">
                <a:moveTo>
                  <a:pt x="66468" y="203083"/>
                </a:moveTo>
                <a:lnTo>
                  <a:pt x="73531" y="337716"/>
                </a:lnTo>
                <a:lnTo>
                  <a:pt x="51516" y="366389"/>
                </a:lnTo>
                <a:lnTo>
                  <a:pt x="64680" y="399292"/>
                </a:lnTo>
                <a:lnTo>
                  <a:pt x="0" y="423050"/>
                </a:lnTo>
                <a:lnTo>
                  <a:pt x="39496" y="450355"/>
                </a:lnTo>
                <a:lnTo>
                  <a:pt x="56088" y="435653"/>
                </a:lnTo>
                <a:lnTo>
                  <a:pt x="86892" y="431267"/>
                </a:lnTo>
                <a:lnTo>
                  <a:pt x="118549" y="468965"/>
                </a:lnTo>
                <a:lnTo>
                  <a:pt x="144815" y="480318"/>
                </a:lnTo>
                <a:lnTo>
                  <a:pt x="173215" y="444317"/>
                </a:lnTo>
                <a:lnTo>
                  <a:pt x="174181" y="422568"/>
                </a:lnTo>
                <a:lnTo>
                  <a:pt x="231335" y="389643"/>
                </a:lnTo>
                <a:lnTo>
                  <a:pt x="292933" y="400181"/>
                </a:lnTo>
                <a:lnTo>
                  <a:pt x="311185" y="427042"/>
                </a:lnTo>
                <a:lnTo>
                  <a:pt x="339132" y="432869"/>
                </a:lnTo>
                <a:lnTo>
                  <a:pt x="380530" y="395397"/>
                </a:lnTo>
                <a:lnTo>
                  <a:pt x="384615" y="369153"/>
                </a:lnTo>
                <a:lnTo>
                  <a:pt x="371919" y="349268"/>
                </a:lnTo>
                <a:lnTo>
                  <a:pt x="388896" y="341950"/>
                </a:lnTo>
                <a:lnTo>
                  <a:pt x="390986" y="324804"/>
                </a:lnTo>
                <a:lnTo>
                  <a:pt x="421198" y="323635"/>
                </a:lnTo>
                <a:lnTo>
                  <a:pt x="423628" y="298130"/>
                </a:lnTo>
                <a:lnTo>
                  <a:pt x="443697" y="279679"/>
                </a:lnTo>
                <a:lnTo>
                  <a:pt x="477164" y="270711"/>
                </a:lnTo>
                <a:lnTo>
                  <a:pt x="493459" y="280843"/>
                </a:lnTo>
                <a:lnTo>
                  <a:pt x="513131" y="275551"/>
                </a:lnTo>
                <a:lnTo>
                  <a:pt x="513194" y="247281"/>
                </a:lnTo>
                <a:lnTo>
                  <a:pt x="538395" y="226191"/>
                </a:lnTo>
                <a:lnTo>
                  <a:pt x="566083" y="222051"/>
                </a:lnTo>
                <a:lnTo>
                  <a:pt x="571607" y="188717"/>
                </a:lnTo>
                <a:lnTo>
                  <a:pt x="609319" y="184832"/>
                </a:lnTo>
                <a:lnTo>
                  <a:pt x="617830" y="167198"/>
                </a:lnTo>
                <a:lnTo>
                  <a:pt x="613163" y="141331"/>
                </a:lnTo>
                <a:lnTo>
                  <a:pt x="641094" y="113312"/>
                </a:lnTo>
                <a:lnTo>
                  <a:pt x="657703" y="69602"/>
                </a:lnTo>
                <a:lnTo>
                  <a:pt x="644582" y="43430"/>
                </a:lnTo>
                <a:lnTo>
                  <a:pt x="642716" y="52360"/>
                </a:lnTo>
                <a:lnTo>
                  <a:pt x="624035" y="50261"/>
                </a:lnTo>
                <a:lnTo>
                  <a:pt x="612071" y="32268"/>
                </a:lnTo>
                <a:lnTo>
                  <a:pt x="605933" y="38259"/>
                </a:lnTo>
                <a:lnTo>
                  <a:pt x="591177" y="26150"/>
                </a:lnTo>
                <a:lnTo>
                  <a:pt x="584156" y="34334"/>
                </a:lnTo>
                <a:lnTo>
                  <a:pt x="580182" y="28623"/>
                </a:lnTo>
                <a:lnTo>
                  <a:pt x="579030" y="43784"/>
                </a:lnTo>
                <a:lnTo>
                  <a:pt x="568627" y="37488"/>
                </a:lnTo>
                <a:lnTo>
                  <a:pt x="568911" y="46886"/>
                </a:lnTo>
                <a:lnTo>
                  <a:pt x="543404" y="41558"/>
                </a:lnTo>
                <a:lnTo>
                  <a:pt x="534226" y="48270"/>
                </a:lnTo>
                <a:lnTo>
                  <a:pt x="513192" y="36431"/>
                </a:lnTo>
                <a:lnTo>
                  <a:pt x="477343" y="45866"/>
                </a:lnTo>
                <a:lnTo>
                  <a:pt x="459371" y="13261"/>
                </a:lnTo>
                <a:lnTo>
                  <a:pt x="461105" y="0"/>
                </a:lnTo>
                <a:lnTo>
                  <a:pt x="452087" y="8225"/>
                </a:lnTo>
                <a:lnTo>
                  <a:pt x="448439" y="56542"/>
                </a:lnTo>
                <a:lnTo>
                  <a:pt x="439081" y="69691"/>
                </a:lnTo>
                <a:lnTo>
                  <a:pt x="405101" y="69007"/>
                </a:lnTo>
                <a:lnTo>
                  <a:pt x="407735" y="82532"/>
                </a:lnTo>
                <a:lnTo>
                  <a:pt x="388701" y="88017"/>
                </a:lnTo>
                <a:lnTo>
                  <a:pt x="379017" y="104095"/>
                </a:lnTo>
                <a:lnTo>
                  <a:pt x="353297" y="85111"/>
                </a:lnTo>
                <a:lnTo>
                  <a:pt x="317453" y="94475"/>
                </a:lnTo>
                <a:lnTo>
                  <a:pt x="286319" y="134871"/>
                </a:lnTo>
                <a:lnTo>
                  <a:pt x="256164" y="134938"/>
                </a:lnTo>
                <a:lnTo>
                  <a:pt x="251273" y="145656"/>
                </a:lnTo>
                <a:lnTo>
                  <a:pt x="243686" y="138099"/>
                </a:lnTo>
                <a:lnTo>
                  <a:pt x="230646" y="148104"/>
                </a:lnTo>
                <a:lnTo>
                  <a:pt x="225829" y="171165"/>
                </a:lnTo>
                <a:lnTo>
                  <a:pt x="206885" y="184102"/>
                </a:lnTo>
                <a:lnTo>
                  <a:pt x="206730" y="198270"/>
                </a:lnTo>
                <a:lnTo>
                  <a:pt x="183655" y="193959"/>
                </a:lnTo>
                <a:lnTo>
                  <a:pt x="115805" y="224919"/>
                </a:lnTo>
                <a:lnTo>
                  <a:pt x="66468" y="203083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MISIONES"/>
          <p:cNvSpPr/>
          <p:nvPr/>
        </p:nvSpPr>
        <p:spPr>
          <a:xfrm>
            <a:off x="5168995" y="5947397"/>
            <a:ext cx="325919" cy="354825"/>
          </a:xfrm>
          <a:custGeom>
            <a:avLst/>
            <a:gdLst/>
            <a:ahLst/>
            <a:cxnLst/>
            <a:rect l="l" t="t" r="r" b="b"/>
            <a:pathLst>
              <a:path w="325919" h="354825">
                <a:moveTo>
                  <a:pt x="263124" y="52775"/>
                </a:moveTo>
                <a:lnTo>
                  <a:pt x="245269" y="27262"/>
                </a:lnTo>
                <a:lnTo>
                  <a:pt x="230322" y="33831"/>
                </a:lnTo>
                <a:lnTo>
                  <a:pt x="231668" y="23213"/>
                </a:lnTo>
                <a:lnTo>
                  <a:pt x="218907" y="11268"/>
                </a:lnTo>
                <a:lnTo>
                  <a:pt x="190831" y="0"/>
                </a:lnTo>
                <a:lnTo>
                  <a:pt x="168362" y="11334"/>
                </a:lnTo>
                <a:lnTo>
                  <a:pt x="154403" y="38745"/>
                </a:lnTo>
                <a:lnTo>
                  <a:pt x="144892" y="35915"/>
                </a:lnTo>
                <a:lnTo>
                  <a:pt x="150296" y="51920"/>
                </a:lnTo>
                <a:lnTo>
                  <a:pt x="140574" y="67632"/>
                </a:lnTo>
                <a:lnTo>
                  <a:pt x="97732" y="77788"/>
                </a:lnTo>
                <a:lnTo>
                  <a:pt x="86725" y="62235"/>
                </a:lnTo>
                <a:lnTo>
                  <a:pt x="69510" y="60850"/>
                </a:lnTo>
                <a:lnTo>
                  <a:pt x="68664" y="51685"/>
                </a:lnTo>
                <a:lnTo>
                  <a:pt x="42959" y="49875"/>
                </a:lnTo>
                <a:lnTo>
                  <a:pt x="20075" y="29307"/>
                </a:lnTo>
                <a:lnTo>
                  <a:pt x="23441" y="17751"/>
                </a:lnTo>
                <a:lnTo>
                  <a:pt x="10249" y="15174"/>
                </a:lnTo>
                <a:lnTo>
                  <a:pt x="8116" y="3717"/>
                </a:lnTo>
                <a:lnTo>
                  <a:pt x="0" y="7596"/>
                </a:lnTo>
                <a:lnTo>
                  <a:pt x="30301" y="132545"/>
                </a:lnTo>
                <a:lnTo>
                  <a:pt x="92468" y="218973"/>
                </a:lnTo>
                <a:lnTo>
                  <a:pt x="164978" y="234634"/>
                </a:lnTo>
                <a:lnTo>
                  <a:pt x="117963" y="333137"/>
                </a:lnTo>
                <a:lnTo>
                  <a:pt x="150319" y="349499"/>
                </a:lnTo>
                <a:lnTo>
                  <a:pt x="200553" y="354825"/>
                </a:lnTo>
                <a:lnTo>
                  <a:pt x="238600" y="331521"/>
                </a:lnTo>
                <a:lnTo>
                  <a:pt x="279799" y="327868"/>
                </a:lnTo>
                <a:lnTo>
                  <a:pt x="317046" y="308235"/>
                </a:lnTo>
                <a:lnTo>
                  <a:pt x="303904" y="275274"/>
                </a:lnTo>
                <a:lnTo>
                  <a:pt x="325919" y="246601"/>
                </a:lnTo>
                <a:lnTo>
                  <a:pt x="317881" y="110868"/>
                </a:lnTo>
                <a:lnTo>
                  <a:pt x="325637" y="93143"/>
                </a:lnTo>
                <a:lnTo>
                  <a:pt x="275709" y="78814"/>
                </a:lnTo>
                <a:lnTo>
                  <a:pt x="275245" y="61329"/>
                </a:lnTo>
                <a:lnTo>
                  <a:pt x="263124" y="52775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PARAGUARI"/>
          <p:cNvSpPr/>
          <p:nvPr/>
        </p:nvSpPr>
        <p:spPr>
          <a:xfrm>
            <a:off x="5167161" y="5634870"/>
            <a:ext cx="335757" cy="390315"/>
          </a:xfrm>
          <a:custGeom>
            <a:avLst/>
            <a:gdLst/>
            <a:ahLst/>
            <a:cxnLst/>
            <a:rect l="l" t="t" r="r" b="b"/>
            <a:pathLst>
              <a:path w="335757" h="390315">
                <a:moveTo>
                  <a:pt x="163011" y="0"/>
                </a:moveTo>
                <a:lnTo>
                  <a:pt x="126628" y="14553"/>
                </a:lnTo>
                <a:lnTo>
                  <a:pt x="119488" y="66610"/>
                </a:lnTo>
                <a:lnTo>
                  <a:pt x="98825" y="74755"/>
                </a:lnTo>
                <a:lnTo>
                  <a:pt x="97847" y="93822"/>
                </a:lnTo>
                <a:lnTo>
                  <a:pt x="82679" y="113576"/>
                </a:lnTo>
                <a:lnTo>
                  <a:pt x="98291" y="154433"/>
                </a:lnTo>
                <a:lnTo>
                  <a:pt x="73443" y="199782"/>
                </a:lnTo>
                <a:lnTo>
                  <a:pt x="79898" y="244767"/>
                </a:lnTo>
                <a:lnTo>
                  <a:pt x="74188" y="239429"/>
                </a:lnTo>
                <a:lnTo>
                  <a:pt x="49496" y="251191"/>
                </a:lnTo>
                <a:lnTo>
                  <a:pt x="20355" y="289998"/>
                </a:lnTo>
                <a:lnTo>
                  <a:pt x="15463" y="312123"/>
                </a:lnTo>
                <a:lnTo>
                  <a:pt x="7587" y="305293"/>
                </a:lnTo>
                <a:lnTo>
                  <a:pt x="0" y="314168"/>
                </a:lnTo>
                <a:lnTo>
                  <a:pt x="25275" y="330278"/>
                </a:lnTo>
                <a:lnTo>
                  <a:pt x="21909" y="341834"/>
                </a:lnTo>
                <a:lnTo>
                  <a:pt x="44793" y="362402"/>
                </a:lnTo>
                <a:lnTo>
                  <a:pt x="70498" y="364212"/>
                </a:lnTo>
                <a:lnTo>
                  <a:pt x="71344" y="373377"/>
                </a:lnTo>
                <a:lnTo>
                  <a:pt x="88559" y="374762"/>
                </a:lnTo>
                <a:lnTo>
                  <a:pt x="99566" y="390315"/>
                </a:lnTo>
                <a:lnTo>
                  <a:pt x="142408" y="380159"/>
                </a:lnTo>
                <a:lnTo>
                  <a:pt x="152130" y="364447"/>
                </a:lnTo>
                <a:lnTo>
                  <a:pt x="146726" y="348442"/>
                </a:lnTo>
                <a:lnTo>
                  <a:pt x="156237" y="351272"/>
                </a:lnTo>
                <a:lnTo>
                  <a:pt x="170196" y="323861"/>
                </a:lnTo>
                <a:lnTo>
                  <a:pt x="192665" y="312527"/>
                </a:lnTo>
                <a:lnTo>
                  <a:pt x="220741" y="323795"/>
                </a:lnTo>
                <a:lnTo>
                  <a:pt x="233502" y="335740"/>
                </a:lnTo>
                <a:lnTo>
                  <a:pt x="232156" y="346358"/>
                </a:lnTo>
                <a:lnTo>
                  <a:pt x="247103" y="339789"/>
                </a:lnTo>
                <a:lnTo>
                  <a:pt x="265107" y="365267"/>
                </a:lnTo>
                <a:lnTo>
                  <a:pt x="290785" y="326635"/>
                </a:lnTo>
                <a:lnTo>
                  <a:pt x="312396" y="268526"/>
                </a:lnTo>
                <a:lnTo>
                  <a:pt x="329492" y="255605"/>
                </a:lnTo>
                <a:lnTo>
                  <a:pt x="305324" y="234702"/>
                </a:lnTo>
                <a:lnTo>
                  <a:pt x="308065" y="201204"/>
                </a:lnTo>
                <a:lnTo>
                  <a:pt x="294552" y="176333"/>
                </a:lnTo>
                <a:lnTo>
                  <a:pt x="335757" y="185028"/>
                </a:lnTo>
                <a:lnTo>
                  <a:pt x="335383" y="164517"/>
                </a:lnTo>
                <a:lnTo>
                  <a:pt x="318641" y="143797"/>
                </a:lnTo>
                <a:lnTo>
                  <a:pt x="311649" y="115504"/>
                </a:lnTo>
                <a:lnTo>
                  <a:pt x="317444" y="95630"/>
                </a:lnTo>
                <a:lnTo>
                  <a:pt x="277561" y="71149"/>
                </a:lnTo>
                <a:lnTo>
                  <a:pt x="256382" y="84898"/>
                </a:lnTo>
                <a:lnTo>
                  <a:pt x="237008" y="80477"/>
                </a:lnTo>
                <a:lnTo>
                  <a:pt x="247221" y="51893"/>
                </a:lnTo>
                <a:lnTo>
                  <a:pt x="194133" y="57934"/>
                </a:lnTo>
                <a:lnTo>
                  <a:pt x="182071" y="40076"/>
                </a:lnTo>
                <a:lnTo>
                  <a:pt x="181606" y="17278"/>
                </a:lnTo>
                <a:lnTo>
                  <a:pt x="163011" y="0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PRESIDENTE HAYES"/>
          <p:cNvSpPr/>
          <p:nvPr/>
        </p:nvSpPr>
        <p:spPr>
          <a:xfrm>
            <a:off x="4274409" y="4569013"/>
            <a:ext cx="1069205" cy="1050311"/>
          </a:xfrm>
          <a:custGeom>
            <a:avLst/>
            <a:gdLst/>
            <a:ahLst/>
            <a:cxnLst/>
            <a:rect l="l" t="t" r="r" b="b"/>
            <a:pathLst>
              <a:path w="1069205" h="1050311">
                <a:moveTo>
                  <a:pt x="944159" y="1008857"/>
                </a:moveTo>
                <a:lnTo>
                  <a:pt x="961592" y="969255"/>
                </a:lnTo>
                <a:lnTo>
                  <a:pt x="1001402" y="957756"/>
                </a:lnTo>
                <a:lnTo>
                  <a:pt x="1026130" y="912772"/>
                </a:lnTo>
                <a:lnTo>
                  <a:pt x="1048613" y="913576"/>
                </a:lnTo>
                <a:lnTo>
                  <a:pt x="1024854" y="884934"/>
                </a:lnTo>
                <a:lnTo>
                  <a:pt x="1044870" y="859135"/>
                </a:lnTo>
                <a:lnTo>
                  <a:pt x="1045375" y="840651"/>
                </a:lnTo>
                <a:lnTo>
                  <a:pt x="1063250" y="837608"/>
                </a:lnTo>
                <a:lnTo>
                  <a:pt x="1066813" y="814733"/>
                </a:lnTo>
                <a:lnTo>
                  <a:pt x="1055829" y="798994"/>
                </a:lnTo>
                <a:lnTo>
                  <a:pt x="1065608" y="785897"/>
                </a:lnTo>
                <a:lnTo>
                  <a:pt x="1055940" y="771920"/>
                </a:lnTo>
                <a:lnTo>
                  <a:pt x="1069205" y="760480"/>
                </a:lnTo>
                <a:lnTo>
                  <a:pt x="1052456" y="690566"/>
                </a:lnTo>
                <a:lnTo>
                  <a:pt x="1030820" y="662618"/>
                </a:lnTo>
                <a:lnTo>
                  <a:pt x="1052089" y="644024"/>
                </a:lnTo>
                <a:lnTo>
                  <a:pt x="1035457" y="629940"/>
                </a:lnTo>
                <a:lnTo>
                  <a:pt x="1050967" y="618036"/>
                </a:lnTo>
                <a:lnTo>
                  <a:pt x="1042291" y="611444"/>
                </a:lnTo>
                <a:lnTo>
                  <a:pt x="1045547" y="601117"/>
                </a:lnTo>
                <a:lnTo>
                  <a:pt x="1023661" y="587027"/>
                </a:lnTo>
                <a:lnTo>
                  <a:pt x="1038555" y="576579"/>
                </a:lnTo>
                <a:lnTo>
                  <a:pt x="1031923" y="566281"/>
                </a:lnTo>
                <a:lnTo>
                  <a:pt x="1038795" y="548340"/>
                </a:lnTo>
                <a:lnTo>
                  <a:pt x="1031350" y="543373"/>
                </a:lnTo>
                <a:lnTo>
                  <a:pt x="1037637" y="531955"/>
                </a:lnTo>
                <a:lnTo>
                  <a:pt x="989873" y="505601"/>
                </a:lnTo>
                <a:lnTo>
                  <a:pt x="973870" y="467929"/>
                </a:lnTo>
                <a:lnTo>
                  <a:pt x="980556" y="439276"/>
                </a:lnTo>
                <a:lnTo>
                  <a:pt x="959485" y="407360"/>
                </a:lnTo>
                <a:lnTo>
                  <a:pt x="968078" y="385717"/>
                </a:lnTo>
                <a:lnTo>
                  <a:pt x="929897" y="353237"/>
                </a:lnTo>
                <a:lnTo>
                  <a:pt x="927292" y="326355"/>
                </a:lnTo>
                <a:lnTo>
                  <a:pt x="904066" y="326165"/>
                </a:lnTo>
                <a:lnTo>
                  <a:pt x="881279" y="305714"/>
                </a:lnTo>
                <a:lnTo>
                  <a:pt x="887878" y="286856"/>
                </a:lnTo>
                <a:lnTo>
                  <a:pt x="871581" y="268823"/>
                </a:lnTo>
                <a:lnTo>
                  <a:pt x="880952" y="256818"/>
                </a:lnTo>
                <a:lnTo>
                  <a:pt x="874862" y="238074"/>
                </a:lnTo>
                <a:lnTo>
                  <a:pt x="855719" y="232929"/>
                </a:lnTo>
                <a:lnTo>
                  <a:pt x="837246" y="205154"/>
                </a:lnTo>
                <a:lnTo>
                  <a:pt x="845689" y="186823"/>
                </a:lnTo>
                <a:lnTo>
                  <a:pt x="886017" y="185227"/>
                </a:lnTo>
                <a:lnTo>
                  <a:pt x="869708" y="158492"/>
                </a:lnTo>
                <a:lnTo>
                  <a:pt x="861479" y="103039"/>
                </a:lnTo>
                <a:lnTo>
                  <a:pt x="764489" y="87567"/>
                </a:lnTo>
                <a:lnTo>
                  <a:pt x="740578" y="33097"/>
                </a:lnTo>
                <a:lnTo>
                  <a:pt x="465722" y="22962"/>
                </a:lnTo>
                <a:lnTo>
                  <a:pt x="416865" y="0"/>
                </a:lnTo>
                <a:lnTo>
                  <a:pt x="426024" y="30185"/>
                </a:lnTo>
                <a:lnTo>
                  <a:pt x="344337" y="83226"/>
                </a:lnTo>
                <a:lnTo>
                  <a:pt x="337000" y="93812"/>
                </a:lnTo>
                <a:lnTo>
                  <a:pt x="340854" y="112738"/>
                </a:lnTo>
                <a:lnTo>
                  <a:pt x="315693" y="112738"/>
                </a:lnTo>
                <a:lnTo>
                  <a:pt x="315586" y="125249"/>
                </a:lnTo>
                <a:lnTo>
                  <a:pt x="305290" y="125240"/>
                </a:lnTo>
                <a:lnTo>
                  <a:pt x="303940" y="143965"/>
                </a:lnTo>
                <a:lnTo>
                  <a:pt x="238272" y="237946"/>
                </a:lnTo>
                <a:lnTo>
                  <a:pt x="243172" y="317645"/>
                </a:lnTo>
                <a:lnTo>
                  <a:pt x="203678" y="454026"/>
                </a:lnTo>
                <a:lnTo>
                  <a:pt x="171336" y="466857"/>
                </a:lnTo>
                <a:lnTo>
                  <a:pt x="62946" y="479497"/>
                </a:lnTo>
                <a:lnTo>
                  <a:pt x="54025" y="491908"/>
                </a:lnTo>
                <a:lnTo>
                  <a:pt x="32401" y="485874"/>
                </a:lnTo>
                <a:lnTo>
                  <a:pt x="33470" y="519732"/>
                </a:lnTo>
                <a:lnTo>
                  <a:pt x="0" y="548994"/>
                </a:lnTo>
                <a:lnTo>
                  <a:pt x="3550" y="568583"/>
                </a:lnTo>
                <a:lnTo>
                  <a:pt x="27292" y="585566"/>
                </a:lnTo>
                <a:lnTo>
                  <a:pt x="57689" y="589523"/>
                </a:lnTo>
                <a:lnTo>
                  <a:pt x="58639" y="602616"/>
                </a:lnTo>
                <a:lnTo>
                  <a:pt x="101081" y="608767"/>
                </a:lnTo>
                <a:lnTo>
                  <a:pt x="122510" y="627361"/>
                </a:lnTo>
                <a:lnTo>
                  <a:pt x="154069" y="632384"/>
                </a:lnTo>
                <a:lnTo>
                  <a:pt x="211099" y="619470"/>
                </a:lnTo>
                <a:lnTo>
                  <a:pt x="231412" y="626714"/>
                </a:lnTo>
                <a:lnTo>
                  <a:pt x="385255" y="723324"/>
                </a:lnTo>
                <a:lnTo>
                  <a:pt x="401248" y="747737"/>
                </a:lnTo>
                <a:lnTo>
                  <a:pt x="415290" y="752149"/>
                </a:lnTo>
                <a:lnTo>
                  <a:pt x="421885" y="771369"/>
                </a:lnTo>
                <a:lnTo>
                  <a:pt x="487346" y="814647"/>
                </a:lnTo>
                <a:lnTo>
                  <a:pt x="533038" y="828857"/>
                </a:lnTo>
                <a:lnTo>
                  <a:pt x="581559" y="864154"/>
                </a:lnTo>
                <a:lnTo>
                  <a:pt x="605349" y="864754"/>
                </a:lnTo>
                <a:lnTo>
                  <a:pt x="621065" y="883095"/>
                </a:lnTo>
                <a:lnTo>
                  <a:pt x="650363" y="879771"/>
                </a:lnTo>
                <a:lnTo>
                  <a:pt x="679692" y="892515"/>
                </a:lnTo>
                <a:lnTo>
                  <a:pt x="720945" y="937122"/>
                </a:lnTo>
                <a:lnTo>
                  <a:pt x="752903" y="913661"/>
                </a:lnTo>
                <a:lnTo>
                  <a:pt x="798826" y="951647"/>
                </a:lnTo>
                <a:lnTo>
                  <a:pt x="817308" y="948283"/>
                </a:lnTo>
                <a:lnTo>
                  <a:pt x="821745" y="963290"/>
                </a:lnTo>
                <a:lnTo>
                  <a:pt x="859824" y="963181"/>
                </a:lnTo>
                <a:lnTo>
                  <a:pt x="867052" y="979231"/>
                </a:lnTo>
                <a:lnTo>
                  <a:pt x="891627" y="993751"/>
                </a:lnTo>
                <a:lnTo>
                  <a:pt x="889858" y="1007592"/>
                </a:lnTo>
                <a:lnTo>
                  <a:pt x="915994" y="1050311"/>
                </a:lnTo>
                <a:lnTo>
                  <a:pt x="916481" y="1026841"/>
                </a:lnTo>
                <a:lnTo>
                  <a:pt x="944159" y="1008857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SAN PEDRO"/>
          <p:cNvSpPr/>
          <p:nvPr/>
        </p:nvSpPr>
        <p:spPr>
          <a:xfrm>
            <a:off x="5248279" y="4964198"/>
            <a:ext cx="520924" cy="547997"/>
          </a:xfrm>
          <a:custGeom>
            <a:avLst/>
            <a:gdLst/>
            <a:ahLst/>
            <a:cxnLst/>
            <a:rect l="l" t="t" r="r" b="b"/>
            <a:pathLst>
              <a:path w="520924" h="547997">
                <a:moveTo>
                  <a:pt x="7788" y="53957"/>
                </a:moveTo>
                <a:lnTo>
                  <a:pt x="0" y="72744"/>
                </a:lnTo>
                <a:lnTo>
                  <a:pt x="16003" y="110416"/>
                </a:lnTo>
                <a:lnTo>
                  <a:pt x="63767" y="136770"/>
                </a:lnTo>
                <a:lnTo>
                  <a:pt x="57480" y="148188"/>
                </a:lnTo>
                <a:lnTo>
                  <a:pt x="64925" y="153155"/>
                </a:lnTo>
                <a:lnTo>
                  <a:pt x="58053" y="171096"/>
                </a:lnTo>
                <a:lnTo>
                  <a:pt x="64685" y="181394"/>
                </a:lnTo>
                <a:lnTo>
                  <a:pt x="49791" y="191842"/>
                </a:lnTo>
                <a:lnTo>
                  <a:pt x="71677" y="205932"/>
                </a:lnTo>
                <a:lnTo>
                  <a:pt x="68421" y="216259"/>
                </a:lnTo>
                <a:lnTo>
                  <a:pt x="77097" y="222851"/>
                </a:lnTo>
                <a:lnTo>
                  <a:pt x="61587" y="234755"/>
                </a:lnTo>
                <a:lnTo>
                  <a:pt x="78219" y="248839"/>
                </a:lnTo>
                <a:lnTo>
                  <a:pt x="56950" y="267433"/>
                </a:lnTo>
                <a:lnTo>
                  <a:pt x="78586" y="295381"/>
                </a:lnTo>
                <a:lnTo>
                  <a:pt x="95335" y="365295"/>
                </a:lnTo>
                <a:lnTo>
                  <a:pt x="82070" y="376735"/>
                </a:lnTo>
                <a:lnTo>
                  <a:pt x="91738" y="390712"/>
                </a:lnTo>
                <a:lnTo>
                  <a:pt x="81959" y="403809"/>
                </a:lnTo>
                <a:lnTo>
                  <a:pt x="92943" y="419548"/>
                </a:lnTo>
                <a:lnTo>
                  <a:pt x="89380" y="442423"/>
                </a:lnTo>
                <a:lnTo>
                  <a:pt x="71505" y="445466"/>
                </a:lnTo>
                <a:lnTo>
                  <a:pt x="71000" y="463950"/>
                </a:lnTo>
                <a:lnTo>
                  <a:pt x="50984" y="489749"/>
                </a:lnTo>
                <a:lnTo>
                  <a:pt x="75482" y="513399"/>
                </a:lnTo>
                <a:lnTo>
                  <a:pt x="71998" y="521182"/>
                </a:lnTo>
                <a:lnTo>
                  <a:pt x="60115" y="517550"/>
                </a:lnTo>
                <a:lnTo>
                  <a:pt x="61715" y="526645"/>
                </a:lnTo>
                <a:lnTo>
                  <a:pt x="77206" y="533498"/>
                </a:lnTo>
                <a:lnTo>
                  <a:pt x="82622" y="525976"/>
                </a:lnTo>
                <a:lnTo>
                  <a:pt x="108422" y="547997"/>
                </a:lnTo>
                <a:lnTo>
                  <a:pt x="126426" y="546698"/>
                </a:lnTo>
                <a:lnTo>
                  <a:pt x="123774" y="536462"/>
                </a:lnTo>
                <a:lnTo>
                  <a:pt x="135755" y="535115"/>
                </a:lnTo>
                <a:lnTo>
                  <a:pt x="154142" y="491669"/>
                </a:lnTo>
                <a:lnTo>
                  <a:pt x="217747" y="508441"/>
                </a:lnTo>
                <a:lnTo>
                  <a:pt x="231944" y="499844"/>
                </a:lnTo>
                <a:lnTo>
                  <a:pt x="252274" y="535170"/>
                </a:lnTo>
                <a:lnTo>
                  <a:pt x="280538" y="543144"/>
                </a:lnTo>
                <a:lnTo>
                  <a:pt x="319169" y="513695"/>
                </a:lnTo>
                <a:lnTo>
                  <a:pt x="375317" y="522812"/>
                </a:lnTo>
                <a:lnTo>
                  <a:pt x="351482" y="480362"/>
                </a:lnTo>
                <a:lnTo>
                  <a:pt x="358352" y="466956"/>
                </a:lnTo>
                <a:lnTo>
                  <a:pt x="390768" y="522187"/>
                </a:lnTo>
                <a:lnTo>
                  <a:pt x="396304" y="514103"/>
                </a:lnTo>
                <a:lnTo>
                  <a:pt x="407140" y="520338"/>
                </a:lnTo>
                <a:lnTo>
                  <a:pt x="425224" y="513155"/>
                </a:lnTo>
                <a:lnTo>
                  <a:pt x="438582" y="489011"/>
                </a:lnTo>
                <a:lnTo>
                  <a:pt x="478538" y="497494"/>
                </a:lnTo>
                <a:lnTo>
                  <a:pt x="500784" y="484095"/>
                </a:lnTo>
                <a:lnTo>
                  <a:pt x="516556" y="486174"/>
                </a:lnTo>
                <a:lnTo>
                  <a:pt x="520924" y="472660"/>
                </a:lnTo>
                <a:lnTo>
                  <a:pt x="480454" y="465580"/>
                </a:lnTo>
                <a:lnTo>
                  <a:pt x="425698" y="362709"/>
                </a:lnTo>
                <a:lnTo>
                  <a:pt x="397244" y="345012"/>
                </a:lnTo>
                <a:lnTo>
                  <a:pt x="396098" y="317937"/>
                </a:lnTo>
                <a:lnTo>
                  <a:pt x="382797" y="299598"/>
                </a:lnTo>
                <a:lnTo>
                  <a:pt x="390547" y="258264"/>
                </a:lnTo>
                <a:lnTo>
                  <a:pt x="429198" y="228387"/>
                </a:lnTo>
                <a:lnTo>
                  <a:pt x="440025" y="230565"/>
                </a:lnTo>
                <a:lnTo>
                  <a:pt x="425122" y="164035"/>
                </a:lnTo>
                <a:lnTo>
                  <a:pt x="441093" y="138256"/>
                </a:lnTo>
                <a:lnTo>
                  <a:pt x="426949" y="92892"/>
                </a:lnTo>
                <a:lnTo>
                  <a:pt x="418887" y="85353"/>
                </a:lnTo>
                <a:lnTo>
                  <a:pt x="415383" y="94536"/>
                </a:lnTo>
                <a:lnTo>
                  <a:pt x="399758" y="95076"/>
                </a:lnTo>
                <a:lnTo>
                  <a:pt x="393378" y="82067"/>
                </a:lnTo>
                <a:lnTo>
                  <a:pt x="383789" y="47162"/>
                </a:lnTo>
                <a:lnTo>
                  <a:pt x="385007" y="0"/>
                </a:lnTo>
                <a:lnTo>
                  <a:pt x="347325" y="6412"/>
                </a:lnTo>
                <a:lnTo>
                  <a:pt x="310574" y="35917"/>
                </a:lnTo>
                <a:lnTo>
                  <a:pt x="297117" y="30304"/>
                </a:lnTo>
                <a:lnTo>
                  <a:pt x="278676" y="47329"/>
                </a:lnTo>
                <a:lnTo>
                  <a:pt x="212164" y="45488"/>
                </a:lnTo>
                <a:lnTo>
                  <a:pt x="196786" y="37186"/>
                </a:lnTo>
                <a:lnTo>
                  <a:pt x="32778" y="64184"/>
                </a:lnTo>
                <a:lnTo>
                  <a:pt x="7788" y="53957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ÑEEMBUCU"/>
          <p:cNvSpPr/>
          <p:nvPr/>
        </p:nvSpPr>
        <p:spPr>
          <a:xfrm>
            <a:off x="4898998" y="5751980"/>
            <a:ext cx="434975" cy="537266"/>
          </a:xfrm>
          <a:custGeom>
            <a:avLst/>
            <a:gdLst/>
            <a:ahLst/>
            <a:cxnLst/>
            <a:rect l="l" t="t" r="r" b="b"/>
            <a:pathLst>
              <a:path w="434975" h="537266">
                <a:moveTo>
                  <a:pt x="269997" y="203013"/>
                </a:moveTo>
                <a:lnTo>
                  <a:pt x="272600" y="189183"/>
                </a:lnTo>
                <a:lnTo>
                  <a:pt x="281728" y="195430"/>
                </a:lnTo>
                <a:lnTo>
                  <a:pt x="288706" y="188054"/>
                </a:lnTo>
                <a:lnTo>
                  <a:pt x="288518" y="172888"/>
                </a:lnTo>
                <a:lnTo>
                  <a:pt x="317659" y="134081"/>
                </a:lnTo>
                <a:lnTo>
                  <a:pt x="342351" y="122319"/>
                </a:lnTo>
                <a:lnTo>
                  <a:pt x="346902" y="129004"/>
                </a:lnTo>
                <a:lnTo>
                  <a:pt x="344409" y="111961"/>
                </a:lnTo>
                <a:lnTo>
                  <a:pt x="350863" y="110957"/>
                </a:lnTo>
                <a:lnTo>
                  <a:pt x="342184" y="67418"/>
                </a:lnTo>
                <a:lnTo>
                  <a:pt x="331426" y="70215"/>
                </a:lnTo>
                <a:lnTo>
                  <a:pt x="336568" y="59930"/>
                </a:lnTo>
                <a:lnTo>
                  <a:pt x="310420" y="44294"/>
                </a:lnTo>
                <a:lnTo>
                  <a:pt x="311888" y="31840"/>
                </a:lnTo>
                <a:lnTo>
                  <a:pt x="268913" y="21119"/>
                </a:lnTo>
                <a:lnTo>
                  <a:pt x="267195" y="0"/>
                </a:lnTo>
                <a:lnTo>
                  <a:pt x="255198" y="9559"/>
                </a:lnTo>
                <a:lnTo>
                  <a:pt x="256308" y="21366"/>
                </a:lnTo>
                <a:lnTo>
                  <a:pt x="234589" y="31191"/>
                </a:lnTo>
                <a:lnTo>
                  <a:pt x="241319" y="46290"/>
                </a:lnTo>
                <a:lnTo>
                  <a:pt x="225436" y="61342"/>
                </a:lnTo>
                <a:lnTo>
                  <a:pt x="237134" y="76284"/>
                </a:lnTo>
                <a:lnTo>
                  <a:pt x="189452" y="107910"/>
                </a:lnTo>
                <a:lnTo>
                  <a:pt x="168146" y="111504"/>
                </a:lnTo>
                <a:lnTo>
                  <a:pt x="160440" y="133675"/>
                </a:lnTo>
                <a:lnTo>
                  <a:pt x="147647" y="132830"/>
                </a:lnTo>
                <a:lnTo>
                  <a:pt x="163684" y="148162"/>
                </a:lnTo>
                <a:lnTo>
                  <a:pt x="146297" y="159557"/>
                </a:lnTo>
                <a:lnTo>
                  <a:pt x="147585" y="185225"/>
                </a:lnTo>
                <a:lnTo>
                  <a:pt x="129274" y="202142"/>
                </a:lnTo>
                <a:lnTo>
                  <a:pt x="141431" y="220183"/>
                </a:lnTo>
                <a:lnTo>
                  <a:pt x="126529" y="225296"/>
                </a:lnTo>
                <a:lnTo>
                  <a:pt x="138264" y="281382"/>
                </a:lnTo>
                <a:lnTo>
                  <a:pt x="118226" y="281655"/>
                </a:lnTo>
                <a:lnTo>
                  <a:pt x="121372" y="315808"/>
                </a:lnTo>
                <a:lnTo>
                  <a:pt x="89295" y="336204"/>
                </a:lnTo>
                <a:lnTo>
                  <a:pt x="99614" y="352595"/>
                </a:lnTo>
                <a:lnTo>
                  <a:pt x="47909" y="371047"/>
                </a:lnTo>
                <a:lnTo>
                  <a:pt x="56638" y="392122"/>
                </a:lnTo>
                <a:lnTo>
                  <a:pt x="42132" y="396102"/>
                </a:lnTo>
                <a:lnTo>
                  <a:pt x="44798" y="415154"/>
                </a:lnTo>
                <a:lnTo>
                  <a:pt x="31860" y="406424"/>
                </a:lnTo>
                <a:lnTo>
                  <a:pt x="31103" y="429292"/>
                </a:lnTo>
                <a:lnTo>
                  <a:pt x="3563" y="436675"/>
                </a:lnTo>
                <a:lnTo>
                  <a:pt x="0" y="454278"/>
                </a:lnTo>
                <a:lnTo>
                  <a:pt x="19137" y="467585"/>
                </a:lnTo>
                <a:lnTo>
                  <a:pt x="15037" y="493271"/>
                </a:lnTo>
                <a:lnTo>
                  <a:pt x="116705" y="477121"/>
                </a:lnTo>
                <a:lnTo>
                  <a:pt x="143830" y="483942"/>
                </a:lnTo>
                <a:lnTo>
                  <a:pt x="186867" y="477846"/>
                </a:lnTo>
                <a:lnTo>
                  <a:pt x="221214" y="490891"/>
                </a:lnTo>
                <a:lnTo>
                  <a:pt x="232306" y="483995"/>
                </a:lnTo>
                <a:lnTo>
                  <a:pt x="246864" y="501203"/>
                </a:lnTo>
                <a:lnTo>
                  <a:pt x="288092" y="504468"/>
                </a:lnTo>
                <a:lnTo>
                  <a:pt x="342263" y="537266"/>
                </a:lnTo>
                <a:lnTo>
                  <a:pt x="387960" y="528554"/>
                </a:lnTo>
                <a:lnTo>
                  <a:pt x="434975" y="430051"/>
                </a:lnTo>
                <a:lnTo>
                  <a:pt x="362465" y="414390"/>
                </a:lnTo>
                <a:lnTo>
                  <a:pt x="300298" y="327962"/>
                </a:lnTo>
                <a:lnTo>
                  <a:pt x="269997" y="203013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PARAGUAY · CROSS-SECTOR SNAPSHOT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Sector Overview — key indicators and recommended interventions by sector</a:t>
            </a:r>
            <a:endParaRPr lang="en-US" sz="1700"/>
          </a:p>
        </p:txBody>
      </p:sp>
      <p:sp>
        <p:nvSpPr>
          <p:cNvPr id="4" name="Shape 2"/>
          <p:cNvSpPr/>
          <p:nvPr/>
        </p:nvSpPr>
        <p:spPr>
          <a:xfrm>
            <a:off x="512064" y="1005840"/>
            <a:ext cx="50292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519602" cy="5047488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1519602" cy="603504"/>
          </a:xfrm>
          <a:prstGeom prst="rect">
            <a:avLst/>
          </a:prstGeom>
          <a:solidFill>
            <a:srgbClr val="333F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1188720"/>
            <a:ext cx="14830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 &amp; Nutrition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135501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U5 mortality 16/1K; neonatal stable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HIV prevalence 0.5%; TB rising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Obesity 69% adults; NCDs key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Stunting 3.2% — low for region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576072" y="4864608"/>
            <a:ext cx="1373298" cy="1280160"/>
          </a:xfrm>
          <a:prstGeom prst="rect">
            <a:avLst/>
          </a:prstGeom>
          <a:solidFill>
            <a:srgbClr val="F4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6072" y="4864608"/>
            <a:ext cx="1373298" cy="0"/>
          </a:xfrm>
          <a:prstGeom prst="line">
            <a:avLst/>
          </a:prstGeom>
          <a:noFill/>
          <a:ln w="190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6072" y="4937760"/>
            <a:ext cx="13915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RECOMMENDED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612648" y="5175504"/>
            <a:ext cx="130014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NCD prevention; maternal care; health system equity.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2113962" y="1188720"/>
            <a:ext cx="1519602" cy="5047488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113962" y="1188720"/>
            <a:ext cx="1519602" cy="603504"/>
          </a:xfrm>
          <a:prstGeom prst="rect">
            <a:avLst/>
          </a:prstGeom>
          <a:solidFill>
            <a:srgbClr val="333F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132250" y="1188720"/>
            <a:ext cx="14830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Education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2205402" y="1920240"/>
            <a:ext cx="135501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Literacy 95% — above LAC mean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Secondary enrolment ~79%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Teacher quality; rural access gap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Avg schooling 8.9 yrs (2020)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2187114" y="4864608"/>
            <a:ext cx="1373298" cy="1280160"/>
          </a:xfrm>
          <a:prstGeom prst="rect">
            <a:avLst/>
          </a:prstGeom>
          <a:solidFill>
            <a:srgbClr val="F4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187114" y="4864608"/>
            <a:ext cx="1373298" cy="0"/>
          </a:xfrm>
          <a:prstGeom prst="line">
            <a:avLst/>
          </a:prstGeom>
          <a:noFill/>
          <a:ln w="190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187114" y="4937760"/>
            <a:ext cx="13915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RECOMMENDED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2223690" y="5175504"/>
            <a:ext cx="130014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Rural school access; teacher training; TVET expansion.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3725004" y="1188720"/>
            <a:ext cx="1519602" cy="5047488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725004" y="1188720"/>
            <a:ext cx="1519602" cy="603504"/>
          </a:xfrm>
          <a:prstGeom prst="rect">
            <a:avLst/>
          </a:prstGeom>
          <a:solidFill>
            <a:srgbClr val="333F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743292" y="1188720"/>
            <a:ext cx="14830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Food Security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3816444" y="1920240"/>
            <a:ext cx="135501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GHI score 5.2 — low hunger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Undernourishment 5.2% (FAO)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IPC acute-crisis zones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Agro-export economy strong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3798156" y="4864608"/>
            <a:ext cx="1373298" cy="1280160"/>
          </a:xfrm>
          <a:prstGeom prst="rect">
            <a:avLst/>
          </a:prstGeom>
          <a:solidFill>
            <a:srgbClr val="F4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798156" y="4864608"/>
            <a:ext cx="1373298" cy="0"/>
          </a:xfrm>
          <a:prstGeom prst="line">
            <a:avLst/>
          </a:prstGeom>
          <a:noFill/>
          <a:ln w="190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798156" y="4937760"/>
            <a:ext cx="13915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RECOMMENDED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3834732" y="5175504"/>
            <a:ext cx="130014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Diversification; social protection; smallholder support.</a:t>
            </a:r>
            <a:endParaRPr lang="en-US" sz="1200"/>
          </a:p>
        </p:txBody>
      </p:sp>
      <p:sp>
        <p:nvSpPr>
          <p:cNvPr id="29" name="Shape 27"/>
          <p:cNvSpPr/>
          <p:nvPr/>
        </p:nvSpPr>
        <p:spPr>
          <a:xfrm>
            <a:off x="5336047" y="1188720"/>
            <a:ext cx="1519602" cy="5047488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336047" y="1188720"/>
            <a:ext cx="1519602" cy="603504"/>
          </a:xfrm>
          <a:prstGeom prst="rect">
            <a:avLst/>
          </a:prstGeom>
          <a:solidFill>
            <a:srgbClr val="333F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354335" y="1188720"/>
            <a:ext cx="14830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Agriculture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5427487" y="1920240"/>
            <a:ext cx="135501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~12% of GDP; 40% exports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Soy 10.3Mt 2024/25 (USDA)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6th global soy producer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Beef 8th largest exporter</a:t>
            </a:r>
            <a:endParaRPr lang="en-US" sz="1200"/>
          </a:p>
        </p:txBody>
      </p:sp>
      <p:sp>
        <p:nvSpPr>
          <p:cNvPr id="33" name="Shape 31"/>
          <p:cNvSpPr/>
          <p:nvPr/>
        </p:nvSpPr>
        <p:spPr>
          <a:xfrm>
            <a:off x="5409199" y="4864608"/>
            <a:ext cx="1373298" cy="1280160"/>
          </a:xfrm>
          <a:prstGeom prst="rect">
            <a:avLst/>
          </a:prstGeom>
          <a:solidFill>
            <a:srgbClr val="F4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409199" y="4864608"/>
            <a:ext cx="1373298" cy="0"/>
          </a:xfrm>
          <a:prstGeom prst="line">
            <a:avLst/>
          </a:prstGeom>
          <a:noFill/>
          <a:ln w="190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09199" y="4937760"/>
            <a:ext cx="13915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RECOMMENDED</a:t>
            </a:r>
            <a:endParaRPr lang="en-US" sz="1100"/>
          </a:p>
        </p:txBody>
      </p:sp>
      <p:sp>
        <p:nvSpPr>
          <p:cNvPr id="36" name="Text 34"/>
          <p:cNvSpPr/>
          <p:nvPr/>
        </p:nvSpPr>
        <p:spPr>
          <a:xfrm>
            <a:off x="5445775" y="5175504"/>
            <a:ext cx="130014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Sustainable intensification; value-add processing; logistics.</a:t>
            </a:r>
            <a:endParaRPr lang="en-US" sz="1200"/>
          </a:p>
        </p:txBody>
      </p:sp>
      <p:sp>
        <p:nvSpPr>
          <p:cNvPr id="37" name="Shape 35"/>
          <p:cNvSpPr/>
          <p:nvPr/>
        </p:nvSpPr>
        <p:spPr>
          <a:xfrm>
            <a:off x="6947089" y="1188720"/>
            <a:ext cx="1519602" cy="5047488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947089" y="1188720"/>
            <a:ext cx="1519602" cy="603504"/>
          </a:xfrm>
          <a:prstGeom prst="rect">
            <a:avLst/>
          </a:prstGeom>
          <a:solidFill>
            <a:srgbClr val="333F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965377" y="1188720"/>
            <a:ext cx="14830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Biodiversity &amp; Forests</a:t>
            </a:r>
            <a:endParaRPr lang="en-US" sz="1200"/>
          </a:p>
        </p:txBody>
      </p:sp>
      <p:sp>
        <p:nvSpPr>
          <p:cNvPr id="40" name="Text 38"/>
          <p:cNvSpPr/>
          <p:nvPr/>
        </p:nvSpPr>
        <p:spPr>
          <a:xfrm>
            <a:off x="7038529" y="1920240"/>
            <a:ext cx="135501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Forest 38% land; Chaco at risk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Chaco lost 2.4M ha 2010–19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688 bird &amp; 181 mammal species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Only 15% protected areas</a:t>
            </a:r>
            <a:endParaRPr lang="en-US" sz="1200"/>
          </a:p>
        </p:txBody>
      </p:sp>
      <p:sp>
        <p:nvSpPr>
          <p:cNvPr id="41" name="Shape 39"/>
          <p:cNvSpPr/>
          <p:nvPr/>
        </p:nvSpPr>
        <p:spPr>
          <a:xfrm>
            <a:off x="7020241" y="4864608"/>
            <a:ext cx="1373298" cy="1280160"/>
          </a:xfrm>
          <a:prstGeom prst="rect">
            <a:avLst/>
          </a:prstGeom>
          <a:solidFill>
            <a:srgbClr val="F4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020241" y="4864608"/>
            <a:ext cx="1373298" cy="0"/>
          </a:xfrm>
          <a:prstGeom prst="line">
            <a:avLst/>
          </a:prstGeom>
          <a:noFill/>
          <a:ln w="190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020241" y="4937760"/>
            <a:ext cx="13915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RECOMMENDED</a:t>
            </a:r>
            <a:endParaRPr lang="en-US" sz="1100"/>
          </a:p>
        </p:txBody>
      </p:sp>
      <p:sp>
        <p:nvSpPr>
          <p:cNvPr id="44" name="Text 42"/>
          <p:cNvSpPr/>
          <p:nvPr/>
        </p:nvSpPr>
        <p:spPr>
          <a:xfrm>
            <a:off x="7056817" y="5175504"/>
            <a:ext cx="130014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Protected-area enforcement; REDD+; anti-deforestation law.</a:t>
            </a:r>
            <a:endParaRPr lang="en-US" sz="1200"/>
          </a:p>
        </p:txBody>
      </p:sp>
      <p:sp>
        <p:nvSpPr>
          <p:cNvPr id="45" name="Shape 43"/>
          <p:cNvSpPr/>
          <p:nvPr/>
        </p:nvSpPr>
        <p:spPr>
          <a:xfrm>
            <a:off x="8558131" y="1188720"/>
            <a:ext cx="1519602" cy="5047488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558131" y="1188720"/>
            <a:ext cx="1519602" cy="603504"/>
          </a:xfrm>
          <a:prstGeom prst="rect">
            <a:avLst/>
          </a:prstGeom>
          <a:solidFill>
            <a:srgbClr val="333F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576419" y="1188720"/>
            <a:ext cx="14830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Infrastructure</a:t>
            </a:r>
            <a:endParaRPr lang="en-US" sz="1200"/>
          </a:p>
        </p:txBody>
      </p:sp>
      <p:sp>
        <p:nvSpPr>
          <p:cNvPr id="48" name="Text 46"/>
          <p:cNvSpPr/>
          <p:nvPr/>
        </p:nvSpPr>
        <p:spPr>
          <a:xfrm>
            <a:off x="8649571" y="1920240"/>
            <a:ext cx="135501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Electricity access 99.8%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 hydropower; major exporter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Itaipú &amp; Yacyretá generation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River logistics constrained</a:t>
            </a:r>
            <a:endParaRPr lang="en-US" sz="1200"/>
          </a:p>
        </p:txBody>
      </p:sp>
      <p:sp>
        <p:nvSpPr>
          <p:cNvPr id="49" name="Shape 47"/>
          <p:cNvSpPr/>
          <p:nvPr/>
        </p:nvSpPr>
        <p:spPr>
          <a:xfrm>
            <a:off x="8631283" y="4864608"/>
            <a:ext cx="1373298" cy="1280160"/>
          </a:xfrm>
          <a:prstGeom prst="rect">
            <a:avLst/>
          </a:prstGeom>
          <a:solidFill>
            <a:srgbClr val="F4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8631283" y="4864608"/>
            <a:ext cx="1373298" cy="0"/>
          </a:xfrm>
          <a:prstGeom prst="line">
            <a:avLst/>
          </a:prstGeom>
          <a:noFill/>
          <a:ln w="190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631283" y="4937760"/>
            <a:ext cx="13915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RECOMMENDED</a:t>
            </a:r>
            <a:endParaRPr lang="en-US" sz="1100"/>
          </a:p>
        </p:txBody>
      </p:sp>
      <p:sp>
        <p:nvSpPr>
          <p:cNvPr id="52" name="Text 50"/>
          <p:cNvSpPr/>
          <p:nvPr/>
        </p:nvSpPr>
        <p:spPr>
          <a:xfrm>
            <a:off x="8667859" y="5175504"/>
            <a:ext cx="130014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Waterway modernisation; transmission upgrades; rural roads.</a:t>
            </a:r>
            <a:endParaRPr lang="en-US" sz="1200"/>
          </a:p>
        </p:txBody>
      </p:sp>
      <p:sp>
        <p:nvSpPr>
          <p:cNvPr id="53" name="Shape 51"/>
          <p:cNvSpPr/>
          <p:nvPr/>
        </p:nvSpPr>
        <p:spPr>
          <a:xfrm>
            <a:off x="10169173" y="1188720"/>
            <a:ext cx="1519602" cy="5047488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0169173" y="1188720"/>
            <a:ext cx="1519602" cy="603504"/>
          </a:xfrm>
          <a:prstGeom prst="rect">
            <a:avLst/>
          </a:prstGeom>
          <a:solidFill>
            <a:srgbClr val="333F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0187461" y="1188720"/>
            <a:ext cx="14830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WASH</a:t>
            </a:r>
            <a:endParaRPr lang="en-US" sz="1200"/>
          </a:p>
        </p:txBody>
      </p:sp>
      <p:sp>
        <p:nvSpPr>
          <p:cNvPr id="56" name="Text 54"/>
          <p:cNvSpPr/>
          <p:nvPr/>
        </p:nvSpPr>
        <p:spPr>
          <a:xfrm>
            <a:off x="10260613" y="1920240"/>
            <a:ext cx="135501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Safely managed water ~64%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Basic sanitation ~96%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 defecation &lt;1%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Rural piped water gap persists</a:t>
            </a:r>
            <a:endParaRPr lang="en-US" sz="1200"/>
          </a:p>
        </p:txBody>
      </p:sp>
      <p:sp>
        <p:nvSpPr>
          <p:cNvPr id="57" name="Shape 55"/>
          <p:cNvSpPr/>
          <p:nvPr/>
        </p:nvSpPr>
        <p:spPr>
          <a:xfrm>
            <a:off x="10242325" y="4864608"/>
            <a:ext cx="1373298" cy="1280160"/>
          </a:xfrm>
          <a:prstGeom prst="rect">
            <a:avLst/>
          </a:prstGeom>
          <a:solidFill>
            <a:srgbClr val="F4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0242325" y="4864608"/>
            <a:ext cx="1373298" cy="0"/>
          </a:xfrm>
          <a:prstGeom prst="line">
            <a:avLst/>
          </a:prstGeom>
          <a:noFill/>
          <a:ln w="190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0242325" y="4937760"/>
            <a:ext cx="13915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RECOMMENDED</a:t>
            </a:r>
            <a:endParaRPr lang="en-US" sz="1100"/>
          </a:p>
        </p:txBody>
      </p:sp>
      <p:sp>
        <p:nvSpPr>
          <p:cNvPr id="60" name="Text 58"/>
          <p:cNvSpPr/>
          <p:nvPr/>
        </p:nvSpPr>
        <p:spPr>
          <a:xfrm>
            <a:off x="10278901" y="5175504"/>
            <a:ext cx="130014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Rural water networks; utility efficiency; pipe replacement.</a:t>
            </a:r>
            <a:endParaRPr lang="en-US" sz="1200"/>
          </a:p>
        </p:txBody>
      </p:sp>
      <p:sp>
        <p:nvSpPr>
          <p:cNvPr id="61" name="Shape 59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Sources: World Bank · UN IGME · PAHO · FAO · JMP · USDA FAS · UNESCO UIS</a:t>
            </a:r>
            <a:endParaRPr lang="en-US" sz="1200"/>
          </a:p>
        </p:txBody>
      </p:sp>
      <p:sp>
        <p:nvSpPr>
          <p:cNvPr id="63" name="Text 61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02 / 23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ACTORS &amp; ENGAGEMENT · POLITICAL CONTEXT · JULY 2026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Engagement approach with key stakeholders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512064" y="1005840"/>
            <a:ext cx="50292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11183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Peña (Colorado) won 2023 (~43%). Sep 2025 protests over INDI reversed; Cartes retains party grip. Opposition fragmented — PLRA weakened, Cruzada Nacional split. Economy strong; investment-grade from all three agencies.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502920" y="170078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BLOC · KEY FIGURES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3520440" y="170078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ENGAGE ON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5806440" y="170078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TO ENGAGE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9098280" y="1700784"/>
            <a:ext cx="2587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EFFECT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502920" y="1956816"/>
            <a:ext cx="11183112" cy="0"/>
          </a:xfrm>
          <a:prstGeom prst="line">
            <a:avLst/>
          </a:prstGeom>
          <a:noFill/>
          <a:ln w="12700">
            <a:solidFill>
              <a:srgbClr val="1D25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048256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Central government · Colorado Party
</a:t>
            </a: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Peña (President) · Alliana (VP) · Fernández (Economy)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3520440" y="2048256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Infrastructure · digital transition · energy monetisation · Itaipú renegotiation.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5806440" y="2048256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Presidency + technocratic ministries; pro-market framing; avoid endorsing Cartes wing.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9098280" y="2048256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Empowers reformist wing amid Cartes influence.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502920" y="2843784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898648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Colorado Party machinery
</a:t>
            </a: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Cartes (ex-President, party chief) · Honor Colorado bloc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3520440" y="289864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Nothing directly — political context.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5806440" y="289864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Formal state frameworks only. Highly sensitive.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9098280" y="2898648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Any tilt reads as backing internal faction.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502920" y="3694176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37490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Political opposition
</a:t>
            </a: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Alegre (PLRA) · Concertación bloc · Cubas (Cruzada)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3520440" y="37490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Rule of law · civic space · transparency — cautiously.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5806440" y="37490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Low-key, even-handed; no internal contest interference.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9098280" y="3749040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Signals concern; opposition remains weak.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502920" y="4544568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4599432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Indigenous &amp; rural councils
</a:t>
            </a: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 · Indigenous communities · Rural cooperatives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3520440" y="459943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Land rights · Chaco resilience · social services.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5806440" y="459943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Entry point for rural delivery — note Sep 2025 INDI protests.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9098280" y="459943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Empowers community voice; politically charged.</a:t>
            </a:r>
            <a:endParaRPr lang="en-US" sz="1200"/>
          </a:p>
        </p:txBody>
      </p:sp>
      <p:sp>
        <p:nvSpPr>
          <p:cNvPr id="30" name="Shape 28"/>
          <p:cNvSpPr/>
          <p:nvPr/>
        </p:nvSpPr>
        <p:spPr>
          <a:xfrm>
            <a:off x="502920" y="5394960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5449824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Multilateral &amp; development
</a:t>
            </a: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WB (~$2bn CPF) · IDB · IMF · UN agencies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3520440" y="5449824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Infrastructure · climate · digital · social protection.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5806440" y="5449824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Lowest-risk channel — align with WB CPF 2027-34 &amp; IDB 2025-29 Strategy.</a:t>
            </a:r>
            <a:endParaRPr lang="en-US" sz="1200"/>
          </a:p>
        </p:txBody>
      </p:sp>
      <p:sp>
        <p:nvSpPr>
          <p:cNvPr id="34" name="Text 32"/>
          <p:cNvSpPr/>
          <p:nvPr/>
        </p:nvSpPr>
        <p:spPr>
          <a:xfrm>
            <a:off x="9098280" y="5449824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Least charged; national scale.</a:t>
            </a:r>
            <a:endParaRPr lang="en-US" sz="1200"/>
          </a:p>
        </p:txBody>
      </p:sp>
      <p:sp>
        <p:nvSpPr>
          <p:cNvPr id="35" name="Shape 3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World Bank · IDB · IMF · BTI 2026 · Freedom House (Oct 2025 - Jul 2026)</a:t>
            </a:r>
            <a:endParaRPr lang="en-US" sz="1200"/>
          </a:p>
        </p:txBody>
      </p:sp>
      <p:sp>
        <p:nvSpPr>
          <p:cNvPr id="37" name="Text 35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03 / 23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SHOCK &amp; RECOVERY GEOGRAPHY · JULY 2026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Paraguay is emerging from drought-driven agricultural stress into a strong growth rebound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512064" y="1005840"/>
            <a:ext cx="50292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CLIMATE GEOGRAPHY — 2024/25 drought impact</a:t>
            </a:r>
            <a:endParaRPr lang="en-US" sz="1200"/>
          </a:p>
        </p:txBody>
      </p:sp>
      <p:sp>
        <p:nvSpPr>
          <p:cNvPr id="7" name="Shape 4"/>
          <p:cNvSpPr/>
          <p:nvPr/>
        </p:nvSpPr>
        <p:spPr>
          <a:xfrm>
            <a:off x="548640" y="5715000"/>
            <a:ext cx="164592" cy="164592"/>
          </a:xfrm>
          <a:prstGeom prst="rect">
            <a:avLst/>
          </a:prstGeom>
          <a:solidFill>
            <a:srgbClr val="800026"/>
          </a:solidFill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86384" y="568756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Severe-deficit Chaco &amp; west</a:t>
            </a:r>
            <a:endParaRPr lang="en-US" sz="1200"/>
          </a:p>
        </p:txBody>
      </p:sp>
      <p:sp>
        <p:nvSpPr>
          <p:cNvPr id="9" name="Shape 6"/>
          <p:cNvSpPr/>
          <p:nvPr/>
        </p:nvSpPr>
        <p:spPr>
          <a:xfrm>
            <a:off x="548640" y="5952744"/>
            <a:ext cx="164592" cy="164592"/>
          </a:xfrm>
          <a:prstGeom prst="rect">
            <a:avLst/>
          </a:prstGeom>
          <a:solidFill>
            <a:srgbClr val="FD8C3C"/>
          </a:solidFill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86384" y="592531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Stress belt (Pilcomayo/Central)</a:t>
            </a:r>
            <a:endParaRPr lang="en-US" sz="1200"/>
          </a:p>
        </p:txBody>
      </p:sp>
      <p:sp>
        <p:nvSpPr>
          <p:cNvPr id="11" name="Shape 8"/>
          <p:cNvSpPr/>
          <p:nvPr/>
        </p:nvSpPr>
        <p:spPr>
          <a:xfrm>
            <a:off x="548640" y="6190488"/>
            <a:ext cx="164592" cy="164592"/>
          </a:xfrm>
          <a:prstGeom prst="rect">
            <a:avLst/>
          </a:prstGeom>
          <a:solidFill>
            <a:srgbClr val="FFFFCC"/>
          </a:solidFill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86384" y="616305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Surplus &amp; cities (Eastern region)</a:t>
            </a:r>
            <a:endParaRPr lang="en-US" sz="1200"/>
          </a:p>
        </p:txBody>
      </p:sp>
      <p:sp>
        <p:nvSpPr>
          <p:cNvPr id="13" name="Shape 10"/>
          <p:cNvSpPr/>
          <p:nvPr/>
        </p:nvSpPr>
        <p:spPr>
          <a:xfrm>
            <a:off x="4983480" y="1298448"/>
            <a:ext cx="82296" cy="1481328"/>
          </a:xfrm>
          <a:prstGeom prst="rect">
            <a:avLst/>
          </a:prstGeom>
          <a:solidFill>
            <a:srgbClr val="9B12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175504" y="129844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600"/>
          </a:p>
        </p:txBody>
      </p:sp>
      <p:sp>
        <p:nvSpPr>
          <p:cNvPr id="15" name="Text 12"/>
          <p:cNvSpPr/>
          <p:nvPr/>
        </p:nvSpPr>
        <p:spPr>
          <a:xfrm>
            <a:off x="5687568" y="13167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CLIMATE — El Niño &amp; recurring drought</a:t>
            </a:r>
            <a:endParaRPr lang="en-US" sz="1300"/>
          </a:p>
        </p:txBody>
      </p:sp>
      <p:sp>
        <p:nvSpPr>
          <p:cNvPr id="16" name="Text 13"/>
          <p:cNvSpPr/>
          <p:nvPr/>
        </p:nvSpPr>
        <p:spPr>
          <a:xfrm>
            <a:off x="5687568" y="1627632"/>
            <a:ext cx="60167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Niño 2023/24 drove 60-year low on the Paraguay River at Asunción; Chaco faced extreme drought affecting indigenous and smallholder livelihoods. 2025 rains recovered; river levels normalised but Chaco remains structurally vulnerable.</a:t>
            </a:r>
            <a:endParaRPr lang="en-US" sz="1200"/>
          </a:p>
        </p:txBody>
      </p:sp>
      <p:sp>
        <p:nvSpPr>
          <p:cNvPr id="17" name="Shape 14"/>
          <p:cNvSpPr/>
          <p:nvPr/>
        </p:nvSpPr>
        <p:spPr>
          <a:xfrm>
            <a:off x="4983480" y="2944368"/>
            <a:ext cx="82296" cy="148132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175504" y="294436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600"/>
          </a:p>
        </p:txBody>
      </p:sp>
      <p:sp>
        <p:nvSpPr>
          <p:cNvPr id="19" name="Text 16"/>
          <p:cNvSpPr/>
          <p:nvPr/>
        </p:nvSpPr>
        <p:spPr>
          <a:xfrm>
            <a:off x="5687568" y="296265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FISCAL — 41% debt-to-GDP, investment grade</a:t>
            </a:r>
            <a:endParaRPr lang="en-US" sz="1300"/>
          </a:p>
        </p:txBody>
      </p:sp>
      <p:sp>
        <p:nvSpPr>
          <p:cNvPr id="20" name="Text 17"/>
          <p:cNvSpPr/>
          <p:nvPr/>
        </p:nvSpPr>
        <p:spPr>
          <a:xfrm>
            <a:off x="5687568" y="3273552"/>
            <a:ext cx="60167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Debt 41.3% of GDP (2025); deficit 2%. All three agencies at investment grade (Moody's Jul 2024; S&amp;P Dec 2025; Fitch). IMF RSF engagement supports climate resilience finance.</a:t>
            </a:r>
            <a:endParaRPr lang="en-US" sz="1200"/>
          </a:p>
        </p:txBody>
      </p:sp>
      <p:sp>
        <p:nvSpPr>
          <p:cNvPr id="21" name="Shape 18"/>
          <p:cNvSpPr/>
          <p:nvPr/>
        </p:nvSpPr>
        <p:spPr>
          <a:xfrm>
            <a:off x="4983480" y="4590288"/>
            <a:ext cx="82296" cy="1481328"/>
          </a:xfrm>
          <a:prstGeom prst="rect">
            <a:avLst/>
          </a:prstGeom>
          <a:solidFill>
            <a:srgbClr val="2F58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175504" y="459028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600"/>
          </a:p>
        </p:txBody>
      </p:sp>
      <p:sp>
        <p:nvSpPr>
          <p:cNvPr id="23" name="Text 20"/>
          <p:cNvSpPr/>
          <p:nvPr/>
        </p:nvSpPr>
        <p:spPr>
          <a:xfrm>
            <a:off x="5687568" y="460857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ENERGY — hydro surplus but domestic demand rising</a:t>
            </a:r>
            <a:endParaRPr lang="en-US" sz="1300"/>
          </a:p>
        </p:txBody>
      </p:sp>
      <p:sp>
        <p:nvSpPr>
          <p:cNvPr id="24" name="Text 21"/>
          <p:cNvSpPr/>
          <p:nvPr/>
        </p:nvSpPr>
        <p:spPr>
          <a:xfrm>
            <a:off x="5687568" y="4919472"/>
            <a:ext cx="60167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Itaipú (14GW) and Yacyretá supply ~100% of electricity. Record supply 25,500GWh in 2025, up 26%. But domestic demand rose 18% H1 2026; $5bn investment needed by 2030 to avoid deficit.</a:t>
            </a:r>
            <a:endParaRPr lang="en-US" sz="1200"/>
          </a:p>
        </p:txBody>
      </p:sp>
      <p:sp>
        <p:nvSpPr>
          <p:cNvPr id="25" name="Text 22"/>
          <p:cNvSpPr/>
          <p:nvPr/>
        </p:nvSpPr>
        <p:spPr>
          <a:xfrm>
            <a:off x="5175504" y="5550408"/>
            <a:ext cx="6720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Chaco is the climate-risk belt — 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Gran Chaco combines the driest climate, indigenous communities and agricultural frontier. Drought resilience and waterway logistics are critical infrastructure.</a:t>
            </a:r>
            <a:endParaRPr lang="en-US" sz="1200"/>
          </a:p>
        </p:txBody>
      </p:sp>
      <p:sp>
        <p:nvSpPr>
          <p:cNvPr id="26" name="Shape 2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WMO · FAO · WB · BCP · MEF Paraguay · ANDE</a:t>
            </a:r>
            <a:endParaRPr lang="en-US" sz="1200"/>
          </a:p>
        </p:txBody>
      </p:sp>
      <p:sp>
        <p:nvSpPr>
          <p:cNvPr id="28" name="Text 25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04 / 23</a:t>
            </a:r>
            <a:endParaRPr lang="en-US" sz="1200"/>
          </a:p>
        </p:txBody>
      </p:sp>
      <p:sp>
        <p:nvSpPr>
          <p:cNvPr id="6" name="ALTO PARAGUAY"/>
          <p:cNvSpPr/>
          <p:nvPr/>
        </p:nvSpPr>
        <p:spPr>
          <a:xfrm>
            <a:off x="1313994" y="1463040"/>
            <a:ext cx="1360085" cy="1122555"/>
          </a:xfrm>
          <a:custGeom>
            <a:avLst/>
            <a:gdLst/>
            <a:ahLst/>
            <a:cxnLst/>
            <a:rect l="l" t="t" r="r" b="b"/>
            <a:pathLst>
              <a:path w="1360085" h="1122555">
                <a:moveTo>
                  <a:pt x="1302358" y="1010548"/>
                </a:moveTo>
                <a:lnTo>
                  <a:pt x="1297077" y="992808"/>
                </a:lnTo>
                <a:lnTo>
                  <a:pt x="1311297" y="981000"/>
                </a:lnTo>
                <a:lnTo>
                  <a:pt x="1316874" y="943730"/>
                </a:lnTo>
                <a:lnTo>
                  <a:pt x="1328693" y="937244"/>
                </a:lnTo>
                <a:lnTo>
                  <a:pt x="1311425" y="925572"/>
                </a:lnTo>
                <a:lnTo>
                  <a:pt x="1330249" y="897327"/>
                </a:lnTo>
                <a:lnTo>
                  <a:pt x="1317660" y="886136"/>
                </a:lnTo>
                <a:lnTo>
                  <a:pt x="1338621" y="866900"/>
                </a:lnTo>
                <a:lnTo>
                  <a:pt x="1322167" y="853960"/>
                </a:lnTo>
                <a:lnTo>
                  <a:pt x="1328207" y="830559"/>
                </a:lnTo>
                <a:lnTo>
                  <a:pt x="1310667" y="807724"/>
                </a:lnTo>
                <a:lnTo>
                  <a:pt x="1348348" y="738986"/>
                </a:lnTo>
                <a:lnTo>
                  <a:pt x="1326042" y="719245"/>
                </a:lnTo>
                <a:lnTo>
                  <a:pt x="1348589" y="699958"/>
                </a:lnTo>
                <a:lnTo>
                  <a:pt x="1343601" y="634755"/>
                </a:lnTo>
                <a:lnTo>
                  <a:pt x="1360085" y="596869"/>
                </a:lnTo>
                <a:lnTo>
                  <a:pt x="1344854" y="599092"/>
                </a:lnTo>
                <a:lnTo>
                  <a:pt x="1324113" y="582338"/>
                </a:lnTo>
                <a:lnTo>
                  <a:pt x="1348220" y="558315"/>
                </a:lnTo>
                <a:lnTo>
                  <a:pt x="1334155" y="541771"/>
                </a:lnTo>
                <a:lnTo>
                  <a:pt x="1312734" y="543060"/>
                </a:lnTo>
                <a:lnTo>
                  <a:pt x="1321332" y="526556"/>
                </a:lnTo>
                <a:lnTo>
                  <a:pt x="1344096" y="527303"/>
                </a:lnTo>
                <a:lnTo>
                  <a:pt x="1343136" y="518894"/>
                </a:lnTo>
                <a:lnTo>
                  <a:pt x="1326005" y="496743"/>
                </a:lnTo>
                <a:lnTo>
                  <a:pt x="1304461" y="510269"/>
                </a:lnTo>
                <a:lnTo>
                  <a:pt x="1309949" y="489523"/>
                </a:lnTo>
                <a:lnTo>
                  <a:pt x="1295992" y="478593"/>
                </a:lnTo>
                <a:lnTo>
                  <a:pt x="1301626" y="460200"/>
                </a:lnTo>
                <a:lnTo>
                  <a:pt x="1293622" y="442841"/>
                </a:lnTo>
                <a:lnTo>
                  <a:pt x="1300394" y="414080"/>
                </a:lnTo>
                <a:lnTo>
                  <a:pt x="1271250" y="389059"/>
                </a:lnTo>
                <a:lnTo>
                  <a:pt x="1269090" y="349659"/>
                </a:lnTo>
                <a:lnTo>
                  <a:pt x="1246587" y="350674"/>
                </a:lnTo>
                <a:lnTo>
                  <a:pt x="1259638" y="326112"/>
                </a:lnTo>
                <a:lnTo>
                  <a:pt x="1244325" y="319097"/>
                </a:lnTo>
                <a:lnTo>
                  <a:pt x="1254040" y="300026"/>
                </a:lnTo>
                <a:lnTo>
                  <a:pt x="1229031" y="239786"/>
                </a:lnTo>
                <a:lnTo>
                  <a:pt x="1233074" y="207271"/>
                </a:lnTo>
                <a:lnTo>
                  <a:pt x="1245461" y="194427"/>
                </a:lnTo>
                <a:lnTo>
                  <a:pt x="1221928" y="175389"/>
                </a:lnTo>
                <a:lnTo>
                  <a:pt x="946102" y="0"/>
                </a:lnTo>
                <a:lnTo>
                  <a:pt x="644622" y="1878"/>
                </a:lnTo>
                <a:lnTo>
                  <a:pt x="436775" y="60149"/>
                </a:lnTo>
                <a:lnTo>
                  <a:pt x="61781" y="124272"/>
                </a:lnTo>
                <a:lnTo>
                  <a:pt x="0" y="288860"/>
                </a:lnTo>
                <a:lnTo>
                  <a:pt x="67551" y="291549"/>
                </a:lnTo>
                <a:lnTo>
                  <a:pt x="100211" y="318073"/>
                </a:lnTo>
                <a:lnTo>
                  <a:pt x="677099" y="484378"/>
                </a:lnTo>
                <a:lnTo>
                  <a:pt x="674652" y="542735"/>
                </a:lnTo>
                <a:lnTo>
                  <a:pt x="713952" y="631423"/>
                </a:lnTo>
                <a:lnTo>
                  <a:pt x="714396" y="690612"/>
                </a:lnTo>
                <a:lnTo>
                  <a:pt x="731621" y="742836"/>
                </a:lnTo>
                <a:lnTo>
                  <a:pt x="679456" y="779432"/>
                </a:lnTo>
                <a:lnTo>
                  <a:pt x="652720" y="998838"/>
                </a:lnTo>
                <a:lnTo>
                  <a:pt x="830607" y="999568"/>
                </a:lnTo>
                <a:lnTo>
                  <a:pt x="901790" y="1032565"/>
                </a:lnTo>
                <a:lnTo>
                  <a:pt x="1211594" y="1043989"/>
                </a:lnTo>
                <a:lnTo>
                  <a:pt x="1238545" y="1105384"/>
                </a:lnTo>
                <a:lnTo>
                  <a:pt x="1356523" y="1122555"/>
                </a:lnTo>
                <a:lnTo>
                  <a:pt x="1336960" y="1076619"/>
                </a:lnTo>
                <a:lnTo>
                  <a:pt x="1315369" y="1078051"/>
                </a:lnTo>
                <a:lnTo>
                  <a:pt x="1314578" y="1027395"/>
                </a:lnTo>
                <a:lnTo>
                  <a:pt x="1302358" y="1010548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LTO PARANA"/>
          <p:cNvSpPr/>
          <p:nvPr/>
        </p:nvSpPr>
        <p:spPr>
          <a:xfrm>
            <a:off x="3425865" y="3336747"/>
            <a:ext cx="399333" cy="643347"/>
          </a:xfrm>
          <a:custGeom>
            <a:avLst/>
            <a:gdLst/>
            <a:ahLst/>
            <a:cxnLst/>
            <a:rect l="l" t="t" r="r" b="b"/>
            <a:pathLst>
              <a:path w="399333" h="643347">
                <a:moveTo>
                  <a:pt x="41290" y="390624"/>
                </a:moveTo>
                <a:lnTo>
                  <a:pt x="49921" y="414235"/>
                </a:lnTo>
                <a:lnTo>
                  <a:pt x="24383" y="435010"/>
                </a:lnTo>
                <a:lnTo>
                  <a:pt x="0" y="549362"/>
                </a:lnTo>
                <a:lnTo>
                  <a:pt x="46728" y="549924"/>
                </a:lnTo>
                <a:lnTo>
                  <a:pt x="52366" y="563229"/>
                </a:lnTo>
                <a:lnTo>
                  <a:pt x="67439" y="546768"/>
                </a:lnTo>
                <a:lnTo>
                  <a:pt x="81350" y="565775"/>
                </a:lnTo>
                <a:lnTo>
                  <a:pt x="97608" y="564113"/>
                </a:lnTo>
                <a:lnTo>
                  <a:pt x="99450" y="578777"/>
                </a:lnTo>
                <a:lnTo>
                  <a:pt x="83271" y="582226"/>
                </a:lnTo>
                <a:lnTo>
                  <a:pt x="75570" y="598867"/>
                </a:lnTo>
                <a:lnTo>
                  <a:pt x="106152" y="638898"/>
                </a:lnTo>
                <a:lnTo>
                  <a:pt x="135103" y="625008"/>
                </a:lnTo>
                <a:lnTo>
                  <a:pt x="159943" y="638327"/>
                </a:lnTo>
                <a:lnTo>
                  <a:pt x="170287" y="630761"/>
                </a:lnTo>
                <a:lnTo>
                  <a:pt x="199038" y="636767"/>
                </a:lnTo>
                <a:lnTo>
                  <a:pt x="198718" y="626174"/>
                </a:lnTo>
                <a:lnTo>
                  <a:pt x="210443" y="633270"/>
                </a:lnTo>
                <a:lnTo>
                  <a:pt x="211742" y="616181"/>
                </a:lnTo>
                <a:lnTo>
                  <a:pt x="216221" y="622619"/>
                </a:lnTo>
                <a:lnTo>
                  <a:pt x="224086" y="613394"/>
                </a:lnTo>
                <a:lnTo>
                  <a:pt x="273338" y="643347"/>
                </a:lnTo>
                <a:lnTo>
                  <a:pt x="277305" y="635739"/>
                </a:lnTo>
                <a:lnTo>
                  <a:pt x="282447" y="642717"/>
                </a:lnTo>
                <a:lnTo>
                  <a:pt x="280256" y="633274"/>
                </a:lnTo>
                <a:lnTo>
                  <a:pt x="291078" y="642231"/>
                </a:lnTo>
                <a:lnTo>
                  <a:pt x="307355" y="631151"/>
                </a:lnTo>
                <a:lnTo>
                  <a:pt x="291027" y="606915"/>
                </a:lnTo>
                <a:lnTo>
                  <a:pt x="300771" y="583807"/>
                </a:lnTo>
                <a:lnTo>
                  <a:pt x="288789" y="549931"/>
                </a:lnTo>
                <a:lnTo>
                  <a:pt x="311546" y="542313"/>
                </a:lnTo>
                <a:lnTo>
                  <a:pt x="307619" y="519954"/>
                </a:lnTo>
                <a:lnTo>
                  <a:pt x="319254" y="490768"/>
                </a:lnTo>
                <a:lnTo>
                  <a:pt x="295978" y="436689"/>
                </a:lnTo>
                <a:lnTo>
                  <a:pt x="321293" y="428109"/>
                </a:lnTo>
                <a:lnTo>
                  <a:pt x="308707" y="352818"/>
                </a:lnTo>
                <a:lnTo>
                  <a:pt x="375731" y="247373"/>
                </a:lnTo>
                <a:lnTo>
                  <a:pt x="362593" y="212110"/>
                </a:lnTo>
                <a:lnTo>
                  <a:pt x="381744" y="118803"/>
                </a:lnTo>
                <a:lnTo>
                  <a:pt x="399333" y="83599"/>
                </a:lnTo>
                <a:lnTo>
                  <a:pt x="376412" y="73428"/>
                </a:lnTo>
                <a:lnTo>
                  <a:pt x="364277" y="88713"/>
                </a:lnTo>
                <a:lnTo>
                  <a:pt x="328356" y="76994"/>
                </a:lnTo>
                <a:lnTo>
                  <a:pt x="296617" y="85954"/>
                </a:lnTo>
                <a:lnTo>
                  <a:pt x="296739" y="68958"/>
                </a:lnTo>
                <a:lnTo>
                  <a:pt x="282006" y="77369"/>
                </a:lnTo>
                <a:lnTo>
                  <a:pt x="257943" y="62200"/>
                </a:lnTo>
                <a:lnTo>
                  <a:pt x="235385" y="71228"/>
                </a:lnTo>
                <a:lnTo>
                  <a:pt x="216012" y="55271"/>
                </a:lnTo>
                <a:lnTo>
                  <a:pt x="210957" y="35267"/>
                </a:lnTo>
                <a:lnTo>
                  <a:pt x="147869" y="24135"/>
                </a:lnTo>
                <a:lnTo>
                  <a:pt x="138080" y="1313"/>
                </a:lnTo>
                <a:lnTo>
                  <a:pt x="131292" y="0"/>
                </a:lnTo>
                <a:lnTo>
                  <a:pt x="129881" y="19062"/>
                </a:lnTo>
                <a:lnTo>
                  <a:pt x="91232" y="18553"/>
                </a:lnTo>
                <a:lnTo>
                  <a:pt x="66473" y="133866"/>
                </a:lnTo>
                <a:lnTo>
                  <a:pt x="72210" y="177805"/>
                </a:lnTo>
                <a:lnTo>
                  <a:pt x="89295" y="203141"/>
                </a:lnTo>
                <a:lnTo>
                  <a:pt x="118449" y="204732"/>
                </a:lnTo>
                <a:lnTo>
                  <a:pt x="130638" y="225538"/>
                </a:lnTo>
                <a:lnTo>
                  <a:pt x="179271" y="259319"/>
                </a:lnTo>
                <a:lnTo>
                  <a:pt x="173081" y="270742"/>
                </a:lnTo>
                <a:lnTo>
                  <a:pt x="194062" y="279413"/>
                </a:lnTo>
                <a:lnTo>
                  <a:pt x="194291" y="303605"/>
                </a:lnTo>
                <a:lnTo>
                  <a:pt x="207945" y="321594"/>
                </a:lnTo>
                <a:lnTo>
                  <a:pt x="179718" y="328752"/>
                </a:lnTo>
                <a:lnTo>
                  <a:pt x="165711" y="302874"/>
                </a:lnTo>
                <a:lnTo>
                  <a:pt x="134443" y="306728"/>
                </a:lnTo>
                <a:lnTo>
                  <a:pt x="86433" y="280150"/>
                </a:lnTo>
                <a:lnTo>
                  <a:pt x="73640" y="310324"/>
                </a:lnTo>
                <a:lnTo>
                  <a:pt x="57076" y="319953"/>
                </a:lnTo>
                <a:lnTo>
                  <a:pt x="41290" y="390624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MAMBAY"/>
          <p:cNvSpPr/>
          <p:nvPr/>
        </p:nvSpPr>
        <p:spPr>
          <a:xfrm>
            <a:off x="3003134" y="2469148"/>
            <a:ext cx="438078" cy="634040"/>
          </a:xfrm>
          <a:custGeom>
            <a:avLst/>
            <a:gdLst/>
            <a:ahLst/>
            <a:cxnLst/>
            <a:rect l="l" t="t" r="r" b="b"/>
            <a:pathLst>
              <a:path w="438078" h="634040">
                <a:moveTo>
                  <a:pt x="169647" y="459073"/>
                </a:moveTo>
                <a:lnTo>
                  <a:pt x="219472" y="446142"/>
                </a:lnTo>
                <a:lnTo>
                  <a:pt x="217995" y="499167"/>
                </a:lnTo>
                <a:lnTo>
                  <a:pt x="228803" y="538509"/>
                </a:lnTo>
                <a:lnTo>
                  <a:pt x="235995" y="553172"/>
                </a:lnTo>
                <a:lnTo>
                  <a:pt x="253606" y="552564"/>
                </a:lnTo>
                <a:lnTo>
                  <a:pt x="257556" y="542214"/>
                </a:lnTo>
                <a:lnTo>
                  <a:pt x="280950" y="575896"/>
                </a:lnTo>
                <a:lnTo>
                  <a:pt x="282555" y="602370"/>
                </a:lnTo>
                <a:lnTo>
                  <a:pt x="268035" y="634040"/>
                </a:lnTo>
                <a:lnTo>
                  <a:pt x="308209" y="630781"/>
                </a:lnTo>
                <a:lnTo>
                  <a:pt x="367738" y="573890"/>
                </a:lnTo>
                <a:lnTo>
                  <a:pt x="406480" y="570049"/>
                </a:lnTo>
                <a:lnTo>
                  <a:pt x="424837" y="528997"/>
                </a:lnTo>
                <a:lnTo>
                  <a:pt x="419033" y="506430"/>
                </a:lnTo>
                <a:lnTo>
                  <a:pt x="438078" y="470908"/>
                </a:lnTo>
                <a:lnTo>
                  <a:pt x="421109" y="448595"/>
                </a:lnTo>
                <a:lnTo>
                  <a:pt x="431850" y="405614"/>
                </a:lnTo>
                <a:lnTo>
                  <a:pt x="425557" y="390344"/>
                </a:lnTo>
                <a:lnTo>
                  <a:pt x="407630" y="388373"/>
                </a:lnTo>
                <a:lnTo>
                  <a:pt x="384523" y="281152"/>
                </a:lnTo>
                <a:lnTo>
                  <a:pt x="400397" y="250328"/>
                </a:lnTo>
                <a:lnTo>
                  <a:pt x="401580" y="209715"/>
                </a:lnTo>
                <a:lnTo>
                  <a:pt x="360507" y="162853"/>
                </a:lnTo>
                <a:lnTo>
                  <a:pt x="357773" y="111792"/>
                </a:lnTo>
                <a:lnTo>
                  <a:pt x="343759" y="111324"/>
                </a:lnTo>
                <a:lnTo>
                  <a:pt x="322457" y="74252"/>
                </a:lnTo>
                <a:lnTo>
                  <a:pt x="204204" y="73458"/>
                </a:lnTo>
                <a:lnTo>
                  <a:pt x="152923" y="34323"/>
                </a:lnTo>
                <a:lnTo>
                  <a:pt x="143386" y="0"/>
                </a:lnTo>
                <a:lnTo>
                  <a:pt x="125263" y="679"/>
                </a:lnTo>
                <a:lnTo>
                  <a:pt x="105566" y="7776"/>
                </a:lnTo>
                <a:lnTo>
                  <a:pt x="89291" y="44035"/>
                </a:lnTo>
                <a:lnTo>
                  <a:pt x="62722" y="68144"/>
                </a:lnTo>
                <a:lnTo>
                  <a:pt x="40613" y="51432"/>
                </a:lnTo>
                <a:lnTo>
                  <a:pt x="34997" y="68732"/>
                </a:lnTo>
                <a:lnTo>
                  <a:pt x="26189" y="58224"/>
                </a:lnTo>
                <a:lnTo>
                  <a:pt x="16364" y="67150"/>
                </a:lnTo>
                <a:lnTo>
                  <a:pt x="10862" y="60611"/>
                </a:lnTo>
                <a:lnTo>
                  <a:pt x="0" y="79945"/>
                </a:lnTo>
                <a:lnTo>
                  <a:pt x="71805" y="105001"/>
                </a:lnTo>
                <a:lnTo>
                  <a:pt x="36209" y="138735"/>
                </a:lnTo>
                <a:lnTo>
                  <a:pt x="28969" y="169440"/>
                </a:lnTo>
                <a:lnTo>
                  <a:pt x="32907" y="208392"/>
                </a:lnTo>
                <a:lnTo>
                  <a:pt x="53189" y="234144"/>
                </a:lnTo>
                <a:lnTo>
                  <a:pt x="58662" y="262758"/>
                </a:lnTo>
                <a:lnTo>
                  <a:pt x="37413" y="277705"/>
                </a:lnTo>
                <a:lnTo>
                  <a:pt x="38903" y="300320"/>
                </a:lnTo>
                <a:lnTo>
                  <a:pt x="53529" y="291351"/>
                </a:lnTo>
                <a:lnTo>
                  <a:pt x="76000" y="303029"/>
                </a:lnTo>
                <a:lnTo>
                  <a:pt x="88354" y="297996"/>
                </a:lnTo>
                <a:lnTo>
                  <a:pt x="106492" y="255917"/>
                </a:lnTo>
                <a:lnTo>
                  <a:pt x="127061" y="254068"/>
                </a:lnTo>
                <a:lnTo>
                  <a:pt x="146129" y="230807"/>
                </a:lnTo>
                <a:lnTo>
                  <a:pt x="176222" y="221454"/>
                </a:lnTo>
                <a:lnTo>
                  <a:pt x="232105" y="359349"/>
                </a:lnTo>
                <a:lnTo>
                  <a:pt x="226814" y="378068"/>
                </a:lnTo>
                <a:lnTo>
                  <a:pt x="214269" y="377108"/>
                </a:lnTo>
                <a:lnTo>
                  <a:pt x="213327" y="392294"/>
                </a:lnTo>
                <a:lnTo>
                  <a:pt x="204983" y="392741"/>
                </a:lnTo>
                <a:lnTo>
                  <a:pt x="207148" y="416152"/>
                </a:lnTo>
                <a:lnTo>
                  <a:pt x="182450" y="427522"/>
                </a:lnTo>
                <a:lnTo>
                  <a:pt x="169647" y="459073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SUNCION"/>
          <p:cNvSpPr/>
          <p:nvPr/>
        </p:nvSpPr>
        <p:spPr>
          <a:xfrm>
            <a:off x="2723857" y="3606855"/>
            <a:ext cx="46369" cy="56518"/>
          </a:xfrm>
          <a:custGeom>
            <a:avLst/>
            <a:gdLst/>
            <a:ahLst/>
            <a:cxnLst/>
            <a:rect l="l" t="t" r="r" b="b"/>
            <a:pathLst>
              <a:path w="46369" h="56518">
                <a:moveTo>
                  <a:pt x="8816" y="56518"/>
                </a:moveTo>
                <a:lnTo>
                  <a:pt x="17916" y="32002"/>
                </a:lnTo>
                <a:lnTo>
                  <a:pt x="27356" y="42448"/>
                </a:lnTo>
                <a:lnTo>
                  <a:pt x="35987" y="34673"/>
                </a:lnTo>
                <a:lnTo>
                  <a:pt x="46369" y="6508"/>
                </a:lnTo>
                <a:lnTo>
                  <a:pt x="31197" y="0"/>
                </a:lnTo>
                <a:lnTo>
                  <a:pt x="0" y="20270"/>
                </a:lnTo>
                <a:lnTo>
                  <a:pt x="8816" y="56518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BOQUERON"/>
          <p:cNvSpPr/>
          <p:nvPr/>
        </p:nvSpPr>
        <p:spPr>
          <a:xfrm>
            <a:off x="1074620" y="1751900"/>
            <a:ext cx="1096419" cy="1371539"/>
          </a:xfrm>
          <a:custGeom>
            <a:avLst/>
            <a:gdLst/>
            <a:ahLst/>
            <a:cxnLst/>
            <a:rect l="l" t="t" r="r" b="b"/>
            <a:pathLst>
              <a:path w="1096419" h="1371539">
                <a:moveTo>
                  <a:pt x="1086095" y="717824"/>
                </a:moveTo>
                <a:lnTo>
                  <a:pt x="892094" y="709978"/>
                </a:lnTo>
                <a:lnTo>
                  <a:pt x="918830" y="490572"/>
                </a:lnTo>
                <a:lnTo>
                  <a:pt x="970995" y="453976"/>
                </a:lnTo>
                <a:lnTo>
                  <a:pt x="953770" y="401752"/>
                </a:lnTo>
                <a:lnTo>
                  <a:pt x="953326" y="342563"/>
                </a:lnTo>
                <a:lnTo>
                  <a:pt x="914026" y="253875"/>
                </a:lnTo>
                <a:lnTo>
                  <a:pt x="916473" y="195518"/>
                </a:lnTo>
                <a:lnTo>
                  <a:pt x="339585" y="29213"/>
                </a:lnTo>
                <a:lnTo>
                  <a:pt x="306925" y="2689"/>
                </a:lnTo>
                <a:lnTo>
                  <a:pt x="239374" y="0"/>
                </a:lnTo>
                <a:lnTo>
                  <a:pt x="125225" y="171163"/>
                </a:lnTo>
                <a:lnTo>
                  <a:pt x="126783" y="350057"/>
                </a:lnTo>
                <a:lnTo>
                  <a:pt x="0" y="781132"/>
                </a:lnTo>
                <a:lnTo>
                  <a:pt x="1452" y="798575"/>
                </a:lnTo>
                <a:lnTo>
                  <a:pt x="27265" y="807481"/>
                </a:lnTo>
                <a:lnTo>
                  <a:pt x="34637" y="825369"/>
                </a:lnTo>
                <a:lnTo>
                  <a:pt x="56420" y="826073"/>
                </a:lnTo>
                <a:lnTo>
                  <a:pt x="88373" y="863650"/>
                </a:lnTo>
                <a:lnTo>
                  <a:pt x="97214" y="853336"/>
                </a:lnTo>
                <a:lnTo>
                  <a:pt x="101391" y="864054"/>
                </a:lnTo>
                <a:lnTo>
                  <a:pt x="118790" y="863048"/>
                </a:lnTo>
                <a:lnTo>
                  <a:pt x="115428" y="877822"/>
                </a:lnTo>
                <a:lnTo>
                  <a:pt x="139552" y="888705"/>
                </a:lnTo>
                <a:lnTo>
                  <a:pt x="126856" y="907857"/>
                </a:lnTo>
                <a:lnTo>
                  <a:pt x="146428" y="925319"/>
                </a:lnTo>
                <a:lnTo>
                  <a:pt x="144972" y="944634"/>
                </a:lnTo>
                <a:lnTo>
                  <a:pt x="194106" y="993532"/>
                </a:lnTo>
                <a:lnTo>
                  <a:pt x="203818" y="1025067"/>
                </a:lnTo>
                <a:lnTo>
                  <a:pt x="213768" y="1025779"/>
                </a:lnTo>
                <a:lnTo>
                  <a:pt x="211034" y="1049296"/>
                </a:lnTo>
                <a:lnTo>
                  <a:pt x="291102" y="1108944"/>
                </a:lnTo>
                <a:lnTo>
                  <a:pt x="301543" y="1138403"/>
                </a:lnTo>
                <a:lnTo>
                  <a:pt x="376067" y="1177221"/>
                </a:lnTo>
                <a:lnTo>
                  <a:pt x="371059" y="1185307"/>
                </a:lnTo>
                <a:lnTo>
                  <a:pt x="382371" y="1204380"/>
                </a:lnTo>
                <a:lnTo>
                  <a:pt x="428051" y="1213101"/>
                </a:lnTo>
                <a:lnTo>
                  <a:pt x="471033" y="1251519"/>
                </a:lnTo>
                <a:lnTo>
                  <a:pt x="484335" y="1246256"/>
                </a:lnTo>
                <a:lnTo>
                  <a:pt x="516028" y="1273310"/>
                </a:lnTo>
                <a:lnTo>
                  <a:pt x="511753" y="1288991"/>
                </a:lnTo>
                <a:lnTo>
                  <a:pt x="547763" y="1343665"/>
                </a:lnTo>
                <a:lnTo>
                  <a:pt x="566760" y="1343750"/>
                </a:lnTo>
                <a:lnTo>
                  <a:pt x="595348" y="1366046"/>
                </a:lnTo>
                <a:lnTo>
                  <a:pt x="613681" y="1363160"/>
                </a:lnTo>
                <a:lnTo>
                  <a:pt x="610351" y="1371539"/>
                </a:lnTo>
                <a:lnTo>
                  <a:pt x="624679" y="1367138"/>
                </a:lnTo>
                <a:lnTo>
                  <a:pt x="616227" y="1336621"/>
                </a:lnTo>
                <a:lnTo>
                  <a:pt x="652621" y="1307117"/>
                </a:lnTo>
                <a:lnTo>
                  <a:pt x="652747" y="1265476"/>
                </a:lnTo>
                <a:lnTo>
                  <a:pt x="677122" y="1272277"/>
                </a:lnTo>
                <a:lnTo>
                  <a:pt x="687176" y="1258288"/>
                </a:lnTo>
                <a:lnTo>
                  <a:pt x="809348" y="1244041"/>
                </a:lnTo>
                <a:lnTo>
                  <a:pt x="845802" y="1229579"/>
                </a:lnTo>
                <a:lnTo>
                  <a:pt x="890318" y="1075857"/>
                </a:lnTo>
                <a:lnTo>
                  <a:pt x="884795" y="986024"/>
                </a:lnTo>
                <a:lnTo>
                  <a:pt x="958813" y="880093"/>
                </a:lnTo>
                <a:lnTo>
                  <a:pt x="960333" y="858988"/>
                </a:lnTo>
                <a:lnTo>
                  <a:pt x="971939" y="858998"/>
                </a:lnTo>
                <a:lnTo>
                  <a:pt x="972060" y="844896"/>
                </a:lnTo>
                <a:lnTo>
                  <a:pt x="1000420" y="844897"/>
                </a:lnTo>
                <a:lnTo>
                  <a:pt x="996076" y="823563"/>
                </a:lnTo>
                <a:lnTo>
                  <a:pt x="1004346" y="811632"/>
                </a:lnTo>
                <a:lnTo>
                  <a:pt x="1096419" y="751847"/>
                </a:lnTo>
                <a:lnTo>
                  <a:pt x="1086095" y="717824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AAGUAZU"/>
          <p:cNvSpPr/>
          <p:nvPr/>
        </p:nvSpPr>
        <p:spPr>
          <a:xfrm>
            <a:off x="2993356" y="3332849"/>
            <a:ext cx="640454" cy="449014"/>
          </a:xfrm>
          <a:custGeom>
            <a:avLst/>
            <a:gdLst/>
            <a:ahLst/>
            <a:cxnLst/>
            <a:rect l="l" t="t" r="r" b="b"/>
            <a:pathLst>
              <a:path w="640454" h="449014">
                <a:moveTo>
                  <a:pt x="96478" y="192145"/>
                </a:moveTo>
                <a:lnTo>
                  <a:pt x="97408" y="253102"/>
                </a:lnTo>
                <a:lnTo>
                  <a:pt x="78398" y="253356"/>
                </a:lnTo>
                <a:lnTo>
                  <a:pt x="63447" y="289750"/>
                </a:lnTo>
                <a:lnTo>
                  <a:pt x="78179" y="309366"/>
                </a:lnTo>
                <a:lnTo>
                  <a:pt x="97513" y="303692"/>
                </a:lnTo>
                <a:lnTo>
                  <a:pt x="62487" y="341343"/>
                </a:lnTo>
                <a:lnTo>
                  <a:pt x="0" y="380071"/>
                </a:lnTo>
                <a:lnTo>
                  <a:pt x="63562" y="449014"/>
                </a:lnTo>
                <a:lnTo>
                  <a:pt x="106632" y="419010"/>
                </a:lnTo>
                <a:lnTo>
                  <a:pt x="141050" y="415703"/>
                </a:lnTo>
                <a:lnTo>
                  <a:pt x="155011" y="397466"/>
                </a:lnTo>
                <a:lnTo>
                  <a:pt x="305725" y="419697"/>
                </a:lnTo>
                <a:lnTo>
                  <a:pt x="352285" y="444088"/>
                </a:lnTo>
                <a:lnTo>
                  <a:pt x="385012" y="438231"/>
                </a:lnTo>
                <a:lnTo>
                  <a:pt x="394215" y="426369"/>
                </a:lnTo>
                <a:lnTo>
                  <a:pt x="418150" y="430848"/>
                </a:lnTo>
                <a:lnTo>
                  <a:pt x="456533" y="382350"/>
                </a:lnTo>
                <a:lnTo>
                  <a:pt x="473799" y="394522"/>
                </a:lnTo>
                <a:lnTo>
                  <a:pt x="489585" y="323851"/>
                </a:lnTo>
                <a:lnTo>
                  <a:pt x="506149" y="314222"/>
                </a:lnTo>
                <a:lnTo>
                  <a:pt x="521991" y="283142"/>
                </a:lnTo>
                <a:lnTo>
                  <a:pt x="566952" y="310626"/>
                </a:lnTo>
                <a:lnTo>
                  <a:pt x="599884" y="307648"/>
                </a:lnTo>
                <a:lnTo>
                  <a:pt x="612227" y="332650"/>
                </a:lnTo>
                <a:lnTo>
                  <a:pt x="640454" y="325492"/>
                </a:lnTo>
                <a:lnTo>
                  <a:pt x="626800" y="307503"/>
                </a:lnTo>
                <a:lnTo>
                  <a:pt x="626571" y="283311"/>
                </a:lnTo>
                <a:lnTo>
                  <a:pt x="605590" y="274640"/>
                </a:lnTo>
                <a:lnTo>
                  <a:pt x="611780" y="263217"/>
                </a:lnTo>
                <a:lnTo>
                  <a:pt x="563147" y="229436"/>
                </a:lnTo>
                <a:lnTo>
                  <a:pt x="550958" y="208630"/>
                </a:lnTo>
                <a:lnTo>
                  <a:pt x="521804" y="207039"/>
                </a:lnTo>
                <a:lnTo>
                  <a:pt x="504719" y="181703"/>
                </a:lnTo>
                <a:lnTo>
                  <a:pt x="498982" y="137764"/>
                </a:lnTo>
                <a:lnTo>
                  <a:pt x="515246" y="90500"/>
                </a:lnTo>
                <a:lnTo>
                  <a:pt x="514892" y="36750"/>
                </a:lnTo>
                <a:lnTo>
                  <a:pt x="531769" y="17952"/>
                </a:lnTo>
                <a:lnTo>
                  <a:pt x="562827" y="22712"/>
                </a:lnTo>
                <a:lnTo>
                  <a:pt x="569021" y="11317"/>
                </a:lnTo>
                <a:lnTo>
                  <a:pt x="555256" y="0"/>
                </a:lnTo>
                <a:lnTo>
                  <a:pt x="531317" y="741"/>
                </a:lnTo>
                <a:lnTo>
                  <a:pt x="511382" y="17850"/>
                </a:lnTo>
                <a:lnTo>
                  <a:pt x="501418" y="10184"/>
                </a:lnTo>
                <a:lnTo>
                  <a:pt x="492458" y="26916"/>
                </a:lnTo>
                <a:lnTo>
                  <a:pt x="462392" y="27445"/>
                </a:lnTo>
                <a:lnTo>
                  <a:pt x="454589" y="38339"/>
                </a:lnTo>
                <a:lnTo>
                  <a:pt x="444821" y="18009"/>
                </a:lnTo>
                <a:lnTo>
                  <a:pt x="431904" y="19216"/>
                </a:lnTo>
                <a:lnTo>
                  <a:pt x="415739" y="61781"/>
                </a:lnTo>
                <a:lnTo>
                  <a:pt x="382947" y="74483"/>
                </a:lnTo>
                <a:lnTo>
                  <a:pt x="373325" y="93071"/>
                </a:lnTo>
                <a:lnTo>
                  <a:pt x="382345" y="115065"/>
                </a:lnTo>
                <a:lnTo>
                  <a:pt x="375424" y="131539"/>
                </a:lnTo>
                <a:lnTo>
                  <a:pt x="359644" y="127954"/>
                </a:lnTo>
                <a:lnTo>
                  <a:pt x="334569" y="143056"/>
                </a:lnTo>
                <a:lnTo>
                  <a:pt x="289533" y="133494"/>
                </a:lnTo>
                <a:lnTo>
                  <a:pt x="274476" y="160708"/>
                </a:lnTo>
                <a:lnTo>
                  <a:pt x="254093" y="168805"/>
                </a:lnTo>
                <a:lnTo>
                  <a:pt x="241879" y="161777"/>
                </a:lnTo>
                <a:lnTo>
                  <a:pt x="235639" y="170889"/>
                </a:lnTo>
                <a:lnTo>
                  <a:pt x="199102" y="108635"/>
                </a:lnTo>
                <a:lnTo>
                  <a:pt x="191358" y="123746"/>
                </a:lnTo>
                <a:lnTo>
                  <a:pt x="218224" y="171593"/>
                </a:lnTo>
                <a:lnTo>
                  <a:pt x="154937" y="161317"/>
                </a:lnTo>
                <a:lnTo>
                  <a:pt x="111394" y="194511"/>
                </a:lnTo>
                <a:lnTo>
                  <a:pt x="96478" y="192145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AAZAPA"/>
          <p:cNvSpPr/>
          <p:nvPr/>
        </p:nvSpPr>
        <p:spPr>
          <a:xfrm>
            <a:off x="2995721" y="3715104"/>
            <a:ext cx="530088" cy="459071"/>
          </a:xfrm>
          <a:custGeom>
            <a:avLst/>
            <a:gdLst/>
            <a:ahLst/>
            <a:cxnLst/>
            <a:rect l="l" t="t" r="r" b="b"/>
            <a:pathLst>
              <a:path w="530088" h="459071">
                <a:moveTo>
                  <a:pt x="72675" y="242420"/>
                </a:moveTo>
                <a:lnTo>
                  <a:pt x="69394" y="254284"/>
                </a:lnTo>
                <a:lnTo>
                  <a:pt x="53505" y="258667"/>
                </a:lnTo>
                <a:lnTo>
                  <a:pt x="29147" y="324164"/>
                </a:lnTo>
                <a:lnTo>
                  <a:pt x="0" y="367822"/>
                </a:lnTo>
                <a:lnTo>
                  <a:pt x="13698" y="377389"/>
                </a:lnTo>
                <a:lnTo>
                  <a:pt x="14222" y="397098"/>
                </a:lnTo>
                <a:lnTo>
                  <a:pt x="70262" y="412805"/>
                </a:lnTo>
                <a:lnTo>
                  <a:pt x="61764" y="431843"/>
                </a:lnTo>
                <a:lnTo>
                  <a:pt x="68772" y="440740"/>
                </a:lnTo>
                <a:lnTo>
                  <a:pt x="118563" y="459071"/>
                </a:lnTo>
                <a:lnTo>
                  <a:pt x="194890" y="424198"/>
                </a:lnTo>
                <a:lnTo>
                  <a:pt x="222815" y="427897"/>
                </a:lnTo>
                <a:lnTo>
                  <a:pt x="221125" y="413072"/>
                </a:lnTo>
                <a:lnTo>
                  <a:pt x="242477" y="398491"/>
                </a:lnTo>
                <a:lnTo>
                  <a:pt x="247907" y="372498"/>
                </a:lnTo>
                <a:lnTo>
                  <a:pt x="262606" y="361220"/>
                </a:lnTo>
                <a:lnTo>
                  <a:pt x="271156" y="369739"/>
                </a:lnTo>
                <a:lnTo>
                  <a:pt x="276669" y="357657"/>
                </a:lnTo>
                <a:lnTo>
                  <a:pt x="310659" y="357582"/>
                </a:lnTo>
                <a:lnTo>
                  <a:pt x="345751" y="312049"/>
                </a:lnTo>
                <a:lnTo>
                  <a:pt x="386153" y="301495"/>
                </a:lnTo>
                <a:lnTo>
                  <a:pt x="415143" y="322893"/>
                </a:lnTo>
                <a:lnTo>
                  <a:pt x="426059" y="304770"/>
                </a:lnTo>
                <a:lnTo>
                  <a:pt x="447513" y="298588"/>
                </a:lnTo>
                <a:lnTo>
                  <a:pt x="444544" y="283343"/>
                </a:lnTo>
                <a:lnTo>
                  <a:pt x="482845" y="284114"/>
                </a:lnTo>
                <a:lnTo>
                  <a:pt x="493392" y="269293"/>
                </a:lnTo>
                <a:lnTo>
                  <a:pt x="499343" y="210029"/>
                </a:lnTo>
                <a:lnTo>
                  <a:pt x="530088" y="192939"/>
                </a:lnTo>
                <a:lnTo>
                  <a:pt x="497583" y="168411"/>
                </a:lnTo>
                <a:lnTo>
                  <a:pt x="482510" y="184872"/>
                </a:lnTo>
                <a:lnTo>
                  <a:pt x="476872" y="171567"/>
                </a:lnTo>
                <a:lnTo>
                  <a:pt x="430144" y="171005"/>
                </a:lnTo>
                <a:lnTo>
                  <a:pt x="454527" y="56653"/>
                </a:lnTo>
                <a:lnTo>
                  <a:pt x="480065" y="35878"/>
                </a:lnTo>
                <a:lnTo>
                  <a:pt x="470592" y="8442"/>
                </a:lnTo>
                <a:lnTo>
                  <a:pt x="454370" y="0"/>
                </a:lnTo>
                <a:lnTo>
                  <a:pt x="434801" y="35133"/>
                </a:lnTo>
                <a:lnTo>
                  <a:pt x="401872" y="45963"/>
                </a:lnTo>
                <a:lnTo>
                  <a:pt x="387587" y="78983"/>
                </a:lnTo>
                <a:lnTo>
                  <a:pt x="360020" y="70225"/>
                </a:lnTo>
                <a:lnTo>
                  <a:pt x="361894" y="90821"/>
                </a:lnTo>
                <a:lnTo>
                  <a:pt x="331699" y="100449"/>
                </a:lnTo>
                <a:lnTo>
                  <a:pt x="310256" y="127329"/>
                </a:lnTo>
                <a:lnTo>
                  <a:pt x="289758" y="119044"/>
                </a:lnTo>
                <a:lnTo>
                  <a:pt x="265148" y="132681"/>
                </a:lnTo>
                <a:lnTo>
                  <a:pt x="248278" y="179038"/>
                </a:lnTo>
                <a:lnTo>
                  <a:pt x="221400" y="195016"/>
                </a:lnTo>
                <a:lnTo>
                  <a:pt x="188085" y="163505"/>
                </a:lnTo>
                <a:lnTo>
                  <a:pt x="164437" y="181620"/>
                </a:lnTo>
                <a:lnTo>
                  <a:pt x="145016" y="180731"/>
                </a:lnTo>
                <a:lnTo>
                  <a:pt x="147738" y="221988"/>
                </a:lnTo>
                <a:lnTo>
                  <a:pt x="103998" y="215330"/>
                </a:lnTo>
                <a:lnTo>
                  <a:pt x="98504" y="239561"/>
                </a:lnTo>
                <a:lnTo>
                  <a:pt x="72675" y="24242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ANINDEYU"/>
          <p:cNvSpPr/>
          <p:nvPr/>
        </p:nvSpPr>
        <p:spPr>
          <a:xfrm>
            <a:off x="3219746" y="2992486"/>
            <a:ext cx="634249" cy="455428"/>
          </a:xfrm>
          <a:custGeom>
            <a:avLst/>
            <a:gdLst/>
            <a:ahLst/>
            <a:cxnLst/>
            <a:rect l="l" t="t" r="r" b="b"/>
            <a:pathLst>
              <a:path w="634249" h="455428">
                <a:moveTo>
                  <a:pt x="155955" y="455428"/>
                </a:moveTo>
                <a:lnTo>
                  <a:pt x="146935" y="433434"/>
                </a:lnTo>
                <a:lnTo>
                  <a:pt x="156557" y="414846"/>
                </a:lnTo>
                <a:lnTo>
                  <a:pt x="189349" y="402144"/>
                </a:lnTo>
                <a:lnTo>
                  <a:pt x="205514" y="359579"/>
                </a:lnTo>
                <a:lnTo>
                  <a:pt x="218431" y="358372"/>
                </a:lnTo>
                <a:lnTo>
                  <a:pt x="228199" y="378702"/>
                </a:lnTo>
                <a:lnTo>
                  <a:pt x="304927" y="341104"/>
                </a:lnTo>
                <a:lnTo>
                  <a:pt x="344199" y="345574"/>
                </a:lnTo>
                <a:lnTo>
                  <a:pt x="357298" y="369755"/>
                </a:lnTo>
                <a:lnTo>
                  <a:pt x="417076" y="379528"/>
                </a:lnTo>
                <a:lnTo>
                  <a:pt x="422131" y="399532"/>
                </a:lnTo>
                <a:lnTo>
                  <a:pt x="441504" y="415489"/>
                </a:lnTo>
                <a:lnTo>
                  <a:pt x="464062" y="406461"/>
                </a:lnTo>
                <a:lnTo>
                  <a:pt x="488125" y="421630"/>
                </a:lnTo>
                <a:lnTo>
                  <a:pt x="502858" y="413219"/>
                </a:lnTo>
                <a:lnTo>
                  <a:pt x="502736" y="430215"/>
                </a:lnTo>
                <a:lnTo>
                  <a:pt x="534475" y="421255"/>
                </a:lnTo>
                <a:lnTo>
                  <a:pt x="570396" y="432974"/>
                </a:lnTo>
                <a:lnTo>
                  <a:pt x="582531" y="417689"/>
                </a:lnTo>
                <a:lnTo>
                  <a:pt x="605452" y="427860"/>
                </a:lnTo>
                <a:lnTo>
                  <a:pt x="615161" y="393472"/>
                </a:lnTo>
                <a:lnTo>
                  <a:pt x="609022" y="352545"/>
                </a:lnTo>
                <a:lnTo>
                  <a:pt x="634249" y="300331"/>
                </a:lnTo>
                <a:lnTo>
                  <a:pt x="605349" y="227318"/>
                </a:lnTo>
                <a:lnTo>
                  <a:pt x="633399" y="192045"/>
                </a:lnTo>
                <a:lnTo>
                  <a:pt x="592935" y="167378"/>
                </a:lnTo>
                <a:lnTo>
                  <a:pt x="574371" y="137728"/>
                </a:lnTo>
                <a:lnTo>
                  <a:pt x="498143" y="104374"/>
                </a:lnTo>
                <a:lnTo>
                  <a:pt x="486297" y="123184"/>
                </a:lnTo>
                <a:lnTo>
                  <a:pt x="424776" y="136019"/>
                </a:lnTo>
                <a:lnTo>
                  <a:pt x="408132" y="160234"/>
                </a:lnTo>
                <a:lnTo>
                  <a:pt x="389008" y="156828"/>
                </a:lnTo>
                <a:lnTo>
                  <a:pt x="367950" y="169632"/>
                </a:lnTo>
                <a:lnTo>
                  <a:pt x="353035" y="158421"/>
                </a:lnTo>
                <a:lnTo>
                  <a:pt x="312740" y="177068"/>
                </a:lnTo>
                <a:lnTo>
                  <a:pt x="287881" y="159525"/>
                </a:lnTo>
                <a:lnTo>
                  <a:pt x="275520" y="170171"/>
                </a:lnTo>
                <a:lnTo>
                  <a:pt x="255336" y="162790"/>
                </a:lnTo>
                <a:lnTo>
                  <a:pt x="240808" y="142091"/>
                </a:lnTo>
                <a:lnTo>
                  <a:pt x="238251" y="106890"/>
                </a:lnTo>
                <a:lnTo>
                  <a:pt x="246071" y="96393"/>
                </a:lnTo>
                <a:lnTo>
                  <a:pt x="241940" y="72076"/>
                </a:lnTo>
                <a:lnTo>
                  <a:pt x="251984" y="64851"/>
                </a:lnTo>
                <a:lnTo>
                  <a:pt x="233916" y="56799"/>
                </a:lnTo>
                <a:lnTo>
                  <a:pt x="233384" y="43433"/>
                </a:lnTo>
                <a:lnTo>
                  <a:pt x="210598" y="37689"/>
                </a:lnTo>
                <a:lnTo>
                  <a:pt x="216254" y="17730"/>
                </a:lnTo>
                <a:lnTo>
                  <a:pt x="208516" y="0"/>
                </a:lnTo>
                <a:lnTo>
                  <a:pt x="189843" y="46731"/>
                </a:lnTo>
                <a:lnTo>
                  <a:pt x="151126" y="50552"/>
                </a:lnTo>
                <a:lnTo>
                  <a:pt x="91597" y="107443"/>
                </a:lnTo>
                <a:lnTo>
                  <a:pt x="48162" y="108026"/>
                </a:lnTo>
                <a:lnTo>
                  <a:pt x="64770" y="182551"/>
                </a:lnTo>
                <a:lnTo>
                  <a:pt x="52566" y="180096"/>
                </a:lnTo>
                <a:lnTo>
                  <a:pt x="9000" y="213771"/>
                </a:lnTo>
                <a:lnTo>
                  <a:pt x="0" y="255678"/>
                </a:lnTo>
                <a:lnTo>
                  <a:pt x="15257" y="281031"/>
                </a:lnTo>
                <a:lnTo>
                  <a:pt x="16549" y="311550"/>
                </a:lnTo>
                <a:lnTo>
                  <a:pt x="48620" y="331496"/>
                </a:lnTo>
                <a:lnTo>
                  <a:pt x="110339" y="447447"/>
                </a:lnTo>
                <a:lnTo>
                  <a:pt x="155955" y="455428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ENTRAL"/>
          <p:cNvSpPr/>
          <p:nvPr/>
        </p:nvSpPr>
        <p:spPr>
          <a:xfrm>
            <a:off x="2671499" y="3560804"/>
            <a:ext cx="209378" cy="335482"/>
          </a:xfrm>
          <a:custGeom>
            <a:avLst/>
            <a:gdLst/>
            <a:ahLst/>
            <a:cxnLst/>
            <a:rect l="l" t="t" r="r" b="b"/>
            <a:pathLst>
              <a:path w="209378" h="335482">
                <a:moveTo>
                  <a:pt x="61174" y="102569"/>
                </a:moveTo>
                <a:lnTo>
                  <a:pt x="88944" y="126319"/>
                </a:lnTo>
                <a:lnTo>
                  <a:pt x="82763" y="169295"/>
                </a:lnTo>
                <a:lnTo>
                  <a:pt x="68818" y="187881"/>
                </a:lnTo>
                <a:lnTo>
                  <a:pt x="50436" y="181373"/>
                </a:lnTo>
                <a:lnTo>
                  <a:pt x="50447" y="203332"/>
                </a:lnTo>
                <a:lnTo>
                  <a:pt x="28608" y="200007"/>
                </a:lnTo>
                <a:lnTo>
                  <a:pt x="19734" y="216805"/>
                </a:lnTo>
                <a:lnTo>
                  <a:pt x="31484" y="226031"/>
                </a:lnTo>
                <a:lnTo>
                  <a:pt x="0" y="240079"/>
                </a:lnTo>
                <a:lnTo>
                  <a:pt x="6072" y="268598"/>
                </a:lnTo>
                <a:lnTo>
                  <a:pt x="24573" y="242304"/>
                </a:lnTo>
                <a:lnTo>
                  <a:pt x="28488" y="267783"/>
                </a:lnTo>
                <a:lnTo>
                  <a:pt x="74896" y="278187"/>
                </a:lnTo>
                <a:lnTo>
                  <a:pt x="70223" y="288628"/>
                </a:lnTo>
                <a:lnTo>
                  <a:pt x="102713" y="309849"/>
                </a:lnTo>
                <a:lnTo>
                  <a:pt x="96851" y="321168"/>
                </a:lnTo>
                <a:lnTo>
                  <a:pt x="108806" y="317977"/>
                </a:lnTo>
                <a:lnTo>
                  <a:pt x="108392" y="335482"/>
                </a:lnTo>
                <a:lnTo>
                  <a:pt x="136074" y="286399"/>
                </a:lnTo>
                <a:lnTo>
                  <a:pt x="118802" y="238315"/>
                </a:lnTo>
                <a:lnTo>
                  <a:pt x="135899" y="216050"/>
                </a:lnTo>
                <a:lnTo>
                  <a:pt x="134280" y="198903"/>
                </a:lnTo>
                <a:lnTo>
                  <a:pt x="160291" y="185378"/>
                </a:lnTo>
                <a:lnTo>
                  <a:pt x="168340" y="126701"/>
                </a:lnTo>
                <a:lnTo>
                  <a:pt x="194910" y="120272"/>
                </a:lnTo>
                <a:lnTo>
                  <a:pt x="209378" y="98741"/>
                </a:lnTo>
                <a:lnTo>
                  <a:pt x="175793" y="92853"/>
                </a:lnTo>
                <a:lnTo>
                  <a:pt x="160203" y="71367"/>
                </a:lnTo>
                <a:lnTo>
                  <a:pt x="162127" y="49019"/>
                </a:lnTo>
                <a:lnTo>
                  <a:pt x="108113" y="0"/>
                </a:lnTo>
                <a:lnTo>
                  <a:pt x="83555" y="46051"/>
                </a:lnTo>
                <a:lnTo>
                  <a:pt x="99058" y="52961"/>
                </a:lnTo>
                <a:lnTo>
                  <a:pt x="93934" y="72188"/>
                </a:lnTo>
                <a:lnTo>
                  <a:pt x="79714" y="88499"/>
                </a:lnTo>
                <a:lnTo>
                  <a:pt x="70025" y="78273"/>
                </a:lnTo>
                <a:lnTo>
                  <a:pt x="61174" y="102569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NCEPCION"/>
          <p:cNvSpPr/>
          <p:nvPr/>
        </p:nvSpPr>
        <p:spPr>
          <a:xfrm>
            <a:off x="2616352" y="2472219"/>
            <a:ext cx="617388" cy="515282"/>
          </a:xfrm>
          <a:custGeom>
            <a:avLst/>
            <a:gdLst/>
            <a:ahLst/>
            <a:cxnLst/>
            <a:rect l="l" t="t" r="r" b="b"/>
            <a:pathLst>
              <a:path w="617388" h="515282">
                <a:moveTo>
                  <a:pt x="386782" y="76874"/>
                </a:moveTo>
                <a:lnTo>
                  <a:pt x="373129" y="74244"/>
                </a:lnTo>
                <a:lnTo>
                  <a:pt x="366730" y="58801"/>
                </a:lnTo>
                <a:lnTo>
                  <a:pt x="360429" y="66203"/>
                </a:lnTo>
                <a:lnTo>
                  <a:pt x="330322" y="50321"/>
                </a:lnTo>
                <a:lnTo>
                  <a:pt x="301762" y="60669"/>
                </a:lnTo>
                <a:lnTo>
                  <a:pt x="261280" y="45328"/>
                </a:lnTo>
                <a:lnTo>
                  <a:pt x="249553" y="60032"/>
                </a:lnTo>
                <a:lnTo>
                  <a:pt x="232400" y="48921"/>
                </a:lnTo>
                <a:lnTo>
                  <a:pt x="222966" y="58799"/>
                </a:lnTo>
                <a:lnTo>
                  <a:pt x="205072" y="53850"/>
                </a:lnTo>
                <a:lnTo>
                  <a:pt x="194246" y="41386"/>
                </a:lnTo>
                <a:lnTo>
                  <a:pt x="136822" y="33286"/>
                </a:lnTo>
                <a:lnTo>
                  <a:pt x="126449" y="4114"/>
                </a:lnTo>
                <a:lnTo>
                  <a:pt x="94707" y="2774"/>
                </a:lnTo>
                <a:lnTo>
                  <a:pt x="84070" y="18568"/>
                </a:lnTo>
                <a:lnTo>
                  <a:pt x="62651" y="24536"/>
                </a:lnTo>
                <a:lnTo>
                  <a:pt x="54676" y="13410"/>
                </a:lnTo>
                <a:lnTo>
                  <a:pt x="42995" y="19600"/>
                </a:lnTo>
                <a:lnTo>
                  <a:pt x="20887" y="13484"/>
                </a:lnTo>
                <a:lnTo>
                  <a:pt x="17052" y="0"/>
                </a:lnTo>
                <a:lnTo>
                  <a:pt x="0" y="1369"/>
                </a:lnTo>
                <a:lnTo>
                  <a:pt x="12078" y="17489"/>
                </a:lnTo>
                <a:lnTo>
                  <a:pt x="13671" y="70065"/>
                </a:lnTo>
                <a:lnTo>
                  <a:pt x="33736" y="66508"/>
                </a:lnTo>
                <a:lnTo>
                  <a:pt x="38227" y="88915"/>
                </a:lnTo>
                <a:lnTo>
                  <a:pt x="58184" y="106625"/>
                </a:lnTo>
                <a:lnTo>
                  <a:pt x="42291" y="120705"/>
                </a:lnTo>
                <a:lnTo>
                  <a:pt x="54784" y="176149"/>
                </a:lnTo>
                <a:lnTo>
                  <a:pt x="73139" y="202440"/>
                </a:lnTo>
                <a:lnTo>
                  <a:pt x="27711" y="208082"/>
                </a:lnTo>
                <a:lnTo>
                  <a:pt x="20249" y="234855"/>
                </a:lnTo>
                <a:lnTo>
                  <a:pt x="39016" y="260050"/>
                </a:lnTo>
                <a:lnTo>
                  <a:pt x="60594" y="265849"/>
                </a:lnTo>
                <a:lnTo>
                  <a:pt x="67458" y="286977"/>
                </a:lnTo>
                <a:lnTo>
                  <a:pt x="56895" y="300509"/>
                </a:lnTo>
                <a:lnTo>
                  <a:pt x="75264" y="320834"/>
                </a:lnTo>
                <a:lnTo>
                  <a:pt x="67826" y="342090"/>
                </a:lnTo>
                <a:lnTo>
                  <a:pt x="93511" y="365141"/>
                </a:lnTo>
                <a:lnTo>
                  <a:pt x="119690" y="365356"/>
                </a:lnTo>
                <a:lnTo>
                  <a:pt x="122626" y="395656"/>
                </a:lnTo>
                <a:lnTo>
                  <a:pt x="165662" y="432266"/>
                </a:lnTo>
                <a:lnTo>
                  <a:pt x="155976" y="456659"/>
                </a:lnTo>
                <a:lnTo>
                  <a:pt x="179943" y="503718"/>
                </a:lnTo>
                <a:lnTo>
                  <a:pt x="209136" y="515282"/>
                </a:lnTo>
                <a:lnTo>
                  <a:pt x="393997" y="484851"/>
                </a:lnTo>
                <a:lnTo>
                  <a:pt x="411331" y="494208"/>
                </a:lnTo>
                <a:lnTo>
                  <a:pt x="486300" y="496283"/>
                </a:lnTo>
                <a:lnTo>
                  <a:pt x="502562" y="479087"/>
                </a:lnTo>
                <a:lnTo>
                  <a:pt x="522037" y="483530"/>
                </a:lnTo>
                <a:lnTo>
                  <a:pt x="543582" y="468354"/>
                </a:lnTo>
                <a:lnTo>
                  <a:pt x="565238" y="446100"/>
                </a:lnTo>
                <a:lnTo>
                  <a:pt x="572150" y="421150"/>
                </a:lnTo>
                <a:lnTo>
                  <a:pt x="593930" y="413081"/>
                </a:lnTo>
                <a:lnTo>
                  <a:pt x="588103" y="400290"/>
                </a:lnTo>
                <a:lnTo>
                  <a:pt x="599041" y="375853"/>
                </a:lnTo>
                <a:lnTo>
                  <a:pt x="613889" y="374544"/>
                </a:lnTo>
                <a:lnTo>
                  <a:pt x="617388" y="346837"/>
                </a:lnTo>
                <a:lnTo>
                  <a:pt x="562772" y="218140"/>
                </a:lnTo>
                <a:lnTo>
                  <a:pt x="532911" y="227736"/>
                </a:lnTo>
                <a:lnTo>
                  <a:pt x="513843" y="250997"/>
                </a:lnTo>
                <a:lnTo>
                  <a:pt x="493274" y="252846"/>
                </a:lnTo>
                <a:lnTo>
                  <a:pt x="475136" y="294925"/>
                </a:lnTo>
                <a:lnTo>
                  <a:pt x="462782" y="299958"/>
                </a:lnTo>
                <a:lnTo>
                  <a:pt x="440311" y="288280"/>
                </a:lnTo>
                <a:lnTo>
                  <a:pt x="424939" y="296317"/>
                </a:lnTo>
                <a:lnTo>
                  <a:pt x="424195" y="274634"/>
                </a:lnTo>
                <a:lnTo>
                  <a:pt x="445444" y="259687"/>
                </a:lnTo>
                <a:lnTo>
                  <a:pt x="439971" y="231073"/>
                </a:lnTo>
                <a:lnTo>
                  <a:pt x="419689" y="205321"/>
                </a:lnTo>
                <a:lnTo>
                  <a:pt x="415751" y="166369"/>
                </a:lnTo>
                <a:lnTo>
                  <a:pt x="422991" y="135664"/>
                </a:lnTo>
                <a:lnTo>
                  <a:pt x="458587" y="101930"/>
                </a:lnTo>
                <a:lnTo>
                  <a:pt x="386782" y="76874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RDILLERA"/>
          <p:cNvSpPr/>
          <p:nvPr/>
        </p:nvSpPr>
        <p:spPr>
          <a:xfrm>
            <a:off x="2786951" y="3469340"/>
            <a:ext cx="303918" cy="297455"/>
          </a:xfrm>
          <a:custGeom>
            <a:avLst/>
            <a:gdLst/>
            <a:ahLst/>
            <a:cxnLst/>
            <a:rect l="l" t="t" r="r" b="b"/>
            <a:pathLst>
              <a:path w="303918" h="297455">
                <a:moveTo>
                  <a:pt x="69350" y="29171"/>
                </a:moveTo>
                <a:lnTo>
                  <a:pt x="57686" y="32376"/>
                </a:lnTo>
                <a:lnTo>
                  <a:pt x="32623" y="79917"/>
                </a:lnTo>
                <a:lnTo>
                  <a:pt x="0" y="94076"/>
                </a:lnTo>
                <a:lnTo>
                  <a:pt x="48003" y="142346"/>
                </a:lnTo>
                <a:lnTo>
                  <a:pt x="45936" y="166353"/>
                </a:lnTo>
                <a:lnTo>
                  <a:pt x="62309" y="185740"/>
                </a:lnTo>
                <a:lnTo>
                  <a:pt x="90403" y="184034"/>
                </a:lnTo>
                <a:lnTo>
                  <a:pt x="128976" y="267062"/>
                </a:lnTo>
                <a:lnTo>
                  <a:pt x="188814" y="260253"/>
                </a:lnTo>
                <a:lnTo>
                  <a:pt x="177302" y="292472"/>
                </a:lnTo>
                <a:lnTo>
                  <a:pt x="199140" y="297455"/>
                </a:lnTo>
                <a:lnTo>
                  <a:pt x="223012" y="281958"/>
                </a:lnTo>
                <a:lnTo>
                  <a:pt x="251050" y="295365"/>
                </a:lnTo>
                <a:lnTo>
                  <a:pt x="206569" y="242407"/>
                </a:lnTo>
                <a:lnTo>
                  <a:pt x="268892" y="204852"/>
                </a:lnTo>
                <a:lnTo>
                  <a:pt x="303918" y="167201"/>
                </a:lnTo>
                <a:lnTo>
                  <a:pt x="284584" y="172875"/>
                </a:lnTo>
                <a:lnTo>
                  <a:pt x="269852" y="153259"/>
                </a:lnTo>
                <a:lnTo>
                  <a:pt x="284803" y="116865"/>
                </a:lnTo>
                <a:lnTo>
                  <a:pt x="303813" y="116611"/>
                </a:lnTo>
                <a:lnTo>
                  <a:pt x="302883" y="55654"/>
                </a:lnTo>
                <a:lnTo>
                  <a:pt x="285558" y="48667"/>
                </a:lnTo>
                <a:lnTo>
                  <a:pt x="263026" y="9214"/>
                </a:lnTo>
                <a:lnTo>
                  <a:pt x="247025" y="18903"/>
                </a:lnTo>
                <a:lnTo>
                  <a:pt x="175333" y="0"/>
                </a:lnTo>
                <a:lnTo>
                  <a:pt x="154607" y="48969"/>
                </a:lnTo>
                <a:lnTo>
                  <a:pt x="141103" y="50488"/>
                </a:lnTo>
                <a:lnTo>
                  <a:pt x="143747" y="62107"/>
                </a:lnTo>
                <a:lnTo>
                  <a:pt x="123799" y="63489"/>
                </a:lnTo>
                <a:lnTo>
                  <a:pt x="94883" y="38731"/>
                </a:lnTo>
                <a:lnTo>
                  <a:pt x="88614" y="47147"/>
                </a:lnTo>
                <a:lnTo>
                  <a:pt x="71153" y="39422"/>
                </a:lnTo>
                <a:lnTo>
                  <a:pt x="69350" y="2917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GUAIRA"/>
          <p:cNvSpPr/>
          <p:nvPr/>
        </p:nvSpPr>
        <p:spPr>
          <a:xfrm>
            <a:off x="3029113" y="3729985"/>
            <a:ext cx="369260" cy="228507"/>
          </a:xfrm>
          <a:custGeom>
            <a:avLst/>
            <a:gdLst/>
            <a:ahLst/>
            <a:cxnLst/>
            <a:rect l="l" t="t" r="r" b="b"/>
            <a:pathLst>
              <a:path w="369260" h="228507">
                <a:moveTo>
                  <a:pt x="369260" y="30885"/>
                </a:moveTo>
                <a:lnTo>
                  <a:pt x="316528" y="46952"/>
                </a:lnTo>
                <a:lnTo>
                  <a:pt x="269968" y="22561"/>
                </a:lnTo>
                <a:lnTo>
                  <a:pt x="142759" y="0"/>
                </a:lnTo>
                <a:lnTo>
                  <a:pt x="112852" y="3117"/>
                </a:lnTo>
                <a:lnTo>
                  <a:pt x="89319" y="25933"/>
                </a:lnTo>
                <a:lnTo>
                  <a:pt x="70815" y="21900"/>
                </a:lnTo>
                <a:lnTo>
                  <a:pt x="25803" y="48906"/>
                </a:lnTo>
                <a:lnTo>
                  <a:pt x="19272" y="71308"/>
                </a:lnTo>
                <a:lnTo>
                  <a:pt x="27153" y="103198"/>
                </a:lnTo>
                <a:lnTo>
                  <a:pt x="46024" y="126552"/>
                </a:lnTo>
                <a:lnTo>
                  <a:pt x="46445" y="149671"/>
                </a:lnTo>
                <a:lnTo>
                  <a:pt x="0" y="139871"/>
                </a:lnTo>
                <a:lnTo>
                  <a:pt x="15232" y="167904"/>
                </a:lnTo>
                <a:lnTo>
                  <a:pt x="12142" y="205661"/>
                </a:lnTo>
                <a:lnTo>
                  <a:pt x="40266" y="228507"/>
                </a:lnTo>
                <a:lnTo>
                  <a:pt x="47873" y="219705"/>
                </a:lnTo>
                <a:lnTo>
                  <a:pt x="65112" y="224680"/>
                </a:lnTo>
                <a:lnTo>
                  <a:pt x="70606" y="200449"/>
                </a:lnTo>
                <a:lnTo>
                  <a:pt x="114346" y="207107"/>
                </a:lnTo>
                <a:lnTo>
                  <a:pt x="111624" y="165850"/>
                </a:lnTo>
                <a:lnTo>
                  <a:pt x="131045" y="166739"/>
                </a:lnTo>
                <a:lnTo>
                  <a:pt x="154693" y="148624"/>
                </a:lnTo>
                <a:lnTo>
                  <a:pt x="190788" y="179143"/>
                </a:lnTo>
                <a:lnTo>
                  <a:pt x="214886" y="164157"/>
                </a:lnTo>
                <a:lnTo>
                  <a:pt x="231756" y="117800"/>
                </a:lnTo>
                <a:lnTo>
                  <a:pt x="256366" y="104163"/>
                </a:lnTo>
                <a:lnTo>
                  <a:pt x="276864" y="112448"/>
                </a:lnTo>
                <a:lnTo>
                  <a:pt x="298307" y="85568"/>
                </a:lnTo>
                <a:lnTo>
                  <a:pt x="328502" y="75940"/>
                </a:lnTo>
                <a:lnTo>
                  <a:pt x="326628" y="55344"/>
                </a:lnTo>
                <a:lnTo>
                  <a:pt x="354195" y="64102"/>
                </a:lnTo>
                <a:lnTo>
                  <a:pt x="369260" y="30885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TAPUA"/>
          <p:cNvSpPr/>
          <p:nvPr/>
        </p:nvSpPr>
        <p:spPr>
          <a:xfrm>
            <a:off x="2983656" y="3920666"/>
            <a:ext cx="741329" cy="541390"/>
          </a:xfrm>
          <a:custGeom>
            <a:avLst/>
            <a:gdLst/>
            <a:ahLst/>
            <a:cxnLst/>
            <a:rect l="l" t="t" r="r" b="b"/>
            <a:pathLst>
              <a:path w="741329" h="541390">
                <a:moveTo>
                  <a:pt x="74919" y="228905"/>
                </a:moveTo>
                <a:lnTo>
                  <a:pt x="82880" y="380656"/>
                </a:lnTo>
                <a:lnTo>
                  <a:pt x="58066" y="412975"/>
                </a:lnTo>
                <a:lnTo>
                  <a:pt x="72904" y="450061"/>
                </a:lnTo>
                <a:lnTo>
                  <a:pt x="0" y="476840"/>
                </a:lnTo>
                <a:lnTo>
                  <a:pt x="44518" y="507617"/>
                </a:lnTo>
                <a:lnTo>
                  <a:pt x="63220" y="491046"/>
                </a:lnTo>
                <a:lnTo>
                  <a:pt x="97940" y="486102"/>
                </a:lnTo>
                <a:lnTo>
                  <a:pt x="133622" y="528593"/>
                </a:lnTo>
                <a:lnTo>
                  <a:pt x="163228" y="541390"/>
                </a:lnTo>
                <a:lnTo>
                  <a:pt x="195238" y="500811"/>
                </a:lnTo>
                <a:lnTo>
                  <a:pt x="196327" y="476297"/>
                </a:lnTo>
                <a:lnTo>
                  <a:pt x="260749" y="439185"/>
                </a:lnTo>
                <a:lnTo>
                  <a:pt x="330179" y="451063"/>
                </a:lnTo>
                <a:lnTo>
                  <a:pt x="350752" y="481340"/>
                </a:lnTo>
                <a:lnTo>
                  <a:pt x="382252" y="487907"/>
                </a:lnTo>
                <a:lnTo>
                  <a:pt x="428913" y="445671"/>
                </a:lnTo>
                <a:lnTo>
                  <a:pt x="433518" y="416090"/>
                </a:lnTo>
                <a:lnTo>
                  <a:pt x="419208" y="393677"/>
                </a:lnTo>
                <a:lnTo>
                  <a:pt x="438343" y="385428"/>
                </a:lnTo>
                <a:lnTo>
                  <a:pt x="440700" y="366102"/>
                </a:lnTo>
                <a:lnTo>
                  <a:pt x="474753" y="364785"/>
                </a:lnTo>
                <a:lnTo>
                  <a:pt x="477492" y="336037"/>
                </a:lnTo>
                <a:lnTo>
                  <a:pt x="500112" y="315240"/>
                </a:lnTo>
                <a:lnTo>
                  <a:pt x="537835" y="305132"/>
                </a:lnTo>
                <a:lnTo>
                  <a:pt x="556201" y="316551"/>
                </a:lnTo>
                <a:lnTo>
                  <a:pt x="578375" y="310587"/>
                </a:lnTo>
                <a:lnTo>
                  <a:pt x="578445" y="278723"/>
                </a:lnTo>
                <a:lnTo>
                  <a:pt x="606851" y="254951"/>
                </a:lnTo>
                <a:lnTo>
                  <a:pt x="638059" y="250285"/>
                </a:lnTo>
                <a:lnTo>
                  <a:pt x="644285" y="212712"/>
                </a:lnTo>
                <a:lnTo>
                  <a:pt x="686793" y="208334"/>
                </a:lnTo>
                <a:lnTo>
                  <a:pt x="696386" y="188457"/>
                </a:lnTo>
                <a:lnTo>
                  <a:pt x="691126" y="159301"/>
                </a:lnTo>
                <a:lnTo>
                  <a:pt x="722608" y="127719"/>
                </a:lnTo>
                <a:lnTo>
                  <a:pt x="741329" y="78452"/>
                </a:lnTo>
                <a:lnTo>
                  <a:pt x="726539" y="48952"/>
                </a:lnTo>
                <a:lnTo>
                  <a:pt x="724436" y="59018"/>
                </a:lnTo>
                <a:lnTo>
                  <a:pt x="703380" y="56651"/>
                </a:lnTo>
                <a:lnTo>
                  <a:pt x="689895" y="36371"/>
                </a:lnTo>
                <a:lnTo>
                  <a:pt x="682976" y="43123"/>
                </a:lnTo>
                <a:lnTo>
                  <a:pt x="666344" y="29476"/>
                </a:lnTo>
                <a:lnTo>
                  <a:pt x="658430" y="38700"/>
                </a:lnTo>
                <a:lnTo>
                  <a:pt x="653951" y="32262"/>
                </a:lnTo>
                <a:lnTo>
                  <a:pt x="652652" y="49351"/>
                </a:lnTo>
                <a:lnTo>
                  <a:pt x="640927" y="42255"/>
                </a:lnTo>
                <a:lnTo>
                  <a:pt x="641247" y="52848"/>
                </a:lnTo>
                <a:lnTo>
                  <a:pt x="612496" y="46842"/>
                </a:lnTo>
                <a:lnTo>
                  <a:pt x="602152" y="54408"/>
                </a:lnTo>
                <a:lnTo>
                  <a:pt x="578443" y="41063"/>
                </a:lnTo>
                <a:lnTo>
                  <a:pt x="538037" y="51698"/>
                </a:lnTo>
                <a:lnTo>
                  <a:pt x="517779" y="14948"/>
                </a:lnTo>
                <a:lnTo>
                  <a:pt x="519734" y="0"/>
                </a:lnTo>
                <a:lnTo>
                  <a:pt x="509568" y="9271"/>
                </a:lnTo>
                <a:lnTo>
                  <a:pt x="505457" y="63731"/>
                </a:lnTo>
                <a:lnTo>
                  <a:pt x="494910" y="78552"/>
                </a:lnTo>
                <a:lnTo>
                  <a:pt x="456609" y="77781"/>
                </a:lnTo>
                <a:lnTo>
                  <a:pt x="459578" y="93026"/>
                </a:lnTo>
                <a:lnTo>
                  <a:pt x="438124" y="99208"/>
                </a:lnTo>
                <a:lnTo>
                  <a:pt x="427208" y="117331"/>
                </a:lnTo>
                <a:lnTo>
                  <a:pt x="398218" y="95933"/>
                </a:lnTo>
                <a:lnTo>
                  <a:pt x="357816" y="106487"/>
                </a:lnTo>
                <a:lnTo>
                  <a:pt x="322724" y="152020"/>
                </a:lnTo>
                <a:lnTo>
                  <a:pt x="288734" y="152095"/>
                </a:lnTo>
                <a:lnTo>
                  <a:pt x="283221" y="164177"/>
                </a:lnTo>
                <a:lnTo>
                  <a:pt x="274671" y="155658"/>
                </a:lnTo>
                <a:lnTo>
                  <a:pt x="259972" y="166936"/>
                </a:lnTo>
                <a:lnTo>
                  <a:pt x="254542" y="192929"/>
                </a:lnTo>
                <a:lnTo>
                  <a:pt x="233190" y="207510"/>
                </a:lnTo>
                <a:lnTo>
                  <a:pt x="233015" y="223480"/>
                </a:lnTo>
                <a:lnTo>
                  <a:pt x="207006" y="218621"/>
                </a:lnTo>
                <a:lnTo>
                  <a:pt x="130529" y="253517"/>
                </a:lnTo>
                <a:lnTo>
                  <a:pt x="74919" y="228905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MISIONES"/>
          <p:cNvSpPr/>
          <p:nvPr/>
        </p:nvSpPr>
        <p:spPr>
          <a:xfrm>
            <a:off x="2699178" y="4023366"/>
            <a:ext cx="367358" cy="399941"/>
          </a:xfrm>
          <a:custGeom>
            <a:avLst/>
            <a:gdLst/>
            <a:ahLst/>
            <a:cxnLst/>
            <a:rect l="l" t="t" r="r" b="b"/>
            <a:pathLst>
              <a:path w="367358" h="399941">
                <a:moveTo>
                  <a:pt x="296579" y="59486"/>
                </a:moveTo>
                <a:lnTo>
                  <a:pt x="276454" y="30729"/>
                </a:lnTo>
                <a:lnTo>
                  <a:pt x="259607" y="38133"/>
                </a:lnTo>
                <a:lnTo>
                  <a:pt x="261124" y="26164"/>
                </a:lnTo>
                <a:lnTo>
                  <a:pt x="246740" y="12701"/>
                </a:lnTo>
                <a:lnTo>
                  <a:pt x="215095" y="0"/>
                </a:lnTo>
                <a:lnTo>
                  <a:pt x="189768" y="12776"/>
                </a:lnTo>
                <a:lnTo>
                  <a:pt x="174035" y="43672"/>
                </a:lnTo>
                <a:lnTo>
                  <a:pt x="163314" y="40482"/>
                </a:lnTo>
                <a:lnTo>
                  <a:pt x="169405" y="58522"/>
                </a:lnTo>
                <a:lnTo>
                  <a:pt x="158448" y="76232"/>
                </a:lnTo>
                <a:lnTo>
                  <a:pt x="110158" y="87679"/>
                </a:lnTo>
                <a:lnTo>
                  <a:pt x="97751" y="70148"/>
                </a:lnTo>
                <a:lnTo>
                  <a:pt x="78347" y="68588"/>
                </a:lnTo>
                <a:lnTo>
                  <a:pt x="77394" y="58257"/>
                </a:lnTo>
                <a:lnTo>
                  <a:pt x="48421" y="56217"/>
                </a:lnTo>
                <a:lnTo>
                  <a:pt x="22627" y="33033"/>
                </a:lnTo>
                <a:lnTo>
                  <a:pt x="26421" y="20008"/>
                </a:lnTo>
                <a:lnTo>
                  <a:pt x="11552" y="17104"/>
                </a:lnTo>
                <a:lnTo>
                  <a:pt x="9148" y="4190"/>
                </a:lnTo>
                <a:lnTo>
                  <a:pt x="0" y="8562"/>
                </a:lnTo>
                <a:lnTo>
                  <a:pt x="34153" y="149398"/>
                </a:lnTo>
                <a:lnTo>
                  <a:pt x="104225" y="246816"/>
                </a:lnTo>
                <a:lnTo>
                  <a:pt x="185954" y="264467"/>
                </a:lnTo>
                <a:lnTo>
                  <a:pt x="132961" y="375495"/>
                </a:lnTo>
                <a:lnTo>
                  <a:pt x="169432" y="393937"/>
                </a:lnTo>
                <a:lnTo>
                  <a:pt x="226053" y="399941"/>
                </a:lnTo>
                <a:lnTo>
                  <a:pt x="268937" y="373674"/>
                </a:lnTo>
                <a:lnTo>
                  <a:pt x="315375" y="369557"/>
                </a:lnTo>
                <a:lnTo>
                  <a:pt x="357358" y="347426"/>
                </a:lnTo>
                <a:lnTo>
                  <a:pt x="342544" y="310275"/>
                </a:lnTo>
                <a:lnTo>
                  <a:pt x="367358" y="277956"/>
                </a:lnTo>
                <a:lnTo>
                  <a:pt x="358298" y="124965"/>
                </a:lnTo>
                <a:lnTo>
                  <a:pt x="367041" y="104986"/>
                </a:lnTo>
                <a:lnTo>
                  <a:pt x="310765" y="88836"/>
                </a:lnTo>
                <a:lnTo>
                  <a:pt x="310241" y="69127"/>
                </a:lnTo>
                <a:lnTo>
                  <a:pt x="296579" y="59486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GUARI"/>
          <p:cNvSpPr/>
          <p:nvPr/>
        </p:nvSpPr>
        <p:spPr>
          <a:xfrm>
            <a:off x="2697111" y="3671103"/>
            <a:ext cx="378447" cy="439942"/>
          </a:xfrm>
          <a:custGeom>
            <a:avLst/>
            <a:gdLst/>
            <a:ahLst/>
            <a:cxnLst/>
            <a:rect l="l" t="t" r="r" b="b"/>
            <a:pathLst>
              <a:path w="378447" h="439942">
                <a:moveTo>
                  <a:pt x="183736" y="0"/>
                </a:moveTo>
                <a:lnTo>
                  <a:pt x="142728" y="16402"/>
                </a:lnTo>
                <a:lnTo>
                  <a:pt x="134679" y="75079"/>
                </a:lnTo>
                <a:lnTo>
                  <a:pt x="111390" y="84260"/>
                </a:lnTo>
                <a:lnTo>
                  <a:pt x="110287" y="105751"/>
                </a:lnTo>
                <a:lnTo>
                  <a:pt x="93190" y="128016"/>
                </a:lnTo>
                <a:lnTo>
                  <a:pt x="110788" y="174068"/>
                </a:lnTo>
                <a:lnTo>
                  <a:pt x="82780" y="225183"/>
                </a:lnTo>
                <a:lnTo>
                  <a:pt x="90056" y="275888"/>
                </a:lnTo>
                <a:lnTo>
                  <a:pt x="83620" y="269872"/>
                </a:lnTo>
                <a:lnTo>
                  <a:pt x="55789" y="283129"/>
                </a:lnTo>
                <a:lnTo>
                  <a:pt x="22942" y="326870"/>
                </a:lnTo>
                <a:lnTo>
                  <a:pt x="17429" y="351808"/>
                </a:lnTo>
                <a:lnTo>
                  <a:pt x="8551" y="344110"/>
                </a:lnTo>
                <a:lnTo>
                  <a:pt x="0" y="354113"/>
                </a:lnTo>
                <a:lnTo>
                  <a:pt x="28488" y="372271"/>
                </a:lnTo>
                <a:lnTo>
                  <a:pt x="24694" y="385296"/>
                </a:lnTo>
                <a:lnTo>
                  <a:pt x="50488" y="408480"/>
                </a:lnTo>
                <a:lnTo>
                  <a:pt x="79461" y="410520"/>
                </a:lnTo>
                <a:lnTo>
                  <a:pt x="80414" y="420851"/>
                </a:lnTo>
                <a:lnTo>
                  <a:pt x="99818" y="422411"/>
                </a:lnTo>
                <a:lnTo>
                  <a:pt x="112225" y="439942"/>
                </a:lnTo>
                <a:lnTo>
                  <a:pt x="160515" y="428495"/>
                </a:lnTo>
                <a:lnTo>
                  <a:pt x="171472" y="410785"/>
                </a:lnTo>
                <a:lnTo>
                  <a:pt x="165381" y="392745"/>
                </a:lnTo>
                <a:lnTo>
                  <a:pt x="176102" y="395935"/>
                </a:lnTo>
                <a:lnTo>
                  <a:pt x="191835" y="365039"/>
                </a:lnTo>
                <a:lnTo>
                  <a:pt x="217162" y="352263"/>
                </a:lnTo>
                <a:lnTo>
                  <a:pt x="248807" y="364964"/>
                </a:lnTo>
                <a:lnTo>
                  <a:pt x="263191" y="378427"/>
                </a:lnTo>
                <a:lnTo>
                  <a:pt x="261674" y="390396"/>
                </a:lnTo>
                <a:lnTo>
                  <a:pt x="278521" y="382992"/>
                </a:lnTo>
                <a:lnTo>
                  <a:pt x="298814" y="411709"/>
                </a:lnTo>
                <a:lnTo>
                  <a:pt x="327757" y="368165"/>
                </a:lnTo>
                <a:lnTo>
                  <a:pt x="352115" y="302668"/>
                </a:lnTo>
                <a:lnTo>
                  <a:pt x="371386" y="288104"/>
                </a:lnTo>
                <a:lnTo>
                  <a:pt x="344144" y="264543"/>
                </a:lnTo>
                <a:lnTo>
                  <a:pt x="347234" y="226786"/>
                </a:lnTo>
                <a:lnTo>
                  <a:pt x="332002" y="198753"/>
                </a:lnTo>
                <a:lnTo>
                  <a:pt x="378447" y="208553"/>
                </a:lnTo>
                <a:lnTo>
                  <a:pt x="378026" y="185434"/>
                </a:lnTo>
                <a:lnTo>
                  <a:pt x="359155" y="162080"/>
                </a:lnTo>
                <a:lnTo>
                  <a:pt x="351274" y="130190"/>
                </a:lnTo>
                <a:lnTo>
                  <a:pt x="357805" y="107788"/>
                </a:lnTo>
                <a:lnTo>
                  <a:pt x="312852" y="80195"/>
                </a:lnTo>
                <a:lnTo>
                  <a:pt x="288980" y="95692"/>
                </a:lnTo>
                <a:lnTo>
                  <a:pt x="267142" y="90709"/>
                </a:lnTo>
                <a:lnTo>
                  <a:pt x="278654" y="58490"/>
                </a:lnTo>
                <a:lnTo>
                  <a:pt x="218816" y="65299"/>
                </a:lnTo>
                <a:lnTo>
                  <a:pt x="205221" y="45170"/>
                </a:lnTo>
                <a:lnTo>
                  <a:pt x="204696" y="19474"/>
                </a:lnTo>
                <a:lnTo>
                  <a:pt x="183736" y="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PRESIDENTE HAYES"/>
          <p:cNvSpPr/>
          <p:nvPr/>
        </p:nvSpPr>
        <p:spPr>
          <a:xfrm>
            <a:off x="1690847" y="2469724"/>
            <a:ext cx="1205152" cy="1183856"/>
          </a:xfrm>
          <a:custGeom>
            <a:avLst/>
            <a:gdLst/>
            <a:ahLst/>
            <a:cxnLst/>
            <a:rect l="l" t="t" r="r" b="b"/>
            <a:pathLst>
              <a:path w="1205152" h="1183856">
                <a:moveTo>
                  <a:pt x="1064207" y="1137131"/>
                </a:moveTo>
                <a:lnTo>
                  <a:pt x="1083856" y="1092494"/>
                </a:lnTo>
                <a:lnTo>
                  <a:pt x="1128727" y="1079533"/>
                </a:lnTo>
                <a:lnTo>
                  <a:pt x="1156599" y="1028829"/>
                </a:lnTo>
                <a:lnTo>
                  <a:pt x="1181942" y="1029735"/>
                </a:lnTo>
                <a:lnTo>
                  <a:pt x="1155162" y="997451"/>
                </a:lnTo>
                <a:lnTo>
                  <a:pt x="1177722" y="968372"/>
                </a:lnTo>
                <a:lnTo>
                  <a:pt x="1178292" y="947537"/>
                </a:lnTo>
                <a:lnTo>
                  <a:pt x="1198439" y="944108"/>
                </a:lnTo>
                <a:lnTo>
                  <a:pt x="1202456" y="918325"/>
                </a:lnTo>
                <a:lnTo>
                  <a:pt x="1190075" y="900584"/>
                </a:lnTo>
                <a:lnTo>
                  <a:pt x="1201098" y="885822"/>
                </a:lnTo>
                <a:lnTo>
                  <a:pt x="1190200" y="870068"/>
                </a:lnTo>
                <a:lnTo>
                  <a:pt x="1205152" y="857173"/>
                </a:lnTo>
                <a:lnTo>
                  <a:pt x="1186274" y="778370"/>
                </a:lnTo>
                <a:lnTo>
                  <a:pt x="1161886" y="746868"/>
                </a:lnTo>
                <a:lnTo>
                  <a:pt x="1185860" y="725910"/>
                </a:lnTo>
                <a:lnTo>
                  <a:pt x="1167112" y="710035"/>
                </a:lnTo>
                <a:lnTo>
                  <a:pt x="1184595" y="696618"/>
                </a:lnTo>
                <a:lnTo>
                  <a:pt x="1174816" y="689188"/>
                </a:lnTo>
                <a:lnTo>
                  <a:pt x="1178486" y="677547"/>
                </a:lnTo>
                <a:lnTo>
                  <a:pt x="1153817" y="661666"/>
                </a:lnTo>
                <a:lnTo>
                  <a:pt x="1170604" y="649890"/>
                </a:lnTo>
                <a:lnTo>
                  <a:pt x="1163129" y="638282"/>
                </a:lnTo>
                <a:lnTo>
                  <a:pt x="1170875" y="618060"/>
                </a:lnTo>
                <a:lnTo>
                  <a:pt x="1162484" y="612462"/>
                </a:lnTo>
                <a:lnTo>
                  <a:pt x="1169571" y="599592"/>
                </a:lnTo>
                <a:lnTo>
                  <a:pt x="1115733" y="569887"/>
                </a:lnTo>
                <a:lnTo>
                  <a:pt x="1097695" y="527425"/>
                </a:lnTo>
                <a:lnTo>
                  <a:pt x="1105231" y="495129"/>
                </a:lnTo>
                <a:lnTo>
                  <a:pt x="1081481" y="459154"/>
                </a:lnTo>
                <a:lnTo>
                  <a:pt x="1091167" y="434761"/>
                </a:lnTo>
                <a:lnTo>
                  <a:pt x="1048131" y="398151"/>
                </a:lnTo>
                <a:lnTo>
                  <a:pt x="1045195" y="367851"/>
                </a:lnTo>
                <a:lnTo>
                  <a:pt x="1019016" y="367636"/>
                </a:lnTo>
                <a:lnTo>
                  <a:pt x="993331" y="344585"/>
                </a:lnTo>
                <a:lnTo>
                  <a:pt x="1000769" y="323329"/>
                </a:lnTo>
                <a:lnTo>
                  <a:pt x="982400" y="303004"/>
                </a:lnTo>
                <a:lnTo>
                  <a:pt x="992963" y="289472"/>
                </a:lnTo>
                <a:lnTo>
                  <a:pt x="986099" y="268344"/>
                </a:lnTo>
                <a:lnTo>
                  <a:pt x="964521" y="262545"/>
                </a:lnTo>
                <a:lnTo>
                  <a:pt x="943700" y="231238"/>
                </a:lnTo>
                <a:lnTo>
                  <a:pt x="953216" y="210577"/>
                </a:lnTo>
                <a:lnTo>
                  <a:pt x="998672" y="208778"/>
                </a:lnTo>
                <a:lnTo>
                  <a:pt x="980289" y="178644"/>
                </a:lnTo>
                <a:lnTo>
                  <a:pt x="971014" y="116140"/>
                </a:lnTo>
                <a:lnTo>
                  <a:pt x="861692" y="98700"/>
                </a:lnTo>
                <a:lnTo>
                  <a:pt x="834741" y="37305"/>
                </a:lnTo>
                <a:lnTo>
                  <a:pt x="524937" y="25881"/>
                </a:lnTo>
                <a:lnTo>
                  <a:pt x="469868" y="0"/>
                </a:lnTo>
                <a:lnTo>
                  <a:pt x="480192" y="34023"/>
                </a:lnTo>
                <a:lnTo>
                  <a:pt x="388119" y="93808"/>
                </a:lnTo>
                <a:lnTo>
                  <a:pt x="379849" y="105739"/>
                </a:lnTo>
                <a:lnTo>
                  <a:pt x="384193" y="127073"/>
                </a:lnTo>
                <a:lnTo>
                  <a:pt x="355833" y="127072"/>
                </a:lnTo>
                <a:lnTo>
                  <a:pt x="355712" y="141174"/>
                </a:lnTo>
                <a:lnTo>
                  <a:pt x="344106" y="141164"/>
                </a:lnTo>
                <a:lnTo>
                  <a:pt x="342586" y="162269"/>
                </a:lnTo>
                <a:lnTo>
                  <a:pt x="268568" y="268200"/>
                </a:lnTo>
                <a:lnTo>
                  <a:pt x="274091" y="358033"/>
                </a:lnTo>
                <a:lnTo>
                  <a:pt x="229575" y="511755"/>
                </a:lnTo>
                <a:lnTo>
                  <a:pt x="193121" y="526217"/>
                </a:lnTo>
                <a:lnTo>
                  <a:pt x="70949" y="540464"/>
                </a:lnTo>
                <a:lnTo>
                  <a:pt x="60895" y="554453"/>
                </a:lnTo>
                <a:lnTo>
                  <a:pt x="36520" y="547652"/>
                </a:lnTo>
                <a:lnTo>
                  <a:pt x="37725" y="585815"/>
                </a:lnTo>
                <a:lnTo>
                  <a:pt x="0" y="618797"/>
                </a:lnTo>
                <a:lnTo>
                  <a:pt x="4001" y="640877"/>
                </a:lnTo>
                <a:lnTo>
                  <a:pt x="30762" y="660019"/>
                </a:lnTo>
                <a:lnTo>
                  <a:pt x="65023" y="664480"/>
                </a:lnTo>
                <a:lnTo>
                  <a:pt x="66095" y="679237"/>
                </a:lnTo>
                <a:lnTo>
                  <a:pt x="113933" y="686170"/>
                </a:lnTo>
                <a:lnTo>
                  <a:pt x="138086" y="707128"/>
                </a:lnTo>
                <a:lnTo>
                  <a:pt x="173659" y="712791"/>
                </a:lnTo>
                <a:lnTo>
                  <a:pt x="237940" y="698235"/>
                </a:lnTo>
                <a:lnTo>
                  <a:pt x="260835" y="706400"/>
                </a:lnTo>
                <a:lnTo>
                  <a:pt x="434239" y="815293"/>
                </a:lnTo>
                <a:lnTo>
                  <a:pt x="452266" y="842810"/>
                </a:lnTo>
                <a:lnTo>
                  <a:pt x="468094" y="847783"/>
                </a:lnTo>
                <a:lnTo>
                  <a:pt x="475526" y="869446"/>
                </a:lnTo>
                <a:lnTo>
                  <a:pt x="549310" y="918228"/>
                </a:lnTo>
                <a:lnTo>
                  <a:pt x="600812" y="934244"/>
                </a:lnTo>
                <a:lnTo>
                  <a:pt x="655503" y="974030"/>
                </a:lnTo>
                <a:lnTo>
                  <a:pt x="682317" y="974705"/>
                </a:lnTo>
                <a:lnTo>
                  <a:pt x="700032" y="995378"/>
                </a:lnTo>
                <a:lnTo>
                  <a:pt x="733055" y="991632"/>
                </a:lnTo>
                <a:lnTo>
                  <a:pt x="766113" y="1005997"/>
                </a:lnTo>
                <a:lnTo>
                  <a:pt x="812611" y="1056275"/>
                </a:lnTo>
                <a:lnTo>
                  <a:pt x="848632" y="1029831"/>
                </a:lnTo>
                <a:lnTo>
                  <a:pt x="900394" y="1072646"/>
                </a:lnTo>
                <a:lnTo>
                  <a:pt x="921227" y="1068855"/>
                </a:lnTo>
                <a:lnTo>
                  <a:pt x="926228" y="1085770"/>
                </a:lnTo>
                <a:lnTo>
                  <a:pt x="969149" y="1085647"/>
                </a:lnTo>
                <a:lnTo>
                  <a:pt x="977295" y="1103738"/>
                </a:lnTo>
                <a:lnTo>
                  <a:pt x="1004995" y="1120104"/>
                </a:lnTo>
                <a:lnTo>
                  <a:pt x="1003001" y="1135705"/>
                </a:lnTo>
                <a:lnTo>
                  <a:pt x="1032460" y="1183856"/>
                </a:lnTo>
                <a:lnTo>
                  <a:pt x="1033010" y="1157401"/>
                </a:lnTo>
                <a:lnTo>
                  <a:pt x="1064207" y="1137131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SAN PEDRO"/>
          <p:cNvSpPr/>
          <p:nvPr/>
        </p:nvSpPr>
        <p:spPr>
          <a:xfrm>
            <a:off x="2788542" y="2915156"/>
            <a:ext cx="587159" cy="617673"/>
          </a:xfrm>
          <a:custGeom>
            <a:avLst/>
            <a:gdLst/>
            <a:ahLst/>
            <a:cxnLst/>
            <a:rect l="l" t="t" r="r" b="b"/>
            <a:pathLst>
              <a:path w="587159" h="617673">
                <a:moveTo>
                  <a:pt x="8778" y="60818"/>
                </a:moveTo>
                <a:lnTo>
                  <a:pt x="0" y="81993"/>
                </a:lnTo>
                <a:lnTo>
                  <a:pt x="18038" y="124455"/>
                </a:lnTo>
                <a:lnTo>
                  <a:pt x="71876" y="154160"/>
                </a:lnTo>
                <a:lnTo>
                  <a:pt x="64789" y="167030"/>
                </a:lnTo>
                <a:lnTo>
                  <a:pt x="73180" y="172628"/>
                </a:lnTo>
                <a:lnTo>
                  <a:pt x="65434" y="192850"/>
                </a:lnTo>
                <a:lnTo>
                  <a:pt x="72909" y="204458"/>
                </a:lnTo>
                <a:lnTo>
                  <a:pt x="56122" y="216234"/>
                </a:lnTo>
                <a:lnTo>
                  <a:pt x="80791" y="232115"/>
                </a:lnTo>
                <a:lnTo>
                  <a:pt x="77121" y="243756"/>
                </a:lnTo>
                <a:lnTo>
                  <a:pt x="86900" y="251186"/>
                </a:lnTo>
                <a:lnTo>
                  <a:pt x="69417" y="264603"/>
                </a:lnTo>
                <a:lnTo>
                  <a:pt x="88165" y="280478"/>
                </a:lnTo>
                <a:lnTo>
                  <a:pt x="64191" y="301436"/>
                </a:lnTo>
                <a:lnTo>
                  <a:pt x="88579" y="332938"/>
                </a:lnTo>
                <a:lnTo>
                  <a:pt x="107457" y="411741"/>
                </a:lnTo>
                <a:lnTo>
                  <a:pt x="92505" y="424636"/>
                </a:lnTo>
                <a:lnTo>
                  <a:pt x="103403" y="440390"/>
                </a:lnTo>
                <a:lnTo>
                  <a:pt x="92380" y="455152"/>
                </a:lnTo>
                <a:lnTo>
                  <a:pt x="104761" y="472893"/>
                </a:lnTo>
                <a:lnTo>
                  <a:pt x="100744" y="498676"/>
                </a:lnTo>
                <a:lnTo>
                  <a:pt x="80597" y="502105"/>
                </a:lnTo>
                <a:lnTo>
                  <a:pt x="80027" y="522940"/>
                </a:lnTo>
                <a:lnTo>
                  <a:pt x="57467" y="552019"/>
                </a:lnTo>
                <a:lnTo>
                  <a:pt x="85079" y="578676"/>
                </a:lnTo>
                <a:lnTo>
                  <a:pt x="81153" y="587449"/>
                </a:lnTo>
                <a:lnTo>
                  <a:pt x="67759" y="583355"/>
                </a:lnTo>
                <a:lnTo>
                  <a:pt x="69562" y="593606"/>
                </a:lnTo>
                <a:lnTo>
                  <a:pt x="87023" y="601331"/>
                </a:lnTo>
                <a:lnTo>
                  <a:pt x="93127" y="592853"/>
                </a:lnTo>
                <a:lnTo>
                  <a:pt x="122208" y="617673"/>
                </a:lnTo>
                <a:lnTo>
                  <a:pt x="142501" y="616209"/>
                </a:lnTo>
                <a:lnTo>
                  <a:pt x="139512" y="604672"/>
                </a:lnTo>
                <a:lnTo>
                  <a:pt x="153016" y="603153"/>
                </a:lnTo>
                <a:lnTo>
                  <a:pt x="173742" y="554184"/>
                </a:lnTo>
                <a:lnTo>
                  <a:pt x="245434" y="573087"/>
                </a:lnTo>
                <a:lnTo>
                  <a:pt x="261435" y="563398"/>
                </a:lnTo>
                <a:lnTo>
                  <a:pt x="284350" y="603216"/>
                </a:lnTo>
                <a:lnTo>
                  <a:pt x="316208" y="612204"/>
                </a:lnTo>
                <a:lnTo>
                  <a:pt x="359751" y="579010"/>
                </a:lnTo>
                <a:lnTo>
                  <a:pt x="423038" y="589286"/>
                </a:lnTo>
                <a:lnTo>
                  <a:pt x="396172" y="541439"/>
                </a:lnTo>
                <a:lnTo>
                  <a:pt x="403916" y="526328"/>
                </a:lnTo>
                <a:lnTo>
                  <a:pt x="440453" y="588582"/>
                </a:lnTo>
                <a:lnTo>
                  <a:pt x="446693" y="579470"/>
                </a:lnTo>
                <a:lnTo>
                  <a:pt x="458907" y="586498"/>
                </a:lnTo>
                <a:lnTo>
                  <a:pt x="479290" y="578401"/>
                </a:lnTo>
                <a:lnTo>
                  <a:pt x="494347" y="551187"/>
                </a:lnTo>
                <a:lnTo>
                  <a:pt x="539383" y="560749"/>
                </a:lnTo>
                <a:lnTo>
                  <a:pt x="564458" y="545647"/>
                </a:lnTo>
                <a:lnTo>
                  <a:pt x="582236" y="547990"/>
                </a:lnTo>
                <a:lnTo>
                  <a:pt x="587159" y="532758"/>
                </a:lnTo>
                <a:lnTo>
                  <a:pt x="541543" y="524777"/>
                </a:lnTo>
                <a:lnTo>
                  <a:pt x="479824" y="408826"/>
                </a:lnTo>
                <a:lnTo>
                  <a:pt x="447753" y="388880"/>
                </a:lnTo>
                <a:lnTo>
                  <a:pt x="446461" y="358361"/>
                </a:lnTo>
                <a:lnTo>
                  <a:pt x="431469" y="337691"/>
                </a:lnTo>
                <a:lnTo>
                  <a:pt x="440204" y="291101"/>
                </a:lnTo>
                <a:lnTo>
                  <a:pt x="483770" y="257426"/>
                </a:lnTo>
                <a:lnTo>
                  <a:pt x="495974" y="259881"/>
                </a:lnTo>
                <a:lnTo>
                  <a:pt x="479176" y="184892"/>
                </a:lnTo>
                <a:lnTo>
                  <a:pt x="497177" y="155835"/>
                </a:lnTo>
                <a:lnTo>
                  <a:pt x="481235" y="104703"/>
                </a:lnTo>
                <a:lnTo>
                  <a:pt x="472148" y="96206"/>
                </a:lnTo>
                <a:lnTo>
                  <a:pt x="468198" y="106556"/>
                </a:lnTo>
                <a:lnTo>
                  <a:pt x="450587" y="107164"/>
                </a:lnTo>
                <a:lnTo>
                  <a:pt x="443395" y="92501"/>
                </a:lnTo>
                <a:lnTo>
                  <a:pt x="432587" y="53159"/>
                </a:lnTo>
                <a:lnTo>
                  <a:pt x="433960" y="0"/>
                </a:lnTo>
                <a:lnTo>
                  <a:pt x="391487" y="7227"/>
                </a:lnTo>
                <a:lnTo>
                  <a:pt x="350064" y="40483"/>
                </a:lnTo>
                <a:lnTo>
                  <a:pt x="334895" y="34157"/>
                </a:lnTo>
                <a:lnTo>
                  <a:pt x="314110" y="53346"/>
                </a:lnTo>
                <a:lnTo>
                  <a:pt x="239141" y="51271"/>
                </a:lnTo>
                <a:lnTo>
                  <a:pt x="221807" y="41914"/>
                </a:lnTo>
                <a:lnTo>
                  <a:pt x="36946" y="72345"/>
                </a:lnTo>
                <a:lnTo>
                  <a:pt x="8778" y="60818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ÑEEMBUCU"/>
          <p:cNvSpPr/>
          <p:nvPr/>
        </p:nvSpPr>
        <p:spPr>
          <a:xfrm>
            <a:off x="2394851" y="3803103"/>
            <a:ext cx="490281" cy="605578"/>
          </a:xfrm>
          <a:custGeom>
            <a:avLst/>
            <a:gdLst/>
            <a:ahLst/>
            <a:cxnLst/>
            <a:rect l="l" t="t" r="r" b="b"/>
            <a:pathLst>
              <a:path w="490281" h="605578">
                <a:moveTo>
                  <a:pt x="304327" y="228825"/>
                </a:moveTo>
                <a:lnTo>
                  <a:pt x="307260" y="213237"/>
                </a:lnTo>
                <a:lnTo>
                  <a:pt x="317549" y="220277"/>
                </a:lnTo>
                <a:lnTo>
                  <a:pt x="325414" y="211964"/>
                </a:lnTo>
                <a:lnTo>
                  <a:pt x="325202" y="194870"/>
                </a:lnTo>
                <a:lnTo>
                  <a:pt x="358049" y="151129"/>
                </a:lnTo>
                <a:lnTo>
                  <a:pt x="385880" y="137872"/>
                </a:lnTo>
                <a:lnTo>
                  <a:pt x="391010" y="145406"/>
                </a:lnTo>
                <a:lnTo>
                  <a:pt x="388200" y="126196"/>
                </a:lnTo>
                <a:lnTo>
                  <a:pt x="395475" y="125064"/>
                </a:lnTo>
                <a:lnTo>
                  <a:pt x="385691" y="75989"/>
                </a:lnTo>
                <a:lnTo>
                  <a:pt x="373566" y="79143"/>
                </a:lnTo>
                <a:lnTo>
                  <a:pt x="379361" y="67550"/>
                </a:lnTo>
                <a:lnTo>
                  <a:pt x="349889" y="49925"/>
                </a:lnTo>
                <a:lnTo>
                  <a:pt x="351544" y="35888"/>
                </a:lnTo>
                <a:lnTo>
                  <a:pt x="303105" y="23804"/>
                </a:lnTo>
                <a:lnTo>
                  <a:pt x="301169" y="0"/>
                </a:lnTo>
                <a:lnTo>
                  <a:pt x="287646" y="10774"/>
                </a:lnTo>
                <a:lnTo>
                  <a:pt x="288897" y="24083"/>
                </a:lnTo>
                <a:lnTo>
                  <a:pt x="264416" y="35157"/>
                </a:lnTo>
                <a:lnTo>
                  <a:pt x="272002" y="52175"/>
                </a:lnTo>
                <a:lnTo>
                  <a:pt x="254100" y="69141"/>
                </a:lnTo>
                <a:lnTo>
                  <a:pt x="267285" y="85983"/>
                </a:lnTo>
                <a:lnTo>
                  <a:pt x="213541" y="121630"/>
                </a:lnTo>
                <a:lnTo>
                  <a:pt x="189526" y="125681"/>
                </a:lnTo>
                <a:lnTo>
                  <a:pt x="180840" y="150671"/>
                </a:lnTo>
                <a:lnTo>
                  <a:pt x="166420" y="149719"/>
                </a:lnTo>
                <a:lnTo>
                  <a:pt x="184496" y="167000"/>
                </a:lnTo>
                <a:lnTo>
                  <a:pt x="164899" y="179844"/>
                </a:lnTo>
                <a:lnTo>
                  <a:pt x="166350" y="208775"/>
                </a:lnTo>
                <a:lnTo>
                  <a:pt x="145710" y="227843"/>
                </a:lnTo>
                <a:lnTo>
                  <a:pt x="159414" y="248179"/>
                </a:lnTo>
                <a:lnTo>
                  <a:pt x="142617" y="253941"/>
                </a:lnTo>
                <a:lnTo>
                  <a:pt x="155844" y="317159"/>
                </a:lnTo>
                <a:lnTo>
                  <a:pt x="133258" y="317467"/>
                </a:lnTo>
                <a:lnTo>
                  <a:pt x="136805" y="355962"/>
                </a:lnTo>
                <a:lnTo>
                  <a:pt x="100648" y="378951"/>
                </a:lnTo>
                <a:lnTo>
                  <a:pt x="112279" y="397426"/>
                </a:lnTo>
                <a:lnTo>
                  <a:pt x="54001" y="418224"/>
                </a:lnTo>
                <a:lnTo>
                  <a:pt x="63839" y="441979"/>
                </a:lnTo>
                <a:lnTo>
                  <a:pt x="47489" y="446465"/>
                </a:lnTo>
                <a:lnTo>
                  <a:pt x="50494" y="467939"/>
                </a:lnTo>
                <a:lnTo>
                  <a:pt x="35911" y="458099"/>
                </a:lnTo>
                <a:lnTo>
                  <a:pt x="35058" y="483875"/>
                </a:lnTo>
                <a:lnTo>
                  <a:pt x="4016" y="492197"/>
                </a:lnTo>
                <a:lnTo>
                  <a:pt x="0" y="512037"/>
                </a:lnTo>
                <a:lnTo>
                  <a:pt x="21570" y="527037"/>
                </a:lnTo>
                <a:lnTo>
                  <a:pt x="16949" y="555989"/>
                </a:lnTo>
                <a:lnTo>
                  <a:pt x="131544" y="537785"/>
                </a:lnTo>
                <a:lnTo>
                  <a:pt x="162118" y="545474"/>
                </a:lnTo>
                <a:lnTo>
                  <a:pt x="210627" y="538603"/>
                </a:lnTo>
                <a:lnTo>
                  <a:pt x="249341" y="553306"/>
                </a:lnTo>
                <a:lnTo>
                  <a:pt x="261843" y="545534"/>
                </a:lnTo>
                <a:lnTo>
                  <a:pt x="278252" y="564929"/>
                </a:lnTo>
                <a:lnTo>
                  <a:pt x="324722" y="568609"/>
                </a:lnTo>
                <a:lnTo>
                  <a:pt x="385781" y="605578"/>
                </a:lnTo>
                <a:lnTo>
                  <a:pt x="437288" y="595758"/>
                </a:lnTo>
                <a:lnTo>
                  <a:pt x="490281" y="484730"/>
                </a:lnTo>
                <a:lnTo>
                  <a:pt x="408552" y="467079"/>
                </a:lnTo>
                <a:lnTo>
                  <a:pt x="338480" y="369661"/>
                </a:lnTo>
                <a:lnTo>
                  <a:pt x="304327" y="228825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Legend swatch 1"/>
          <p:cNvSpPr/>
          <p:nvPr/>
        </p:nvSpPr>
        <p:spPr>
          <a:xfrm>
            <a:off x="384048" y="4517136"/>
            <a:ext cx="164592" cy="164592"/>
          </a:xfrm>
          <a:prstGeom prst="rect">
            <a:avLst/>
          </a:prstGeom>
          <a:solidFill>
            <a:srgbClr val="6E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Legend label 1"/>
          <p:cNvSpPr txBox="1"/>
          <p:nvPr/>
        </p:nvSpPr>
        <p:spPr>
          <a:xfrm>
            <a:off x="640080" y="4475988"/>
            <a:ext cx="3904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High: Severe shock exposure (est.)</a:t>
            </a:r>
          </a:p>
        </p:txBody>
      </p:sp>
      <p:sp>
        <p:nvSpPr>
          <p:cNvPr id="48" name="Legend swatch 2"/>
          <p:cNvSpPr/>
          <p:nvPr/>
        </p:nvSpPr>
        <p:spPr>
          <a:xfrm>
            <a:off x="384048" y="4873751"/>
            <a:ext cx="164592" cy="164592"/>
          </a:xfrm>
          <a:prstGeom prst="rect">
            <a:avLst/>
          </a:prstGeom>
          <a:solidFill>
            <a:srgbClr val="AD8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Legend label 2"/>
          <p:cNvSpPr txBox="1"/>
          <p:nvPr/>
        </p:nvSpPr>
        <p:spPr>
          <a:xfrm>
            <a:off x="640080" y="4832603"/>
            <a:ext cx="3904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Medium: Moderate shock exposure (est.)</a:t>
            </a:r>
          </a:p>
        </p:txBody>
      </p:sp>
      <p:sp>
        <p:nvSpPr>
          <p:cNvPr id="50" name="Legend swatch 3"/>
          <p:cNvSpPr/>
          <p:nvPr/>
        </p:nvSpPr>
        <p:spPr>
          <a:xfrm>
            <a:off x="384048" y="5230368"/>
            <a:ext cx="164592" cy="164592"/>
          </a:xfrm>
          <a:prstGeom prst="rect">
            <a:avLst/>
          </a:prstGeom>
          <a:solidFill>
            <a:srgbClr val="E7D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Legend label 3"/>
          <p:cNvSpPr txBox="1"/>
          <p:nvPr/>
        </p:nvSpPr>
        <p:spPr>
          <a:xfrm>
            <a:off x="640080" y="5189220"/>
            <a:ext cx="3904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Low: Limited shock exposure (est.)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STRATEGY · NATIONAL DEVELOPMENT PLAN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Paraguay's National Development Plan 2030 — PND 2030 (2014-2030)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512064" y="1005840"/>
            <a:ext cx="50292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424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Launched 2014; updated 2021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272491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2724912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12648" y="1426464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2014-30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612648" y="1773936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period — final leg to Vision 2030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3364992" y="1371600"/>
            <a:ext cx="272491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64992" y="1371600"/>
            <a:ext cx="2724912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1426464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~4%+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3474720" y="1773936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growth (2026 projection 4.2-4.4%)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6227064" y="1371600"/>
            <a:ext cx="272491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27064" y="1371600"/>
            <a:ext cx="2724912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36792" y="1426464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</a:t>
            </a:r>
            <a:endParaRPr lang="en-US" sz="1800"/>
          </a:p>
        </p:txBody>
      </p:sp>
      <p:sp>
        <p:nvSpPr>
          <p:cNvPr id="17" name="Text 15"/>
          <p:cNvSpPr/>
          <p:nvPr/>
        </p:nvSpPr>
        <p:spPr>
          <a:xfrm>
            <a:off x="6336792" y="1773936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objectives across 4 axes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9089136" y="1371600"/>
            <a:ext cx="2724912" cy="896112"/>
          </a:xfrm>
          <a:prstGeom prst="rect">
            <a:avLst/>
          </a:prstGeom>
          <a:solidFill>
            <a:srgbClr val="333F64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98864" y="1426464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Competitive, high HDI</a:t>
            </a:r>
            <a:endParaRPr lang="en-US" sz="1500"/>
          </a:p>
        </p:txBody>
      </p:sp>
      <p:sp>
        <p:nvSpPr>
          <p:cNvPr id="20" name="Text 18"/>
          <p:cNvSpPr/>
          <p:nvPr/>
        </p:nvSpPr>
        <p:spPr>
          <a:xfrm>
            <a:off x="9198864" y="1773936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Stated 2030 goal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502920" y="2432304"/>
            <a:ext cx="553212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2920" y="2432304"/>
            <a:ext cx="45720" cy="1874520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7512" y="2523744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OVERVIEW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667512" y="2798064"/>
            <a:ext cx="520293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PND 2030 is Paraguay's master plan for 2014-2030 — structured around 3 strategic axes (poverty reduction, inclusive growth, global insertion) plus institutional strengthening. It is the framework every ministry, budget and donor agreement aligns to.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6153912" y="2432304"/>
            <a:ext cx="553212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53912" y="2432304"/>
            <a:ext cx="45720" cy="1874520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18504" y="2523744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6318504" y="2798064"/>
            <a:ext cx="520293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strategic axes: poverty reduction &amp; social development; inclusive economic growth; global insertion; institutional-political strengthening. Four cross-cutting lines: equal opportunities; transparent governance; territorial planning; environmental sustainability.</a:t>
            </a:r>
            <a:endParaRPr lang="en-US" sz="1200"/>
          </a:p>
        </p:txBody>
      </p:sp>
      <p:sp>
        <p:nvSpPr>
          <p:cNvPr id="29" name="Shape 27"/>
          <p:cNvSpPr/>
          <p:nvPr/>
        </p:nvSpPr>
        <p:spPr>
          <a:xfrm>
            <a:off x="502920" y="4416552"/>
            <a:ext cx="5532120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2920" y="4416552"/>
            <a:ext cx="45720" cy="184708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67512" y="4507992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FINANCING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667512" y="4782312"/>
            <a:ext cx="52029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capital market access with investment-grade status. WB CPF 2027-34 mobilises $2bn+; IDB Strategy 2025-29 active. IMF RSF supports climate finance. Public debt at 41% of GDP leaves fiscal space intact.</a:t>
            </a:r>
            <a:endParaRPr lang="en-US" sz="1200"/>
          </a:p>
        </p:txBody>
      </p:sp>
      <p:sp>
        <p:nvSpPr>
          <p:cNvPr id="33" name="Shape 31"/>
          <p:cNvSpPr/>
          <p:nvPr/>
        </p:nvSpPr>
        <p:spPr>
          <a:xfrm>
            <a:off x="6153912" y="4416552"/>
            <a:ext cx="5532120" cy="1847088"/>
          </a:xfrm>
          <a:prstGeom prst="rect">
            <a:avLst/>
          </a:prstGeom>
          <a:solidFill>
            <a:srgbClr val="F4F1EA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153912" y="4416552"/>
            <a:ext cx="45720" cy="184708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18504" y="4507992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DEVELOPMENT LENS</a:t>
            </a:r>
            <a:endParaRPr lang="en-US" sz="1200"/>
          </a:p>
        </p:txBody>
      </p:sp>
      <p:sp>
        <p:nvSpPr>
          <p:cNvPr id="36" name="Text 34"/>
          <p:cNvSpPr/>
          <p:nvPr/>
        </p:nvSpPr>
        <p:spPr>
          <a:xfrm>
            <a:off x="6318504" y="4782312"/>
            <a:ext cx="52029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partners: frame programmes as delivering PND 2030 priorities; leverage Paraguay's strong macro standing and hydropower surplus for green and digital infrastructure.</a:t>
            </a:r>
            <a:endParaRPr lang="en-US" sz="1200"/>
          </a:p>
        </p:txBody>
      </p:sp>
      <p:sp>
        <p:nvSpPr>
          <p:cNvPr id="37" name="Shape 35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Government of Paraguay PND 2030 · MEF 2026 Outlook · WB CPF · IDB Strategy 2025-29</a:t>
            </a:r>
            <a:endParaRPr lang="en-US" sz="1200"/>
          </a:p>
        </p:txBody>
      </p:sp>
      <p:sp>
        <p:nvSpPr>
          <p:cNvPr id="39" name="Text 37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05 / 23</a:t>
            </a:r>
            <a:endParaRPr lang="en-US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33F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606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SECTION 02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475488" y="2926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Detailed Sector Analysis</a:t>
            </a:r>
            <a:endParaRPr lang="en-US" sz="3600"/>
          </a:p>
        </p:txBody>
      </p:sp>
      <p:sp>
        <p:nvSpPr>
          <p:cNvPr id="4" name="Shape 2"/>
          <p:cNvSpPr/>
          <p:nvPr/>
        </p:nvSpPr>
        <p:spPr>
          <a:xfrm>
            <a:off x="512064" y="3767328"/>
            <a:ext cx="64008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931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7E2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Economy · Health · Education · Food Security · Agriculture · Rural Development · Infrastructure · WASH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5B6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E7E2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06 / 23</a:t>
            </a:r>
            <a:endParaRPr lang="en-US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· NATIONAL OVERVIEW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 a Glance — Paraguay's key development indicators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512064" y="1005840"/>
            <a:ext cx="50292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152144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152144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" y="1225296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~7.1M</a:t>
            </a:r>
            <a:endParaRPr lang="en-US" sz="1900"/>
          </a:p>
        </p:txBody>
      </p:sp>
      <p:sp>
        <p:nvSpPr>
          <p:cNvPr id="8" name="Text 6"/>
          <p:cNvSpPr/>
          <p:nvPr/>
        </p:nvSpPr>
        <p:spPr>
          <a:xfrm>
            <a:off x="612648" y="1572768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Population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612648" y="1792224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WPP mid-2026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2606040" y="1152144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06040" y="1152144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15768" y="1225296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~$151bn</a:t>
            </a:r>
            <a:endParaRPr lang="en-US" sz="1900"/>
          </a:p>
        </p:txBody>
      </p:sp>
      <p:sp>
        <p:nvSpPr>
          <p:cNvPr id="13" name="Text 11"/>
          <p:cNvSpPr/>
          <p:nvPr/>
        </p:nvSpPr>
        <p:spPr>
          <a:xfrm>
            <a:off x="2715768" y="1572768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GDP (2024)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2715768" y="1792224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World Bank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4709160" y="1152144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9160" y="1152144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18888" y="1225296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74.0 yrs</a:t>
            </a:r>
            <a:endParaRPr lang="en-US" sz="1900"/>
          </a:p>
        </p:txBody>
      </p:sp>
      <p:sp>
        <p:nvSpPr>
          <p:cNvPr id="18" name="Text 16"/>
          <p:cNvSpPr/>
          <p:nvPr/>
        </p:nvSpPr>
        <p:spPr>
          <a:xfrm>
            <a:off x="4818888" y="1572768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Life expectancy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4818888" y="1792224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WB 2024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502920" y="2368296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2920" y="2368296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2648" y="244144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</a:t>
            </a:r>
            <a:endParaRPr lang="en-US" sz="1900"/>
          </a:p>
        </p:txBody>
      </p:sp>
      <p:sp>
        <p:nvSpPr>
          <p:cNvPr id="23" name="Text 21"/>
          <p:cNvSpPr/>
          <p:nvPr/>
        </p:nvSpPr>
        <p:spPr>
          <a:xfrm>
            <a:off x="612648" y="278892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U5 mortality / 1,000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612648" y="3008376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IGME 2024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2606040" y="2368296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606040" y="2368296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15768" y="244144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99/193</a:t>
            </a:r>
            <a:endParaRPr lang="en-US" sz="1900"/>
          </a:p>
        </p:txBody>
      </p:sp>
      <p:sp>
        <p:nvSpPr>
          <p:cNvPr id="28" name="Text 26"/>
          <p:cNvSpPr/>
          <p:nvPr/>
        </p:nvSpPr>
        <p:spPr>
          <a:xfrm>
            <a:off x="2715768" y="278892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HDI rank (0.756)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2715768" y="3008376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UNDP HDR 2025</a:t>
            </a:r>
            <a:endParaRPr lang="en-US" sz="1200"/>
          </a:p>
        </p:txBody>
      </p:sp>
      <p:sp>
        <p:nvSpPr>
          <p:cNvPr id="30" name="Shape 28"/>
          <p:cNvSpPr/>
          <p:nvPr/>
        </p:nvSpPr>
        <p:spPr>
          <a:xfrm>
            <a:off x="4709160" y="2368296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09160" y="2368296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18888" y="244144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~20%</a:t>
            </a:r>
            <a:endParaRPr lang="en-US" sz="1900"/>
          </a:p>
        </p:txBody>
      </p:sp>
      <p:sp>
        <p:nvSpPr>
          <p:cNvPr id="33" name="Text 31"/>
          <p:cNvSpPr/>
          <p:nvPr/>
        </p:nvSpPr>
        <p:spPr>
          <a:xfrm>
            <a:off x="4818888" y="278892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Poverty rate</a:t>
            </a:r>
            <a:endParaRPr lang="en-US" sz="1200"/>
          </a:p>
        </p:txBody>
      </p:sp>
      <p:sp>
        <p:nvSpPr>
          <p:cNvPr id="34" name="Text 32"/>
          <p:cNvSpPr/>
          <p:nvPr/>
        </p:nvSpPr>
        <p:spPr>
          <a:xfrm>
            <a:off x="4818888" y="3008376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WB 2024</a:t>
            </a:r>
            <a:endParaRPr lang="en-US" sz="1200"/>
          </a:p>
        </p:txBody>
      </p:sp>
      <p:sp>
        <p:nvSpPr>
          <p:cNvPr id="35" name="Shape 33"/>
          <p:cNvSpPr/>
          <p:nvPr/>
        </p:nvSpPr>
        <p:spPr>
          <a:xfrm>
            <a:off x="502920" y="3584448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02920" y="3584448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12648" y="365760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62.5%</a:t>
            </a:r>
            <a:endParaRPr lang="en-US" sz="1900"/>
          </a:p>
        </p:txBody>
      </p:sp>
      <p:sp>
        <p:nvSpPr>
          <p:cNvPr id="38" name="Text 36"/>
          <p:cNvSpPr/>
          <p:nvPr/>
        </p:nvSpPr>
        <p:spPr>
          <a:xfrm>
            <a:off x="612648" y="4005072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Informality</a:t>
            </a:r>
            <a:endParaRPr lang="en-US" sz="1200"/>
          </a:p>
        </p:txBody>
      </p:sp>
      <p:sp>
        <p:nvSpPr>
          <p:cNvPr id="39" name="Text 37"/>
          <p:cNvSpPr/>
          <p:nvPr/>
        </p:nvSpPr>
        <p:spPr>
          <a:xfrm>
            <a:off x="612648" y="4224528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INE 2024</a:t>
            </a:r>
            <a:endParaRPr lang="en-US" sz="1200"/>
          </a:p>
        </p:txBody>
      </p:sp>
      <p:sp>
        <p:nvSpPr>
          <p:cNvPr id="40" name="Shape 38"/>
          <p:cNvSpPr/>
          <p:nvPr/>
        </p:nvSpPr>
        <p:spPr>
          <a:xfrm>
            <a:off x="2606040" y="3584448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606040" y="3584448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715768" y="365760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~$11bn</a:t>
            </a:r>
            <a:endParaRPr lang="en-US" sz="1900"/>
          </a:p>
        </p:txBody>
      </p:sp>
      <p:sp>
        <p:nvSpPr>
          <p:cNvPr id="43" name="Text 41"/>
          <p:cNvSpPr/>
          <p:nvPr/>
        </p:nvSpPr>
        <p:spPr>
          <a:xfrm>
            <a:off x="2715768" y="4005072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Reserves (2026)</a:t>
            </a:r>
            <a:endParaRPr lang="en-US" sz="1200"/>
          </a:p>
        </p:txBody>
      </p:sp>
      <p:sp>
        <p:nvSpPr>
          <p:cNvPr id="44" name="Text 42"/>
          <p:cNvSpPr/>
          <p:nvPr/>
        </p:nvSpPr>
        <p:spPr>
          <a:xfrm>
            <a:off x="2715768" y="4224528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Was ~$9.6bn in Mar 2026</a:t>
            </a:r>
            <a:endParaRPr lang="en-US" sz="1200"/>
          </a:p>
        </p:txBody>
      </p:sp>
      <p:sp>
        <p:nvSpPr>
          <p:cNvPr id="45" name="Shape 43"/>
          <p:cNvSpPr/>
          <p:nvPr/>
        </p:nvSpPr>
        <p:spPr>
          <a:xfrm>
            <a:off x="4709160" y="3584448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709160" y="3584448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18888" y="365760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44.6%</a:t>
            </a:r>
            <a:endParaRPr lang="en-US" sz="1900"/>
          </a:p>
        </p:txBody>
      </p:sp>
      <p:sp>
        <p:nvSpPr>
          <p:cNvPr id="48" name="Text 46"/>
          <p:cNvSpPr/>
          <p:nvPr/>
        </p:nvSpPr>
        <p:spPr>
          <a:xfrm>
            <a:off x="4818888" y="4005072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Debt-to-GDP</a:t>
            </a:r>
            <a:endParaRPr lang="en-US" sz="1200"/>
          </a:p>
        </p:txBody>
      </p:sp>
      <p:sp>
        <p:nvSpPr>
          <p:cNvPr id="49" name="Text 47"/>
          <p:cNvSpPr/>
          <p:nvPr/>
        </p:nvSpPr>
        <p:spPr>
          <a:xfrm>
            <a:off x="4818888" y="4224528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$19.9bn · Dec 2024</a:t>
            </a:r>
            <a:endParaRPr lang="en-US" sz="1200"/>
          </a:p>
        </p:txBody>
      </p:sp>
      <p:sp>
        <p:nvSpPr>
          <p:cNvPr id="50" name="Text 48"/>
          <p:cNvSpPr/>
          <p:nvPr/>
        </p:nvSpPr>
        <p:spPr>
          <a:xfrm>
            <a:off x="502920" y="47731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INSIGHTS</a:t>
            </a:r>
            <a:endParaRPr lang="en-US" sz="1200"/>
          </a:p>
        </p:txBody>
      </p:sp>
      <p:sp>
        <p:nvSpPr>
          <p:cNvPr id="51" name="Text 49"/>
          <p:cNvSpPr/>
          <p:nvPr/>
        </p:nvSpPr>
        <p:spPr>
          <a:xfrm>
            <a:off x="658368" y="5010912"/>
            <a:ext cx="59893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HDI 0.756 (99/193); poverty ~20% and informality 62.5% persist despite strong 6.6% GDP growth in 2025.</a:t>
            </a:r>
            <a:endParaRPr lang="en-US" sz="120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Macro stability: investment-grade credit rating; reserves ~$11bn; inflation target 3.5%; current account −2.5% of GDP.</a:t>
            </a:r>
            <a:endParaRPr lang="en-US" sz="120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constraint: high informality and limited fiscal space constrain inclusive growth — structural reforms key.</a:t>
            </a:r>
            <a:endParaRPr lang="en-US" sz="1200"/>
          </a:p>
        </p:txBody>
      </p:sp>
      <p:sp>
        <p:nvSpPr>
          <p:cNvPr id="52" name="Text 50"/>
          <p:cNvSpPr/>
          <p:nvPr/>
        </p:nvSpPr>
        <p:spPr>
          <a:xfrm>
            <a:off x="6903720" y="12070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Population by department (thousands)</a:t>
            </a:r>
            <a:endParaRPr lang="en-US" sz="1200"/>
          </a:p>
        </p:txBody>
      </p:sp>
      <p:sp>
        <p:nvSpPr>
          <p:cNvPr id="53" name="Text 51"/>
          <p:cNvSpPr/>
          <p:nvPr/>
        </p:nvSpPr>
        <p:spPr>
          <a:xfrm>
            <a:off x="6903720" y="146304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INE Census 2022</a:t>
            </a:r>
            <a:endParaRPr lang="en-US" sz="1200"/>
          </a:p>
        </p:txBody>
      </p:sp>
      <p:sp>
        <p:nvSpPr>
          <p:cNvPr id="55" name="Shape 52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INE Census 2022 · World Bank · UNDP HDR 2025 · IMF 2026 · BCP</a:t>
            </a:r>
            <a:endParaRPr lang="en-US" sz="1200"/>
          </a:p>
        </p:txBody>
      </p:sp>
      <p:sp>
        <p:nvSpPr>
          <p:cNvPr id="57" name="Text 54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07 / 23</a:t>
            </a:r>
            <a:endParaRPr lang="en-US" sz="1200"/>
          </a:p>
        </p:txBody>
      </p:sp>
      <p:sp>
        <p:nvSpPr>
          <p:cNvPr id="54" name="ALTO PARAGUAY"/>
          <p:cNvSpPr/>
          <p:nvPr/>
        </p:nvSpPr>
        <p:spPr>
          <a:xfrm>
            <a:off x="7940272" y="1719071"/>
            <a:ext cx="1525949" cy="1259453"/>
          </a:xfrm>
          <a:custGeom>
            <a:avLst/>
            <a:gdLst/>
            <a:ahLst/>
            <a:cxnLst/>
            <a:rect l="l" t="t" r="r" b="b"/>
            <a:pathLst>
              <a:path w="1525949" h="1259453">
                <a:moveTo>
                  <a:pt x="1461182" y="1133786"/>
                </a:moveTo>
                <a:lnTo>
                  <a:pt x="1455257" y="1113883"/>
                </a:lnTo>
                <a:lnTo>
                  <a:pt x="1471211" y="1100636"/>
                </a:lnTo>
                <a:lnTo>
                  <a:pt x="1477468" y="1058820"/>
                </a:lnTo>
                <a:lnTo>
                  <a:pt x="1490729" y="1051543"/>
                </a:lnTo>
                <a:lnTo>
                  <a:pt x="1471354" y="1038447"/>
                </a:lnTo>
                <a:lnTo>
                  <a:pt x="1492474" y="1006758"/>
                </a:lnTo>
                <a:lnTo>
                  <a:pt x="1478350" y="994203"/>
                </a:lnTo>
                <a:lnTo>
                  <a:pt x="1501867" y="972621"/>
                </a:lnTo>
                <a:lnTo>
                  <a:pt x="1483406" y="958102"/>
                </a:lnTo>
                <a:lnTo>
                  <a:pt x="1490183" y="931848"/>
                </a:lnTo>
                <a:lnTo>
                  <a:pt x="1470504" y="906228"/>
                </a:lnTo>
                <a:lnTo>
                  <a:pt x="1512781" y="829107"/>
                </a:lnTo>
                <a:lnTo>
                  <a:pt x="1487754" y="806959"/>
                </a:lnTo>
                <a:lnTo>
                  <a:pt x="1513051" y="785320"/>
                </a:lnTo>
                <a:lnTo>
                  <a:pt x="1507455" y="712165"/>
                </a:lnTo>
                <a:lnTo>
                  <a:pt x="1525949" y="669659"/>
                </a:lnTo>
                <a:lnTo>
                  <a:pt x="1508860" y="672153"/>
                </a:lnTo>
                <a:lnTo>
                  <a:pt x="1485590" y="653356"/>
                </a:lnTo>
                <a:lnTo>
                  <a:pt x="1512637" y="626403"/>
                </a:lnTo>
                <a:lnTo>
                  <a:pt x="1496857" y="607842"/>
                </a:lnTo>
                <a:lnTo>
                  <a:pt x="1472823" y="609288"/>
                </a:lnTo>
                <a:lnTo>
                  <a:pt x="1482470" y="590771"/>
                </a:lnTo>
                <a:lnTo>
                  <a:pt x="1508010" y="591610"/>
                </a:lnTo>
                <a:lnTo>
                  <a:pt x="1506933" y="582175"/>
                </a:lnTo>
                <a:lnTo>
                  <a:pt x="1487712" y="557322"/>
                </a:lnTo>
                <a:lnTo>
                  <a:pt x="1463541" y="572498"/>
                </a:lnTo>
                <a:lnTo>
                  <a:pt x="1469698" y="549222"/>
                </a:lnTo>
                <a:lnTo>
                  <a:pt x="1454039" y="536959"/>
                </a:lnTo>
                <a:lnTo>
                  <a:pt x="1460360" y="516323"/>
                </a:lnTo>
                <a:lnTo>
                  <a:pt x="1451380" y="496847"/>
                </a:lnTo>
                <a:lnTo>
                  <a:pt x="1458979" y="464578"/>
                </a:lnTo>
                <a:lnTo>
                  <a:pt x="1426280" y="436506"/>
                </a:lnTo>
                <a:lnTo>
                  <a:pt x="1423857" y="392301"/>
                </a:lnTo>
                <a:lnTo>
                  <a:pt x="1398610" y="393440"/>
                </a:lnTo>
                <a:lnTo>
                  <a:pt x="1413252" y="365883"/>
                </a:lnTo>
                <a:lnTo>
                  <a:pt x="1396072" y="358012"/>
                </a:lnTo>
                <a:lnTo>
                  <a:pt x="1406971" y="336615"/>
                </a:lnTo>
                <a:lnTo>
                  <a:pt x="1378913" y="269029"/>
                </a:lnTo>
                <a:lnTo>
                  <a:pt x="1383449" y="232549"/>
                </a:lnTo>
                <a:lnTo>
                  <a:pt x="1397346" y="218139"/>
                </a:lnTo>
                <a:lnTo>
                  <a:pt x="1370944" y="196779"/>
                </a:lnTo>
                <a:lnTo>
                  <a:pt x="1061480" y="0"/>
                </a:lnTo>
                <a:lnTo>
                  <a:pt x="723234" y="2108"/>
                </a:lnTo>
                <a:lnTo>
                  <a:pt x="490040" y="67485"/>
                </a:lnTo>
                <a:lnTo>
                  <a:pt x="69315" y="139428"/>
                </a:lnTo>
                <a:lnTo>
                  <a:pt x="0" y="324088"/>
                </a:lnTo>
                <a:lnTo>
                  <a:pt x="75789" y="327105"/>
                </a:lnTo>
                <a:lnTo>
                  <a:pt x="112431" y="356863"/>
                </a:lnTo>
                <a:lnTo>
                  <a:pt x="759672" y="543449"/>
                </a:lnTo>
                <a:lnTo>
                  <a:pt x="756927" y="608923"/>
                </a:lnTo>
                <a:lnTo>
                  <a:pt x="801019" y="708427"/>
                </a:lnTo>
                <a:lnTo>
                  <a:pt x="801517" y="774834"/>
                </a:lnTo>
                <a:lnTo>
                  <a:pt x="820843" y="833427"/>
                </a:lnTo>
                <a:lnTo>
                  <a:pt x="762316" y="874486"/>
                </a:lnTo>
                <a:lnTo>
                  <a:pt x="732320" y="1120648"/>
                </a:lnTo>
                <a:lnTo>
                  <a:pt x="931900" y="1121468"/>
                </a:lnTo>
                <a:lnTo>
                  <a:pt x="1011764" y="1158489"/>
                </a:lnTo>
                <a:lnTo>
                  <a:pt x="1359349" y="1171305"/>
                </a:lnTo>
                <a:lnTo>
                  <a:pt x="1389587" y="1240189"/>
                </a:lnTo>
                <a:lnTo>
                  <a:pt x="1521952" y="1259453"/>
                </a:lnTo>
                <a:lnTo>
                  <a:pt x="1500004" y="1207915"/>
                </a:lnTo>
                <a:lnTo>
                  <a:pt x="1475780" y="1209521"/>
                </a:lnTo>
                <a:lnTo>
                  <a:pt x="1474892" y="1152688"/>
                </a:lnTo>
                <a:lnTo>
                  <a:pt x="1461182" y="113378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ALTO PARANA"/>
          <p:cNvSpPr/>
          <p:nvPr/>
        </p:nvSpPr>
        <p:spPr>
          <a:xfrm>
            <a:off x="10309688" y="3821280"/>
            <a:ext cx="448032" cy="721804"/>
          </a:xfrm>
          <a:custGeom>
            <a:avLst/>
            <a:gdLst/>
            <a:ahLst/>
            <a:cxnLst/>
            <a:rect l="l" t="t" r="r" b="b"/>
            <a:pathLst>
              <a:path w="448032" h="721804">
                <a:moveTo>
                  <a:pt x="46326" y="438261"/>
                </a:moveTo>
                <a:lnTo>
                  <a:pt x="56009" y="464751"/>
                </a:lnTo>
                <a:lnTo>
                  <a:pt x="27357" y="488060"/>
                </a:lnTo>
                <a:lnTo>
                  <a:pt x="0" y="616357"/>
                </a:lnTo>
                <a:lnTo>
                  <a:pt x="52426" y="616988"/>
                </a:lnTo>
                <a:lnTo>
                  <a:pt x="58752" y="631915"/>
                </a:lnTo>
                <a:lnTo>
                  <a:pt x="75663" y="613447"/>
                </a:lnTo>
                <a:lnTo>
                  <a:pt x="91271" y="634772"/>
                </a:lnTo>
                <a:lnTo>
                  <a:pt x="109511" y="632907"/>
                </a:lnTo>
                <a:lnTo>
                  <a:pt x="111579" y="649359"/>
                </a:lnTo>
                <a:lnTo>
                  <a:pt x="93426" y="653229"/>
                </a:lnTo>
                <a:lnTo>
                  <a:pt x="84786" y="671899"/>
                </a:lnTo>
                <a:lnTo>
                  <a:pt x="119097" y="716812"/>
                </a:lnTo>
                <a:lnTo>
                  <a:pt x="151579" y="701228"/>
                </a:lnTo>
                <a:lnTo>
                  <a:pt x="179448" y="716172"/>
                </a:lnTo>
                <a:lnTo>
                  <a:pt x="191054" y="707683"/>
                </a:lnTo>
                <a:lnTo>
                  <a:pt x="223311" y="714421"/>
                </a:lnTo>
                <a:lnTo>
                  <a:pt x="222952" y="702537"/>
                </a:lnTo>
                <a:lnTo>
                  <a:pt x="236107" y="710498"/>
                </a:lnTo>
                <a:lnTo>
                  <a:pt x="237564" y="691325"/>
                </a:lnTo>
                <a:lnTo>
                  <a:pt x="242589" y="698548"/>
                </a:lnTo>
                <a:lnTo>
                  <a:pt x="251414" y="688198"/>
                </a:lnTo>
                <a:lnTo>
                  <a:pt x="306672" y="721804"/>
                </a:lnTo>
                <a:lnTo>
                  <a:pt x="311123" y="713268"/>
                </a:lnTo>
                <a:lnTo>
                  <a:pt x="316892" y="721097"/>
                </a:lnTo>
                <a:lnTo>
                  <a:pt x="314433" y="710502"/>
                </a:lnTo>
                <a:lnTo>
                  <a:pt x="326576" y="720552"/>
                </a:lnTo>
                <a:lnTo>
                  <a:pt x="344837" y="708120"/>
                </a:lnTo>
                <a:lnTo>
                  <a:pt x="326518" y="680928"/>
                </a:lnTo>
                <a:lnTo>
                  <a:pt x="337451" y="655003"/>
                </a:lnTo>
                <a:lnTo>
                  <a:pt x="324008" y="616996"/>
                </a:lnTo>
                <a:lnTo>
                  <a:pt x="349539" y="608449"/>
                </a:lnTo>
                <a:lnTo>
                  <a:pt x="345134" y="583363"/>
                </a:lnTo>
                <a:lnTo>
                  <a:pt x="358187" y="550618"/>
                </a:lnTo>
                <a:lnTo>
                  <a:pt x="332073" y="489944"/>
                </a:lnTo>
                <a:lnTo>
                  <a:pt x="360475" y="480318"/>
                </a:lnTo>
                <a:lnTo>
                  <a:pt x="346354" y="395845"/>
                </a:lnTo>
                <a:lnTo>
                  <a:pt x="421552" y="277540"/>
                </a:lnTo>
                <a:lnTo>
                  <a:pt x="406812" y="237977"/>
                </a:lnTo>
                <a:lnTo>
                  <a:pt x="428299" y="133291"/>
                </a:lnTo>
                <a:lnTo>
                  <a:pt x="448032" y="93794"/>
                </a:lnTo>
                <a:lnTo>
                  <a:pt x="422316" y="82383"/>
                </a:lnTo>
                <a:lnTo>
                  <a:pt x="408702" y="99532"/>
                </a:lnTo>
                <a:lnTo>
                  <a:pt x="368399" y="86383"/>
                </a:lnTo>
                <a:lnTo>
                  <a:pt x="332790" y="96436"/>
                </a:lnTo>
                <a:lnTo>
                  <a:pt x="332927" y="77367"/>
                </a:lnTo>
                <a:lnTo>
                  <a:pt x="316398" y="86804"/>
                </a:lnTo>
                <a:lnTo>
                  <a:pt x="289399" y="69785"/>
                </a:lnTo>
                <a:lnTo>
                  <a:pt x="264090" y="79914"/>
                </a:lnTo>
                <a:lnTo>
                  <a:pt x="242355" y="62011"/>
                </a:lnTo>
                <a:lnTo>
                  <a:pt x="236684" y="39567"/>
                </a:lnTo>
                <a:lnTo>
                  <a:pt x="165902" y="27078"/>
                </a:lnTo>
                <a:lnTo>
                  <a:pt x="154919" y="1473"/>
                </a:lnTo>
                <a:lnTo>
                  <a:pt x="147303" y="0"/>
                </a:lnTo>
                <a:lnTo>
                  <a:pt x="145720" y="21386"/>
                </a:lnTo>
                <a:lnTo>
                  <a:pt x="102358" y="20816"/>
                </a:lnTo>
                <a:lnTo>
                  <a:pt x="74580" y="150191"/>
                </a:lnTo>
                <a:lnTo>
                  <a:pt x="81017" y="199488"/>
                </a:lnTo>
                <a:lnTo>
                  <a:pt x="100185" y="227914"/>
                </a:lnTo>
                <a:lnTo>
                  <a:pt x="132894" y="229699"/>
                </a:lnTo>
                <a:lnTo>
                  <a:pt x="146569" y="253043"/>
                </a:lnTo>
                <a:lnTo>
                  <a:pt x="201133" y="290943"/>
                </a:lnTo>
                <a:lnTo>
                  <a:pt x="194188" y="303759"/>
                </a:lnTo>
                <a:lnTo>
                  <a:pt x="217728" y="313488"/>
                </a:lnTo>
                <a:lnTo>
                  <a:pt x="217985" y="340630"/>
                </a:lnTo>
                <a:lnTo>
                  <a:pt x="233304" y="360813"/>
                </a:lnTo>
                <a:lnTo>
                  <a:pt x="201635" y="368844"/>
                </a:lnTo>
                <a:lnTo>
                  <a:pt x="185920" y="339809"/>
                </a:lnTo>
                <a:lnTo>
                  <a:pt x="150839" y="344134"/>
                </a:lnTo>
                <a:lnTo>
                  <a:pt x="96974" y="314314"/>
                </a:lnTo>
                <a:lnTo>
                  <a:pt x="82621" y="348168"/>
                </a:lnTo>
                <a:lnTo>
                  <a:pt x="64036" y="358971"/>
                </a:lnTo>
                <a:lnTo>
                  <a:pt x="46326" y="438261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AMAMBAY"/>
          <p:cNvSpPr/>
          <p:nvPr/>
        </p:nvSpPr>
        <p:spPr>
          <a:xfrm>
            <a:off x="9835405" y="2847877"/>
            <a:ext cx="491502" cy="711361"/>
          </a:xfrm>
          <a:custGeom>
            <a:avLst/>
            <a:gdLst/>
            <a:ahLst/>
            <a:cxnLst/>
            <a:rect l="l" t="t" r="r" b="b"/>
            <a:pathLst>
              <a:path w="491502" h="711361">
                <a:moveTo>
                  <a:pt x="190336" y="515056"/>
                </a:moveTo>
                <a:lnTo>
                  <a:pt x="246237" y="500548"/>
                </a:lnTo>
                <a:lnTo>
                  <a:pt x="244579" y="560040"/>
                </a:lnTo>
                <a:lnTo>
                  <a:pt x="256705" y="604180"/>
                </a:lnTo>
                <a:lnTo>
                  <a:pt x="264774" y="620631"/>
                </a:lnTo>
                <a:lnTo>
                  <a:pt x="284533" y="619948"/>
                </a:lnTo>
                <a:lnTo>
                  <a:pt x="288965" y="608336"/>
                </a:lnTo>
                <a:lnTo>
                  <a:pt x="315211" y="646126"/>
                </a:lnTo>
                <a:lnTo>
                  <a:pt x="317012" y="675828"/>
                </a:lnTo>
                <a:lnTo>
                  <a:pt x="300722" y="711361"/>
                </a:lnTo>
                <a:lnTo>
                  <a:pt x="345795" y="707705"/>
                </a:lnTo>
                <a:lnTo>
                  <a:pt x="412584" y="643875"/>
                </a:lnTo>
                <a:lnTo>
                  <a:pt x="456050" y="639567"/>
                </a:lnTo>
                <a:lnTo>
                  <a:pt x="476646" y="593508"/>
                </a:lnTo>
                <a:lnTo>
                  <a:pt x="470135" y="568189"/>
                </a:lnTo>
                <a:lnTo>
                  <a:pt x="491502" y="528335"/>
                </a:lnTo>
                <a:lnTo>
                  <a:pt x="472464" y="503300"/>
                </a:lnTo>
                <a:lnTo>
                  <a:pt x="484514" y="455078"/>
                </a:lnTo>
                <a:lnTo>
                  <a:pt x="477454" y="437946"/>
                </a:lnTo>
                <a:lnTo>
                  <a:pt x="457340" y="435735"/>
                </a:lnTo>
                <a:lnTo>
                  <a:pt x="431416" y="315438"/>
                </a:lnTo>
                <a:lnTo>
                  <a:pt x="449226" y="280855"/>
                </a:lnTo>
                <a:lnTo>
                  <a:pt x="450553" y="235289"/>
                </a:lnTo>
                <a:lnTo>
                  <a:pt x="404471" y="182712"/>
                </a:lnTo>
                <a:lnTo>
                  <a:pt x="401404" y="125424"/>
                </a:lnTo>
                <a:lnTo>
                  <a:pt x="385680" y="124900"/>
                </a:lnTo>
                <a:lnTo>
                  <a:pt x="361780" y="83307"/>
                </a:lnTo>
                <a:lnTo>
                  <a:pt x="229106" y="82415"/>
                </a:lnTo>
                <a:lnTo>
                  <a:pt x="171571" y="38508"/>
                </a:lnTo>
                <a:lnTo>
                  <a:pt x="160872" y="0"/>
                </a:lnTo>
                <a:lnTo>
                  <a:pt x="140539" y="761"/>
                </a:lnTo>
                <a:lnTo>
                  <a:pt x="118440" y="8723"/>
                </a:lnTo>
                <a:lnTo>
                  <a:pt x="100180" y="49405"/>
                </a:lnTo>
                <a:lnTo>
                  <a:pt x="70370" y="76453"/>
                </a:lnTo>
                <a:lnTo>
                  <a:pt x="45565" y="57704"/>
                </a:lnTo>
                <a:lnTo>
                  <a:pt x="39264" y="77114"/>
                </a:lnTo>
                <a:lnTo>
                  <a:pt x="29382" y="65324"/>
                </a:lnTo>
                <a:lnTo>
                  <a:pt x="18359" y="75338"/>
                </a:lnTo>
                <a:lnTo>
                  <a:pt x="12186" y="68002"/>
                </a:lnTo>
                <a:lnTo>
                  <a:pt x="0" y="89694"/>
                </a:lnTo>
                <a:lnTo>
                  <a:pt x="80561" y="117806"/>
                </a:lnTo>
                <a:lnTo>
                  <a:pt x="40624" y="155653"/>
                </a:lnTo>
                <a:lnTo>
                  <a:pt x="32501" y="190103"/>
                </a:lnTo>
                <a:lnTo>
                  <a:pt x="36920" y="233804"/>
                </a:lnTo>
                <a:lnTo>
                  <a:pt x="59675" y="262697"/>
                </a:lnTo>
                <a:lnTo>
                  <a:pt x="65815" y="294801"/>
                </a:lnTo>
                <a:lnTo>
                  <a:pt x="41975" y="311571"/>
                </a:lnTo>
                <a:lnTo>
                  <a:pt x="43647" y="336943"/>
                </a:lnTo>
                <a:lnTo>
                  <a:pt x="60056" y="326881"/>
                </a:lnTo>
                <a:lnTo>
                  <a:pt x="85268" y="339983"/>
                </a:lnTo>
                <a:lnTo>
                  <a:pt x="99128" y="334336"/>
                </a:lnTo>
                <a:lnTo>
                  <a:pt x="119478" y="287126"/>
                </a:lnTo>
                <a:lnTo>
                  <a:pt x="142556" y="285051"/>
                </a:lnTo>
                <a:lnTo>
                  <a:pt x="163949" y="258953"/>
                </a:lnTo>
                <a:lnTo>
                  <a:pt x="197712" y="248460"/>
                </a:lnTo>
                <a:lnTo>
                  <a:pt x="260410" y="403171"/>
                </a:lnTo>
                <a:lnTo>
                  <a:pt x="254474" y="424173"/>
                </a:lnTo>
                <a:lnTo>
                  <a:pt x="240399" y="423096"/>
                </a:lnTo>
                <a:lnTo>
                  <a:pt x="239342" y="440133"/>
                </a:lnTo>
                <a:lnTo>
                  <a:pt x="229980" y="440636"/>
                </a:lnTo>
                <a:lnTo>
                  <a:pt x="232410" y="466901"/>
                </a:lnTo>
                <a:lnTo>
                  <a:pt x="204700" y="479658"/>
                </a:lnTo>
                <a:lnTo>
                  <a:pt x="190336" y="51505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ASUNCION"/>
          <p:cNvSpPr/>
          <p:nvPr/>
        </p:nvSpPr>
        <p:spPr>
          <a:xfrm>
            <a:off x="9522069" y="4124327"/>
            <a:ext cx="52024" cy="63411"/>
          </a:xfrm>
          <a:custGeom>
            <a:avLst/>
            <a:gdLst/>
            <a:ahLst/>
            <a:cxnLst/>
            <a:rect l="l" t="t" r="r" b="b"/>
            <a:pathLst>
              <a:path w="52024" h="63411">
                <a:moveTo>
                  <a:pt x="9892" y="63411"/>
                </a:moveTo>
                <a:lnTo>
                  <a:pt x="20101" y="35905"/>
                </a:lnTo>
                <a:lnTo>
                  <a:pt x="30693" y="47625"/>
                </a:lnTo>
                <a:lnTo>
                  <a:pt x="40376" y="38902"/>
                </a:lnTo>
                <a:lnTo>
                  <a:pt x="52024" y="7302"/>
                </a:lnTo>
                <a:lnTo>
                  <a:pt x="35001" y="0"/>
                </a:lnTo>
                <a:lnTo>
                  <a:pt x="0" y="22743"/>
                </a:lnTo>
                <a:lnTo>
                  <a:pt x="9892" y="63411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BOQUERON"/>
          <p:cNvSpPr/>
          <p:nvPr/>
        </p:nvSpPr>
        <p:spPr>
          <a:xfrm>
            <a:off x="7671706" y="2043159"/>
            <a:ext cx="1230129" cy="1538800"/>
          </a:xfrm>
          <a:custGeom>
            <a:avLst/>
            <a:gdLst/>
            <a:ahLst/>
            <a:cxnLst/>
            <a:rect l="l" t="t" r="r" b="b"/>
            <a:pathLst>
              <a:path w="1230129" h="1538800">
                <a:moveTo>
                  <a:pt x="1218545" y="805364"/>
                </a:moveTo>
                <a:lnTo>
                  <a:pt x="1000886" y="796560"/>
                </a:lnTo>
                <a:lnTo>
                  <a:pt x="1030882" y="550398"/>
                </a:lnTo>
                <a:lnTo>
                  <a:pt x="1089409" y="509339"/>
                </a:lnTo>
                <a:lnTo>
                  <a:pt x="1070083" y="450746"/>
                </a:lnTo>
                <a:lnTo>
                  <a:pt x="1069585" y="384339"/>
                </a:lnTo>
                <a:lnTo>
                  <a:pt x="1025493" y="284835"/>
                </a:lnTo>
                <a:lnTo>
                  <a:pt x="1028238" y="219361"/>
                </a:lnTo>
                <a:lnTo>
                  <a:pt x="380997" y="32775"/>
                </a:lnTo>
                <a:lnTo>
                  <a:pt x="344355" y="3017"/>
                </a:lnTo>
                <a:lnTo>
                  <a:pt x="268566" y="0"/>
                </a:lnTo>
                <a:lnTo>
                  <a:pt x="140496" y="192036"/>
                </a:lnTo>
                <a:lnTo>
                  <a:pt x="142244" y="392747"/>
                </a:lnTo>
                <a:lnTo>
                  <a:pt x="0" y="876392"/>
                </a:lnTo>
                <a:lnTo>
                  <a:pt x="1629" y="895962"/>
                </a:lnTo>
                <a:lnTo>
                  <a:pt x="30590" y="905954"/>
                </a:lnTo>
                <a:lnTo>
                  <a:pt x="38861" y="926023"/>
                </a:lnTo>
                <a:lnTo>
                  <a:pt x="63301" y="926813"/>
                </a:lnTo>
                <a:lnTo>
                  <a:pt x="99150" y="968973"/>
                </a:lnTo>
                <a:lnTo>
                  <a:pt x="109069" y="957402"/>
                </a:lnTo>
                <a:lnTo>
                  <a:pt x="113756" y="969427"/>
                </a:lnTo>
                <a:lnTo>
                  <a:pt x="133276" y="968298"/>
                </a:lnTo>
                <a:lnTo>
                  <a:pt x="129504" y="984874"/>
                </a:lnTo>
                <a:lnTo>
                  <a:pt x="156571" y="997084"/>
                </a:lnTo>
                <a:lnTo>
                  <a:pt x="142326" y="1018572"/>
                </a:lnTo>
                <a:lnTo>
                  <a:pt x="164285" y="1038163"/>
                </a:lnTo>
                <a:lnTo>
                  <a:pt x="162652" y="1059834"/>
                </a:lnTo>
                <a:lnTo>
                  <a:pt x="217777" y="1114695"/>
                </a:lnTo>
                <a:lnTo>
                  <a:pt x="228674" y="1150075"/>
                </a:lnTo>
                <a:lnTo>
                  <a:pt x="239837" y="1150874"/>
                </a:lnTo>
                <a:lnTo>
                  <a:pt x="236770" y="1177259"/>
                </a:lnTo>
                <a:lnTo>
                  <a:pt x="326602" y="1244181"/>
                </a:lnTo>
                <a:lnTo>
                  <a:pt x="338316" y="1277232"/>
                </a:lnTo>
                <a:lnTo>
                  <a:pt x="421929" y="1320785"/>
                </a:lnTo>
                <a:lnTo>
                  <a:pt x="416310" y="1329857"/>
                </a:lnTo>
                <a:lnTo>
                  <a:pt x="429001" y="1351255"/>
                </a:lnTo>
                <a:lnTo>
                  <a:pt x="480252" y="1361040"/>
                </a:lnTo>
                <a:lnTo>
                  <a:pt x="528476" y="1404143"/>
                </a:lnTo>
                <a:lnTo>
                  <a:pt x="543400" y="1398239"/>
                </a:lnTo>
                <a:lnTo>
                  <a:pt x="578959" y="1428591"/>
                </a:lnTo>
                <a:lnTo>
                  <a:pt x="574161" y="1446185"/>
                </a:lnTo>
                <a:lnTo>
                  <a:pt x="614563" y="1507526"/>
                </a:lnTo>
                <a:lnTo>
                  <a:pt x="635877" y="1507622"/>
                </a:lnTo>
                <a:lnTo>
                  <a:pt x="667951" y="1532636"/>
                </a:lnTo>
                <a:lnTo>
                  <a:pt x="688520" y="1529399"/>
                </a:lnTo>
                <a:lnTo>
                  <a:pt x="684784" y="1538800"/>
                </a:lnTo>
                <a:lnTo>
                  <a:pt x="700859" y="1533863"/>
                </a:lnTo>
                <a:lnTo>
                  <a:pt x="691377" y="1499624"/>
                </a:lnTo>
                <a:lnTo>
                  <a:pt x="732209" y="1466521"/>
                </a:lnTo>
                <a:lnTo>
                  <a:pt x="732350" y="1419802"/>
                </a:lnTo>
                <a:lnTo>
                  <a:pt x="759697" y="1427432"/>
                </a:lnTo>
                <a:lnTo>
                  <a:pt x="770978" y="1411738"/>
                </a:lnTo>
                <a:lnTo>
                  <a:pt x="908048" y="1395753"/>
                </a:lnTo>
                <a:lnTo>
                  <a:pt x="948949" y="1379527"/>
                </a:lnTo>
                <a:lnTo>
                  <a:pt x="998893" y="1207059"/>
                </a:lnTo>
                <a:lnTo>
                  <a:pt x="992696" y="1106271"/>
                </a:lnTo>
                <a:lnTo>
                  <a:pt x="1075741" y="987422"/>
                </a:lnTo>
                <a:lnTo>
                  <a:pt x="1077447" y="963743"/>
                </a:lnTo>
                <a:lnTo>
                  <a:pt x="1090468" y="963753"/>
                </a:lnTo>
                <a:lnTo>
                  <a:pt x="1090604" y="947932"/>
                </a:lnTo>
                <a:lnTo>
                  <a:pt x="1122422" y="947933"/>
                </a:lnTo>
                <a:lnTo>
                  <a:pt x="1117548" y="923998"/>
                </a:lnTo>
                <a:lnTo>
                  <a:pt x="1126827" y="910611"/>
                </a:lnTo>
                <a:lnTo>
                  <a:pt x="1230129" y="843536"/>
                </a:lnTo>
                <a:lnTo>
                  <a:pt x="1218545" y="805364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CAAGUAZU"/>
          <p:cNvSpPr/>
          <p:nvPr/>
        </p:nvSpPr>
        <p:spPr>
          <a:xfrm>
            <a:off x="9824434" y="3816906"/>
            <a:ext cx="718558" cy="503772"/>
          </a:xfrm>
          <a:custGeom>
            <a:avLst/>
            <a:gdLst/>
            <a:ahLst/>
            <a:cxnLst/>
            <a:rect l="l" t="t" r="r" b="b"/>
            <a:pathLst>
              <a:path w="718558" h="503772">
                <a:moveTo>
                  <a:pt x="108244" y="215578"/>
                </a:moveTo>
                <a:lnTo>
                  <a:pt x="109287" y="283969"/>
                </a:lnTo>
                <a:lnTo>
                  <a:pt x="87959" y="284254"/>
                </a:lnTo>
                <a:lnTo>
                  <a:pt x="71184" y="325085"/>
                </a:lnTo>
                <a:lnTo>
                  <a:pt x="87714" y="347094"/>
                </a:lnTo>
                <a:lnTo>
                  <a:pt x="109404" y="340728"/>
                </a:lnTo>
                <a:lnTo>
                  <a:pt x="70107" y="382971"/>
                </a:lnTo>
                <a:lnTo>
                  <a:pt x="0" y="426422"/>
                </a:lnTo>
                <a:lnTo>
                  <a:pt x="71313" y="503772"/>
                </a:lnTo>
                <a:lnTo>
                  <a:pt x="119636" y="470109"/>
                </a:lnTo>
                <a:lnTo>
                  <a:pt x="158252" y="466399"/>
                </a:lnTo>
                <a:lnTo>
                  <a:pt x="173915" y="445938"/>
                </a:lnTo>
                <a:lnTo>
                  <a:pt x="343009" y="470881"/>
                </a:lnTo>
                <a:lnTo>
                  <a:pt x="395247" y="498246"/>
                </a:lnTo>
                <a:lnTo>
                  <a:pt x="431965" y="491674"/>
                </a:lnTo>
                <a:lnTo>
                  <a:pt x="442290" y="478365"/>
                </a:lnTo>
                <a:lnTo>
                  <a:pt x="469144" y="483391"/>
                </a:lnTo>
                <a:lnTo>
                  <a:pt x="512208" y="428979"/>
                </a:lnTo>
                <a:lnTo>
                  <a:pt x="531580" y="442635"/>
                </a:lnTo>
                <a:lnTo>
                  <a:pt x="549290" y="363345"/>
                </a:lnTo>
                <a:lnTo>
                  <a:pt x="567875" y="352542"/>
                </a:lnTo>
                <a:lnTo>
                  <a:pt x="585648" y="317672"/>
                </a:lnTo>
                <a:lnTo>
                  <a:pt x="636093" y="348508"/>
                </a:lnTo>
                <a:lnTo>
                  <a:pt x="673040" y="345166"/>
                </a:lnTo>
                <a:lnTo>
                  <a:pt x="686889" y="373218"/>
                </a:lnTo>
                <a:lnTo>
                  <a:pt x="718558" y="365187"/>
                </a:lnTo>
                <a:lnTo>
                  <a:pt x="703239" y="345004"/>
                </a:lnTo>
                <a:lnTo>
                  <a:pt x="702982" y="317862"/>
                </a:lnTo>
                <a:lnTo>
                  <a:pt x="679442" y="308133"/>
                </a:lnTo>
                <a:lnTo>
                  <a:pt x="686387" y="295317"/>
                </a:lnTo>
                <a:lnTo>
                  <a:pt x="631823" y="257417"/>
                </a:lnTo>
                <a:lnTo>
                  <a:pt x="618148" y="234073"/>
                </a:lnTo>
                <a:lnTo>
                  <a:pt x="585439" y="232288"/>
                </a:lnTo>
                <a:lnTo>
                  <a:pt x="566271" y="203862"/>
                </a:lnTo>
                <a:lnTo>
                  <a:pt x="559834" y="154565"/>
                </a:lnTo>
                <a:lnTo>
                  <a:pt x="578081" y="101538"/>
                </a:lnTo>
                <a:lnTo>
                  <a:pt x="577684" y="41232"/>
                </a:lnTo>
                <a:lnTo>
                  <a:pt x="596619" y="20142"/>
                </a:lnTo>
                <a:lnTo>
                  <a:pt x="631465" y="25483"/>
                </a:lnTo>
                <a:lnTo>
                  <a:pt x="638414" y="12697"/>
                </a:lnTo>
                <a:lnTo>
                  <a:pt x="622970" y="0"/>
                </a:lnTo>
                <a:lnTo>
                  <a:pt x="596112" y="832"/>
                </a:lnTo>
                <a:lnTo>
                  <a:pt x="573746" y="20027"/>
                </a:lnTo>
                <a:lnTo>
                  <a:pt x="562567" y="11426"/>
                </a:lnTo>
                <a:lnTo>
                  <a:pt x="552514" y="30199"/>
                </a:lnTo>
                <a:lnTo>
                  <a:pt x="518782" y="30792"/>
                </a:lnTo>
                <a:lnTo>
                  <a:pt x="510027" y="43015"/>
                </a:lnTo>
                <a:lnTo>
                  <a:pt x="499068" y="20205"/>
                </a:lnTo>
                <a:lnTo>
                  <a:pt x="484576" y="21560"/>
                </a:lnTo>
                <a:lnTo>
                  <a:pt x="466438" y="69316"/>
                </a:lnTo>
                <a:lnTo>
                  <a:pt x="429648" y="83567"/>
                </a:lnTo>
                <a:lnTo>
                  <a:pt x="418852" y="104422"/>
                </a:lnTo>
                <a:lnTo>
                  <a:pt x="428972" y="129098"/>
                </a:lnTo>
                <a:lnTo>
                  <a:pt x="421207" y="147581"/>
                </a:lnTo>
                <a:lnTo>
                  <a:pt x="403503" y="143558"/>
                </a:lnTo>
                <a:lnTo>
                  <a:pt x="375370" y="160502"/>
                </a:lnTo>
                <a:lnTo>
                  <a:pt x="324842" y="149774"/>
                </a:lnTo>
                <a:lnTo>
                  <a:pt x="307949" y="180307"/>
                </a:lnTo>
                <a:lnTo>
                  <a:pt x="285080" y="189392"/>
                </a:lnTo>
                <a:lnTo>
                  <a:pt x="271377" y="181506"/>
                </a:lnTo>
                <a:lnTo>
                  <a:pt x="264376" y="191729"/>
                </a:lnTo>
                <a:lnTo>
                  <a:pt x="223383" y="121884"/>
                </a:lnTo>
                <a:lnTo>
                  <a:pt x="214695" y="138838"/>
                </a:lnTo>
                <a:lnTo>
                  <a:pt x="244837" y="192520"/>
                </a:lnTo>
                <a:lnTo>
                  <a:pt x="173831" y="180990"/>
                </a:lnTo>
                <a:lnTo>
                  <a:pt x="124979" y="218232"/>
                </a:lnTo>
                <a:lnTo>
                  <a:pt x="108244" y="215578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CAAZAPA"/>
          <p:cNvSpPr/>
          <p:nvPr/>
        </p:nvSpPr>
        <p:spPr>
          <a:xfrm>
            <a:off x="9827088" y="4245778"/>
            <a:ext cx="594733" cy="515055"/>
          </a:xfrm>
          <a:custGeom>
            <a:avLst/>
            <a:gdLst/>
            <a:ahLst/>
            <a:cxnLst/>
            <a:rect l="l" t="t" r="r" b="b"/>
            <a:pathLst>
              <a:path w="594733" h="515055">
                <a:moveTo>
                  <a:pt x="81538" y="271983"/>
                </a:moveTo>
                <a:lnTo>
                  <a:pt x="77856" y="285294"/>
                </a:lnTo>
                <a:lnTo>
                  <a:pt x="60030" y="290212"/>
                </a:lnTo>
                <a:lnTo>
                  <a:pt x="32701" y="363696"/>
                </a:lnTo>
                <a:lnTo>
                  <a:pt x="0" y="412678"/>
                </a:lnTo>
                <a:lnTo>
                  <a:pt x="15368" y="423412"/>
                </a:lnTo>
                <a:lnTo>
                  <a:pt x="15956" y="445524"/>
                </a:lnTo>
                <a:lnTo>
                  <a:pt x="78830" y="463148"/>
                </a:lnTo>
                <a:lnTo>
                  <a:pt x="69296" y="484506"/>
                </a:lnTo>
                <a:lnTo>
                  <a:pt x="77159" y="494489"/>
                </a:lnTo>
                <a:lnTo>
                  <a:pt x="133021" y="515055"/>
                </a:lnTo>
                <a:lnTo>
                  <a:pt x="218657" y="475929"/>
                </a:lnTo>
                <a:lnTo>
                  <a:pt x="249987" y="480079"/>
                </a:lnTo>
                <a:lnTo>
                  <a:pt x="248091" y="463447"/>
                </a:lnTo>
                <a:lnTo>
                  <a:pt x="272047" y="447087"/>
                </a:lnTo>
                <a:lnTo>
                  <a:pt x="278139" y="417924"/>
                </a:lnTo>
                <a:lnTo>
                  <a:pt x="294630" y="405271"/>
                </a:lnTo>
                <a:lnTo>
                  <a:pt x="304224" y="414829"/>
                </a:lnTo>
                <a:lnTo>
                  <a:pt x="310409" y="401274"/>
                </a:lnTo>
                <a:lnTo>
                  <a:pt x="348544" y="401190"/>
                </a:lnTo>
                <a:lnTo>
                  <a:pt x="387916" y="350104"/>
                </a:lnTo>
                <a:lnTo>
                  <a:pt x="433244" y="338263"/>
                </a:lnTo>
                <a:lnTo>
                  <a:pt x="465770" y="362270"/>
                </a:lnTo>
                <a:lnTo>
                  <a:pt x="478017" y="341937"/>
                </a:lnTo>
                <a:lnTo>
                  <a:pt x="502087" y="335001"/>
                </a:lnTo>
                <a:lnTo>
                  <a:pt x="498756" y="317898"/>
                </a:lnTo>
                <a:lnTo>
                  <a:pt x="541728" y="318762"/>
                </a:lnTo>
                <a:lnTo>
                  <a:pt x="553561" y="302134"/>
                </a:lnTo>
                <a:lnTo>
                  <a:pt x="560238" y="235642"/>
                </a:lnTo>
                <a:lnTo>
                  <a:pt x="594733" y="216468"/>
                </a:lnTo>
                <a:lnTo>
                  <a:pt x="558263" y="188949"/>
                </a:lnTo>
                <a:lnTo>
                  <a:pt x="541352" y="207417"/>
                </a:lnTo>
                <a:lnTo>
                  <a:pt x="535026" y="192490"/>
                </a:lnTo>
                <a:lnTo>
                  <a:pt x="482600" y="191859"/>
                </a:lnTo>
                <a:lnTo>
                  <a:pt x="509957" y="63562"/>
                </a:lnTo>
                <a:lnTo>
                  <a:pt x="538609" y="40253"/>
                </a:lnTo>
                <a:lnTo>
                  <a:pt x="527981" y="9471"/>
                </a:lnTo>
                <a:lnTo>
                  <a:pt x="509781" y="0"/>
                </a:lnTo>
                <a:lnTo>
                  <a:pt x="487825" y="39417"/>
                </a:lnTo>
                <a:lnTo>
                  <a:pt x="450880" y="51569"/>
                </a:lnTo>
                <a:lnTo>
                  <a:pt x="434854" y="88615"/>
                </a:lnTo>
                <a:lnTo>
                  <a:pt x="403924" y="78789"/>
                </a:lnTo>
                <a:lnTo>
                  <a:pt x="406027" y="101897"/>
                </a:lnTo>
                <a:lnTo>
                  <a:pt x="372150" y="112698"/>
                </a:lnTo>
                <a:lnTo>
                  <a:pt x="348092" y="142856"/>
                </a:lnTo>
                <a:lnTo>
                  <a:pt x="325094" y="133562"/>
                </a:lnTo>
                <a:lnTo>
                  <a:pt x="297482" y="148861"/>
                </a:lnTo>
                <a:lnTo>
                  <a:pt x="278555" y="200872"/>
                </a:lnTo>
                <a:lnTo>
                  <a:pt x="248400" y="218799"/>
                </a:lnTo>
                <a:lnTo>
                  <a:pt x="211021" y="183445"/>
                </a:lnTo>
                <a:lnTo>
                  <a:pt x="184490" y="203769"/>
                </a:lnTo>
                <a:lnTo>
                  <a:pt x="162700" y="202771"/>
                </a:lnTo>
                <a:lnTo>
                  <a:pt x="165755" y="249059"/>
                </a:lnTo>
                <a:lnTo>
                  <a:pt x="116680" y="241590"/>
                </a:lnTo>
                <a:lnTo>
                  <a:pt x="110517" y="268776"/>
                </a:lnTo>
                <a:lnTo>
                  <a:pt x="81538" y="271983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CANINDEYU"/>
          <p:cNvSpPr/>
          <p:nvPr/>
        </p:nvSpPr>
        <p:spPr>
          <a:xfrm>
            <a:off x="10078433" y="3435036"/>
            <a:ext cx="711596" cy="510968"/>
          </a:xfrm>
          <a:custGeom>
            <a:avLst/>
            <a:gdLst/>
            <a:ahLst/>
            <a:cxnLst/>
            <a:rect l="l" t="t" r="r" b="b"/>
            <a:pathLst>
              <a:path w="711596" h="510968">
                <a:moveTo>
                  <a:pt x="174973" y="510968"/>
                </a:moveTo>
                <a:lnTo>
                  <a:pt x="164853" y="486292"/>
                </a:lnTo>
                <a:lnTo>
                  <a:pt x="175649" y="465437"/>
                </a:lnTo>
                <a:lnTo>
                  <a:pt x="212439" y="451186"/>
                </a:lnTo>
                <a:lnTo>
                  <a:pt x="230577" y="403430"/>
                </a:lnTo>
                <a:lnTo>
                  <a:pt x="245069" y="402075"/>
                </a:lnTo>
                <a:lnTo>
                  <a:pt x="256028" y="424885"/>
                </a:lnTo>
                <a:lnTo>
                  <a:pt x="342113" y="382702"/>
                </a:lnTo>
                <a:lnTo>
                  <a:pt x="386174" y="387717"/>
                </a:lnTo>
                <a:lnTo>
                  <a:pt x="400870" y="414847"/>
                </a:lnTo>
                <a:lnTo>
                  <a:pt x="467939" y="425811"/>
                </a:lnTo>
                <a:lnTo>
                  <a:pt x="473610" y="448255"/>
                </a:lnTo>
                <a:lnTo>
                  <a:pt x="495345" y="466158"/>
                </a:lnTo>
                <a:lnTo>
                  <a:pt x="520654" y="456029"/>
                </a:lnTo>
                <a:lnTo>
                  <a:pt x="547653" y="473048"/>
                </a:lnTo>
                <a:lnTo>
                  <a:pt x="564182" y="463611"/>
                </a:lnTo>
                <a:lnTo>
                  <a:pt x="564045" y="482680"/>
                </a:lnTo>
                <a:lnTo>
                  <a:pt x="599654" y="472627"/>
                </a:lnTo>
                <a:lnTo>
                  <a:pt x="639957" y="485776"/>
                </a:lnTo>
                <a:lnTo>
                  <a:pt x="653571" y="468627"/>
                </a:lnTo>
                <a:lnTo>
                  <a:pt x="679287" y="480038"/>
                </a:lnTo>
                <a:lnTo>
                  <a:pt x="690181" y="441456"/>
                </a:lnTo>
                <a:lnTo>
                  <a:pt x="683293" y="395538"/>
                </a:lnTo>
                <a:lnTo>
                  <a:pt x="711596" y="336956"/>
                </a:lnTo>
                <a:lnTo>
                  <a:pt x="679172" y="255039"/>
                </a:lnTo>
                <a:lnTo>
                  <a:pt x="710642" y="215465"/>
                </a:lnTo>
                <a:lnTo>
                  <a:pt x="665244" y="187789"/>
                </a:lnTo>
                <a:lnTo>
                  <a:pt x="644416" y="154524"/>
                </a:lnTo>
                <a:lnTo>
                  <a:pt x="558892" y="117102"/>
                </a:lnTo>
                <a:lnTo>
                  <a:pt x="545601" y="138207"/>
                </a:lnTo>
                <a:lnTo>
                  <a:pt x="476578" y="152607"/>
                </a:lnTo>
                <a:lnTo>
                  <a:pt x="457904" y="179775"/>
                </a:lnTo>
                <a:lnTo>
                  <a:pt x="436448" y="175953"/>
                </a:lnTo>
                <a:lnTo>
                  <a:pt x="412822" y="190319"/>
                </a:lnTo>
                <a:lnTo>
                  <a:pt x="396088" y="177740"/>
                </a:lnTo>
                <a:lnTo>
                  <a:pt x="350879" y="198662"/>
                </a:lnTo>
                <a:lnTo>
                  <a:pt x="322988" y="178979"/>
                </a:lnTo>
                <a:lnTo>
                  <a:pt x="309120" y="190924"/>
                </a:lnTo>
                <a:lnTo>
                  <a:pt x="286474" y="182642"/>
                </a:lnTo>
                <a:lnTo>
                  <a:pt x="270174" y="159419"/>
                </a:lnTo>
                <a:lnTo>
                  <a:pt x="267306" y="119925"/>
                </a:lnTo>
                <a:lnTo>
                  <a:pt x="276080" y="108148"/>
                </a:lnTo>
                <a:lnTo>
                  <a:pt x="271445" y="80865"/>
                </a:lnTo>
                <a:lnTo>
                  <a:pt x="282713" y="72760"/>
                </a:lnTo>
                <a:lnTo>
                  <a:pt x="262442" y="63726"/>
                </a:lnTo>
                <a:lnTo>
                  <a:pt x="261845" y="48729"/>
                </a:lnTo>
                <a:lnTo>
                  <a:pt x="236280" y="42285"/>
                </a:lnTo>
                <a:lnTo>
                  <a:pt x="242626" y="19892"/>
                </a:lnTo>
                <a:lnTo>
                  <a:pt x="233945" y="0"/>
                </a:lnTo>
                <a:lnTo>
                  <a:pt x="212995" y="52430"/>
                </a:lnTo>
                <a:lnTo>
                  <a:pt x="169556" y="56716"/>
                </a:lnTo>
                <a:lnTo>
                  <a:pt x="102767" y="120546"/>
                </a:lnTo>
                <a:lnTo>
                  <a:pt x="54035" y="121200"/>
                </a:lnTo>
                <a:lnTo>
                  <a:pt x="72668" y="204813"/>
                </a:lnTo>
                <a:lnTo>
                  <a:pt x="58976" y="202058"/>
                </a:lnTo>
                <a:lnTo>
                  <a:pt x="10098" y="239841"/>
                </a:lnTo>
                <a:lnTo>
                  <a:pt x="0" y="286859"/>
                </a:lnTo>
                <a:lnTo>
                  <a:pt x="17117" y="315303"/>
                </a:lnTo>
                <a:lnTo>
                  <a:pt x="18567" y="349543"/>
                </a:lnTo>
                <a:lnTo>
                  <a:pt x="54549" y="371922"/>
                </a:lnTo>
                <a:lnTo>
                  <a:pt x="123795" y="502014"/>
                </a:lnTo>
                <a:lnTo>
                  <a:pt x="174973" y="510968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CENTRAL"/>
          <p:cNvSpPr/>
          <p:nvPr/>
        </p:nvSpPr>
        <p:spPr>
          <a:xfrm>
            <a:off x="9463326" y="4072661"/>
            <a:ext cx="234912" cy="376394"/>
          </a:xfrm>
          <a:custGeom>
            <a:avLst/>
            <a:gdLst/>
            <a:ahLst/>
            <a:cxnLst/>
            <a:rect l="l" t="t" r="r" b="b"/>
            <a:pathLst>
              <a:path w="234912" h="376394">
                <a:moveTo>
                  <a:pt x="68635" y="115077"/>
                </a:moveTo>
                <a:lnTo>
                  <a:pt x="99791" y="141724"/>
                </a:lnTo>
                <a:lnTo>
                  <a:pt x="92857" y="189941"/>
                </a:lnTo>
                <a:lnTo>
                  <a:pt x="77211" y="210794"/>
                </a:lnTo>
                <a:lnTo>
                  <a:pt x="56587" y="203491"/>
                </a:lnTo>
                <a:lnTo>
                  <a:pt x="56600" y="228128"/>
                </a:lnTo>
                <a:lnTo>
                  <a:pt x="32097" y="224398"/>
                </a:lnTo>
                <a:lnTo>
                  <a:pt x="22141" y="243245"/>
                </a:lnTo>
                <a:lnTo>
                  <a:pt x="35324" y="253595"/>
                </a:lnTo>
                <a:lnTo>
                  <a:pt x="0" y="269357"/>
                </a:lnTo>
                <a:lnTo>
                  <a:pt x="6813" y="301354"/>
                </a:lnTo>
                <a:lnTo>
                  <a:pt x="27570" y="271853"/>
                </a:lnTo>
                <a:lnTo>
                  <a:pt x="31963" y="300440"/>
                </a:lnTo>
                <a:lnTo>
                  <a:pt x="84030" y="312112"/>
                </a:lnTo>
                <a:lnTo>
                  <a:pt x="78787" y="323827"/>
                </a:lnTo>
                <a:lnTo>
                  <a:pt x="115240" y="347635"/>
                </a:lnTo>
                <a:lnTo>
                  <a:pt x="108663" y="360335"/>
                </a:lnTo>
                <a:lnTo>
                  <a:pt x="122076" y="356754"/>
                </a:lnTo>
                <a:lnTo>
                  <a:pt x="121611" y="376394"/>
                </a:lnTo>
                <a:lnTo>
                  <a:pt x="152668" y="321326"/>
                </a:lnTo>
                <a:lnTo>
                  <a:pt x="133291" y="267378"/>
                </a:lnTo>
                <a:lnTo>
                  <a:pt x="152473" y="242397"/>
                </a:lnTo>
                <a:lnTo>
                  <a:pt x="150655" y="223160"/>
                </a:lnTo>
                <a:lnTo>
                  <a:pt x="179839" y="207985"/>
                </a:lnTo>
                <a:lnTo>
                  <a:pt x="188870" y="142153"/>
                </a:lnTo>
                <a:lnTo>
                  <a:pt x="218680" y="134940"/>
                </a:lnTo>
                <a:lnTo>
                  <a:pt x="234912" y="110783"/>
                </a:lnTo>
                <a:lnTo>
                  <a:pt x="197231" y="104176"/>
                </a:lnTo>
                <a:lnTo>
                  <a:pt x="179740" y="80070"/>
                </a:lnTo>
                <a:lnTo>
                  <a:pt x="181899" y="54997"/>
                </a:lnTo>
                <a:lnTo>
                  <a:pt x="121298" y="0"/>
                </a:lnTo>
                <a:lnTo>
                  <a:pt x="93744" y="51666"/>
                </a:lnTo>
                <a:lnTo>
                  <a:pt x="111138" y="59420"/>
                </a:lnTo>
                <a:lnTo>
                  <a:pt x="105390" y="80991"/>
                </a:lnTo>
                <a:lnTo>
                  <a:pt x="89436" y="99291"/>
                </a:lnTo>
                <a:lnTo>
                  <a:pt x="78565" y="87819"/>
                </a:lnTo>
                <a:lnTo>
                  <a:pt x="68635" y="115077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CONCEPCION"/>
          <p:cNvSpPr/>
          <p:nvPr/>
        </p:nvSpPr>
        <p:spPr>
          <a:xfrm>
            <a:off x="9401454" y="2851322"/>
            <a:ext cx="692679" cy="578121"/>
          </a:xfrm>
          <a:custGeom>
            <a:avLst/>
            <a:gdLst/>
            <a:ahLst/>
            <a:cxnLst/>
            <a:rect l="l" t="t" r="r" b="b"/>
            <a:pathLst>
              <a:path w="692679" h="578121">
                <a:moveTo>
                  <a:pt x="433951" y="86249"/>
                </a:moveTo>
                <a:lnTo>
                  <a:pt x="418632" y="83297"/>
                </a:lnTo>
                <a:lnTo>
                  <a:pt x="411453" y="65972"/>
                </a:lnTo>
                <a:lnTo>
                  <a:pt x="404383" y="74276"/>
                </a:lnTo>
                <a:lnTo>
                  <a:pt x="370605" y="56457"/>
                </a:lnTo>
                <a:lnTo>
                  <a:pt x="338563" y="68067"/>
                </a:lnTo>
                <a:lnTo>
                  <a:pt x="293143" y="50856"/>
                </a:lnTo>
                <a:lnTo>
                  <a:pt x="279987" y="67352"/>
                </a:lnTo>
                <a:lnTo>
                  <a:pt x="260741" y="54886"/>
                </a:lnTo>
                <a:lnTo>
                  <a:pt x="250157" y="65969"/>
                </a:lnTo>
                <a:lnTo>
                  <a:pt x="230081" y="60417"/>
                </a:lnTo>
                <a:lnTo>
                  <a:pt x="217934" y="46432"/>
                </a:lnTo>
                <a:lnTo>
                  <a:pt x="153508" y="37345"/>
                </a:lnTo>
                <a:lnTo>
                  <a:pt x="141870" y="4616"/>
                </a:lnTo>
                <a:lnTo>
                  <a:pt x="106257" y="3112"/>
                </a:lnTo>
                <a:lnTo>
                  <a:pt x="94323" y="20833"/>
                </a:lnTo>
                <a:lnTo>
                  <a:pt x="70292" y="27528"/>
                </a:lnTo>
                <a:lnTo>
                  <a:pt x="61344" y="15045"/>
                </a:lnTo>
                <a:lnTo>
                  <a:pt x="48238" y="21990"/>
                </a:lnTo>
                <a:lnTo>
                  <a:pt x="23434" y="15128"/>
                </a:lnTo>
                <a:lnTo>
                  <a:pt x="19132" y="0"/>
                </a:lnTo>
                <a:lnTo>
                  <a:pt x="0" y="1535"/>
                </a:lnTo>
                <a:lnTo>
                  <a:pt x="13551" y="19621"/>
                </a:lnTo>
                <a:lnTo>
                  <a:pt x="15338" y="78610"/>
                </a:lnTo>
                <a:lnTo>
                  <a:pt x="37850" y="74619"/>
                </a:lnTo>
                <a:lnTo>
                  <a:pt x="42889" y="99758"/>
                </a:lnTo>
                <a:lnTo>
                  <a:pt x="65280" y="119628"/>
                </a:lnTo>
                <a:lnTo>
                  <a:pt x="47448" y="135425"/>
                </a:lnTo>
                <a:lnTo>
                  <a:pt x="61465" y="197630"/>
                </a:lnTo>
                <a:lnTo>
                  <a:pt x="82059" y="227127"/>
                </a:lnTo>
                <a:lnTo>
                  <a:pt x="31090" y="233457"/>
                </a:lnTo>
                <a:lnTo>
                  <a:pt x="22718" y="263496"/>
                </a:lnTo>
                <a:lnTo>
                  <a:pt x="43774" y="291764"/>
                </a:lnTo>
                <a:lnTo>
                  <a:pt x="67984" y="298270"/>
                </a:lnTo>
                <a:lnTo>
                  <a:pt x="75684" y="321974"/>
                </a:lnTo>
                <a:lnTo>
                  <a:pt x="63834" y="337156"/>
                </a:lnTo>
                <a:lnTo>
                  <a:pt x="84443" y="359960"/>
                </a:lnTo>
                <a:lnTo>
                  <a:pt x="76098" y="383808"/>
                </a:lnTo>
                <a:lnTo>
                  <a:pt x="104915" y="409670"/>
                </a:lnTo>
                <a:lnTo>
                  <a:pt x="134287" y="409911"/>
                </a:lnTo>
                <a:lnTo>
                  <a:pt x="137581" y="443906"/>
                </a:lnTo>
                <a:lnTo>
                  <a:pt x="185864" y="484980"/>
                </a:lnTo>
                <a:lnTo>
                  <a:pt x="174998" y="512349"/>
                </a:lnTo>
                <a:lnTo>
                  <a:pt x="201887" y="565147"/>
                </a:lnTo>
                <a:lnTo>
                  <a:pt x="234641" y="578121"/>
                </a:lnTo>
                <a:lnTo>
                  <a:pt x="442045" y="543979"/>
                </a:lnTo>
                <a:lnTo>
                  <a:pt x="461493" y="554477"/>
                </a:lnTo>
                <a:lnTo>
                  <a:pt x="545604" y="556805"/>
                </a:lnTo>
                <a:lnTo>
                  <a:pt x="563850" y="537512"/>
                </a:lnTo>
                <a:lnTo>
                  <a:pt x="585700" y="542497"/>
                </a:lnTo>
                <a:lnTo>
                  <a:pt x="609873" y="525470"/>
                </a:lnTo>
                <a:lnTo>
                  <a:pt x="634169" y="500503"/>
                </a:lnTo>
                <a:lnTo>
                  <a:pt x="641924" y="472510"/>
                </a:lnTo>
                <a:lnTo>
                  <a:pt x="666361" y="463456"/>
                </a:lnTo>
                <a:lnTo>
                  <a:pt x="659823" y="449106"/>
                </a:lnTo>
                <a:lnTo>
                  <a:pt x="672094" y="421689"/>
                </a:lnTo>
                <a:lnTo>
                  <a:pt x="688754" y="420219"/>
                </a:lnTo>
                <a:lnTo>
                  <a:pt x="692679" y="389134"/>
                </a:lnTo>
                <a:lnTo>
                  <a:pt x="631403" y="244742"/>
                </a:lnTo>
                <a:lnTo>
                  <a:pt x="597900" y="255508"/>
                </a:lnTo>
                <a:lnTo>
                  <a:pt x="576507" y="281606"/>
                </a:lnTo>
                <a:lnTo>
                  <a:pt x="553429" y="283681"/>
                </a:lnTo>
                <a:lnTo>
                  <a:pt x="533079" y="330891"/>
                </a:lnTo>
                <a:lnTo>
                  <a:pt x="519219" y="336538"/>
                </a:lnTo>
                <a:lnTo>
                  <a:pt x="494007" y="323436"/>
                </a:lnTo>
                <a:lnTo>
                  <a:pt x="476761" y="332453"/>
                </a:lnTo>
                <a:lnTo>
                  <a:pt x="475926" y="308126"/>
                </a:lnTo>
                <a:lnTo>
                  <a:pt x="499766" y="291356"/>
                </a:lnTo>
                <a:lnTo>
                  <a:pt x="493626" y="259252"/>
                </a:lnTo>
                <a:lnTo>
                  <a:pt x="470871" y="230359"/>
                </a:lnTo>
                <a:lnTo>
                  <a:pt x="466452" y="186658"/>
                </a:lnTo>
                <a:lnTo>
                  <a:pt x="474575" y="152208"/>
                </a:lnTo>
                <a:lnTo>
                  <a:pt x="514512" y="114361"/>
                </a:lnTo>
                <a:lnTo>
                  <a:pt x="433951" y="86249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CORDILLERA"/>
          <p:cNvSpPr/>
          <p:nvPr/>
        </p:nvSpPr>
        <p:spPr>
          <a:xfrm>
            <a:off x="9592858" y="3970042"/>
            <a:ext cx="340980" cy="333730"/>
          </a:xfrm>
          <a:custGeom>
            <a:avLst/>
            <a:gdLst/>
            <a:ahLst/>
            <a:cxnLst/>
            <a:rect l="l" t="t" r="r" b="b"/>
            <a:pathLst>
              <a:path w="340980" h="333730">
                <a:moveTo>
                  <a:pt x="77807" y="32729"/>
                </a:moveTo>
                <a:lnTo>
                  <a:pt x="64721" y="36325"/>
                </a:lnTo>
                <a:lnTo>
                  <a:pt x="36602" y="89663"/>
                </a:lnTo>
                <a:lnTo>
                  <a:pt x="0" y="105549"/>
                </a:lnTo>
                <a:lnTo>
                  <a:pt x="53857" y="159706"/>
                </a:lnTo>
                <a:lnTo>
                  <a:pt x="51537" y="186640"/>
                </a:lnTo>
                <a:lnTo>
                  <a:pt x="69907" y="208392"/>
                </a:lnTo>
                <a:lnTo>
                  <a:pt x="101427" y="206478"/>
                </a:lnTo>
                <a:lnTo>
                  <a:pt x="144705" y="299631"/>
                </a:lnTo>
                <a:lnTo>
                  <a:pt x="211840" y="291992"/>
                </a:lnTo>
                <a:lnTo>
                  <a:pt x="198924" y="328140"/>
                </a:lnTo>
                <a:lnTo>
                  <a:pt x="223425" y="333730"/>
                </a:lnTo>
                <a:lnTo>
                  <a:pt x="250208" y="316344"/>
                </a:lnTo>
                <a:lnTo>
                  <a:pt x="281666" y="331386"/>
                </a:lnTo>
                <a:lnTo>
                  <a:pt x="231760" y="271970"/>
                </a:lnTo>
                <a:lnTo>
                  <a:pt x="301683" y="229835"/>
                </a:lnTo>
                <a:lnTo>
                  <a:pt x="340980" y="187592"/>
                </a:lnTo>
                <a:lnTo>
                  <a:pt x="319290" y="193958"/>
                </a:lnTo>
                <a:lnTo>
                  <a:pt x="302760" y="171949"/>
                </a:lnTo>
                <a:lnTo>
                  <a:pt x="319535" y="131118"/>
                </a:lnTo>
                <a:lnTo>
                  <a:pt x="340863" y="130833"/>
                </a:lnTo>
                <a:lnTo>
                  <a:pt x="339820" y="62442"/>
                </a:lnTo>
                <a:lnTo>
                  <a:pt x="320382" y="54603"/>
                </a:lnTo>
                <a:lnTo>
                  <a:pt x="295102" y="10338"/>
                </a:lnTo>
                <a:lnTo>
                  <a:pt x="277149" y="21210"/>
                </a:lnTo>
                <a:lnTo>
                  <a:pt x="196714" y="0"/>
                </a:lnTo>
                <a:lnTo>
                  <a:pt x="173462" y="54942"/>
                </a:lnTo>
                <a:lnTo>
                  <a:pt x="158310" y="56646"/>
                </a:lnTo>
                <a:lnTo>
                  <a:pt x="161276" y="69682"/>
                </a:lnTo>
                <a:lnTo>
                  <a:pt x="138896" y="71232"/>
                </a:lnTo>
                <a:lnTo>
                  <a:pt x="106454" y="43455"/>
                </a:lnTo>
                <a:lnTo>
                  <a:pt x="99420" y="52898"/>
                </a:lnTo>
                <a:lnTo>
                  <a:pt x="79830" y="44230"/>
                </a:lnTo>
                <a:lnTo>
                  <a:pt x="77807" y="32729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GUAIRA"/>
          <p:cNvSpPr/>
          <p:nvPr/>
        </p:nvSpPr>
        <p:spPr>
          <a:xfrm>
            <a:off x="9864552" y="4262474"/>
            <a:ext cx="414292" cy="256374"/>
          </a:xfrm>
          <a:custGeom>
            <a:avLst/>
            <a:gdLst/>
            <a:ahLst/>
            <a:cxnLst/>
            <a:rect l="l" t="t" r="r" b="b"/>
            <a:pathLst>
              <a:path w="414292" h="256374">
                <a:moveTo>
                  <a:pt x="414292" y="34651"/>
                </a:moveTo>
                <a:lnTo>
                  <a:pt x="355129" y="52678"/>
                </a:lnTo>
                <a:lnTo>
                  <a:pt x="302891" y="25313"/>
                </a:lnTo>
                <a:lnTo>
                  <a:pt x="160168" y="0"/>
                </a:lnTo>
                <a:lnTo>
                  <a:pt x="126614" y="3497"/>
                </a:lnTo>
                <a:lnTo>
                  <a:pt x="100211" y="29095"/>
                </a:lnTo>
                <a:lnTo>
                  <a:pt x="79451" y="24571"/>
                </a:lnTo>
                <a:lnTo>
                  <a:pt x="28950" y="54870"/>
                </a:lnTo>
                <a:lnTo>
                  <a:pt x="21622" y="80004"/>
                </a:lnTo>
                <a:lnTo>
                  <a:pt x="30464" y="115783"/>
                </a:lnTo>
                <a:lnTo>
                  <a:pt x="51636" y="141985"/>
                </a:lnTo>
                <a:lnTo>
                  <a:pt x="52109" y="167923"/>
                </a:lnTo>
                <a:lnTo>
                  <a:pt x="0" y="156928"/>
                </a:lnTo>
                <a:lnTo>
                  <a:pt x="17090" y="188380"/>
                </a:lnTo>
                <a:lnTo>
                  <a:pt x="13623" y="230741"/>
                </a:lnTo>
                <a:lnTo>
                  <a:pt x="45176" y="256374"/>
                </a:lnTo>
                <a:lnTo>
                  <a:pt x="53710" y="246499"/>
                </a:lnTo>
                <a:lnTo>
                  <a:pt x="73053" y="252080"/>
                </a:lnTo>
                <a:lnTo>
                  <a:pt x="79216" y="224894"/>
                </a:lnTo>
                <a:lnTo>
                  <a:pt x="128291" y="232363"/>
                </a:lnTo>
                <a:lnTo>
                  <a:pt x="125236" y="186075"/>
                </a:lnTo>
                <a:lnTo>
                  <a:pt x="147026" y="187073"/>
                </a:lnTo>
                <a:lnTo>
                  <a:pt x="173557" y="166749"/>
                </a:lnTo>
                <a:lnTo>
                  <a:pt x="214055" y="200989"/>
                </a:lnTo>
                <a:lnTo>
                  <a:pt x="241091" y="184176"/>
                </a:lnTo>
                <a:lnTo>
                  <a:pt x="260018" y="132165"/>
                </a:lnTo>
                <a:lnTo>
                  <a:pt x="287630" y="116866"/>
                </a:lnTo>
                <a:lnTo>
                  <a:pt x="310628" y="126160"/>
                </a:lnTo>
                <a:lnTo>
                  <a:pt x="334686" y="96002"/>
                </a:lnTo>
                <a:lnTo>
                  <a:pt x="368563" y="85201"/>
                </a:lnTo>
                <a:lnTo>
                  <a:pt x="366460" y="62093"/>
                </a:lnTo>
                <a:lnTo>
                  <a:pt x="397390" y="71919"/>
                </a:lnTo>
                <a:lnTo>
                  <a:pt x="414292" y="3465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ITAPUA"/>
          <p:cNvSpPr/>
          <p:nvPr/>
        </p:nvSpPr>
        <p:spPr>
          <a:xfrm>
            <a:off x="9813551" y="4476408"/>
            <a:ext cx="831735" cy="607413"/>
          </a:xfrm>
          <a:custGeom>
            <a:avLst/>
            <a:gdLst/>
            <a:ahLst/>
            <a:cxnLst/>
            <a:rect l="l" t="t" r="r" b="b"/>
            <a:pathLst>
              <a:path w="831735" h="607413">
                <a:moveTo>
                  <a:pt x="84056" y="256821"/>
                </a:moveTo>
                <a:lnTo>
                  <a:pt x="92988" y="427078"/>
                </a:lnTo>
                <a:lnTo>
                  <a:pt x="65147" y="463338"/>
                </a:lnTo>
                <a:lnTo>
                  <a:pt x="81795" y="504947"/>
                </a:lnTo>
                <a:lnTo>
                  <a:pt x="0" y="534992"/>
                </a:lnTo>
                <a:lnTo>
                  <a:pt x="49947" y="569522"/>
                </a:lnTo>
                <a:lnTo>
                  <a:pt x="70930" y="550930"/>
                </a:lnTo>
                <a:lnTo>
                  <a:pt x="109884" y="545384"/>
                </a:lnTo>
                <a:lnTo>
                  <a:pt x="149918" y="593056"/>
                </a:lnTo>
                <a:lnTo>
                  <a:pt x="183134" y="607413"/>
                </a:lnTo>
                <a:lnTo>
                  <a:pt x="219048" y="561886"/>
                </a:lnTo>
                <a:lnTo>
                  <a:pt x="220270" y="534383"/>
                </a:lnTo>
                <a:lnTo>
                  <a:pt x="292547" y="492745"/>
                </a:lnTo>
                <a:lnTo>
                  <a:pt x="370445" y="506071"/>
                </a:lnTo>
                <a:lnTo>
                  <a:pt x="393527" y="540040"/>
                </a:lnTo>
                <a:lnTo>
                  <a:pt x="428868" y="547409"/>
                </a:lnTo>
                <a:lnTo>
                  <a:pt x="481220" y="500022"/>
                </a:lnTo>
                <a:lnTo>
                  <a:pt x="486386" y="466833"/>
                </a:lnTo>
                <a:lnTo>
                  <a:pt x="470331" y="441687"/>
                </a:lnTo>
                <a:lnTo>
                  <a:pt x="491800" y="432432"/>
                </a:lnTo>
                <a:lnTo>
                  <a:pt x="494444" y="410749"/>
                </a:lnTo>
                <a:lnTo>
                  <a:pt x="532650" y="409271"/>
                </a:lnTo>
                <a:lnTo>
                  <a:pt x="535723" y="377018"/>
                </a:lnTo>
                <a:lnTo>
                  <a:pt x="561102" y="353684"/>
                </a:lnTo>
                <a:lnTo>
                  <a:pt x="603425" y="342344"/>
                </a:lnTo>
                <a:lnTo>
                  <a:pt x="624030" y="355156"/>
                </a:lnTo>
                <a:lnTo>
                  <a:pt x="648908" y="348464"/>
                </a:lnTo>
                <a:lnTo>
                  <a:pt x="648988" y="312714"/>
                </a:lnTo>
                <a:lnTo>
                  <a:pt x="680857" y="286043"/>
                </a:lnTo>
                <a:lnTo>
                  <a:pt x="715872" y="280808"/>
                </a:lnTo>
                <a:lnTo>
                  <a:pt x="722857" y="238653"/>
                </a:lnTo>
                <a:lnTo>
                  <a:pt x="770548" y="233741"/>
                </a:lnTo>
                <a:lnTo>
                  <a:pt x="781311" y="211440"/>
                </a:lnTo>
                <a:lnTo>
                  <a:pt x="775410" y="178729"/>
                </a:lnTo>
                <a:lnTo>
                  <a:pt x="810731" y="143295"/>
                </a:lnTo>
                <a:lnTo>
                  <a:pt x="831735" y="88020"/>
                </a:lnTo>
                <a:lnTo>
                  <a:pt x="815141" y="54922"/>
                </a:lnTo>
                <a:lnTo>
                  <a:pt x="812783" y="66216"/>
                </a:lnTo>
                <a:lnTo>
                  <a:pt x="789158" y="63561"/>
                </a:lnTo>
                <a:lnTo>
                  <a:pt x="774028" y="40807"/>
                </a:lnTo>
                <a:lnTo>
                  <a:pt x="766266" y="48383"/>
                </a:lnTo>
                <a:lnTo>
                  <a:pt x="747606" y="33071"/>
                </a:lnTo>
                <a:lnTo>
                  <a:pt x="738726" y="43420"/>
                </a:lnTo>
                <a:lnTo>
                  <a:pt x="733701" y="36197"/>
                </a:lnTo>
                <a:lnTo>
                  <a:pt x="732244" y="55370"/>
                </a:lnTo>
                <a:lnTo>
                  <a:pt x="719089" y="47409"/>
                </a:lnTo>
                <a:lnTo>
                  <a:pt x="719448" y="59293"/>
                </a:lnTo>
                <a:lnTo>
                  <a:pt x="687191" y="52555"/>
                </a:lnTo>
                <a:lnTo>
                  <a:pt x="675585" y="61044"/>
                </a:lnTo>
                <a:lnTo>
                  <a:pt x="648985" y="46072"/>
                </a:lnTo>
                <a:lnTo>
                  <a:pt x="603651" y="58003"/>
                </a:lnTo>
                <a:lnTo>
                  <a:pt x="580923" y="16771"/>
                </a:lnTo>
                <a:lnTo>
                  <a:pt x="583116" y="0"/>
                </a:lnTo>
                <a:lnTo>
                  <a:pt x="571711" y="10402"/>
                </a:lnTo>
                <a:lnTo>
                  <a:pt x="567098" y="71504"/>
                </a:lnTo>
                <a:lnTo>
                  <a:pt x="555265" y="88132"/>
                </a:lnTo>
                <a:lnTo>
                  <a:pt x="512293" y="87268"/>
                </a:lnTo>
                <a:lnTo>
                  <a:pt x="515624" y="104371"/>
                </a:lnTo>
                <a:lnTo>
                  <a:pt x="491554" y="111307"/>
                </a:lnTo>
                <a:lnTo>
                  <a:pt x="479307" y="131640"/>
                </a:lnTo>
                <a:lnTo>
                  <a:pt x="446781" y="107633"/>
                </a:lnTo>
                <a:lnTo>
                  <a:pt x="401453" y="119474"/>
                </a:lnTo>
                <a:lnTo>
                  <a:pt x="362081" y="170560"/>
                </a:lnTo>
                <a:lnTo>
                  <a:pt x="323946" y="170644"/>
                </a:lnTo>
                <a:lnTo>
                  <a:pt x="317761" y="184199"/>
                </a:lnTo>
                <a:lnTo>
                  <a:pt x="308167" y="174641"/>
                </a:lnTo>
                <a:lnTo>
                  <a:pt x="291676" y="187294"/>
                </a:lnTo>
                <a:lnTo>
                  <a:pt x="285584" y="216457"/>
                </a:lnTo>
                <a:lnTo>
                  <a:pt x="261628" y="232817"/>
                </a:lnTo>
                <a:lnTo>
                  <a:pt x="261431" y="250734"/>
                </a:lnTo>
                <a:lnTo>
                  <a:pt x="232251" y="245282"/>
                </a:lnTo>
                <a:lnTo>
                  <a:pt x="146447" y="284434"/>
                </a:lnTo>
                <a:lnTo>
                  <a:pt x="84056" y="256821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MISIONES"/>
          <p:cNvSpPr/>
          <p:nvPr/>
        </p:nvSpPr>
        <p:spPr>
          <a:xfrm>
            <a:off x="9494381" y="4591633"/>
            <a:ext cx="412158" cy="448714"/>
          </a:xfrm>
          <a:custGeom>
            <a:avLst/>
            <a:gdLst/>
            <a:ahLst/>
            <a:cxnLst/>
            <a:rect l="l" t="t" r="r" b="b"/>
            <a:pathLst>
              <a:path w="412158" h="448714">
                <a:moveTo>
                  <a:pt x="332747" y="66740"/>
                </a:moveTo>
                <a:lnTo>
                  <a:pt x="310167" y="34476"/>
                </a:lnTo>
                <a:lnTo>
                  <a:pt x="291266" y="42783"/>
                </a:lnTo>
                <a:lnTo>
                  <a:pt x="292968" y="29355"/>
                </a:lnTo>
                <a:lnTo>
                  <a:pt x="276830" y="14250"/>
                </a:lnTo>
                <a:lnTo>
                  <a:pt x="241325" y="0"/>
                </a:lnTo>
                <a:lnTo>
                  <a:pt x="212910" y="14334"/>
                </a:lnTo>
                <a:lnTo>
                  <a:pt x="195258" y="48998"/>
                </a:lnTo>
                <a:lnTo>
                  <a:pt x="183230" y="45419"/>
                </a:lnTo>
                <a:lnTo>
                  <a:pt x="190064" y="65658"/>
                </a:lnTo>
                <a:lnTo>
                  <a:pt x="177770" y="85528"/>
                </a:lnTo>
                <a:lnTo>
                  <a:pt x="123592" y="98372"/>
                </a:lnTo>
                <a:lnTo>
                  <a:pt x="109672" y="78703"/>
                </a:lnTo>
                <a:lnTo>
                  <a:pt x="87901" y="76952"/>
                </a:lnTo>
                <a:lnTo>
                  <a:pt x="86832" y="65362"/>
                </a:lnTo>
                <a:lnTo>
                  <a:pt x="54325" y="63072"/>
                </a:lnTo>
                <a:lnTo>
                  <a:pt x="25386" y="37062"/>
                </a:lnTo>
                <a:lnTo>
                  <a:pt x="29643" y="22448"/>
                </a:lnTo>
                <a:lnTo>
                  <a:pt x="12961" y="19190"/>
                </a:lnTo>
                <a:lnTo>
                  <a:pt x="10263" y="4701"/>
                </a:lnTo>
                <a:lnTo>
                  <a:pt x="0" y="9606"/>
                </a:lnTo>
                <a:lnTo>
                  <a:pt x="38318" y="167617"/>
                </a:lnTo>
                <a:lnTo>
                  <a:pt x="116935" y="276915"/>
                </a:lnTo>
                <a:lnTo>
                  <a:pt x="208631" y="296719"/>
                </a:lnTo>
                <a:lnTo>
                  <a:pt x="149176" y="421287"/>
                </a:lnTo>
                <a:lnTo>
                  <a:pt x="190094" y="441978"/>
                </a:lnTo>
                <a:lnTo>
                  <a:pt x="253620" y="448714"/>
                </a:lnTo>
                <a:lnTo>
                  <a:pt x="301734" y="419243"/>
                </a:lnTo>
                <a:lnTo>
                  <a:pt x="353835" y="414624"/>
                </a:lnTo>
                <a:lnTo>
                  <a:pt x="400938" y="389795"/>
                </a:lnTo>
                <a:lnTo>
                  <a:pt x="384317" y="348113"/>
                </a:lnTo>
                <a:lnTo>
                  <a:pt x="412158" y="311853"/>
                </a:lnTo>
                <a:lnTo>
                  <a:pt x="401993" y="140205"/>
                </a:lnTo>
                <a:lnTo>
                  <a:pt x="411802" y="117790"/>
                </a:lnTo>
                <a:lnTo>
                  <a:pt x="348663" y="99669"/>
                </a:lnTo>
                <a:lnTo>
                  <a:pt x="348075" y="77557"/>
                </a:lnTo>
                <a:lnTo>
                  <a:pt x="332747" y="6674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PARAGUARI"/>
          <p:cNvSpPr/>
          <p:nvPr/>
        </p:nvSpPr>
        <p:spPr>
          <a:xfrm>
            <a:off x="9492061" y="4196411"/>
            <a:ext cx="424600" cy="493594"/>
          </a:xfrm>
          <a:custGeom>
            <a:avLst/>
            <a:gdLst/>
            <a:ahLst/>
            <a:cxnLst/>
            <a:rect l="l" t="t" r="r" b="b"/>
            <a:pathLst>
              <a:path w="424600" h="493594">
                <a:moveTo>
                  <a:pt x="206144" y="0"/>
                </a:moveTo>
                <a:lnTo>
                  <a:pt x="160135" y="18403"/>
                </a:lnTo>
                <a:lnTo>
                  <a:pt x="151104" y="84235"/>
                </a:lnTo>
                <a:lnTo>
                  <a:pt x="124974" y="94535"/>
                </a:lnTo>
                <a:lnTo>
                  <a:pt x="123738" y="118647"/>
                </a:lnTo>
                <a:lnTo>
                  <a:pt x="104556" y="143628"/>
                </a:lnTo>
                <a:lnTo>
                  <a:pt x="124300" y="195295"/>
                </a:lnTo>
                <a:lnTo>
                  <a:pt x="92876" y="252644"/>
                </a:lnTo>
                <a:lnTo>
                  <a:pt x="101039" y="309532"/>
                </a:lnTo>
                <a:lnTo>
                  <a:pt x="93819" y="302783"/>
                </a:lnTo>
                <a:lnTo>
                  <a:pt x="62593" y="317657"/>
                </a:lnTo>
                <a:lnTo>
                  <a:pt x="25741" y="366732"/>
                </a:lnTo>
                <a:lnTo>
                  <a:pt x="19555" y="394711"/>
                </a:lnTo>
                <a:lnTo>
                  <a:pt x="9594" y="386074"/>
                </a:lnTo>
                <a:lnTo>
                  <a:pt x="0" y="397297"/>
                </a:lnTo>
                <a:lnTo>
                  <a:pt x="31963" y="417670"/>
                </a:lnTo>
                <a:lnTo>
                  <a:pt x="27706" y="432284"/>
                </a:lnTo>
                <a:lnTo>
                  <a:pt x="56645" y="458294"/>
                </a:lnTo>
                <a:lnTo>
                  <a:pt x="89152" y="460584"/>
                </a:lnTo>
                <a:lnTo>
                  <a:pt x="90221" y="472174"/>
                </a:lnTo>
                <a:lnTo>
                  <a:pt x="111992" y="473925"/>
                </a:lnTo>
                <a:lnTo>
                  <a:pt x="125912" y="493594"/>
                </a:lnTo>
                <a:lnTo>
                  <a:pt x="180090" y="480750"/>
                </a:lnTo>
                <a:lnTo>
                  <a:pt x="192384" y="460880"/>
                </a:lnTo>
                <a:lnTo>
                  <a:pt x="185550" y="440641"/>
                </a:lnTo>
                <a:lnTo>
                  <a:pt x="197578" y="444220"/>
                </a:lnTo>
                <a:lnTo>
                  <a:pt x="215230" y="409556"/>
                </a:lnTo>
                <a:lnTo>
                  <a:pt x="243645" y="395222"/>
                </a:lnTo>
                <a:lnTo>
                  <a:pt x="279150" y="409472"/>
                </a:lnTo>
                <a:lnTo>
                  <a:pt x="295288" y="424577"/>
                </a:lnTo>
                <a:lnTo>
                  <a:pt x="293586" y="438005"/>
                </a:lnTo>
                <a:lnTo>
                  <a:pt x="312487" y="429698"/>
                </a:lnTo>
                <a:lnTo>
                  <a:pt x="335255" y="461918"/>
                </a:lnTo>
                <a:lnTo>
                  <a:pt x="367728" y="413063"/>
                </a:lnTo>
                <a:lnTo>
                  <a:pt x="395057" y="339579"/>
                </a:lnTo>
                <a:lnTo>
                  <a:pt x="416677" y="323238"/>
                </a:lnTo>
                <a:lnTo>
                  <a:pt x="386114" y="296804"/>
                </a:lnTo>
                <a:lnTo>
                  <a:pt x="389581" y="254443"/>
                </a:lnTo>
                <a:lnTo>
                  <a:pt x="372491" y="222991"/>
                </a:lnTo>
                <a:lnTo>
                  <a:pt x="424600" y="233986"/>
                </a:lnTo>
                <a:lnTo>
                  <a:pt x="424127" y="208048"/>
                </a:lnTo>
                <a:lnTo>
                  <a:pt x="402955" y="181846"/>
                </a:lnTo>
                <a:lnTo>
                  <a:pt x="394113" y="146067"/>
                </a:lnTo>
                <a:lnTo>
                  <a:pt x="401441" y="120933"/>
                </a:lnTo>
                <a:lnTo>
                  <a:pt x="351005" y="89975"/>
                </a:lnTo>
                <a:lnTo>
                  <a:pt x="324222" y="107361"/>
                </a:lnTo>
                <a:lnTo>
                  <a:pt x="299721" y="101771"/>
                </a:lnTo>
                <a:lnTo>
                  <a:pt x="312637" y="65623"/>
                </a:lnTo>
                <a:lnTo>
                  <a:pt x="245502" y="73262"/>
                </a:lnTo>
                <a:lnTo>
                  <a:pt x="230248" y="50679"/>
                </a:lnTo>
                <a:lnTo>
                  <a:pt x="229660" y="21849"/>
                </a:lnTo>
                <a:lnTo>
                  <a:pt x="206144" y="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PRESIDENTE HAYES"/>
          <p:cNvSpPr/>
          <p:nvPr/>
        </p:nvSpPr>
        <p:spPr>
          <a:xfrm>
            <a:off x="8363083" y="2848523"/>
            <a:ext cx="1352121" cy="1328228"/>
          </a:xfrm>
          <a:custGeom>
            <a:avLst/>
            <a:gdLst/>
            <a:ahLst/>
            <a:cxnLst/>
            <a:rect l="l" t="t" r="r" b="b"/>
            <a:pathLst>
              <a:path w="1352121" h="1328228">
                <a:moveTo>
                  <a:pt x="1193987" y="1275804"/>
                </a:moveTo>
                <a:lnTo>
                  <a:pt x="1216033" y="1225724"/>
                </a:lnTo>
                <a:lnTo>
                  <a:pt x="1266377" y="1211182"/>
                </a:lnTo>
                <a:lnTo>
                  <a:pt x="1297648" y="1154295"/>
                </a:lnTo>
                <a:lnTo>
                  <a:pt x="1326080" y="1155312"/>
                </a:lnTo>
                <a:lnTo>
                  <a:pt x="1296035" y="1119091"/>
                </a:lnTo>
                <a:lnTo>
                  <a:pt x="1321347" y="1086465"/>
                </a:lnTo>
                <a:lnTo>
                  <a:pt x="1321986" y="1063090"/>
                </a:lnTo>
                <a:lnTo>
                  <a:pt x="1344590" y="1059243"/>
                </a:lnTo>
                <a:lnTo>
                  <a:pt x="1349097" y="1030315"/>
                </a:lnTo>
                <a:lnTo>
                  <a:pt x="1335205" y="1010411"/>
                </a:lnTo>
                <a:lnTo>
                  <a:pt x="1347573" y="993848"/>
                </a:lnTo>
                <a:lnTo>
                  <a:pt x="1335346" y="976173"/>
                </a:lnTo>
                <a:lnTo>
                  <a:pt x="1352121" y="961705"/>
                </a:lnTo>
                <a:lnTo>
                  <a:pt x="1330941" y="873292"/>
                </a:lnTo>
                <a:lnTo>
                  <a:pt x="1303579" y="837949"/>
                </a:lnTo>
                <a:lnTo>
                  <a:pt x="1330477" y="814435"/>
                </a:lnTo>
                <a:lnTo>
                  <a:pt x="1309443" y="796624"/>
                </a:lnTo>
                <a:lnTo>
                  <a:pt x="1329057" y="781571"/>
                </a:lnTo>
                <a:lnTo>
                  <a:pt x="1318086" y="773234"/>
                </a:lnTo>
                <a:lnTo>
                  <a:pt x="1322203" y="760175"/>
                </a:lnTo>
                <a:lnTo>
                  <a:pt x="1294526" y="742356"/>
                </a:lnTo>
                <a:lnTo>
                  <a:pt x="1313361" y="729144"/>
                </a:lnTo>
                <a:lnTo>
                  <a:pt x="1304974" y="716120"/>
                </a:lnTo>
                <a:lnTo>
                  <a:pt x="1313665" y="693432"/>
                </a:lnTo>
                <a:lnTo>
                  <a:pt x="1304250" y="687151"/>
                </a:lnTo>
                <a:lnTo>
                  <a:pt x="1312201" y="672713"/>
                </a:lnTo>
                <a:lnTo>
                  <a:pt x="1251797" y="639385"/>
                </a:lnTo>
                <a:lnTo>
                  <a:pt x="1231560" y="591744"/>
                </a:lnTo>
                <a:lnTo>
                  <a:pt x="1240015" y="555510"/>
                </a:lnTo>
                <a:lnTo>
                  <a:pt x="1213369" y="515148"/>
                </a:lnTo>
                <a:lnTo>
                  <a:pt x="1224235" y="487779"/>
                </a:lnTo>
                <a:lnTo>
                  <a:pt x="1175952" y="446705"/>
                </a:lnTo>
                <a:lnTo>
                  <a:pt x="1172658" y="412710"/>
                </a:lnTo>
                <a:lnTo>
                  <a:pt x="1143286" y="412469"/>
                </a:lnTo>
                <a:lnTo>
                  <a:pt x="1114469" y="386607"/>
                </a:lnTo>
                <a:lnTo>
                  <a:pt x="1122814" y="362759"/>
                </a:lnTo>
                <a:lnTo>
                  <a:pt x="1102205" y="339955"/>
                </a:lnTo>
                <a:lnTo>
                  <a:pt x="1114055" y="324773"/>
                </a:lnTo>
                <a:lnTo>
                  <a:pt x="1106355" y="301069"/>
                </a:lnTo>
                <a:lnTo>
                  <a:pt x="1082145" y="294563"/>
                </a:lnTo>
                <a:lnTo>
                  <a:pt x="1058785" y="259438"/>
                </a:lnTo>
                <a:lnTo>
                  <a:pt x="1069461" y="236256"/>
                </a:lnTo>
                <a:lnTo>
                  <a:pt x="1120461" y="234238"/>
                </a:lnTo>
                <a:lnTo>
                  <a:pt x="1099836" y="200429"/>
                </a:lnTo>
                <a:lnTo>
                  <a:pt x="1089429" y="130303"/>
                </a:lnTo>
                <a:lnTo>
                  <a:pt x="966776" y="110737"/>
                </a:lnTo>
                <a:lnTo>
                  <a:pt x="936538" y="41853"/>
                </a:lnTo>
                <a:lnTo>
                  <a:pt x="588953" y="29037"/>
                </a:lnTo>
                <a:lnTo>
                  <a:pt x="527168" y="0"/>
                </a:lnTo>
                <a:lnTo>
                  <a:pt x="538752" y="38172"/>
                </a:lnTo>
                <a:lnTo>
                  <a:pt x="435450" y="105247"/>
                </a:lnTo>
                <a:lnTo>
                  <a:pt x="426171" y="118634"/>
                </a:lnTo>
                <a:lnTo>
                  <a:pt x="431045" y="142569"/>
                </a:lnTo>
                <a:lnTo>
                  <a:pt x="399227" y="142568"/>
                </a:lnTo>
                <a:lnTo>
                  <a:pt x="399091" y="158389"/>
                </a:lnTo>
                <a:lnTo>
                  <a:pt x="386070" y="158379"/>
                </a:lnTo>
                <a:lnTo>
                  <a:pt x="384364" y="182058"/>
                </a:lnTo>
                <a:lnTo>
                  <a:pt x="301319" y="300907"/>
                </a:lnTo>
                <a:lnTo>
                  <a:pt x="307516" y="401695"/>
                </a:lnTo>
                <a:lnTo>
                  <a:pt x="257572" y="574163"/>
                </a:lnTo>
                <a:lnTo>
                  <a:pt x="216671" y="590389"/>
                </a:lnTo>
                <a:lnTo>
                  <a:pt x="79601" y="606374"/>
                </a:lnTo>
                <a:lnTo>
                  <a:pt x="68320" y="622068"/>
                </a:lnTo>
                <a:lnTo>
                  <a:pt x="40973" y="614438"/>
                </a:lnTo>
                <a:lnTo>
                  <a:pt x="42326" y="657255"/>
                </a:lnTo>
                <a:lnTo>
                  <a:pt x="0" y="694260"/>
                </a:lnTo>
                <a:lnTo>
                  <a:pt x="4488" y="719032"/>
                </a:lnTo>
                <a:lnTo>
                  <a:pt x="34513" y="740509"/>
                </a:lnTo>
                <a:lnTo>
                  <a:pt x="72953" y="745513"/>
                </a:lnTo>
                <a:lnTo>
                  <a:pt x="74155" y="762071"/>
                </a:lnTo>
                <a:lnTo>
                  <a:pt x="127826" y="769849"/>
                </a:lnTo>
                <a:lnTo>
                  <a:pt x="154926" y="793363"/>
                </a:lnTo>
                <a:lnTo>
                  <a:pt x="194836" y="799716"/>
                </a:lnTo>
                <a:lnTo>
                  <a:pt x="266957" y="783385"/>
                </a:lnTo>
                <a:lnTo>
                  <a:pt x="292644" y="792545"/>
                </a:lnTo>
                <a:lnTo>
                  <a:pt x="487195" y="914719"/>
                </a:lnTo>
                <a:lnTo>
                  <a:pt x="507420" y="945592"/>
                </a:lnTo>
                <a:lnTo>
                  <a:pt x="525178" y="951171"/>
                </a:lnTo>
                <a:lnTo>
                  <a:pt x="533517" y="975476"/>
                </a:lnTo>
                <a:lnTo>
                  <a:pt x="616299" y="1030206"/>
                </a:lnTo>
                <a:lnTo>
                  <a:pt x="674082" y="1048176"/>
                </a:lnTo>
                <a:lnTo>
                  <a:pt x="735442" y="1092813"/>
                </a:lnTo>
                <a:lnTo>
                  <a:pt x="765526" y="1093571"/>
                </a:lnTo>
                <a:lnTo>
                  <a:pt x="785401" y="1116765"/>
                </a:lnTo>
                <a:lnTo>
                  <a:pt x="822452" y="1112562"/>
                </a:lnTo>
                <a:lnTo>
                  <a:pt x="859542" y="1128678"/>
                </a:lnTo>
                <a:lnTo>
                  <a:pt x="911709" y="1185088"/>
                </a:lnTo>
                <a:lnTo>
                  <a:pt x="952124" y="1155419"/>
                </a:lnTo>
                <a:lnTo>
                  <a:pt x="1010198" y="1203456"/>
                </a:lnTo>
                <a:lnTo>
                  <a:pt x="1033571" y="1199203"/>
                </a:lnTo>
                <a:lnTo>
                  <a:pt x="1039182" y="1218180"/>
                </a:lnTo>
                <a:lnTo>
                  <a:pt x="1087337" y="1218043"/>
                </a:lnTo>
                <a:lnTo>
                  <a:pt x="1096477" y="1238340"/>
                </a:lnTo>
                <a:lnTo>
                  <a:pt x="1127555" y="1256701"/>
                </a:lnTo>
                <a:lnTo>
                  <a:pt x="1125318" y="1274205"/>
                </a:lnTo>
                <a:lnTo>
                  <a:pt x="1158369" y="1328228"/>
                </a:lnTo>
                <a:lnTo>
                  <a:pt x="1158986" y="1298547"/>
                </a:lnTo>
                <a:lnTo>
                  <a:pt x="1193987" y="1275804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SAN PEDRO"/>
          <p:cNvSpPr/>
          <p:nvPr/>
        </p:nvSpPr>
        <p:spPr>
          <a:xfrm>
            <a:off x="9594643" y="3348276"/>
            <a:ext cx="658763" cy="692998"/>
          </a:xfrm>
          <a:custGeom>
            <a:avLst/>
            <a:gdLst/>
            <a:ahLst/>
            <a:cxnLst/>
            <a:rect l="l" t="t" r="r" b="b"/>
            <a:pathLst>
              <a:path w="658763" h="692998">
                <a:moveTo>
                  <a:pt x="9849" y="68234"/>
                </a:moveTo>
                <a:lnTo>
                  <a:pt x="0" y="91991"/>
                </a:lnTo>
                <a:lnTo>
                  <a:pt x="20237" y="139632"/>
                </a:lnTo>
                <a:lnTo>
                  <a:pt x="80641" y="172960"/>
                </a:lnTo>
                <a:lnTo>
                  <a:pt x="72690" y="187398"/>
                </a:lnTo>
                <a:lnTo>
                  <a:pt x="82105" y="193679"/>
                </a:lnTo>
                <a:lnTo>
                  <a:pt x="73414" y="216367"/>
                </a:lnTo>
                <a:lnTo>
                  <a:pt x="81801" y="229391"/>
                </a:lnTo>
                <a:lnTo>
                  <a:pt x="62966" y="242603"/>
                </a:lnTo>
                <a:lnTo>
                  <a:pt x="90643" y="260422"/>
                </a:lnTo>
                <a:lnTo>
                  <a:pt x="86526" y="273481"/>
                </a:lnTo>
                <a:lnTo>
                  <a:pt x="97497" y="281818"/>
                </a:lnTo>
                <a:lnTo>
                  <a:pt x="77883" y="296871"/>
                </a:lnTo>
                <a:lnTo>
                  <a:pt x="98917" y="314682"/>
                </a:lnTo>
                <a:lnTo>
                  <a:pt x="72019" y="338196"/>
                </a:lnTo>
                <a:lnTo>
                  <a:pt x="99381" y="373539"/>
                </a:lnTo>
                <a:lnTo>
                  <a:pt x="120561" y="461952"/>
                </a:lnTo>
                <a:lnTo>
                  <a:pt x="103786" y="476420"/>
                </a:lnTo>
                <a:lnTo>
                  <a:pt x="116013" y="494095"/>
                </a:lnTo>
                <a:lnTo>
                  <a:pt x="103645" y="510658"/>
                </a:lnTo>
                <a:lnTo>
                  <a:pt x="117537" y="530562"/>
                </a:lnTo>
                <a:lnTo>
                  <a:pt x="113030" y="559490"/>
                </a:lnTo>
                <a:lnTo>
                  <a:pt x="90426" y="563337"/>
                </a:lnTo>
                <a:lnTo>
                  <a:pt x="89787" y="586712"/>
                </a:lnTo>
                <a:lnTo>
                  <a:pt x="64475" y="619338"/>
                </a:lnTo>
                <a:lnTo>
                  <a:pt x="95455" y="649246"/>
                </a:lnTo>
                <a:lnTo>
                  <a:pt x="91049" y="659089"/>
                </a:lnTo>
                <a:lnTo>
                  <a:pt x="76022" y="654495"/>
                </a:lnTo>
                <a:lnTo>
                  <a:pt x="78045" y="665996"/>
                </a:lnTo>
                <a:lnTo>
                  <a:pt x="97635" y="674664"/>
                </a:lnTo>
                <a:lnTo>
                  <a:pt x="104484" y="665151"/>
                </a:lnTo>
                <a:lnTo>
                  <a:pt x="137111" y="692998"/>
                </a:lnTo>
                <a:lnTo>
                  <a:pt x="159878" y="691356"/>
                </a:lnTo>
                <a:lnTo>
                  <a:pt x="156525" y="678412"/>
                </a:lnTo>
                <a:lnTo>
                  <a:pt x="171677" y="676708"/>
                </a:lnTo>
                <a:lnTo>
                  <a:pt x="194929" y="621766"/>
                </a:lnTo>
                <a:lnTo>
                  <a:pt x="275364" y="642976"/>
                </a:lnTo>
                <a:lnTo>
                  <a:pt x="293317" y="632104"/>
                </a:lnTo>
                <a:lnTo>
                  <a:pt x="319027" y="676778"/>
                </a:lnTo>
                <a:lnTo>
                  <a:pt x="354770" y="686862"/>
                </a:lnTo>
                <a:lnTo>
                  <a:pt x="403622" y="649620"/>
                </a:lnTo>
                <a:lnTo>
                  <a:pt x="474628" y="661150"/>
                </a:lnTo>
                <a:lnTo>
                  <a:pt x="444486" y="607468"/>
                </a:lnTo>
                <a:lnTo>
                  <a:pt x="453174" y="590514"/>
                </a:lnTo>
                <a:lnTo>
                  <a:pt x="494167" y="660359"/>
                </a:lnTo>
                <a:lnTo>
                  <a:pt x="501168" y="650136"/>
                </a:lnTo>
                <a:lnTo>
                  <a:pt x="514871" y="658022"/>
                </a:lnTo>
                <a:lnTo>
                  <a:pt x="537740" y="648937"/>
                </a:lnTo>
                <a:lnTo>
                  <a:pt x="554633" y="618404"/>
                </a:lnTo>
                <a:lnTo>
                  <a:pt x="605161" y="629132"/>
                </a:lnTo>
                <a:lnTo>
                  <a:pt x="633294" y="612188"/>
                </a:lnTo>
                <a:lnTo>
                  <a:pt x="653240" y="614817"/>
                </a:lnTo>
                <a:lnTo>
                  <a:pt x="658763" y="597728"/>
                </a:lnTo>
                <a:lnTo>
                  <a:pt x="607585" y="588774"/>
                </a:lnTo>
                <a:lnTo>
                  <a:pt x="538339" y="458682"/>
                </a:lnTo>
                <a:lnTo>
                  <a:pt x="502357" y="436303"/>
                </a:lnTo>
                <a:lnTo>
                  <a:pt x="500907" y="402063"/>
                </a:lnTo>
                <a:lnTo>
                  <a:pt x="484087" y="378872"/>
                </a:lnTo>
                <a:lnTo>
                  <a:pt x="493888" y="326601"/>
                </a:lnTo>
                <a:lnTo>
                  <a:pt x="542766" y="288818"/>
                </a:lnTo>
                <a:lnTo>
                  <a:pt x="556458" y="291573"/>
                </a:lnTo>
                <a:lnTo>
                  <a:pt x="537611" y="207439"/>
                </a:lnTo>
                <a:lnTo>
                  <a:pt x="557808" y="174839"/>
                </a:lnTo>
                <a:lnTo>
                  <a:pt x="539922" y="117471"/>
                </a:lnTo>
                <a:lnTo>
                  <a:pt x="529727" y="107937"/>
                </a:lnTo>
                <a:lnTo>
                  <a:pt x="525295" y="119549"/>
                </a:lnTo>
                <a:lnTo>
                  <a:pt x="505536" y="120232"/>
                </a:lnTo>
                <a:lnTo>
                  <a:pt x="497467" y="103781"/>
                </a:lnTo>
                <a:lnTo>
                  <a:pt x="485341" y="59641"/>
                </a:lnTo>
                <a:lnTo>
                  <a:pt x="486882" y="0"/>
                </a:lnTo>
                <a:lnTo>
                  <a:pt x="439229" y="8108"/>
                </a:lnTo>
                <a:lnTo>
                  <a:pt x="392754" y="45420"/>
                </a:lnTo>
                <a:lnTo>
                  <a:pt x="375736" y="38322"/>
                </a:lnTo>
                <a:lnTo>
                  <a:pt x="352415" y="59851"/>
                </a:lnTo>
                <a:lnTo>
                  <a:pt x="268304" y="57523"/>
                </a:lnTo>
                <a:lnTo>
                  <a:pt x="248856" y="47025"/>
                </a:lnTo>
                <a:lnTo>
                  <a:pt x="41452" y="81167"/>
                </a:lnTo>
                <a:lnTo>
                  <a:pt x="9849" y="68234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ÑEEMBUCU"/>
          <p:cNvSpPr/>
          <p:nvPr/>
        </p:nvSpPr>
        <p:spPr>
          <a:xfrm>
            <a:off x="9152941" y="4344509"/>
            <a:ext cx="550071" cy="679428"/>
          </a:xfrm>
          <a:custGeom>
            <a:avLst/>
            <a:gdLst/>
            <a:ahLst/>
            <a:cxnLst/>
            <a:rect l="l" t="t" r="r" b="b"/>
            <a:pathLst>
              <a:path w="550071" h="679428">
                <a:moveTo>
                  <a:pt x="341440" y="256730"/>
                </a:moveTo>
                <a:lnTo>
                  <a:pt x="344730" y="239241"/>
                </a:lnTo>
                <a:lnTo>
                  <a:pt x="356274" y="247140"/>
                </a:lnTo>
                <a:lnTo>
                  <a:pt x="365099" y="237813"/>
                </a:lnTo>
                <a:lnTo>
                  <a:pt x="364861" y="218634"/>
                </a:lnTo>
                <a:lnTo>
                  <a:pt x="401713" y="169559"/>
                </a:lnTo>
                <a:lnTo>
                  <a:pt x="432939" y="154685"/>
                </a:lnTo>
                <a:lnTo>
                  <a:pt x="438694" y="163138"/>
                </a:lnTo>
                <a:lnTo>
                  <a:pt x="435541" y="141585"/>
                </a:lnTo>
                <a:lnTo>
                  <a:pt x="443703" y="140316"/>
                </a:lnTo>
                <a:lnTo>
                  <a:pt x="432727" y="85256"/>
                </a:lnTo>
                <a:lnTo>
                  <a:pt x="419123" y="88794"/>
                </a:lnTo>
                <a:lnTo>
                  <a:pt x="425625" y="75787"/>
                </a:lnTo>
                <a:lnTo>
                  <a:pt x="392558" y="56013"/>
                </a:lnTo>
                <a:lnTo>
                  <a:pt x="394415" y="40264"/>
                </a:lnTo>
                <a:lnTo>
                  <a:pt x="340068" y="26706"/>
                </a:lnTo>
                <a:lnTo>
                  <a:pt x="337896" y="0"/>
                </a:lnTo>
                <a:lnTo>
                  <a:pt x="322725" y="12087"/>
                </a:lnTo>
                <a:lnTo>
                  <a:pt x="324128" y="27019"/>
                </a:lnTo>
                <a:lnTo>
                  <a:pt x="296662" y="39444"/>
                </a:lnTo>
                <a:lnTo>
                  <a:pt x="305172" y="58538"/>
                </a:lnTo>
                <a:lnTo>
                  <a:pt x="285087" y="77572"/>
                </a:lnTo>
                <a:lnTo>
                  <a:pt x="299881" y="96468"/>
                </a:lnTo>
                <a:lnTo>
                  <a:pt x="239582" y="136463"/>
                </a:lnTo>
                <a:lnTo>
                  <a:pt x="212638" y="141007"/>
                </a:lnTo>
                <a:lnTo>
                  <a:pt x="202893" y="169046"/>
                </a:lnTo>
                <a:lnTo>
                  <a:pt x="186715" y="167977"/>
                </a:lnTo>
                <a:lnTo>
                  <a:pt x="206996" y="187366"/>
                </a:lnTo>
                <a:lnTo>
                  <a:pt x="185008" y="201775"/>
                </a:lnTo>
                <a:lnTo>
                  <a:pt x="186636" y="234235"/>
                </a:lnTo>
                <a:lnTo>
                  <a:pt x="163480" y="255629"/>
                </a:lnTo>
                <a:lnTo>
                  <a:pt x="178854" y="278444"/>
                </a:lnTo>
                <a:lnTo>
                  <a:pt x="160009" y="284909"/>
                </a:lnTo>
                <a:lnTo>
                  <a:pt x="174849" y="355837"/>
                </a:lnTo>
                <a:lnTo>
                  <a:pt x="149509" y="356182"/>
                </a:lnTo>
                <a:lnTo>
                  <a:pt x="153488" y="399372"/>
                </a:lnTo>
                <a:lnTo>
                  <a:pt x="112922" y="425164"/>
                </a:lnTo>
                <a:lnTo>
                  <a:pt x="125972" y="445892"/>
                </a:lnTo>
                <a:lnTo>
                  <a:pt x="60586" y="469227"/>
                </a:lnTo>
                <a:lnTo>
                  <a:pt x="71624" y="495879"/>
                </a:lnTo>
                <a:lnTo>
                  <a:pt x="53280" y="500911"/>
                </a:lnTo>
                <a:lnTo>
                  <a:pt x="56651" y="525005"/>
                </a:lnTo>
                <a:lnTo>
                  <a:pt x="40290" y="513964"/>
                </a:lnTo>
                <a:lnTo>
                  <a:pt x="39333" y="542883"/>
                </a:lnTo>
                <a:lnTo>
                  <a:pt x="4506" y="552220"/>
                </a:lnTo>
                <a:lnTo>
                  <a:pt x="0" y="574481"/>
                </a:lnTo>
                <a:lnTo>
                  <a:pt x="24200" y="591309"/>
                </a:lnTo>
                <a:lnTo>
                  <a:pt x="19016" y="623792"/>
                </a:lnTo>
                <a:lnTo>
                  <a:pt x="147586" y="603369"/>
                </a:lnTo>
                <a:lnTo>
                  <a:pt x="181888" y="611994"/>
                </a:lnTo>
                <a:lnTo>
                  <a:pt x="236313" y="604286"/>
                </a:lnTo>
                <a:lnTo>
                  <a:pt x="279748" y="620782"/>
                </a:lnTo>
                <a:lnTo>
                  <a:pt x="293775" y="612062"/>
                </a:lnTo>
                <a:lnTo>
                  <a:pt x="312185" y="633823"/>
                </a:lnTo>
                <a:lnTo>
                  <a:pt x="364322" y="637951"/>
                </a:lnTo>
                <a:lnTo>
                  <a:pt x="432827" y="679428"/>
                </a:lnTo>
                <a:lnTo>
                  <a:pt x="490616" y="668411"/>
                </a:lnTo>
                <a:lnTo>
                  <a:pt x="550071" y="543843"/>
                </a:lnTo>
                <a:lnTo>
                  <a:pt x="458375" y="524039"/>
                </a:lnTo>
                <a:lnTo>
                  <a:pt x="379758" y="414741"/>
                </a:lnTo>
                <a:lnTo>
                  <a:pt x="341440" y="25673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Legend swatch 1"/>
          <p:cNvSpPr/>
          <p:nvPr/>
        </p:nvSpPr>
        <p:spPr>
          <a:xfrm>
            <a:off x="6967728" y="5138928"/>
            <a:ext cx="164592" cy="164592"/>
          </a:xfrm>
          <a:prstGeom prst="rect">
            <a:avLst/>
          </a:prstGeom>
          <a:solidFill>
            <a:srgbClr val="6E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Legend label 1"/>
          <p:cNvSpPr txBox="1"/>
          <p:nvPr/>
        </p:nvSpPr>
        <p:spPr>
          <a:xfrm>
            <a:off x="7223759" y="5097780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High: &gt;400,000 inhabitants (est.)</a:t>
            </a:r>
          </a:p>
        </p:txBody>
      </p:sp>
      <p:sp>
        <p:nvSpPr>
          <p:cNvPr id="77" name="Legend swatch 2"/>
          <p:cNvSpPr/>
          <p:nvPr/>
        </p:nvSpPr>
        <p:spPr>
          <a:xfrm>
            <a:off x="6967728" y="5495544"/>
            <a:ext cx="164592" cy="164592"/>
          </a:xfrm>
          <a:prstGeom prst="rect">
            <a:avLst/>
          </a:prstGeom>
          <a:solidFill>
            <a:srgbClr val="AD8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Legend label 2"/>
          <p:cNvSpPr txBox="1"/>
          <p:nvPr/>
        </p:nvSpPr>
        <p:spPr>
          <a:xfrm>
            <a:off x="7223759" y="5454396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Medium: 150,000-400,000 (est.)</a:t>
            </a:r>
          </a:p>
        </p:txBody>
      </p:sp>
      <p:sp>
        <p:nvSpPr>
          <p:cNvPr id="79" name="Legend swatch 3"/>
          <p:cNvSpPr/>
          <p:nvPr/>
        </p:nvSpPr>
        <p:spPr>
          <a:xfrm>
            <a:off x="6967728" y="5852160"/>
            <a:ext cx="164592" cy="164592"/>
          </a:xfrm>
          <a:prstGeom prst="rect">
            <a:avLst/>
          </a:prstGeom>
          <a:solidFill>
            <a:srgbClr val="E7D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Legend label 3"/>
          <p:cNvSpPr txBox="1"/>
          <p:nvPr/>
        </p:nvSpPr>
        <p:spPr>
          <a:xfrm>
            <a:off x="7223759" y="5811012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Low: &lt;150,000 inhabitants (est.)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· ECONOMY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Economy — 6.6% growth in 2025, fastest in 12 years; investment-grade rating achieved</a:t>
            </a:r>
            <a:endParaRPr lang="en-US" sz="1700"/>
          </a:p>
        </p:txBody>
      </p:sp>
      <p:sp>
        <p:nvSpPr>
          <p:cNvPr id="4" name="Shape 2"/>
          <p:cNvSpPr/>
          <p:nvPr/>
        </p:nvSpPr>
        <p:spPr>
          <a:xfrm>
            <a:off x="512064" y="1005840"/>
            <a:ext cx="50292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6.6%</a:t>
            </a:r>
            <a:endParaRPr lang="en-US" sz="1900"/>
          </a:p>
        </p:txBody>
      </p:sp>
      <p:sp>
        <p:nvSpPr>
          <p:cNvPr id="8" name="Text 6"/>
          <p:cNvSpPr/>
          <p:nvPr/>
        </p:nvSpPr>
        <p:spPr>
          <a:xfrm>
            <a:off x="61264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GDP growth 2025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61264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WB · 4.3% avg 2026–28f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0604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1576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2.1%</a:t>
            </a:r>
            <a:endParaRPr lang="en-US" sz="1900"/>
          </a:p>
        </p:txBody>
      </p:sp>
      <p:sp>
        <p:nvSpPr>
          <p:cNvPr id="13" name="Text 11"/>
          <p:cNvSpPr/>
          <p:nvPr/>
        </p:nvSpPr>
        <p:spPr>
          <a:xfrm>
            <a:off x="271576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Inflation y/y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271576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 2026 · target 3.5%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470916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916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1888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$20.5bn</a:t>
            </a:r>
            <a:endParaRPr lang="en-US" sz="1900"/>
          </a:p>
        </p:txBody>
      </p:sp>
      <p:sp>
        <p:nvSpPr>
          <p:cNvPr id="18" name="Text 16"/>
          <p:cNvSpPr/>
          <p:nvPr/>
        </p:nvSpPr>
        <p:spPr>
          <a:xfrm>
            <a:off x="481888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Public debt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481888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41.3% of GDP · 2025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502920" y="24323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INSIGHTS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658368" y="2688336"/>
            <a:ext cx="5989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Growth led by agriculture (+21%), services (+6%), electricity (+13%); S&amp;P upgraded to investment grade Dec 2025; reserves stable.</a:t>
            </a:r>
            <a:endParaRPr lang="en-US" sz="120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Narrow export base (soy, beef, electricity); policy rate 6%; informality ~62%; unemployment 3.6% (Q4 2025); youth 11.7%.</a:t>
            </a:r>
            <a:endParaRPr lang="en-US" sz="120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Fiscal deficit reduced to 2% of GDP in 2025; poverty fell from 20.5% to 17.9%; target 1.5% deficit under fiscal law.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502920" y="4663440"/>
            <a:ext cx="6172200" cy="1591056"/>
          </a:xfrm>
          <a:prstGeom prst="rect">
            <a:avLst/>
          </a:prstGeom>
          <a:solidFill>
            <a:srgbClr val="F4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2920" y="4663440"/>
            <a:ext cx="45720" cy="1591056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4944" y="47548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POTENTIAL INTERVENTIONS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713232" y="502920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932688" y="502920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 formalisation and social security expansion — 62% informality persists.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713232" y="539496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932688" y="539496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SME and rural finance for women and youth in agriculture value chains.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713232" y="576072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932688" y="576072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Value-addition in agro-processing and clean energy exports.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6903720" y="12070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Unemployment by department (%)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6903720" y="146304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INE Q1 2025 pattern (est.)</a:t>
            </a:r>
            <a:endParaRPr lang="en-US" sz="1200"/>
          </a:p>
        </p:txBody>
      </p:sp>
      <p:sp>
        <p:nvSpPr>
          <p:cNvPr id="34" name="Shape 31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World Bank 2026 · BCP · IMF · INE Paraguay</a:t>
            </a:r>
            <a:endParaRPr lang="en-US" sz="1200"/>
          </a:p>
        </p:txBody>
      </p:sp>
      <p:sp>
        <p:nvSpPr>
          <p:cNvPr id="36" name="Text 33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08 / 23</a:t>
            </a:r>
            <a:endParaRPr lang="en-US" sz="1200"/>
          </a:p>
        </p:txBody>
      </p:sp>
      <p:sp>
        <p:nvSpPr>
          <p:cNvPr id="33" name="ALTO PARAGUAY"/>
          <p:cNvSpPr/>
          <p:nvPr/>
        </p:nvSpPr>
        <p:spPr>
          <a:xfrm>
            <a:off x="7940272" y="1719071"/>
            <a:ext cx="1525949" cy="1259453"/>
          </a:xfrm>
          <a:custGeom>
            <a:avLst/>
            <a:gdLst/>
            <a:ahLst/>
            <a:cxnLst/>
            <a:rect l="l" t="t" r="r" b="b"/>
            <a:pathLst>
              <a:path w="1525949" h="1259453">
                <a:moveTo>
                  <a:pt x="1461182" y="1133786"/>
                </a:moveTo>
                <a:lnTo>
                  <a:pt x="1455257" y="1113883"/>
                </a:lnTo>
                <a:lnTo>
                  <a:pt x="1471211" y="1100636"/>
                </a:lnTo>
                <a:lnTo>
                  <a:pt x="1477468" y="1058820"/>
                </a:lnTo>
                <a:lnTo>
                  <a:pt x="1490729" y="1051543"/>
                </a:lnTo>
                <a:lnTo>
                  <a:pt x="1471354" y="1038447"/>
                </a:lnTo>
                <a:lnTo>
                  <a:pt x="1492474" y="1006758"/>
                </a:lnTo>
                <a:lnTo>
                  <a:pt x="1478350" y="994203"/>
                </a:lnTo>
                <a:lnTo>
                  <a:pt x="1501867" y="972621"/>
                </a:lnTo>
                <a:lnTo>
                  <a:pt x="1483406" y="958102"/>
                </a:lnTo>
                <a:lnTo>
                  <a:pt x="1490183" y="931848"/>
                </a:lnTo>
                <a:lnTo>
                  <a:pt x="1470504" y="906228"/>
                </a:lnTo>
                <a:lnTo>
                  <a:pt x="1512781" y="829107"/>
                </a:lnTo>
                <a:lnTo>
                  <a:pt x="1487754" y="806959"/>
                </a:lnTo>
                <a:lnTo>
                  <a:pt x="1513051" y="785320"/>
                </a:lnTo>
                <a:lnTo>
                  <a:pt x="1507455" y="712165"/>
                </a:lnTo>
                <a:lnTo>
                  <a:pt x="1525949" y="669659"/>
                </a:lnTo>
                <a:lnTo>
                  <a:pt x="1508860" y="672153"/>
                </a:lnTo>
                <a:lnTo>
                  <a:pt x="1485590" y="653356"/>
                </a:lnTo>
                <a:lnTo>
                  <a:pt x="1512637" y="626403"/>
                </a:lnTo>
                <a:lnTo>
                  <a:pt x="1496857" y="607842"/>
                </a:lnTo>
                <a:lnTo>
                  <a:pt x="1472823" y="609288"/>
                </a:lnTo>
                <a:lnTo>
                  <a:pt x="1482470" y="590771"/>
                </a:lnTo>
                <a:lnTo>
                  <a:pt x="1508010" y="591610"/>
                </a:lnTo>
                <a:lnTo>
                  <a:pt x="1506933" y="582175"/>
                </a:lnTo>
                <a:lnTo>
                  <a:pt x="1487712" y="557322"/>
                </a:lnTo>
                <a:lnTo>
                  <a:pt x="1463541" y="572498"/>
                </a:lnTo>
                <a:lnTo>
                  <a:pt x="1469698" y="549222"/>
                </a:lnTo>
                <a:lnTo>
                  <a:pt x="1454039" y="536959"/>
                </a:lnTo>
                <a:lnTo>
                  <a:pt x="1460360" y="516323"/>
                </a:lnTo>
                <a:lnTo>
                  <a:pt x="1451380" y="496847"/>
                </a:lnTo>
                <a:lnTo>
                  <a:pt x="1458979" y="464578"/>
                </a:lnTo>
                <a:lnTo>
                  <a:pt x="1426280" y="436506"/>
                </a:lnTo>
                <a:lnTo>
                  <a:pt x="1423857" y="392301"/>
                </a:lnTo>
                <a:lnTo>
                  <a:pt x="1398610" y="393440"/>
                </a:lnTo>
                <a:lnTo>
                  <a:pt x="1413252" y="365883"/>
                </a:lnTo>
                <a:lnTo>
                  <a:pt x="1396072" y="358012"/>
                </a:lnTo>
                <a:lnTo>
                  <a:pt x="1406971" y="336615"/>
                </a:lnTo>
                <a:lnTo>
                  <a:pt x="1378913" y="269029"/>
                </a:lnTo>
                <a:lnTo>
                  <a:pt x="1383449" y="232549"/>
                </a:lnTo>
                <a:lnTo>
                  <a:pt x="1397346" y="218139"/>
                </a:lnTo>
                <a:lnTo>
                  <a:pt x="1370944" y="196779"/>
                </a:lnTo>
                <a:lnTo>
                  <a:pt x="1061480" y="0"/>
                </a:lnTo>
                <a:lnTo>
                  <a:pt x="723234" y="2108"/>
                </a:lnTo>
                <a:lnTo>
                  <a:pt x="490040" y="67485"/>
                </a:lnTo>
                <a:lnTo>
                  <a:pt x="69315" y="139428"/>
                </a:lnTo>
                <a:lnTo>
                  <a:pt x="0" y="324088"/>
                </a:lnTo>
                <a:lnTo>
                  <a:pt x="75789" y="327105"/>
                </a:lnTo>
                <a:lnTo>
                  <a:pt x="112431" y="356863"/>
                </a:lnTo>
                <a:lnTo>
                  <a:pt x="759672" y="543449"/>
                </a:lnTo>
                <a:lnTo>
                  <a:pt x="756927" y="608923"/>
                </a:lnTo>
                <a:lnTo>
                  <a:pt x="801019" y="708427"/>
                </a:lnTo>
                <a:lnTo>
                  <a:pt x="801517" y="774834"/>
                </a:lnTo>
                <a:lnTo>
                  <a:pt x="820843" y="833427"/>
                </a:lnTo>
                <a:lnTo>
                  <a:pt x="762316" y="874486"/>
                </a:lnTo>
                <a:lnTo>
                  <a:pt x="732320" y="1120648"/>
                </a:lnTo>
                <a:lnTo>
                  <a:pt x="931900" y="1121468"/>
                </a:lnTo>
                <a:lnTo>
                  <a:pt x="1011764" y="1158489"/>
                </a:lnTo>
                <a:lnTo>
                  <a:pt x="1359349" y="1171305"/>
                </a:lnTo>
                <a:lnTo>
                  <a:pt x="1389587" y="1240189"/>
                </a:lnTo>
                <a:lnTo>
                  <a:pt x="1521952" y="1259453"/>
                </a:lnTo>
                <a:lnTo>
                  <a:pt x="1500004" y="1207915"/>
                </a:lnTo>
                <a:lnTo>
                  <a:pt x="1475780" y="1209521"/>
                </a:lnTo>
                <a:lnTo>
                  <a:pt x="1474892" y="1152688"/>
                </a:lnTo>
                <a:lnTo>
                  <a:pt x="1461182" y="113378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LTO PARANA"/>
          <p:cNvSpPr/>
          <p:nvPr/>
        </p:nvSpPr>
        <p:spPr>
          <a:xfrm>
            <a:off x="10309688" y="3821280"/>
            <a:ext cx="448032" cy="721804"/>
          </a:xfrm>
          <a:custGeom>
            <a:avLst/>
            <a:gdLst/>
            <a:ahLst/>
            <a:cxnLst/>
            <a:rect l="l" t="t" r="r" b="b"/>
            <a:pathLst>
              <a:path w="448032" h="721804">
                <a:moveTo>
                  <a:pt x="46326" y="438261"/>
                </a:moveTo>
                <a:lnTo>
                  <a:pt x="56009" y="464751"/>
                </a:lnTo>
                <a:lnTo>
                  <a:pt x="27357" y="488060"/>
                </a:lnTo>
                <a:lnTo>
                  <a:pt x="0" y="616357"/>
                </a:lnTo>
                <a:lnTo>
                  <a:pt x="52426" y="616988"/>
                </a:lnTo>
                <a:lnTo>
                  <a:pt x="58752" y="631915"/>
                </a:lnTo>
                <a:lnTo>
                  <a:pt x="75663" y="613447"/>
                </a:lnTo>
                <a:lnTo>
                  <a:pt x="91271" y="634772"/>
                </a:lnTo>
                <a:lnTo>
                  <a:pt x="109511" y="632907"/>
                </a:lnTo>
                <a:lnTo>
                  <a:pt x="111579" y="649359"/>
                </a:lnTo>
                <a:lnTo>
                  <a:pt x="93426" y="653229"/>
                </a:lnTo>
                <a:lnTo>
                  <a:pt x="84786" y="671899"/>
                </a:lnTo>
                <a:lnTo>
                  <a:pt x="119097" y="716812"/>
                </a:lnTo>
                <a:lnTo>
                  <a:pt x="151579" y="701228"/>
                </a:lnTo>
                <a:lnTo>
                  <a:pt x="179448" y="716172"/>
                </a:lnTo>
                <a:lnTo>
                  <a:pt x="191054" y="707683"/>
                </a:lnTo>
                <a:lnTo>
                  <a:pt x="223311" y="714421"/>
                </a:lnTo>
                <a:lnTo>
                  <a:pt x="222952" y="702537"/>
                </a:lnTo>
                <a:lnTo>
                  <a:pt x="236107" y="710498"/>
                </a:lnTo>
                <a:lnTo>
                  <a:pt x="237564" y="691325"/>
                </a:lnTo>
                <a:lnTo>
                  <a:pt x="242589" y="698548"/>
                </a:lnTo>
                <a:lnTo>
                  <a:pt x="251414" y="688198"/>
                </a:lnTo>
                <a:lnTo>
                  <a:pt x="306672" y="721804"/>
                </a:lnTo>
                <a:lnTo>
                  <a:pt x="311123" y="713268"/>
                </a:lnTo>
                <a:lnTo>
                  <a:pt x="316892" y="721097"/>
                </a:lnTo>
                <a:lnTo>
                  <a:pt x="314433" y="710502"/>
                </a:lnTo>
                <a:lnTo>
                  <a:pt x="326576" y="720552"/>
                </a:lnTo>
                <a:lnTo>
                  <a:pt x="344837" y="708120"/>
                </a:lnTo>
                <a:lnTo>
                  <a:pt x="326518" y="680928"/>
                </a:lnTo>
                <a:lnTo>
                  <a:pt x="337451" y="655003"/>
                </a:lnTo>
                <a:lnTo>
                  <a:pt x="324008" y="616996"/>
                </a:lnTo>
                <a:lnTo>
                  <a:pt x="349539" y="608449"/>
                </a:lnTo>
                <a:lnTo>
                  <a:pt x="345134" y="583363"/>
                </a:lnTo>
                <a:lnTo>
                  <a:pt x="358187" y="550618"/>
                </a:lnTo>
                <a:lnTo>
                  <a:pt x="332073" y="489944"/>
                </a:lnTo>
                <a:lnTo>
                  <a:pt x="360475" y="480318"/>
                </a:lnTo>
                <a:lnTo>
                  <a:pt x="346354" y="395845"/>
                </a:lnTo>
                <a:lnTo>
                  <a:pt x="421552" y="277540"/>
                </a:lnTo>
                <a:lnTo>
                  <a:pt x="406812" y="237977"/>
                </a:lnTo>
                <a:lnTo>
                  <a:pt x="428299" y="133291"/>
                </a:lnTo>
                <a:lnTo>
                  <a:pt x="448032" y="93794"/>
                </a:lnTo>
                <a:lnTo>
                  <a:pt x="422316" y="82383"/>
                </a:lnTo>
                <a:lnTo>
                  <a:pt x="408702" y="99532"/>
                </a:lnTo>
                <a:lnTo>
                  <a:pt x="368399" y="86383"/>
                </a:lnTo>
                <a:lnTo>
                  <a:pt x="332790" y="96436"/>
                </a:lnTo>
                <a:lnTo>
                  <a:pt x="332927" y="77367"/>
                </a:lnTo>
                <a:lnTo>
                  <a:pt x="316398" y="86804"/>
                </a:lnTo>
                <a:lnTo>
                  <a:pt x="289399" y="69785"/>
                </a:lnTo>
                <a:lnTo>
                  <a:pt x="264090" y="79914"/>
                </a:lnTo>
                <a:lnTo>
                  <a:pt x="242355" y="62011"/>
                </a:lnTo>
                <a:lnTo>
                  <a:pt x="236684" y="39567"/>
                </a:lnTo>
                <a:lnTo>
                  <a:pt x="165902" y="27078"/>
                </a:lnTo>
                <a:lnTo>
                  <a:pt x="154919" y="1473"/>
                </a:lnTo>
                <a:lnTo>
                  <a:pt x="147303" y="0"/>
                </a:lnTo>
                <a:lnTo>
                  <a:pt x="145720" y="21386"/>
                </a:lnTo>
                <a:lnTo>
                  <a:pt x="102358" y="20816"/>
                </a:lnTo>
                <a:lnTo>
                  <a:pt x="74580" y="150191"/>
                </a:lnTo>
                <a:lnTo>
                  <a:pt x="81017" y="199488"/>
                </a:lnTo>
                <a:lnTo>
                  <a:pt x="100185" y="227914"/>
                </a:lnTo>
                <a:lnTo>
                  <a:pt x="132894" y="229699"/>
                </a:lnTo>
                <a:lnTo>
                  <a:pt x="146569" y="253043"/>
                </a:lnTo>
                <a:lnTo>
                  <a:pt x="201133" y="290943"/>
                </a:lnTo>
                <a:lnTo>
                  <a:pt x="194188" y="303759"/>
                </a:lnTo>
                <a:lnTo>
                  <a:pt x="217728" y="313488"/>
                </a:lnTo>
                <a:lnTo>
                  <a:pt x="217985" y="340630"/>
                </a:lnTo>
                <a:lnTo>
                  <a:pt x="233304" y="360813"/>
                </a:lnTo>
                <a:lnTo>
                  <a:pt x="201635" y="368844"/>
                </a:lnTo>
                <a:lnTo>
                  <a:pt x="185920" y="339809"/>
                </a:lnTo>
                <a:lnTo>
                  <a:pt x="150839" y="344134"/>
                </a:lnTo>
                <a:lnTo>
                  <a:pt x="96974" y="314314"/>
                </a:lnTo>
                <a:lnTo>
                  <a:pt x="82621" y="348168"/>
                </a:lnTo>
                <a:lnTo>
                  <a:pt x="64036" y="358971"/>
                </a:lnTo>
                <a:lnTo>
                  <a:pt x="46326" y="438261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MAMBAY"/>
          <p:cNvSpPr/>
          <p:nvPr/>
        </p:nvSpPr>
        <p:spPr>
          <a:xfrm>
            <a:off x="9835405" y="2847877"/>
            <a:ext cx="491502" cy="711361"/>
          </a:xfrm>
          <a:custGeom>
            <a:avLst/>
            <a:gdLst/>
            <a:ahLst/>
            <a:cxnLst/>
            <a:rect l="l" t="t" r="r" b="b"/>
            <a:pathLst>
              <a:path w="491502" h="711361">
                <a:moveTo>
                  <a:pt x="190336" y="515056"/>
                </a:moveTo>
                <a:lnTo>
                  <a:pt x="246237" y="500548"/>
                </a:lnTo>
                <a:lnTo>
                  <a:pt x="244579" y="560040"/>
                </a:lnTo>
                <a:lnTo>
                  <a:pt x="256705" y="604180"/>
                </a:lnTo>
                <a:lnTo>
                  <a:pt x="264774" y="620631"/>
                </a:lnTo>
                <a:lnTo>
                  <a:pt x="284533" y="619948"/>
                </a:lnTo>
                <a:lnTo>
                  <a:pt x="288965" y="608336"/>
                </a:lnTo>
                <a:lnTo>
                  <a:pt x="315211" y="646126"/>
                </a:lnTo>
                <a:lnTo>
                  <a:pt x="317012" y="675828"/>
                </a:lnTo>
                <a:lnTo>
                  <a:pt x="300722" y="711361"/>
                </a:lnTo>
                <a:lnTo>
                  <a:pt x="345795" y="707705"/>
                </a:lnTo>
                <a:lnTo>
                  <a:pt x="412584" y="643875"/>
                </a:lnTo>
                <a:lnTo>
                  <a:pt x="456050" y="639567"/>
                </a:lnTo>
                <a:lnTo>
                  <a:pt x="476646" y="593508"/>
                </a:lnTo>
                <a:lnTo>
                  <a:pt x="470135" y="568189"/>
                </a:lnTo>
                <a:lnTo>
                  <a:pt x="491502" y="528335"/>
                </a:lnTo>
                <a:lnTo>
                  <a:pt x="472464" y="503300"/>
                </a:lnTo>
                <a:lnTo>
                  <a:pt x="484514" y="455078"/>
                </a:lnTo>
                <a:lnTo>
                  <a:pt x="477454" y="437946"/>
                </a:lnTo>
                <a:lnTo>
                  <a:pt x="457340" y="435735"/>
                </a:lnTo>
                <a:lnTo>
                  <a:pt x="431416" y="315438"/>
                </a:lnTo>
                <a:lnTo>
                  <a:pt x="449226" y="280855"/>
                </a:lnTo>
                <a:lnTo>
                  <a:pt x="450553" y="235289"/>
                </a:lnTo>
                <a:lnTo>
                  <a:pt x="404471" y="182712"/>
                </a:lnTo>
                <a:lnTo>
                  <a:pt x="401404" y="125424"/>
                </a:lnTo>
                <a:lnTo>
                  <a:pt x="385680" y="124900"/>
                </a:lnTo>
                <a:lnTo>
                  <a:pt x="361780" y="83307"/>
                </a:lnTo>
                <a:lnTo>
                  <a:pt x="229106" y="82415"/>
                </a:lnTo>
                <a:lnTo>
                  <a:pt x="171571" y="38508"/>
                </a:lnTo>
                <a:lnTo>
                  <a:pt x="160872" y="0"/>
                </a:lnTo>
                <a:lnTo>
                  <a:pt x="140539" y="761"/>
                </a:lnTo>
                <a:lnTo>
                  <a:pt x="118440" y="8723"/>
                </a:lnTo>
                <a:lnTo>
                  <a:pt x="100180" y="49405"/>
                </a:lnTo>
                <a:lnTo>
                  <a:pt x="70370" y="76453"/>
                </a:lnTo>
                <a:lnTo>
                  <a:pt x="45565" y="57704"/>
                </a:lnTo>
                <a:lnTo>
                  <a:pt x="39264" y="77114"/>
                </a:lnTo>
                <a:lnTo>
                  <a:pt x="29382" y="65324"/>
                </a:lnTo>
                <a:lnTo>
                  <a:pt x="18359" y="75338"/>
                </a:lnTo>
                <a:lnTo>
                  <a:pt x="12186" y="68002"/>
                </a:lnTo>
                <a:lnTo>
                  <a:pt x="0" y="89694"/>
                </a:lnTo>
                <a:lnTo>
                  <a:pt x="80561" y="117806"/>
                </a:lnTo>
                <a:lnTo>
                  <a:pt x="40624" y="155653"/>
                </a:lnTo>
                <a:lnTo>
                  <a:pt x="32501" y="190103"/>
                </a:lnTo>
                <a:lnTo>
                  <a:pt x="36920" y="233804"/>
                </a:lnTo>
                <a:lnTo>
                  <a:pt x="59675" y="262697"/>
                </a:lnTo>
                <a:lnTo>
                  <a:pt x="65815" y="294801"/>
                </a:lnTo>
                <a:lnTo>
                  <a:pt x="41975" y="311571"/>
                </a:lnTo>
                <a:lnTo>
                  <a:pt x="43647" y="336943"/>
                </a:lnTo>
                <a:lnTo>
                  <a:pt x="60056" y="326881"/>
                </a:lnTo>
                <a:lnTo>
                  <a:pt x="85268" y="339983"/>
                </a:lnTo>
                <a:lnTo>
                  <a:pt x="99128" y="334336"/>
                </a:lnTo>
                <a:lnTo>
                  <a:pt x="119478" y="287126"/>
                </a:lnTo>
                <a:lnTo>
                  <a:pt x="142556" y="285051"/>
                </a:lnTo>
                <a:lnTo>
                  <a:pt x="163949" y="258953"/>
                </a:lnTo>
                <a:lnTo>
                  <a:pt x="197712" y="248460"/>
                </a:lnTo>
                <a:lnTo>
                  <a:pt x="260410" y="403171"/>
                </a:lnTo>
                <a:lnTo>
                  <a:pt x="254474" y="424173"/>
                </a:lnTo>
                <a:lnTo>
                  <a:pt x="240399" y="423096"/>
                </a:lnTo>
                <a:lnTo>
                  <a:pt x="239342" y="440133"/>
                </a:lnTo>
                <a:lnTo>
                  <a:pt x="229980" y="440636"/>
                </a:lnTo>
                <a:lnTo>
                  <a:pt x="232410" y="466901"/>
                </a:lnTo>
                <a:lnTo>
                  <a:pt x="204700" y="479658"/>
                </a:lnTo>
                <a:lnTo>
                  <a:pt x="190336" y="515056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SUNCION"/>
          <p:cNvSpPr/>
          <p:nvPr/>
        </p:nvSpPr>
        <p:spPr>
          <a:xfrm>
            <a:off x="9522069" y="4124327"/>
            <a:ext cx="52024" cy="63411"/>
          </a:xfrm>
          <a:custGeom>
            <a:avLst/>
            <a:gdLst/>
            <a:ahLst/>
            <a:cxnLst/>
            <a:rect l="l" t="t" r="r" b="b"/>
            <a:pathLst>
              <a:path w="52024" h="63411">
                <a:moveTo>
                  <a:pt x="9892" y="63411"/>
                </a:moveTo>
                <a:lnTo>
                  <a:pt x="20101" y="35905"/>
                </a:lnTo>
                <a:lnTo>
                  <a:pt x="30693" y="47625"/>
                </a:lnTo>
                <a:lnTo>
                  <a:pt x="40376" y="38902"/>
                </a:lnTo>
                <a:lnTo>
                  <a:pt x="52024" y="7302"/>
                </a:lnTo>
                <a:lnTo>
                  <a:pt x="35001" y="0"/>
                </a:lnTo>
                <a:lnTo>
                  <a:pt x="0" y="22743"/>
                </a:lnTo>
                <a:lnTo>
                  <a:pt x="9892" y="63411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OQUERON"/>
          <p:cNvSpPr/>
          <p:nvPr/>
        </p:nvSpPr>
        <p:spPr>
          <a:xfrm>
            <a:off x="7671706" y="2043159"/>
            <a:ext cx="1230129" cy="1538800"/>
          </a:xfrm>
          <a:custGeom>
            <a:avLst/>
            <a:gdLst/>
            <a:ahLst/>
            <a:cxnLst/>
            <a:rect l="l" t="t" r="r" b="b"/>
            <a:pathLst>
              <a:path w="1230129" h="1538800">
                <a:moveTo>
                  <a:pt x="1218545" y="805364"/>
                </a:moveTo>
                <a:lnTo>
                  <a:pt x="1000886" y="796560"/>
                </a:lnTo>
                <a:lnTo>
                  <a:pt x="1030882" y="550398"/>
                </a:lnTo>
                <a:lnTo>
                  <a:pt x="1089409" y="509339"/>
                </a:lnTo>
                <a:lnTo>
                  <a:pt x="1070083" y="450746"/>
                </a:lnTo>
                <a:lnTo>
                  <a:pt x="1069585" y="384339"/>
                </a:lnTo>
                <a:lnTo>
                  <a:pt x="1025493" y="284835"/>
                </a:lnTo>
                <a:lnTo>
                  <a:pt x="1028238" y="219361"/>
                </a:lnTo>
                <a:lnTo>
                  <a:pt x="380997" y="32775"/>
                </a:lnTo>
                <a:lnTo>
                  <a:pt x="344355" y="3017"/>
                </a:lnTo>
                <a:lnTo>
                  <a:pt x="268566" y="0"/>
                </a:lnTo>
                <a:lnTo>
                  <a:pt x="140496" y="192036"/>
                </a:lnTo>
                <a:lnTo>
                  <a:pt x="142244" y="392747"/>
                </a:lnTo>
                <a:lnTo>
                  <a:pt x="0" y="876392"/>
                </a:lnTo>
                <a:lnTo>
                  <a:pt x="1629" y="895962"/>
                </a:lnTo>
                <a:lnTo>
                  <a:pt x="30590" y="905954"/>
                </a:lnTo>
                <a:lnTo>
                  <a:pt x="38861" y="926023"/>
                </a:lnTo>
                <a:lnTo>
                  <a:pt x="63301" y="926813"/>
                </a:lnTo>
                <a:lnTo>
                  <a:pt x="99150" y="968973"/>
                </a:lnTo>
                <a:lnTo>
                  <a:pt x="109069" y="957402"/>
                </a:lnTo>
                <a:lnTo>
                  <a:pt x="113756" y="969427"/>
                </a:lnTo>
                <a:lnTo>
                  <a:pt x="133276" y="968298"/>
                </a:lnTo>
                <a:lnTo>
                  <a:pt x="129504" y="984874"/>
                </a:lnTo>
                <a:lnTo>
                  <a:pt x="156571" y="997084"/>
                </a:lnTo>
                <a:lnTo>
                  <a:pt x="142326" y="1018572"/>
                </a:lnTo>
                <a:lnTo>
                  <a:pt x="164285" y="1038163"/>
                </a:lnTo>
                <a:lnTo>
                  <a:pt x="162652" y="1059834"/>
                </a:lnTo>
                <a:lnTo>
                  <a:pt x="217777" y="1114695"/>
                </a:lnTo>
                <a:lnTo>
                  <a:pt x="228674" y="1150075"/>
                </a:lnTo>
                <a:lnTo>
                  <a:pt x="239837" y="1150874"/>
                </a:lnTo>
                <a:lnTo>
                  <a:pt x="236770" y="1177259"/>
                </a:lnTo>
                <a:lnTo>
                  <a:pt x="326602" y="1244181"/>
                </a:lnTo>
                <a:lnTo>
                  <a:pt x="338316" y="1277232"/>
                </a:lnTo>
                <a:lnTo>
                  <a:pt x="421929" y="1320785"/>
                </a:lnTo>
                <a:lnTo>
                  <a:pt x="416310" y="1329857"/>
                </a:lnTo>
                <a:lnTo>
                  <a:pt x="429001" y="1351255"/>
                </a:lnTo>
                <a:lnTo>
                  <a:pt x="480252" y="1361040"/>
                </a:lnTo>
                <a:lnTo>
                  <a:pt x="528476" y="1404143"/>
                </a:lnTo>
                <a:lnTo>
                  <a:pt x="543400" y="1398239"/>
                </a:lnTo>
                <a:lnTo>
                  <a:pt x="578959" y="1428591"/>
                </a:lnTo>
                <a:lnTo>
                  <a:pt x="574161" y="1446185"/>
                </a:lnTo>
                <a:lnTo>
                  <a:pt x="614563" y="1507526"/>
                </a:lnTo>
                <a:lnTo>
                  <a:pt x="635877" y="1507622"/>
                </a:lnTo>
                <a:lnTo>
                  <a:pt x="667951" y="1532636"/>
                </a:lnTo>
                <a:lnTo>
                  <a:pt x="688520" y="1529399"/>
                </a:lnTo>
                <a:lnTo>
                  <a:pt x="684784" y="1538800"/>
                </a:lnTo>
                <a:lnTo>
                  <a:pt x="700859" y="1533863"/>
                </a:lnTo>
                <a:lnTo>
                  <a:pt x="691377" y="1499624"/>
                </a:lnTo>
                <a:lnTo>
                  <a:pt x="732209" y="1466521"/>
                </a:lnTo>
                <a:lnTo>
                  <a:pt x="732350" y="1419802"/>
                </a:lnTo>
                <a:lnTo>
                  <a:pt x="759697" y="1427432"/>
                </a:lnTo>
                <a:lnTo>
                  <a:pt x="770978" y="1411738"/>
                </a:lnTo>
                <a:lnTo>
                  <a:pt x="908048" y="1395753"/>
                </a:lnTo>
                <a:lnTo>
                  <a:pt x="948949" y="1379527"/>
                </a:lnTo>
                <a:lnTo>
                  <a:pt x="998893" y="1207059"/>
                </a:lnTo>
                <a:lnTo>
                  <a:pt x="992696" y="1106271"/>
                </a:lnTo>
                <a:lnTo>
                  <a:pt x="1075741" y="987422"/>
                </a:lnTo>
                <a:lnTo>
                  <a:pt x="1077447" y="963743"/>
                </a:lnTo>
                <a:lnTo>
                  <a:pt x="1090468" y="963753"/>
                </a:lnTo>
                <a:lnTo>
                  <a:pt x="1090604" y="947932"/>
                </a:lnTo>
                <a:lnTo>
                  <a:pt x="1122422" y="947933"/>
                </a:lnTo>
                <a:lnTo>
                  <a:pt x="1117548" y="923998"/>
                </a:lnTo>
                <a:lnTo>
                  <a:pt x="1126827" y="910611"/>
                </a:lnTo>
                <a:lnTo>
                  <a:pt x="1230129" y="843536"/>
                </a:lnTo>
                <a:lnTo>
                  <a:pt x="1218545" y="805364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AAGUAZU"/>
          <p:cNvSpPr/>
          <p:nvPr/>
        </p:nvSpPr>
        <p:spPr>
          <a:xfrm>
            <a:off x="9824434" y="3816906"/>
            <a:ext cx="718558" cy="503772"/>
          </a:xfrm>
          <a:custGeom>
            <a:avLst/>
            <a:gdLst/>
            <a:ahLst/>
            <a:cxnLst/>
            <a:rect l="l" t="t" r="r" b="b"/>
            <a:pathLst>
              <a:path w="718558" h="503772">
                <a:moveTo>
                  <a:pt x="108244" y="215578"/>
                </a:moveTo>
                <a:lnTo>
                  <a:pt x="109287" y="283969"/>
                </a:lnTo>
                <a:lnTo>
                  <a:pt x="87959" y="284254"/>
                </a:lnTo>
                <a:lnTo>
                  <a:pt x="71184" y="325085"/>
                </a:lnTo>
                <a:lnTo>
                  <a:pt x="87714" y="347094"/>
                </a:lnTo>
                <a:lnTo>
                  <a:pt x="109404" y="340728"/>
                </a:lnTo>
                <a:lnTo>
                  <a:pt x="70107" y="382971"/>
                </a:lnTo>
                <a:lnTo>
                  <a:pt x="0" y="426422"/>
                </a:lnTo>
                <a:lnTo>
                  <a:pt x="71313" y="503772"/>
                </a:lnTo>
                <a:lnTo>
                  <a:pt x="119636" y="470109"/>
                </a:lnTo>
                <a:lnTo>
                  <a:pt x="158252" y="466399"/>
                </a:lnTo>
                <a:lnTo>
                  <a:pt x="173915" y="445938"/>
                </a:lnTo>
                <a:lnTo>
                  <a:pt x="343009" y="470881"/>
                </a:lnTo>
                <a:lnTo>
                  <a:pt x="395247" y="498246"/>
                </a:lnTo>
                <a:lnTo>
                  <a:pt x="431965" y="491674"/>
                </a:lnTo>
                <a:lnTo>
                  <a:pt x="442290" y="478365"/>
                </a:lnTo>
                <a:lnTo>
                  <a:pt x="469144" y="483391"/>
                </a:lnTo>
                <a:lnTo>
                  <a:pt x="512208" y="428979"/>
                </a:lnTo>
                <a:lnTo>
                  <a:pt x="531580" y="442635"/>
                </a:lnTo>
                <a:lnTo>
                  <a:pt x="549290" y="363345"/>
                </a:lnTo>
                <a:lnTo>
                  <a:pt x="567875" y="352542"/>
                </a:lnTo>
                <a:lnTo>
                  <a:pt x="585648" y="317672"/>
                </a:lnTo>
                <a:lnTo>
                  <a:pt x="636093" y="348508"/>
                </a:lnTo>
                <a:lnTo>
                  <a:pt x="673040" y="345166"/>
                </a:lnTo>
                <a:lnTo>
                  <a:pt x="686889" y="373218"/>
                </a:lnTo>
                <a:lnTo>
                  <a:pt x="718558" y="365187"/>
                </a:lnTo>
                <a:lnTo>
                  <a:pt x="703239" y="345004"/>
                </a:lnTo>
                <a:lnTo>
                  <a:pt x="702982" y="317862"/>
                </a:lnTo>
                <a:lnTo>
                  <a:pt x="679442" y="308133"/>
                </a:lnTo>
                <a:lnTo>
                  <a:pt x="686387" y="295317"/>
                </a:lnTo>
                <a:lnTo>
                  <a:pt x="631823" y="257417"/>
                </a:lnTo>
                <a:lnTo>
                  <a:pt x="618148" y="234073"/>
                </a:lnTo>
                <a:lnTo>
                  <a:pt x="585439" y="232288"/>
                </a:lnTo>
                <a:lnTo>
                  <a:pt x="566271" y="203862"/>
                </a:lnTo>
                <a:lnTo>
                  <a:pt x="559834" y="154565"/>
                </a:lnTo>
                <a:lnTo>
                  <a:pt x="578081" y="101538"/>
                </a:lnTo>
                <a:lnTo>
                  <a:pt x="577684" y="41232"/>
                </a:lnTo>
                <a:lnTo>
                  <a:pt x="596619" y="20142"/>
                </a:lnTo>
                <a:lnTo>
                  <a:pt x="631465" y="25483"/>
                </a:lnTo>
                <a:lnTo>
                  <a:pt x="638414" y="12697"/>
                </a:lnTo>
                <a:lnTo>
                  <a:pt x="622970" y="0"/>
                </a:lnTo>
                <a:lnTo>
                  <a:pt x="596112" y="832"/>
                </a:lnTo>
                <a:lnTo>
                  <a:pt x="573746" y="20027"/>
                </a:lnTo>
                <a:lnTo>
                  <a:pt x="562567" y="11426"/>
                </a:lnTo>
                <a:lnTo>
                  <a:pt x="552514" y="30199"/>
                </a:lnTo>
                <a:lnTo>
                  <a:pt x="518782" y="30792"/>
                </a:lnTo>
                <a:lnTo>
                  <a:pt x="510027" y="43015"/>
                </a:lnTo>
                <a:lnTo>
                  <a:pt x="499068" y="20205"/>
                </a:lnTo>
                <a:lnTo>
                  <a:pt x="484576" y="21560"/>
                </a:lnTo>
                <a:lnTo>
                  <a:pt x="466438" y="69316"/>
                </a:lnTo>
                <a:lnTo>
                  <a:pt x="429648" y="83567"/>
                </a:lnTo>
                <a:lnTo>
                  <a:pt x="418852" y="104422"/>
                </a:lnTo>
                <a:lnTo>
                  <a:pt x="428972" y="129098"/>
                </a:lnTo>
                <a:lnTo>
                  <a:pt x="421207" y="147581"/>
                </a:lnTo>
                <a:lnTo>
                  <a:pt x="403503" y="143558"/>
                </a:lnTo>
                <a:lnTo>
                  <a:pt x="375370" y="160502"/>
                </a:lnTo>
                <a:lnTo>
                  <a:pt x="324842" y="149774"/>
                </a:lnTo>
                <a:lnTo>
                  <a:pt x="307949" y="180307"/>
                </a:lnTo>
                <a:lnTo>
                  <a:pt x="285080" y="189392"/>
                </a:lnTo>
                <a:lnTo>
                  <a:pt x="271377" y="181506"/>
                </a:lnTo>
                <a:lnTo>
                  <a:pt x="264376" y="191729"/>
                </a:lnTo>
                <a:lnTo>
                  <a:pt x="223383" y="121884"/>
                </a:lnTo>
                <a:lnTo>
                  <a:pt x="214695" y="138838"/>
                </a:lnTo>
                <a:lnTo>
                  <a:pt x="244837" y="192520"/>
                </a:lnTo>
                <a:lnTo>
                  <a:pt x="173831" y="180990"/>
                </a:lnTo>
                <a:lnTo>
                  <a:pt x="124979" y="218232"/>
                </a:lnTo>
                <a:lnTo>
                  <a:pt x="108244" y="215578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AAZAPA"/>
          <p:cNvSpPr/>
          <p:nvPr/>
        </p:nvSpPr>
        <p:spPr>
          <a:xfrm>
            <a:off x="9827088" y="4245778"/>
            <a:ext cx="594733" cy="515055"/>
          </a:xfrm>
          <a:custGeom>
            <a:avLst/>
            <a:gdLst/>
            <a:ahLst/>
            <a:cxnLst/>
            <a:rect l="l" t="t" r="r" b="b"/>
            <a:pathLst>
              <a:path w="594733" h="515055">
                <a:moveTo>
                  <a:pt x="81538" y="271983"/>
                </a:moveTo>
                <a:lnTo>
                  <a:pt x="77856" y="285294"/>
                </a:lnTo>
                <a:lnTo>
                  <a:pt x="60030" y="290212"/>
                </a:lnTo>
                <a:lnTo>
                  <a:pt x="32701" y="363696"/>
                </a:lnTo>
                <a:lnTo>
                  <a:pt x="0" y="412678"/>
                </a:lnTo>
                <a:lnTo>
                  <a:pt x="15368" y="423412"/>
                </a:lnTo>
                <a:lnTo>
                  <a:pt x="15956" y="445524"/>
                </a:lnTo>
                <a:lnTo>
                  <a:pt x="78830" y="463148"/>
                </a:lnTo>
                <a:lnTo>
                  <a:pt x="69296" y="484506"/>
                </a:lnTo>
                <a:lnTo>
                  <a:pt x="77159" y="494489"/>
                </a:lnTo>
                <a:lnTo>
                  <a:pt x="133021" y="515055"/>
                </a:lnTo>
                <a:lnTo>
                  <a:pt x="218657" y="475929"/>
                </a:lnTo>
                <a:lnTo>
                  <a:pt x="249987" y="480079"/>
                </a:lnTo>
                <a:lnTo>
                  <a:pt x="248091" y="463447"/>
                </a:lnTo>
                <a:lnTo>
                  <a:pt x="272047" y="447087"/>
                </a:lnTo>
                <a:lnTo>
                  <a:pt x="278139" y="417924"/>
                </a:lnTo>
                <a:lnTo>
                  <a:pt x="294630" y="405271"/>
                </a:lnTo>
                <a:lnTo>
                  <a:pt x="304224" y="414829"/>
                </a:lnTo>
                <a:lnTo>
                  <a:pt x="310409" y="401274"/>
                </a:lnTo>
                <a:lnTo>
                  <a:pt x="348544" y="401190"/>
                </a:lnTo>
                <a:lnTo>
                  <a:pt x="387916" y="350104"/>
                </a:lnTo>
                <a:lnTo>
                  <a:pt x="433244" y="338263"/>
                </a:lnTo>
                <a:lnTo>
                  <a:pt x="465770" y="362270"/>
                </a:lnTo>
                <a:lnTo>
                  <a:pt x="478017" y="341937"/>
                </a:lnTo>
                <a:lnTo>
                  <a:pt x="502087" y="335001"/>
                </a:lnTo>
                <a:lnTo>
                  <a:pt x="498756" y="317898"/>
                </a:lnTo>
                <a:lnTo>
                  <a:pt x="541728" y="318762"/>
                </a:lnTo>
                <a:lnTo>
                  <a:pt x="553561" y="302134"/>
                </a:lnTo>
                <a:lnTo>
                  <a:pt x="560238" y="235642"/>
                </a:lnTo>
                <a:lnTo>
                  <a:pt x="594733" y="216468"/>
                </a:lnTo>
                <a:lnTo>
                  <a:pt x="558263" y="188949"/>
                </a:lnTo>
                <a:lnTo>
                  <a:pt x="541352" y="207417"/>
                </a:lnTo>
                <a:lnTo>
                  <a:pt x="535026" y="192490"/>
                </a:lnTo>
                <a:lnTo>
                  <a:pt x="482600" y="191859"/>
                </a:lnTo>
                <a:lnTo>
                  <a:pt x="509957" y="63562"/>
                </a:lnTo>
                <a:lnTo>
                  <a:pt x="538609" y="40253"/>
                </a:lnTo>
                <a:lnTo>
                  <a:pt x="527981" y="9471"/>
                </a:lnTo>
                <a:lnTo>
                  <a:pt x="509781" y="0"/>
                </a:lnTo>
                <a:lnTo>
                  <a:pt x="487825" y="39417"/>
                </a:lnTo>
                <a:lnTo>
                  <a:pt x="450880" y="51569"/>
                </a:lnTo>
                <a:lnTo>
                  <a:pt x="434854" y="88615"/>
                </a:lnTo>
                <a:lnTo>
                  <a:pt x="403924" y="78789"/>
                </a:lnTo>
                <a:lnTo>
                  <a:pt x="406027" y="101897"/>
                </a:lnTo>
                <a:lnTo>
                  <a:pt x="372150" y="112698"/>
                </a:lnTo>
                <a:lnTo>
                  <a:pt x="348092" y="142856"/>
                </a:lnTo>
                <a:lnTo>
                  <a:pt x="325094" y="133562"/>
                </a:lnTo>
                <a:lnTo>
                  <a:pt x="297482" y="148861"/>
                </a:lnTo>
                <a:lnTo>
                  <a:pt x="278555" y="200872"/>
                </a:lnTo>
                <a:lnTo>
                  <a:pt x="248400" y="218799"/>
                </a:lnTo>
                <a:lnTo>
                  <a:pt x="211021" y="183445"/>
                </a:lnTo>
                <a:lnTo>
                  <a:pt x="184490" y="203769"/>
                </a:lnTo>
                <a:lnTo>
                  <a:pt x="162700" y="202771"/>
                </a:lnTo>
                <a:lnTo>
                  <a:pt x="165755" y="249059"/>
                </a:lnTo>
                <a:lnTo>
                  <a:pt x="116680" y="241590"/>
                </a:lnTo>
                <a:lnTo>
                  <a:pt x="110517" y="268776"/>
                </a:lnTo>
                <a:lnTo>
                  <a:pt x="81538" y="271983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ANINDEYU"/>
          <p:cNvSpPr/>
          <p:nvPr/>
        </p:nvSpPr>
        <p:spPr>
          <a:xfrm>
            <a:off x="10078433" y="3435036"/>
            <a:ext cx="711596" cy="510968"/>
          </a:xfrm>
          <a:custGeom>
            <a:avLst/>
            <a:gdLst/>
            <a:ahLst/>
            <a:cxnLst/>
            <a:rect l="l" t="t" r="r" b="b"/>
            <a:pathLst>
              <a:path w="711596" h="510968">
                <a:moveTo>
                  <a:pt x="174973" y="510968"/>
                </a:moveTo>
                <a:lnTo>
                  <a:pt x="164853" y="486292"/>
                </a:lnTo>
                <a:lnTo>
                  <a:pt x="175649" y="465437"/>
                </a:lnTo>
                <a:lnTo>
                  <a:pt x="212439" y="451186"/>
                </a:lnTo>
                <a:lnTo>
                  <a:pt x="230577" y="403430"/>
                </a:lnTo>
                <a:lnTo>
                  <a:pt x="245069" y="402075"/>
                </a:lnTo>
                <a:lnTo>
                  <a:pt x="256028" y="424885"/>
                </a:lnTo>
                <a:lnTo>
                  <a:pt x="342113" y="382702"/>
                </a:lnTo>
                <a:lnTo>
                  <a:pt x="386174" y="387717"/>
                </a:lnTo>
                <a:lnTo>
                  <a:pt x="400870" y="414847"/>
                </a:lnTo>
                <a:lnTo>
                  <a:pt x="467939" y="425811"/>
                </a:lnTo>
                <a:lnTo>
                  <a:pt x="473610" y="448255"/>
                </a:lnTo>
                <a:lnTo>
                  <a:pt x="495345" y="466158"/>
                </a:lnTo>
                <a:lnTo>
                  <a:pt x="520654" y="456029"/>
                </a:lnTo>
                <a:lnTo>
                  <a:pt x="547653" y="473048"/>
                </a:lnTo>
                <a:lnTo>
                  <a:pt x="564182" y="463611"/>
                </a:lnTo>
                <a:lnTo>
                  <a:pt x="564045" y="482680"/>
                </a:lnTo>
                <a:lnTo>
                  <a:pt x="599654" y="472627"/>
                </a:lnTo>
                <a:lnTo>
                  <a:pt x="639957" y="485776"/>
                </a:lnTo>
                <a:lnTo>
                  <a:pt x="653571" y="468627"/>
                </a:lnTo>
                <a:lnTo>
                  <a:pt x="679287" y="480038"/>
                </a:lnTo>
                <a:lnTo>
                  <a:pt x="690181" y="441456"/>
                </a:lnTo>
                <a:lnTo>
                  <a:pt x="683293" y="395538"/>
                </a:lnTo>
                <a:lnTo>
                  <a:pt x="711596" y="336956"/>
                </a:lnTo>
                <a:lnTo>
                  <a:pt x="679172" y="255039"/>
                </a:lnTo>
                <a:lnTo>
                  <a:pt x="710642" y="215465"/>
                </a:lnTo>
                <a:lnTo>
                  <a:pt x="665244" y="187789"/>
                </a:lnTo>
                <a:lnTo>
                  <a:pt x="644416" y="154524"/>
                </a:lnTo>
                <a:lnTo>
                  <a:pt x="558892" y="117102"/>
                </a:lnTo>
                <a:lnTo>
                  <a:pt x="545601" y="138207"/>
                </a:lnTo>
                <a:lnTo>
                  <a:pt x="476578" y="152607"/>
                </a:lnTo>
                <a:lnTo>
                  <a:pt x="457904" y="179775"/>
                </a:lnTo>
                <a:lnTo>
                  <a:pt x="436448" y="175953"/>
                </a:lnTo>
                <a:lnTo>
                  <a:pt x="412822" y="190319"/>
                </a:lnTo>
                <a:lnTo>
                  <a:pt x="396088" y="177740"/>
                </a:lnTo>
                <a:lnTo>
                  <a:pt x="350879" y="198662"/>
                </a:lnTo>
                <a:lnTo>
                  <a:pt x="322988" y="178979"/>
                </a:lnTo>
                <a:lnTo>
                  <a:pt x="309120" y="190924"/>
                </a:lnTo>
                <a:lnTo>
                  <a:pt x="286474" y="182642"/>
                </a:lnTo>
                <a:lnTo>
                  <a:pt x="270174" y="159419"/>
                </a:lnTo>
                <a:lnTo>
                  <a:pt x="267306" y="119925"/>
                </a:lnTo>
                <a:lnTo>
                  <a:pt x="276080" y="108148"/>
                </a:lnTo>
                <a:lnTo>
                  <a:pt x="271445" y="80865"/>
                </a:lnTo>
                <a:lnTo>
                  <a:pt x="282713" y="72760"/>
                </a:lnTo>
                <a:lnTo>
                  <a:pt x="262442" y="63726"/>
                </a:lnTo>
                <a:lnTo>
                  <a:pt x="261845" y="48729"/>
                </a:lnTo>
                <a:lnTo>
                  <a:pt x="236280" y="42285"/>
                </a:lnTo>
                <a:lnTo>
                  <a:pt x="242626" y="19892"/>
                </a:lnTo>
                <a:lnTo>
                  <a:pt x="233945" y="0"/>
                </a:lnTo>
                <a:lnTo>
                  <a:pt x="212995" y="52430"/>
                </a:lnTo>
                <a:lnTo>
                  <a:pt x="169556" y="56716"/>
                </a:lnTo>
                <a:lnTo>
                  <a:pt x="102767" y="120546"/>
                </a:lnTo>
                <a:lnTo>
                  <a:pt x="54035" y="121200"/>
                </a:lnTo>
                <a:lnTo>
                  <a:pt x="72668" y="204813"/>
                </a:lnTo>
                <a:lnTo>
                  <a:pt x="58976" y="202058"/>
                </a:lnTo>
                <a:lnTo>
                  <a:pt x="10098" y="239841"/>
                </a:lnTo>
                <a:lnTo>
                  <a:pt x="0" y="286859"/>
                </a:lnTo>
                <a:lnTo>
                  <a:pt x="17117" y="315303"/>
                </a:lnTo>
                <a:lnTo>
                  <a:pt x="18567" y="349543"/>
                </a:lnTo>
                <a:lnTo>
                  <a:pt x="54549" y="371922"/>
                </a:lnTo>
                <a:lnTo>
                  <a:pt x="123795" y="502014"/>
                </a:lnTo>
                <a:lnTo>
                  <a:pt x="174973" y="510968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ENTRAL"/>
          <p:cNvSpPr/>
          <p:nvPr/>
        </p:nvSpPr>
        <p:spPr>
          <a:xfrm>
            <a:off x="9463326" y="4072661"/>
            <a:ext cx="234912" cy="376394"/>
          </a:xfrm>
          <a:custGeom>
            <a:avLst/>
            <a:gdLst/>
            <a:ahLst/>
            <a:cxnLst/>
            <a:rect l="l" t="t" r="r" b="b"/>
            <a:pathLst>
              <a:path w="234912" h="376394">
                <a:moveTo>
                  <a:pt x="68635" y="115077"/>
                </a:moveTo>
                <a:lnTo>
                  <a:pt x="99791" y="141724"/>
                </a:lnTo>
                <a:lnTo>
                  <a:pt x="92857" y="189941"/>
                </a:lnTo>
                <a:lnTo>
                  <a:pt x="77211" y="210794"/>
                </a:lnTo>
                <a:lnTo>
                  <a:pt x="56587" y="203491"/>
                </a:lnTo>
                <a:lnTo>
                  <a:pt x="56600" y="228128"/>
                </a:lnTo>
                <a:lnTo>
                  <a:pt x="32097" y="224398"/>
                </a:lnTo>
                <a:lnTo>
                  <a:pt x="22141" y="243245"/>
                </a:lnTo>
                <a:lnTo>
                  <a:pt x="35324" y="253595"/>
                </a:lnTo>
                <a:lnTo>
                  <a:pt x="0" y="269357"/>
                </a:lnTo>
                <a:lnTo>
                  <a:pt x="6813" y="301354"/>
                </a:lnTo>
                <a:lnTo>
                  <a:pt x="27570" y="271853"/>
                </a:lnTo>
                <a:lnTo>
                  <a:pt x="31963" y="300440"/>
                </a:lnTo>
                <a:lnTo>
                  <a:pt x="84030" y="312112"/>
                </a:lnTo>
                <a:lnTo>
                  <a:pt x="78787" y="323827"/>
                </a:lnTo>
                <a:lnTo>
                  <a:pt x="115240" y="347635"/>
                </a:lnTo>
                <a:lnTo>
                  <a:pt x="108663" y="360335"/>
                </a:lnTo>
                <a:lnTo>
                  <a:pt x="122076" y="356754"/>
                </a:lnTo>
                <a:lnTo>
                  <a:pt x="121611" y="376394"/>
                </a:lnTo>
                <a:lnTo>
                  <a:pt x="152668" y="321326"/>
                </a:lnTo>
                <a:lnTo>
                  <a:pt x="133291" y="267378"/>
                </a:lnTo>
                <a:lnTo>
                  <a:pt x="152473" y="242397"/>
                </a:lnTo>
                <a:lnTo>
                  <a:pt x="150655" y="223160"/>
                </a:lnTo>
                <a:lnTo>
                  <a:pt x="179839" y="207985"/>
                </a:lnTo>
                <a:lnTo>
                  <a:pt x="188870" y="142153"/>
                </a:lnTo>
                <a:lnTo>
                  <a:pt x="218680" y="134940"/>
                </a:lnTo>
                <a:lnTo>
                  <a:pt x="234912" y="110783"/>
                </a:lnTo>
                <a:lnTo>
                  <a:pt x="197231" y="104176"/>
                </a:lnTo>
                <a:lnTo>
                  <a:pt x="179740" y="80070"/>
                </a:lnTo>
                <a:lnTo>
                  <a:pt x="181899" y="54997"/>
                </a:lnTo>
                <a:lnTo>
                  <a:pt x="121298" y="0"/>
                </a:lnTo>
                <a:lnTo>
                  <a:pt x="93744" y="51666"/>
                </a:lnTo>
                <a:lnTo>
                  <a:pt x="111138" y="59420"/>
                </a:lnTo>
                <a:lnTo>
                  <a:pt x="105390" y="80991"/>
                </a:lnTo>
                <a:lnTo>
                  <a:pt x="89436" y="99291"/>
                </a:lnTo>
                <a:lnTo>
                  <a:pt x="78565" y="87819"/>
                </a:lnTo>
                <a:lnTo>
                  <a:pt x="68635" y="115077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ONCEPCION"/>
          <p:cNvSpPr/>
          <p:nvPr/>
        </p:nvSpPr>
        <p:spPr>
          <a:xfrm>
            <a:off x="9401454" y="2851322"/>
            <a:ext cx="692679" cy="578121"/>
          </a:xfrm>
          <a:custGeom>
            <a:avLst/>
            <a:gdLst/>
            <a:ahLst/>
            <a:cxnLst/>
            <a:rect l="l" t="t" r="r" b="b"/>
            <a:pathLst>
              <a:path w="692679" h="578121">
                <a:moveTo>
                  <a:pt x="433951" y="86249"/>
                </a:moveTo>
                <a:lnTo>
                  <a:pt x="418632" y="83297"/>
                </a:lnTo>
                <a:lnTo>
                  <a:pt x="411453" y="65972"/>
                </a:lnTo>
                <a:lnTo>
                  <a:pt x="404383" y="74276"/>
                </a:lnTo>
                <a:lnTo>
                  <a:pt x="370605" y="56457"/>
                </a:lnTo>
                <a:lnTo>
                  <a:pt x="338563" y="68067"/>
                </a:lnTo>
                <a:lnTo>
                  <a:pt x="293143" y="50856"/>
                </a:lnTo>
                <a:lnTo>
                  <a:pt x="279987" y="67352"/>
                </a:lnTo>
                <a:lnTo>
                  <a:pt x="260741" y="54886"/>
                </a:lnTo>
                <a:lnTo>
                  <a:pt x="250157" y="65969"/>
                </a:lnTo>
                <a:lnTo>
                  <a:pt x="230081" y="60417"/>
                </a:lnTo>
                <a:lnTo>
                  <a:pt x="217934" y="46432"/>
                </a:lnTo>
                <a:lnTo>
                  <a:pt x="153508" y="37345"/>
                </a:lnTo>
                <a:lnTo>
                  <a:pt x="141870" y="4616"/>
                </a:lnTo>
                <a:lnTo>
                  <a:pt x="106257" y="3112"/>
                </a:lnTo>
                <a:lnTo>
                  <a:pt x="94323" y="20833"/>
                </a:lnTo>
                <a:lnTo>
                  <a:pt x="70292" y="27528"/>
                </a:lnTo>
                <a:lnTo>
                  <a:pt x="61344" y="15045"/>
                </a:lnTo>
                <a:lnTo>
                  <a:pt x="48238" y="21990"/>
                </a:lnTo>
                <a:lnTo>
                  <a:pt x="23434" y="15128"/>
                </a:lnTo>
                <a:lnTo>
                  <a:pt x="19132" y="0"/>
                </a:lnTo>
                <a:lnTo>
                  <a:pt x="0" y="1535"/>
                </a:lnTo>
                <a:lnTo>
                  <a:pt x="13551" y="19621"/>
                </a:lnTo>
                <a:lnTo>
                  <a:pt x="15338" y="78610"/>
                </a:lnTo>
                <a:lnTo>
                  <a:pt x="37850" y="74619"/>
                </a:lnTo>
                <a:lnTo>
                  <a:pt x="42889" y="99758"/>
                </a:lnTo>
                <a:lnTo>
                  <a:pt x="65280" y="119628"/>
                </a:lnTo>
                <a:lnTo>
                  <a:pt x="47448" y="135425"/>
                </a:lnTo>
                <a:lnTo>
                  <a:pt x="61465" y="197630"/>
                </a:lnTo>
                <a:lnTo>
                  <a:pt x="82059" y="227127"/>
                </a:lnTo>
                <a:lnTo>
                  <a:pt x="31090" y="233457"/>
                </a:lnTo>
                <a:lnTo>
                  <a:pt x="22718" y="263496"/>
                </a:lnTo>
                <a:lnTo>
                  <a:pt x="43774" y="291764"/>
                </a:lnTo>
                <a:lnTo>
                  <a:pt x="67984" y="298270"/>
                </a:lnTo>
                <a:lnTo>
                  <a:pt x="75684" y="321974"/>
                </a:lnTo>
                <a:lnTo>
                  <a:pt x="63834" y="337156"/>
                </a:lnTo>
                <a:lnTo>
                  <a:pt x="84443" y="359960"/>
                </a:lnTo>
                <a:lnTo>
                  <a:pt x="76098" y="383808"/>
                </a:lnTo>
                <a:lnTo>
                  <a:pt x="104915" y="409670"/>
                </a:lnTo>
                <a:lnTo>
                  <a:pt x="134287" y="409911"/>
                </a:lnTo>
                <a:lnTo>
                  <a:pt x="137581" y="443906"/>
                </a:lnTo>
                <a:lnTo>
                  <a:pt x="185864" y="484980"/>
                </a:lnTo>
                <a:lnTo>
                  <a:pt x="174998" y="512349"/>
                </a:lnTo>
                <a:lnTo>
                  <a:pt x="201887" y="565147"/>
                </a:lnTo>
                <a:lnTo>
                  <a:pt x="234641" y="578121"/>
                </a:lnTo>
                <a:lnTo>
                  <a:pt x="442045" y="543979"/>
                </a:lnTo>
                <a:lnTo>
                  <a:pt x="461493" y="554477"/>
                </a:lnTo>
                <a:lnTo>
                  <a:pt x="545604" y="556805"/>
                </a:lnTo>
                <a:lnTo>
                  <a:pt x="563850" y="537512"/>
                </a:lnTo>
                <a:lnTo>
                  <a:pt x="585700" y="542497"/>
                </a:lnTo>
                <a:lnTo>
                  <a:pt x="609873" y="525470"/>
                </a:lnTo>
                <a:lnTo>
                  <a:pt x="634169" y="500503"/>
                </a:lnTo>
                <a:lnTo>
                  <a:pt x="641924" y="472510"/>
                </a:lnTo>
                <a:lnTo>
                  <a:pt x="666361" y="463456"/>
                </a:lnTo>
                <a:lnTo>
                  <a:pt x="659823" y="449106"/>
                </a:lnTo>
                <a:lnTo>
                  <a:pt x="672094" y="421689"/>
                </a:lnTo>
                <a:lnTo>
                  <a:pt x="688754" y="420219"/>
                </a:lnTo>
                <a:lnTo>
                  <a:pt x="692679" y="389134"/>
                </a:lnTo>
                <a:lnTo>
                  <a:pt x="631403" y="244742"/>
                </a:lnTo>
                <a:lnTo>
                  <a:pt x="597900" y="255508"/>
                </a:lnTo>
                <a:lnTo>
                  <a:pt x="576507" y="281606"/>
                </a:lnTo>
                <a:lnTo>
                  <a:pt x="553429" y="283681"/>
                </a:lnTo>
                <a:lnTo>
                  <a:pt x="533079" y="330891"/>
                </a:lnTo>
                <a:lnTo>
                  <a:pt x="519219" y="336538"/>
                </a:lnTo>
                <a:lnTo>
                  <a:pt x="494007" y="323436"/>
                </a:lnTo>
                <a:lnTo>
                  <a:pt x="476761" y="332453"/>
                </a:lnTo>
                <a:lnTo>
                  <a:pt x="475926" y="308126"/>
                </a:lnTo>
                <a:lnTo>
                  <a:pt x="499766" y="291356"/>
                </a:lnTo>
                <a:lnTo>
                  <a:pt x="493626" y="259252"/>
                </a:lnTo>
                <a:lnTo>
                  <a:pt x="470871" y="230359"/>
                </a:lnTo>
                <a:lnTo>
                  <a:pt x="466452" y="186658"/>
                </a:lnTo>
                <a:lnTo>
                  <a:pt x="474575" y="152208"/>
                </a:lnTo>
                <a:lnTo>
                  <a:pt x="514512" y="114361"/>
                </a:lnTo>
                <a:lnTo>
                  <a:pt x="433951" y="86249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ORDILLERA"/>
          <p:cNvSpPr/>
          <p:nvPr/>
        </p:nvSpPr>
        <p:spPr>
          <a:xfrm>
            <a:off x="9592858" y="3970042"/>
            <a:ext cx="340980" cy="333730"/>
          </a:xfrm>
          <a:custGeom>
            <a:avLst/>
            <a:gdLst/>
            <a:ahLst/>
            <a:cxnLst/>
            <a:rect l="l" t="t" r="r" b="b"/>
            <a:pathLst>
              <a:path w="340980" h="333730">
                <a:moveTo>
                  <a:pt x="77807" y="32729"/>
                </a:moveTo>
                <a:lnTo>
                  <a:pt x="64721" y="36325"/>
                </a:lnTo>
                <a:lnTo>
                  <a:pt x="36602" y="89663"/>
                </a:lnTo>
                <a:lnTo>
                  <a:pt x="0" y="105549"/>
                </a:lnTo>
                <a:lnTo>
                  <a:pt x="53857" y="159706"/>
                </a:lnTo>
                <a:lnTo>
                  <a:pt x="51537" y="186640"/>
                </a:lnTo>
                <a:lnTo>
                  <a:pt x="69907" y="208392"/>
                </a:lnTo>
                <a:lnTo>
                  <a:pt x="101427" y="206478"/>
                </a:lnTo>
                <a:lnTo>
                  <a:pt x="144705" y="299631"/>
                </a:lnTo>
                <a:lnTo>
                  <a:pt x="211840" y="291992"/>
                </a:lnTo>
                <a:lnTo>
                  <a:pt x="198924" y="328140"/>
                </a:lnTo>
                <a:lnTo>
                  <a:pt x="223425" y="333730"/>
                </a:lnTo>
                <a:lnTo>
                  <a:pt x="250208" y="316344"/>
                </a:lnTo>
                <a:lnTo>
                  <a:pt x="281666" y="331386"/>
                </a:lnTo>
                <a:lnTo>
                  <a:pt x="231760" y="271970"/>
                </a:lnTo>
                <a:lnTo>
                  <a:pt x="301683" y="229835"/>
                </a:lnTo>
                <a:lnTo>
                  <a:pt x="340980" y="187592"/>
                </a:lnTo>
                <a:lnTo>
                  <a:pt x="319290" y="193958"/>
                </a:lnTo>
                <a:lnTo>
                  <a:pt x="302760" y="171949"/>
                </a:lnTo>
                <a:lnTo>
                  <a:pt x="319535" y="131118"/>
                </a:lnTo>
                <a:lnTo>
                  <a:pt x="340863" y="130833"/>
                </a:lnTo>
                <a:lnTo>
                  <a:pt x="339820" y="62442"/>
                </a:lnTo>
                <a:lnTo>
                  <a:pt x="320382" y="54603"/>
                </a:lnTo>
                <a:lnTo>
                  <a:pt x="295102" y="10338"/>
                </a:lnTo>
                <a:lnTo>
                  <a:pt x="277149" y="21210"/>
                </a:lnTo>
                <a:lnTo>
                  <a:pt x="196714" y="0"/>
                </a:lnTo>
                <a:lnTo>
                  <a:pt x="173462" y="54942"/>
                </a:lnTo>
                <a:lnTo>
                  <a:pt x="158310" y="56646"/>
                </a:lnTo>
                <a:lnTo>
                  <a:pt x="161276" y="69682"/>
                </a:lnTo>
                <a:lnTo>
                  <a:pt x="138896" y="71232"/>
                </a:lnTo>
                <a:lnTo>
                  <a:pt x="106454" y="43455"/>
                </a:lnTo>
                <a:lnTo>
                  <a:pt x="99420" y="52898"/>
                </a:lnTo>
                <a:lnTo>
                  <a:pt x="79830" y="44230"/>
                </a:lnTo>
                <a:lnTo>
                  <a:pt x="77807" y="32729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UAIRA"/>
          <p:cNvSpPr/>
          <p:nvPr/>
        </p:nvSpPr>
        <p:spPr>
          <a:xfrm>
            <a:off x="9864552" y="4262474"/>
            <a:ext cx="414292" cy="256374"/>
          </a:xfrm>
          <a:custGeom>
            <a:avLst/>
            <a:gdLst/>
            <a:ahLst/>
            <a:cxnLst/>
            <a:rect l="l" t="t" r="r" b="b"/>
            <a:pathLst>
              <a:path w="414292" h="256374">
                <a:moveTo>
                  <a:pt x="414292" y="34651"/>
                </a:moveTo>
                <a:lnTo>
                  <a:pt x="355129" y="52678"/>
                </a:lnTo>
                <a:lnTo>
                  <a:pt x="302891" y="25313"/>
                </a:lnTo>
                <a:lnTo>
                  <a:pt x="160168" y="0"/>
                </a:lnTo>
                <a:lnTo>
                  <a:pt x="126614" y="3497"/>
                </a:lnTo>
                <a:lnTo>
                  <a:pt x="100211" y="29095"/>
                </a:lnTo>
                <a:lnTo>
                  <a:pt x="79451" y="24571"/>
                </a:lnTo>
                <a:lnTo>
                  <a:pt x="28950" y="54870"/>
                </a:lnTo>
                <a:lnTo>
                  <a:pt x="21622" y="80004"/>
                </a:lnTo>
                <a:lnTo>
                  <a:pt x="30464" y="115783"/>
                </a:lnTo>
                <a:lnTo>
                  <a:pt x="51636" y="141985"/>
                </a:lnTo>
                <a:lnTo>
                  <a:pt x="52109" y="167923"/>
                </a:lnTo>
                <a:lnTo>
                  <a:pt x="0" y="156928"/>
                </a:lnTo>
                <a:lnTo>
                  <a:pt x="17090" y="188380"/>
                </a:lnTo>
                <a:lnTo>
                  <a:pt x="13623" y="230741"/>
                </a:lnTo>
                <a:lnTo>
                  <a:pt x="45176" y="256374"/>
                </a:lnTo>
                <a:lnTo>
                  <a:pt x="53710" y="246499"/>
                </a:lnTo>
                <a:lnTo>
                  <a:pt x="73053" y="252080"/>
                </a:lnTo>
                <a:lnTo>
                  <a:pt x="79216" y="224894"/>
                </a:lnTo>
                <a:lnTo>
                  <a:pt x="128291" y="232363"/>
                </a:lnTo>
                <a:lnTo>
                  <a:pt x="125236" y="186075"/>
                </a:lnTo>
                <a:lnTo>
                  <a:pt x="147026" y="187073"/>
                </a:lnTo>
                <a:lnTo>
                  <a:pt x="173557" y="166749"/>
                </a:lnTo>
                <a:lnTo>
                  <a:pt x="214055" y="200989"/>
                </a:lnTo>
                <a:lnTo>
                  <a:pt x="241091" y="184176"/>
                </a:lnTo>
                <a:lnTo>
                  <a:pt x="260018" y="132165"/>
                </a:lnTo>
                <a:lnTo>
                  <a:pt x="287630" y="116866"/>
                </a:lnTo>
                <a:lnTo>
                  <a:pt x="310628" y="126160"/>
                </a:lnTo>
                <a:lnTo>
                  <a:pt x="334686" y="96002"/>
                </a:lnTo>
                <a:lnTo>
                  <a:pt x="368563" y="85201"/>
                </a:lnTo>
                <a:lnTo>
                  <a:pt x="366460" y="62093"/>
                </a:lnTo>
                <a:lnTo>
                  <a:pt x="397390" y="71919"/>
                </a:lnTo>
                <a:lnTo>
                  <a:pt x="414292" y="3465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TAPUA"/>
          <p:cNvSpPr/>
          <p:nvPr/>
        </p:nvSpPr>
        <p:spPr>
          <a:xfrm>
            <a:off x="9813551" y="4476408"/>
            <a:ext cx="831735" cy="607413"/>
          </a:xfrm>
          <a:custGeom>
            <a:avLst/>
            <a:gdLst/>
            <a:ahLst/>
            <a:cxnLst/>
            <a:rect l="l" t="t" r="r" b="b"/>
            <a:pathLst>
              <a:path w="831735" h="607413">
                <a:moveTo>
                  <a:pt x="84056" y="256821"/>
                </a:moveTo>
                <a:lnTo>
                  <a:pt x="92988" y="427078"/>
                </a:lnTo>
                <a:lnTo>
                  <a:pt x="65147" y="463338"/>
                </a:lnTo>
                <a:lnTo>
                  <a:pt x="81795" y="504947"/>
                </a:lnTo>
                <a:lnTo>
                  <a:pt x="0" y="534992"/>
                </a:lnTo>
                <a:lnTo>
                  <a:pt x="49947" y="569522"/>
                </a:lnTo>
                <a:lnTo>
                  <a:pt x="70930" y="550930"/>
                </a:lnTo>
                <a:lnTo>
                  <a:pt x="109884" y="545384"/>
                </a:lnTo>
                <a:lnTo>
                  <a:pt x="149918" y="593056"/>
                </a:lnTo>
                <a:lnTo>
                  <a:pt x="183134" y="607413"/>
                </a:lnTo>
                <a:lnTo>
                  <a:pt x="219048" y="561886"/>
                </a:lnTo>
                <a:lnTo>
                  <a:pt x="220270" y="534383"/>
                </a:lnTo>
                <a:lnTo>
                  <a:pt x="292547" y="492745"/>
                </a:lnTo>
                <a:lnTo>
                  <a:pt x="370445" y="506071"/>
                </a:lnTo>
                <a:lnTo>
                  <a:pt x="393527" y="540040"/>
                </a:lnTo>
                <a:lnTo>
                  <a:pt x="428868" y="547409"/>
                </a:lnTo>
                <a:lnTo>
                  <a:pt x="481220" y="500022"/>
                </a:lnTo>
                <a:lnTo>
                  <a:pt x="486386" y="466833"/>
                </a:lnTo>
                <a:lnTo>
                  <a:pt x="470331" y="441687"/>
                </a:lnTo>
                <a:lnTo>
                  <a:pt x="491800" y="432432"/>
                </a:lnTo>
                <a:lnTo>
                  <a:pt x="494444" y="410749"/>
                </a:lnTo>
                <a:lnTo>
                  <a:pt x="532650" y="409271"/>
                </a:lnTo>
                <a:lnTo>
                  <a:pt x="535723" y="377018"/>
                </a:lnTo>
                <a:lnTo>
                  <a:pt x="561102" y="353684"/>
                </a:lnTo>
                <a:lnTo>
                  <a:pt x="603425" y="342344"/>
                </a:lnTo>
                <a:lnTo>
                  <a:pt x="624030" y="355156"/>
                </a:lnTo>
                <a:lnTo>
                  <a:pt x="648908" y="348464"/>
                </a:lnTo>
                <a:lnTo>
                  <a:pt x="648988" y="312714"/>
                </a:lnTo>
                <a:lnTo>
                  <a:pt x="680857" y="286043"/>
                </a:lnTo>
                <a:lnTo>
                  <a:pt x="715872" y="280808"/>
                </a:lnTo>
                <a:lnTo>
                  <a:pt x="722857" y="238653"/>
                </a:lnTo>
                <a:lnTo>
                  <a:pt x="770548" y="233741"/>
                </a:lnTo>
                <a:lnTo>
                  <a:pt x="781311" y="211440"/>
                </a:lnTo>
                <a:lnTo>
                  <a:pt x="775410" y="178729"/>
                </a:lnTo>
                <a:lnTo>
                  <a:pt x="810731" y="143295"/>
                </a:lnTo>
                <a:lnTo>
                  <a:pt x="831735" y="88020"/>
                </a:lnTo>
                <a:lnTo>
                  <a:pt x="815141" y="54922"/>
                </a:lnTo>
                <a:lnTo>
                  <a:pt x="812783" y="66216"/>
                </a:lnTo>
                <a:lnTo>
                  <a:pt x="789158" y="63561"/>
                </a:lnTo>
                <a:lnTo>
                  <a:pt x="774028" y="40807"/>
                </a:lnTo>
                <a:lnTo>
                  <a:pt x="766266" y="48383"/>
                </a:lnTo>
                <a:lnTo>
                  <a:pt x="747606" y="33071"/>
                </a:lnTo>
                <a:lnTo>
                  <a:pt x="738726" y="43420"/>
                </a:lnTo>
                <a:lnTo>
                  <a:pt x="733701" y="36197"/>
                </a:lnTo>
                <a:lnTo>
                  <a:pt x="732244" y="55370"/>
                </a:lnTo>
                <a:lnTo>
                  <a:pt x="719089" y="47409"/>
                </a:lnTo>
                <a:lnTo>
                  <a:pt x="719448" y="59293"/>
                </a:lnTo>
                <a:lnTo>
                  <a:pt x="687191" y="52555"/>
                </a:lnTo>
                <a:lnTo>
                  <a:pt x="675585" y="61044"/>
                </a:lnTo>
                <a:lnTo>
                  <a:pt x="648985" y="46072"/>
                </a:lnTo>
                <a:lnTo>
                  <a:pt x="603651" y="58003"/>
                </a:lnTo>
                <a:lnTo>
                  <a:pt x="580923" y="16771"/>
                </a:lnTo>
                <a:lnTo>
                  <a:pt x="583116" y="0"/>
                </a:lnTo>
                <a:lnTo>
                  <a:pt x="571711" y="10402"/>
                </a:lnTo>
                <a:lnTo>
                  <a:pt x="567098" y="71504"/>
                </a:lnTo>
                <a:lnTo>
                  <a:pt x="555265" y="88132"/>
                </a:lnTo>
                <a:lnTo>
                  <a:pt x="512293" y="87268"/>
                </a:lnTo>
                <a:lnTo>
                  <a:pt x="515624" y="104371"/>
                </a:lnTo>
                <a:lnTo>
                  <a:pt x="491554" y="111307"/>
                </a:lnTo>
                <a:lnTo>
                  <a:pt x="479307" y="131640"/>
                </a:lnTo>
                <a:lnTo>
                  <a:pt x="446781" y="107633"/>
                </a:lnTo>
                <a:lnTo>
                  <a:pt x="401453" y="119474"/>
                </a:lnTo>
                <a:lnTo>
                  <a:pt x="362081" y="170560"/>
                </a:lnTo>
                <a:lnTo>
                  <a:pt x="323946" y="170644"/>
                </a:lnTo>
                <a:lnTo>
                  <a:pt x="317761" y="184199"/>
                </a:lnTo>
                <a:lnTo>
                  <a:pt x="308167" y="174641"/>
                </a:lnTo>
                <a:lnTo>
                  <a:pt x="291676" y="187294"/>
                </a:lnTo>
                <a:lnTo>
                  <a:pt x="285584" y="216457"/>
                </a:lnTo>
                <a:lnTo>
                  <a:pt x="261628" y="232817"/>
                </a:lnTo>
                <a:lnTo>
                  <a:pt x="261431" y="250734"/>
                </a:lnTo>
                <a:lnTo>
                  <a:pt x="232251" y="245282"/>
                </a:lnTo>
                <a:lnTo>
                  <a:pt x="146447" y="284434"/>
                </a:lnTo>
                <a:lnTo>
                  <a:pt x="84056" y="25682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MISIONES"/>
          <p:cNvSpPr/>
          <p:nvPr/>
        </p:nvSpPr>
        <p:spPr>
          <a:xfrm>
            <a:off x="9494381" y="4591633"/>
            <a:ext cx="412158" cy="448714"/>
          </a:xfrm>
          <a:custGeom>
            <a:avLst/>
            <a:gdLst/>
            <a:ahLst/>
            <a:cxnLst/>
            <a:rect l="l" t="t" r="r" b="b"/>
            <a:pathLst>
              <a:path w="412158" h="448714">
                <a:moveTo>
                  <a:pt x="332747" y="66740"/>
                </a:moveTo>
                <a:lnTo>
                  <a:pt x="310167" y="34476"/>
                </a:lnTo>
                <a:lnTo>
                  <a:pt x="291266" y="42783"/>
                </a:lnTo>
                <a:lnTo>
                  <a:pt x="292968" y="29355"/>
                </a:lnTo>
                <a:lnTo>
                  <a:pt x="276830" y="14250"/>
                </a:lnTo>
                <a:lnTo>
                  <a:pt x="241325" y="0"/>
                </a:lnTo>
                <a:lnTo>
                  <a:pt x="212910" y="14334"/>
                </a:lnTo>
                <a:lnTo>
                  <a:pt x="195258" y="48998"/>
                </a:lnTo>
                <a:lnTo>
                  <a:pt x="183230" y="45419"/>
                </a:lnTo>
                <a:lnTo>
                  <a:pt x="190064" y="65658"/>
                </a:lnTo>
                <a:lnTo>
                  <a:pt x="177770" y="85528"/>
                </a:lnTo>
                <a:lnTo>
                  <a:pt x="123592" y="98372"/>
                </a:lnTo>
                <a:lnTo>
                  <a:pt x="109672" y="78703"/>
                </a:lnTo>
                <a:lnTo>
                  <a:pt x="87901" y="76952"/>
                </a:lnTo>
                <a:lnTo>
                  <a:pt x="86832" y="65362"/>
                </a:lnTo>
                <a:lnTo>
                  <a:pt x="54325" y="63072"/>
                </a:lnTo>
                <a:lnTo>
                  <a:pt x="25386" y="37062"/>
                </a:lnTo>
                <a:lnTo>
                  <a:pt x="29643" y="22448"/>
                </a:lnTo>
                <a:lnTo>
                  <a:pt x="12961" y="19190"/>
                </a:lnTo>
                <a:lnTo>
                  <a:pt x="10263" y="4701"/>
                </a:lnTo>
                <a:lnTo>
                  <a:pt x="0" y="9606"/>
                </a:lnTo>
                <a:lnTo>
                  <a:pt x="38318" y="167617"/>
                </a:lnTo>
                <a:lnTo>
                  <a:pt x="116935" y="276915"/>
                </a:lnTo>
                <a:lnTo>
                  <a:pt x="208631" y="296719"/>
                </a:lnTo>
                <a:lnTo>
                  <a:pt x="149176" y="421287"/>
                </a:lnTo>
                <a:lnTo>
                  <a:pt x="190094" y="441978"/>
                </a:lnTo>
                <a:lnTo>
                  <a:pt x="253620" y="448714"/>
                </a:lnTo>
                <a:lnTo>
                  <a:pt x="301734" y="419243"/>
                </a:lnTo>
                <a:lnTo>
                  <a:pt x="353835" y="414624"/>
                </a:lnTo>
                <a:lnTo>
                  <a:pt x="400938" y="389795"/>
                </a:lnTo>
                <a:lnTo>
                  <a:pt x="384317" y="348113"/>
                </a:lnTo>
                <a:lnTo>
                  <a:pt x="412158" y="311853"/>
                </a:lnTo>
                <a:lnTo>
                  <a:pt x="401993" y="140205"/>
                </a:lnTo>
                <a:lnTo>
                  <a:pt x="411802" y="117790"/>
                </a:lnTo>
                <a:lnTo>
                  <a:pt x="348663" y="99669"/>
                </a:lnTo>
                <a:lnTo>
                  <a:pt x="348075" y="77557"/>
                </a:lnTo>
                <a:lnTo>
                  <a:pt x="332747" y="6674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ARAGUARI"/>
          <p:cNvSpPr/>
          <p:nvPr/>
        </p:nvSpPr>
        <p:spPr>
          <a:xfrm>
            <a:off x="9492061" y="4196411"/>
            <a:ext cx="424600" cy="493594"/>
          </a:xfrm>
          <a:custGeom>
            <a:avLst/>
            <a:gdLst/>
            <a:ahLst/>
            <a:cxnLst/>
            <a:rect l="l" t="t" r="r" b="b"/>
            <a:pathLst>
              <a:path w="424600" h="493594">
                <a:moveTo>
                  <a:pt x="206144" y="0"/>
                </a:moveTo>
                <a:lnTo>
                  <a:pt x="160135" y="18403"/>
                </a:lnTo>
                <a:lnTo>
                  <a:pt x="151104" y="84235"/>
                </a:lnTo>
                <a:lnTo>
                  <a:pt x="124974" y="94535"/>
                </a:lnTo>
                <a:lnTo>
                  <a:pt x="123738" y="118647"/>
                </a:lnTo>
                <a:lnTo>
                  <a:pt x="104556" y="143628"/>
                </a:lnTo>
                <a:lnTo>
                  <a:pt x="124300" y="195295"/>
                </a:lnTo>
                <a:lnTo>
                  <a:pt x="92876" y="252644"/>
                </a:lnTo>
                <a:lnTo>
                  <a:pt x="101039" y="309532"/>
                </a:lnTo>
                <a:lnTo>
                  <a:pt x="93819" y="302783"/>
                </a:lnTo>
                <a:lnTo>
                  <a:pt x="62593" y="317657"/>
                </a:lnTo>
                <a:lnTo>
                  <a:pt x="25741" y="366732"/>
                </a:lnTo>
                <a:lnTo>
                  <a:pt x="19555" y="394711"/>
                </a:lnTo>
                <a:lnTo>
                  <a:pt x="9594" y="386074"/>
                </a:lnTo>
                <a:lnTo>
                  <a:pt x="0" y="397297"/>
                </a:lnTo>
                <a:lnTo>
                  <a:pt x="31963" y="417670"/>
                </a:lnTo>
                <a:lnTo>
                  <a:pt x="27706" y="432284"/>
                </a:lnTo>
                <a:lnTo>
                  <a:pt x="56645" y="458294"/>
                </a:lnTo>
                <a:lnTo>
                  <a:pt x="89152" y="460584"/>
                </a:lnTo>
                <a:lnTo>
                  <a:pt x="90221" y="472174"/>
                </a:lnTo>
                <a:lnTo>
                  <a:pt x="111992" y="473925"/>
                </a:lnTo>
                <a:lnTo>
                  <a:pt x="125912" y="493594"/>
                </a:lnTo>
                <a:lnTo>
                  <a:pt x="180090" y="480750"/>
                </a:lnTo>
                <a:lnTo>
                  <a:pt x="192384" y="460880"/>
                </a:lnTo>
                <a:lnTo>
                  <a:pt x="185550" y="440641"/>
                </a:lnTo>
                <a:lnTo>
                  <a:pt x="197578" y="444220"/>
                </a:lnTo>
                <a:lnTo>
                  <a:pt x="215230" y="409556"/>
                </a:lnTo>
                <a:lnTo>
                  <a:pt x="243645" y="395222"/>
                </a:lnTo>
                <a:lnTo>
                  <a:pt x="279150" y="409472"/>
                </a:lnTo>
                <a:lnTo>
                  <a:pt x="295288" y="424577"/>
                </a:lnTo>
                <a:lnTo>
                  <a:pt x="293586" y="438005"/>
                </a:lnTo>
                <a:lnTo>
                  <a:pt x="312487" y="429698"/>
                </a:lnTo>
                <a:lnTo>
                  <a:pt x="335255" y="461918"/>
                </a:lnTo>
                <a:lnTo>
                  <a:pt x="367728" y="413063"/>
                </a:lnTo>
                <a:lnTo>
                  <a:pt x="395057" y="339579"/>
                </a:lnTo>
                <a:lnTo>
                  <a:pt x="416677" y="323238"/>
                </a:lnTo>
                <a:lnTo>
                  <a:pt x="386114" y="296804"/>
                </a:lnTo>
                <a:lnTo>
                  <a:pt x="389581" y="254443"/>
                </a:lnTo>
                <a:lnTo>
                  <a:pt x="372491" y="222991"/>
                </a:lnTo>
                <a:lnTo>
                  <a:pt x="424600" y="233986"/>
                </a:lnTo>
                <a:lnTo>
                  <a:pt x="424127" y="208048"/>
                </a:lnTo>
                <a:lnTo>
                  <a:pt x="402955" y="181846"/>
                </a:lnTo>
                <a:lnTo>
                  <a:pt x="394113" y="146067"/>
                </a:lnTo>
                <a:lnTo>
                  <a:pt x="401441" y="120933"/>
                </a:lnTo>
                <a:lnTo>
                  <a:pt x="351005" y="89975"/>
                </a:lnTo>
                <a:lnTo>
                  <a:pt x="324222" y="107361"/>
                </a:lnTo>
                <a:lnTo>
                  <a:pt x="299721" y="101771"/>
                </a:lnTo>
                <a:lnTo>
                  <a:pt x="312637" y="65623"/>
                </a:lnTo>
                <a:lnTo>
                  <a:pt x="245502" y="73262"/>
                </a:lnTo>
                <a:lnTo>
                  <a:pt x="230248" y="50679"/>
                </a:lnTo>
                <a:lnTo>
                  <a:pt x="229660" y="21849"/>
                </a:lnTo>
                <a:lnTo>
                  <a:pt x="206144" y="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PRESIDENTE HAYES"/>
          <p:cNvSpPr/>
          <p:nvPr/>
        </p:nvSpPr>
        <p:spPr>
          <a:xfrm>
            <a:off x="8363083" y="2848523"/>
            <a:ext cx="1352121" cy="1328228"/>
          </a:xfrm>
          <a:custGeom>
            <a:avLst/>
            <a:gdLst/>
            <a:ahLst/>
            <a:cxnLst/>
            <a:rect l="l" t="t" r="r" b="b"/>
            <a:pathLst>
              <a:path w="1352121" h="1328228">
                <a:moveTo>
                  <a:pt x="1193987" y="1275804"/>
                </a:moveTo>
                <a:lnTo>
                  <a:pt x="1216033" y="1225724"/>
                </a:lnTo>
                <a:lnTo>
                  <a:pt x="1266377" y="1211182"/>
                </a:lnTo>
                <a:lnTo>
                  <a:pt x="1297648" y="1154295"/>
                </a:lnTo>
                <a:lnTo>
                  <a:pt x="1326080" y="1155312"/>
                </a:lnTo>
                <a:lnTo>
                  <a:pt x="1296035" y="1119091"/>
                </a:lnTo>
                <a:lnTo>
                  <a:pt x="1321347" y="1086465"/>
                </a:lnTo>
                <a:lnTo>
                  <a:pt x="1321986" y="1063090"/>
                </a:lnTo>
                <a:lnTo>
                  <a:pt x="1344590" y="1059243"/>
                </a:lnTo>
                <a:lnTo>
                  <a:pt x="1349097" y="1030315"/>
                </a:lnTo>
                <a:lnTo>
                  <a:pt x="1335205" y="1010411"/>
                </a:lnTo>
                <a:lnTo>
                  <a:pt x="1347573" y="993848"/>
                </a:lnTo>
                <a:lnTo>
                  <a:pt x="1335346" y="976173"/>
                </a:lnTo>
                <a:lnTo>
                  <a:pt x="1352121" y="961705"/>
                </a:lnTo>
                <a:lnTo>
                  <a:pt x="1330941" y="873292"/>
                </a:lnTo>
                <a:lnTo>
                  <a:pt x="1303579" y="837949"/>
                </a:lnTo>
                <a:lnTo>
                  <a:pt x="1330477" y="814435"/>
                </a:lnTo>
                <a:lnTo>
                  <a:pt x="1309443" y="796624"/>
                </a:lnTo>
                <a:lnTo>
                  <a:pt x="1329057" y="781571"/>
                </a:lnTo>
                <a:lnTo>
                  <a:pt x="1318086" y="773234"/>
                </a:lnTo>
                <a:lnTo>
                  <a:pt x="1322203" y="760175"/>
                </a:lnTo>
                <a:lnTo>
                  <a:pt x="1294526" y="742356"/>
                </a:lnTo>
                <a:lnTo>
                  <a:pt x="1313361" y="729144"/>
                </a:lnTo>
                <a:lnTo>
                  <a:pt x="1304974" y="716120"/>
                </a:lnTo>
                <a:lnTo>
                  <a:pt x="1313665" y="693432"/>
                </a:lnTo>
                <a:lnTo>
                  <a:pt x="1304250" y="687151"/>
                </a:lnTo>
                <a:lnTo>
                  <a:pt x="1312201" y="672713"/>
                </a:lnTo>
                <a:lnTo>
                  <a:pt x="1251797" y="639385"/>
                </a:lnTo>
                <a:lnTo>
                  <a:pt x="1231560" y="591744"/>
                </a:lnTo>
                <a:lnTo>
                  <a:pt x="1240015" y="555510"/>
                </a:lnTo>
                <a:lnTo>
                  <a:pt x="1213369" y="515148"/>
                </a:lnTo>
                <a:lnTo>
                  <a:pt x="1224235" y="487779"/>
                </a:lnTo>
                <a:lnTo>
                  <a:pt x="1175952" y="446705"/>
                </a:lnTo>
                <a:lnTo>
                  <a:pt x="1172658" y="412710"/>
                </a:lnTo>
                <a:lnTo>
                  <a:pt x="1143286" y="412469"/>
                </a:lnTo>
                <a:lnTo>
                  <a:pt x="1114469" y="386607"/>
                </a:lnTo>
                <a:lnTo>
                  <a:pt x="1122814" y="362759"/>
                </a:lnTo>
                <a:lnTo>
                  <a:pt x="1102205" y="339955"/>
                </a:lnTo>
                <a:lnTo>
                  <a:pt x="1114055" y="324773"/>
                </a:lnTo>
                <a:lnTo>
                  <a:pt x="1106355" y="301069"/>
                </a:lnTo>
                <a:lnTo>
                  <a:pt x="1082145" y="294563"/>
                </a:lnTo>
                <a:lnTo>
                  <a:pt x="1058785" y="259438"/>
                </a:lnTo>
                <a:lnTo>
                  <a:pt x="1069461" y="236256"/>
                </a:lnTo>
                <a:lnTo>
                  <a:pt x="1120461" y="234238"/>
                </a:lnTo>
                <a:lnTo>
                  <a:pt x="1099836" y="200429"/>
                </a:lnTo>
                <a:lnTo>
                  <a:pt x="1089429" y="130303"/>
                </a:lnTo>
                <a:lnTo>
                  <a:pt x="966776" y="110737"/>
                </a:lnTo>
                <a:lnTo>
                  <a:pt x="936538" y="41853"/>
                </a:lnTo>
                <a:lnTo>
                  <a:pt x="588953" y="29037"/>
                </a:lnTo>
                <a:lnTo>
                  <a:pt x="527168" y="0"/>
                </a:lnTo>
                <a:lnTo>
                  <a:pt x="538752" y="38172"/>
                </a:lnTo>
                <a:lnTo>
                  <a:pt x="435450" y="105247"/>
                </a:lnTo>
                <a:lnTo>
                  <a:pt x="426171" y="118634"/>
                </a:lnTo>
                <a:lnTo>
                  <a:pt x="431045" y="142569"/>
                </a:lnTo>
                <a:lnTo>
                  <a:pt x="399227" y="142568"/>
                </a:lnTo>
                <a:lnTo>
                  <a:pt x="399091" y="158389"/>
                </a:lnTo>
                <a:lnTo>
                  <a:pt x="386070" y="158379"/>
                </a:lnTo>
                <a:lnTo>
                  <a:pt x="384364" y="182058"/>
                </a:lnTo>
                <a:lnTo>
                  <a:pt x="301319" y="300907"/>
                </a:lnTo>
                <a:lnTo>
                  <a:pt x="307516" y="401695"/>
                </a:lnTo>
                <a:lnTo>
                  <a:pt x="257572" y="574163"/>
                </a:lnTo>
                <a:lnTo>
                  <a:pt x="216671" y="590389"/>
                </a:lnTo>
                <a:lnTo>
                  <a:pt x="79601" y="606374"/>
                </a:lnTo>
                <a:lnTo>
                  <a:pt x="68320" y="622068"/>
                </a:lnTo>
                <a:lnTo>
                  <a:pt x="40973" y="614438"/>
                </a:lnTo>
                <a:lnTo>
                  <a:pt x="42326" y="657255"/>
                </a:lnTo>
                <a:lnTo>
                  <a:pt x="0" y="694260"/>
                </a:lnTo>
                <a:lnTo>
                  <a:pt x="4488" y="719032"/>
                </a:lnTo>
                <a:lnTo>
                  <a:pt x="34513" y="740509"/>
                </a:lnTo>
                <a:lnTo>
                  <a:pt x="72953" y="745513"/>
                </a:lnTo>
                <a:lnTo>
                  <a:pt x="74155" y="762071"/>
                </a:lnTo>
                <a:lnTo>
                  <a:pt x="127826" y="769849"/>
                </a:lnTo>
                <a:lnTo>
                  <a:pt x="154926" y="793363"/>
                </a:lnTo>
                <a:lnTo>
                  <a:pt x="194836" y="799716"/>
                </a:lnTo>
                <a:lnTo>
                  <a:pt x="266957" y="783385"/>
                </a:lnTo>
                <a:lnTo>
                  <a:pt x="292644" y="792545"/>
                </a:lnTo>
                <a:lnTo>
                  <a:pt x="487195" y="914719"/>
                </a:lnTo>
                <a:lnTo>
                  <a:pt x="507420" y="945592"/>
                </a:lnTo>
                <a:lnTo>
                  <a:pt x="525178" y="951171"/>
                </a:lnTo>
                <a:lnTo>
                  <a:pt x="533517" y="975476"/>
                </a:lnTo>
                <a:lnTo>
                  <a:pt x="616299" y="1030206"/>
                </a:lnTo>
                <a:lnTo>
                  <a:pt x="674082" y="1048176"/>
                </a:lnTo>
                <a:lnTo>
                  <a:pt x="735442" y="1092813"/>
                </a:lnTo>
                <a:lnTo>
                  <a:pt x="765526" y="1093571"/>
                </a:lnTo>
                <a:lnTo>
                  <a:pt x="785401" y="1116765"/>
                </a:lnTo>
                <a:lnTo>
                  <a:pt x="822452" y="1112562"/>
                </a:lnTo>
                <a:lnTo>
                  <a:pt x="859542" y="1128678"/>
                </a:lnTo>
                <a:lnTo>
                  <a:pt x="911709" y="1185088"/>
                </a:lnTo>
                <a:lnTo>
                  <a:pt x="952124" y="1155419"/>
                </a:lnTo>
                <a:lnTo>
                  <a:pt x="1010198" y="1203456"/>
                </a:lnTo>
                <a:lnTo>
                  <a:pt x="1033571" y="1199203"/>
                </a:lnTo>
                <a:lnTo>
                  <a:pt x="1039182" y="1218180"/>
                </a:lnTo>
                <a:lnTo>
                  <a:pt x="1087337" y="1218043"/>
                </a:lnTo>
                <a:lnTo>
                  <a:pt x="1096477" y="1238340"/>
                </a:lnTo>
                <a:lnTo>
                  <a:pt x="1127555" y="1256701"/>
                </a:lnTo>
                <a:lnTo>
                  <a:pt x="1125318" y="1274205"/>
                </a:lnTo>
                <a:lnTo>
                  <a:pt x="1158369" y="1328228"/>
                </a:lnTo>
                <a:lnTo>
                  <a:pt x="1158986" y="1298547"/>
                </a:lnTo>
                <a:lnTo>
                  <a:pt x="1193987" y="1275804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AN PEDRO"/>
          <p:cNvSpPr/>
          <p:nvPr/>
        </p:nvSpPr>
        <p:spPr>
          <a:xfrm>
            <a:off x="9594643" y="3348276"/>
            <a:ext cx="658763" cy="692998"/>
          </a:xfrm>
          <a:custGeom>
            <a:avLst/>
            <a:gdLst/>
            <a:ahLst/>
            <a:cxnLst/>
            <a:rect l="l" t="t" r="r" b="b"/>
            <a:pathLst>
              <a:path w="658763" h="692998">
                <a:moveTo>
                  <a:pt x="9849" y="68234"/>
                </a:moveTo>
                <a:lnTo>
                  <a:pt x="0" y="91991"/>
                </a:lnTo>
                <a:lnTo>
                  <a:pt x="20237" y="139632"/>
                </a:lnTo>
                <a:lnTo>
                  <a:pt x="80641" y="172960"/>
                </a:lnTo>
                <a:lnTo>
                  <a:pt x="72690" y="187398"/>
                </a:lnTo>
                <a:lnTo>
                  <a:pt x="82105" y="193679"/>
                </a:lnTo>
                <a:lnTo>
                  <a:pt x="73414" y="216367"/>
                </a:lnTo>
                <a:lnTo>
                  <a:pt x="81801" y="229391"/>
                </a:lnTo>
                <a:lnTo>
                  <a:pt x="62966" y="242603"/>
                </a:lnTo>
                <a:lnTo>
                  <a:pt x="90643" y="260422"/>
                </a:lnTo>
                <a:lnTo>
                  <a:pt x="86526" y="273481"/>
                </a:lnTo>
                <a:lnTo>
                  <a:pt x="97497" y="281818"/>
                </a:lnTo>
                <a:lnTo>
                  <a:pt x="77883" y="296871"/>
                </a:lnTo>
                <a:lnTo>
                  <a:pt x="98917" y="314682"/>
                </a:lnTo>
                <a:lnTo>
                  <a:pt x="72019" y="338196"/>
                </a:lnTo>
                <a:lnTo>
                  <a:pt x="99381" y="373539"/>
                </a:lnTo>
                <a:lnTo>
                  <a:pt x="120561" y="461952"/>
                </a:lnTo>
                <a:lnTo>
                  <a:pt x="103786" y="476420"/>
                </a:lnTo>
                <a:lnTo>
                  <a:pt x="116013" y="494095"/>
                </a:lnTo>
                <a:lnTo>
                  <a:pt x="103645" y="510658"/>
                </a:lnTo>
                <a:lnTo>
                  <a:pt x="117537" y="530562"/>
                </a:lnTo>
                <a:lnTo>
                  <a:pt x="113030" y="559490"/>
                </a:lnTo>
                <a:lnTo>
                  <a:pt x="90426" y="563337"/>
                </a:lnTo>
                <a:lnTo>
                  <a:pt x="89787" y="586712"/>
                </a:lnTo>
                <a:lnTo>
                  <a:pt x="64475" y="619338"/>
                </a:lnTo>
                <a:lnTo>
                  <a:pt x="95455" y="649246"/>
                </a:lnTo>
                <a:lnTo>
                  <a:pt x="91049" y="659089"/>
                </a:lnTo>
                <a:lnTo>
                  <a:pt x="76022" y="654495"/>
                </a:lnTo>
                <a:lnTo>
                  <a:pt x="78045" y="665996"/>
                </a:lnTo>
                <a:lnTo>
                  <a:pt x="97635" y="674664"/>
                </a:lnTo>
                <a:lnTo>
                  <a:pt x="104484" y="665151"/>
                </a:lnTo>
                <a:lnTo>
                  <a:pt x="137111" y="692998"/>
                </a:lnTo>
                <a:lnTo>
                  <a:pt x="159878" y="691356"/>
                </a:lnTo>
                <a:lnTo>
                  <a:pt x="156525" y="678412"/>
                </a:lnTo>
                <a:lnTo>
                  <a:pt x="171677" y="676708"/>
                </a:lnTo>
                <a:lnTo>
                  <a:pt x="194929" y="621766"/>
                </a:lnTo>
                <a:lnTo>
                  <a:pt x="275364" y="642976"/>
                </a:lnTo>
                <a:lnTo>
                  <a:pt x="293317" y="632104"/>
                </a:lnTo>
                <a:lnTo>
                  <a:pt x="319027" y="676778"/>
                </a:lnTo>
                <a:lnTo>
                  <a:pt x="354770" y="686862"/>
                </a:lnTo>
                <a:lnTo>
                  <a:pt x="403622" y="649620"/>
                </a:lnTo>
                <a:lnTo>
                  <a:pt x="474628" y="661150"/>
                </a:lnTo>
                <a:lnTo>
                  <a:pt x="444486" y="607468"/>
                </a:lnTo>
                <a:lnTo>
                  <a:pt x="453174" y="590514"/>
                </a:lnTo>
                <a:lnTo>
                  <a:pt x="494167" y="660359"/>
                </a:lnTo>
                <a:lnTo>
                  <a:pt x="501168" y="650136"/>
                </a:lnTo>
                <a:lnTo>
                  <a:pt x="514871" y="658022"/>
                </a:lnTo>
                <a:lnTo>
                  <a:pt x="537740" y="648937"/>
                </a:lnTo>
                <a:lnTo>
                  <a:pt x="554633" y="618404"/>
                </a:lnTo>
                <a:lnTo>
                  <a:pt x="605161" y="629132"/>
                </a:lnTo>
                <a:lnTo>
                  <a:pt x="633294" y="612188"/>
                </a:lnTo>
                <a:lnTo>
                  <a:pt x="653240" y="614817"/>
                </a:lnTo>
                <a:lnTo>
                  <a:pt x="658763" y="597728"/>
                </a:lnTo>
                <a:lnTo>
                  <a:pt x="607585" y="588774"/>
                </a:lnTo>
                <a:lnTo>
                  <a:pt x="538339" y="458682"/>
                </a:lnTo>
                <a:lnTo>
                  <a:pt x="502357" y="436303"/>
                </a:lnTo>
                <a:lnTo>
                  <a:pt x="500907" y="402063"/>
                </a:lnTo>
                <a:lnTo>
                  <a:pt x="484087" y="378872"/>
                </a:lnTo>
                <a:lnTo>
                  <a:pt x="493888" y="326601"/>
                </a:lnTo>
                <a:lnTo>
                  <a:pt x="542766" y="288818"/>
                </a:lnTo>
                <a:lnTo>
                  <a:pt x="556458" y="291573"/>
                </a:lnTo>
                <a:lnTo>
                  <a:pt x="537611" y="207439"/>
                </a:lnTo>
                <a:lnTo>
                  <a:pt x="557808" y="174839"/>
                </a:lnTo>
                <a:lnTo>
                  <a:pt x="539922" y="117471"/>
                </a:lnTo>
                <a:lnTo>
                  <a:pt x="529727" y="107937"/>
                </a:lnTo>
                <a:lnTo>
                  <a:pt x="525295" y="119549"/>
                </a:lnTo>
                <a:lnTo>
                  <a:pt x="505536" y="120232"/>
                </a:lnTo>
                <a:lnTo>
                  <a:pt x="497467" y="103781"/>
                </a:lnTo>
                <a:lnTo>
                  <a:pt x="485341" y="59641"/>
                </a:lnTo>
                <a:lnTo>
                  <a:pt x="486882" y="0"/>
                </a:lnTo>
                <a:lnTo>
                  <a:pt x="439229" y="8108"/>
                </a:lnTo>
                <a:lnTo>
                  <a:pt x="392754" y="45420"/>
                </a:lnTo>
                <a:lnTo>
                  <a:pt x="375736" y="38322"/>
                </a:lnTo>
                <a:lnTo>
                  <a:pt x="352415" y="59851"/>
                </a:lnTo>
                <a:lnTo>
                  <a:pt x="268304" y="57523"/>
                </a:lnTo>
                <a:lnTo>
                  <a:pt x="248856" y="47025"/>
                </a:lnTo>
                <a:lnTo>
                  <a:pt x="41452" y="81167"/>
                </a:lnTo>
                <a:lnTo>
                  <a:pt x="9849" y="68234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ÑEEMBUCU"/>
          <p:cNvSpPr/>
          <p:nvPr/>
        </p:nvSpPr>
        <p:spPr>
          <a:xfrm>
            <a:off x="9152941" y="4344509"/>
            <a:ext cx="550071" cy="679428"/>
          </a:xfrm>
          <a:custGeom>
            <a:avLst/>
            <a:gdLst/>
            <a:ahLst/>
            <a:cxnLst/>
            <a:rect l="l" t="t" r="r" b="b"/>
            <a:pathLst>
              <a:path w="550071" h="679428">
                <a:moveTo>
                  <a:pt x="341440" y="256730"/>
                </a:moveTo>
                <a:lnTo>
                  <a:pt x="344730" y="239241"/>
                </a:lnTo>
                <a:lnTo>
                  <a:pt x="356274" y="247140"/>
                </a:lnTo>
                <a:lnTo>
                  <a:pt x="365099" y="237813"/>
                </a:lnTo>
                <a:lnTo>
                  <a:pt x="364861" y="218634"/>
                </a:lnTo>
                <a:lnTo>
                  <a:pt x="401713" y="169559"/>
                </a:lnTo>
                <a:lnTo>
                  <a:pt x="432939" y="154685"/>
                </a:lnTo>
                <a:lnTo>
                  <a:pt x="438694" y="163138"/>
                </a:lnTo>
                <a:lnTo>
                  <a:pt x="435541" y="141585"/>
                </a:lnTo>
                <a:lnTo>
                  <a:pt x="443703" y="140316"/>
                </a:lnTo>
                <a:lnTo>
                  <a:pt x="432727" y="85256"/>
                </a:lnTo>
                <a:lnTo>
                  <a:pt x="419123" y="88794"/>
                </a:lnTo>
                <a:lnTo>
                  <a:pt x="425625" y="75787"/>
                </a:lnTo>
                <a:lnTo>
                  <a:pt x="392558" y="56013"/>
                </a:lnTo>
                <a:lnTo>
                  <a:pt x="394415" y="40264"/>
                </a:lnTo>
                <a:lnTo>
                  <a:pt x="340068" y="26706"/>
                </a:lnTo>
                <a:lnTo>
                  <a:pt x="337896" y="0"/>
                </a:lnTo>
                <a:lnTo>
                  <a:pt x="322725" y="12087"/>
                </a:lnTo>
                <a:lnTo>
                  <a:pt x="324128" y="27019"/>
                </a:lnTo>
                <a:lnTo>
                  <a:pt x="296662" y="39444"/>
                </a:lnTo>
                <a:lnTo>
                  <a:pt x="305172" y="58538"/>
                </a:lnTo>
                <a:lnTo>
                  <a:pt x="285087" y="77572"/>
                </a:lnTo>
                <a:lnTo>
                  <a:pt x="299881" y="96468"/>
                </a:lnTo>
                <a:lnTo>
                  <a:pt x="239582" y="136463"/>
                </a:lnTo>
                <a:lnTo>
                  <a:pt x="212638" y="141007"/>
                </a:lnTo>
                <a:lnTo>
                  <a:pt x="202893" y="169046"/>
                </a:lnTo>
                <a:lnTo>
                  <a:pt x="186715" y="167977"/>
                </a:lnTo>
                <a:lnTo>
                  <a:pt x="206996" y="187366"/>
                </a:lnTo>
                <a:lnTo>
                  <a:pt x="185008" y="201775"/>
                </a:lnTo>
                <a:lnTo>
                  <a:pt x="186636" y="234235"/>
                </a:lnTo>
                <a:lnTo>
                  <a:pt x="163480" y="255629"/>
                </a:lnTo>
                <a:lnTo>
                  <a:pt x="178854" y="278444"/>
                </a:lnTo>
                <a:lnTo>
                  <a:pt x="160009" y="284909"/>
                </a:lnTo>
                <a:lnTo>
                  <a:pt x="174849" y="355837"/>
                </a:lnTo>
                <a:lnTo>
                  <a:pt x="149509" y="356182"/>
                </a:lnTo>
                <a:lnTo>
                  <a:pt x="153488" y="399372"/>
                </a:lnTo>
                <a:lnTo>
                  <a:pt x="112922" y="425164"/>
                </a:lnTo>
                <a:lnTo>
                  <a:pt x="125972" y="445892"/>
                </a:lnTo>
                <a:lnTo>
                  <a:pt x="60586" y="469227"/>
                </a:lnTo>
                <a:lnTo>
                  <a:pt x="71624" y="495879"/>
                </a:lnTo>
                <a:lnTo>
                  <a:pt x="53280" y="500911"/>
                </a:lnTo>
                <a:lnTo>
                  <a:pt x="56651" y="525005"/>
                </a:lnTo>
                <a:lnTo>
                  <a:pt x="40290" y="513964"/>
                </a:lnTo>
                <a:lnTo>
                  <a:pt x="39333" y="542883"/>
                </a:lnTo>
                <a:lnTo>
                  <a:pt x="4506" y="552220"/>
                </a:lnTo>
                <a:lnTo>
                  <a:pt x="0" y="574481"/>
                </a:lnTo>
                <a:lnTo>
                  <a:pt x="24200" y="591309"/>
                </a:lnTo>
                <a:lnTo>
                  <a:pt x="19016" y="623792"/>
                </a:lnTo>
                <a:lnTo>
                  <a:pt x="147586" y="603369"/>
                </a:lnTo>
                <a:lnTo>
                  <a:pt x="181888" y="611994"/>
                </a:lnTo>
                <a:lnTo>
                  <a:pt x="236313" y="604286"/>
                </a:lnTo>
                <a:lnTo>
                  <a:pt x="279748" y="620782"/>
                </a:lnTo>
                <a:lnTo>
                  <a:pt x="293775" y="612062"/>
                </a:lnTo>
                <a:lnTo>
                  <a:pt x="312185" y="633823"/>
                </a:lnTo>
                <a:lnTo>
                  <a:pt x="364322" y="637951"/>
                </a:lnTo>
                <a:lnTo>
                  <a:pt x="432827" y="679428"/>
                </a:lnTo>
                <a:lnTo>
                  <a:pt x="490616" y="668411"/>
                </a:lnTo>
                <a:lnTo>
                  <a:pt x="550071" y="543843"/>
                </a:lnTo>
                <a:lnTo>
                  <a:pt x="458375" y="524039"/>
                </a:lnTo>
                <a:lnTo>
                  <a:pt x="379758" y="414741"/>
                </a:lnTo>
                <a:lnTo>
                  <a:pt x="341440" y="25673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Legend swatch 1"/>
          <p:cNvSpPr/>
          <p:nvPr/>
        </p:nvSpPr>
        <p:spPr>
          <a:xfrm>
            <a:off x="6967728" y="5138928"/>
            <a:ext cx="164592" cy="164592"/>
          </a:xfrm>
          <a:prstGeom prst="rect">
            <a:avLst/>
          </a:prstGeom>
          <a:solidFill>
            <a:srgbClr val="6E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Legend label 1"/>
          <p:cNvSpPr txBox="1"/>
          <p:nvPr/>
        </p:nvSpPr>
        <p:spPr>
          <a:xfrm>
            <a:off x="7223759" y="5097780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High: &gt;6% unemployment (est.)</a:t>
            </a:r>
          </a:p>
        </p:txBody>
      </p:sp>
      <p:sp>
        <p:nvSpPr>
          <p:cNvPr id="56" name="Legend swatch 2"/>
          <p:cNvSpPr/>
          <p:nvPr/>
        </p:nvSpPr>
        <p:spPr>
          <a:xfrm>
            <a:off x="6967728" y="5495544"/>
            <a:ext cx="164592" cy="164592"/>
          </a:xfrm>
          <a:prstGeom prst="rect">
            <a:avLst/>
          </a:prstGeom>
          <a:solidFill>
            <a:srgbClr val="AD8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Legend label 2"/>
          <p:cNvSpPr txBox="1"/>
          <p:nvPr/>
        </p:nvSpPr>
        <p:spPr>
          <a:xfrm>
            <a:off x="7223759" y="5454396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Medium: 4-6% unemployment (est.)</a:t>
            </a:r>
          </a:p>
        </p:txBody>
      </p:sp>
      <p:sp>
        <p:nvSpPr>
          <p:cNvPr id="58" name="Legend swatch 3"/>
          <p:cNvSpPr/>
          <p:nvPr/>
        </p:nvSpPr>
        <p:spPr>
          <a:xfrm>
            <a:off x="6967728" y="5852160"/>
            <a:ext cx="164592" cy="164592"/>
          </a:xfrm>
          <a:prstGeom prst="rect">
            <a:avLst/>
          </a:prstGeom>
          <a:solidFill>
            <a:srgbClr val="E7D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Legend label 3"/>
          <p:cNvSpPr txBox="1"/>
          <p:nvPr/>
        </p:nvSpPr>
        <p:spPr>
          <a:xfrm>
            <a:off x="7223759" y="5811012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Low: &lt;4% unemployment (est.)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 · HEALTH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 — 16 under-5 deaths per 1,000, steady gains but rural gaps persist</a:t>
            </a:r>
            <a:endParaRPr lang="en-US" sz="1700"/>
          </a:p>
        </p:txBody>
      </p:sp>
      <p:sp>
        <p:nvSpPr>
          <p:cNvPr id="4" name="Shape 2"/>
          <p:cNvSpPr/>
          <p:nvPr/>
        </p:nvSpPr>
        <p:spPr>
          <a:xfrm>
            <a:off x="512064" y="1005840"/>
            <a:ext cx="50292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16/1K</a:t>
            </a:r>
            <a:endParaRPr lang="en-US" sz="1900"/>
          </a:p>
        </p:txBody>
      </p:sp>
      <p:sp>
        <p:nvSpPr>
          <p:cNvPr id="8" name="Text 6"/>
          <p:cNvSpPr/>
          <p:nvPr/>
        </p:nvSpPr>
        <p:spPr>
          <a:xfrm>
            <a:off x="61264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Under-5 mortality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61264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IGME 2024 · was 46 in 1990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0604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1576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9/1K</a:t>
            </a:r>
            <a:endParaRPr lang="en-US" sz="1900"/>
          </a:p>
        </p:txBody>
      </p:sp>
      <p:sp>
        <p:nvSpPr>
          <p:cNvPr id="13" name="Text 11"/>
          <p:cNvSpPr/>
          <p:nvPr/>
        </p:nvSpPr>
        <p:spPr>
          <a:xfrm>
            <a:off x="271576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Neonatal deaths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271576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UNICEF 2022 · down from 12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470916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916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1888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~21K</a:t>
            </a:r>
            <a:endParaRPr lang="en-US" sz="1900"/>
          </a:p>
        </p:txBody>
      </p:sp>
      <p:sp>
        <p:nvSpPr>
          <p:cNvPr id="18" name="Text 16"/>
          <p:cNvSpPr/>
          <p:nvPr/>
        </p:nvSpPr>
        <p:spPr>
          <a:xfrm>
            <a:off x="481888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Living with HIV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481888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UNAIDS · 0.5% prev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502920" y="24323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INSIGHTS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658368" y="2688336"/>
            <a:ext cx="5989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Child mortality fell from 46 to 16/1K since 1990; stunting low at 3.2%; 91% of births attended by skilled personnel.</a:t>
            </a:r>
            <a:endParaRPr lang="en-US" sz="120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Neonatal deaths fell 12→9/1K; maternal mortality 58/100K; rural health access gaps remain; physician density 3.9/1K.</a:t>
            </a:r>
            <a:endParaRPr lang="en-US" sz="120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HIV prevalence 0.5%; new infections rising among youth; PAHO mission 2025 strengthened TB/HIV/MTCT response.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502920" y="4663440"/>
            <a:ext cx="6172200" cy="1591056"/>
          </a:xfrm>
          <a:prstGeom prst="rect">
            <a:avLst/>
          </a:prstGeom>
          <a:solidFill>
            <a:srgbClr val="F4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2920" y="4663440"/>
            <a:ext cx="45720" cy="1591056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4944" y="47548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POTENTIAL INTERVENTIONS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713232" y="502920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932688" y="502920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Expand primary care in Chaco and rural departments with high maternal mortality.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713232" y="539496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932688" y="539496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Rural retention: housing, training and incentive packages for health workers.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713232" y="576072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932688" y="576072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Scale TelePrEP and HIV prevention among young key populations.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6903720" y="12070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 facilities per 100,000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6903720" y="146304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MSPBS pattern (est.)</a:t>
            </a:r>
            <a:endParaRPr lang="en-US" sz="1200"/>
          </a:p>
        </p:txBody>
      </p:sp>
      <p:sp>
        <p:nvSpPr>
          <p:cNvPr id="34" name="Shape 31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IGME 2024 · UNICEF 2025 · UNAIDS · PAHO · WHO</a:t>
            </a:r>
            <a:endParaRPr lang="en-US" sz="1200"/>
          </a:p>
        </p:txBody>
      </p:sp>
      <p:sp>
        <p:nvSpPr>
          <p:cNvPr id="36" name="Text 33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09 / 23</a:t>
            </a:r>
            <a:endParaRPr lang="en-US" sz="1200"/>
          </a:p>
        </p:txBody>
      </p:sp>
      <p:sp>
        <p:nvSpPr>
          <p:cNvPr id="33" name="ALTO PARAGUAY"/>
          <p:cNvSpPr/>
          <p:nvPr/>
        </p:nvSpPr>
        <p:spPr>
          <a:xfrm>
            <a:off x="7940272" y="1719071"/>
            <a:ext cx="1525949" cy="1259453"/>
          </a:xfrm>
          <a:custGeom>
            <a:avLst/>
            <a:gdLst/>
            <a:ahLst/>
            <a:cxnLst/>
            <a:rect l="l" t="t" r="r" b="b"/>
            <a:pathLst>
              <a:path w="1525949" h="1259453">
                <a:moveTo>
                  <a:pt x="1461182" y="1133786"/>
                </a:moveTo>
                <a:lnTo>
                  <a:pt x="1455257" y="1113883"/>
                </a:lnTo>
                <a:lnTo>
                  <a:pt x="1471211" y="1100636"/>
                </a:lnTo>
                <a:lnTo>
                  <a:pt x="1477468" y="1058820"/>
                </a:lnTo>
                <a:lnTo>
                  <a:pt x="1490729" y="1051543"/>
                </a:lnTo>
                <a:lnTo>
                  <a:pt x="1471354" y="1038447"/>
                </a:lnTo>
                <a:lnTo>
                  <a:pt x="1492474" y="1006758"/>
                </a:lnTo>
                <a:lnTo>
                  <a:pt x="1478350" y="994203"/>
                </a:lnTo>
                <a:lnTo>
                  <a:pt x="1501867" y="972621"/>
                </a:lnTo>
                <a:lnTo>
                  <a:pt x="1483406" y="958102"/>
                </a:lnTo>
                <a:lnTo>
                  <a:pt x="1490183" y="931848"/>
                </a:lnTo>
                <a:lnTo>
                  <a:pt x="1470504" y="906228"/>
                </a:lnTo>
                <a:lnTo>
                  <a:pt x="1512781" y="829107"/>
                </a:lnTo>
                <a:lnTo>
                  <a:pt x="1487754" y="806959"/>
                </a:lnTo>
                <a:lnTo>
                  <a:pt x="1513051" y="785320"/>
                </a:lnTo>
                <a:lnTo>
                  <a:pt x="1507455" y="712165"/>
                </a:lnTo>
                <a:lnTo>
                  <a:pt x="1525949" y="669659"/>
                </a:lnTo>
                <a:lnTo>
                  <a:pt x="1508860" y="672153"/>
                </a:lnTo>
                <a:lnTo>
                  <a:pt x="1485590" y="653356"/>
                </a:lnTo>
                <a:lnTo>
                  <a:pt x="1512637" y="626403"/>
                </a:lnTo>
                <a:lnTo>
                  <a:pt x="1496857" y="607842"/>
                </a:lnTo>
                <a:lnTo>
                  <a:pt x="1472823" y="609288"/>
                </a:lnTo>
                <a:lnTo>
                  <a:pt x="1482470" y="590771"/>
                </a:lnTo>
                <a:lnTo>
                  <a:pt x="1508010" y="591610"/>
                </a:lnTo>
                <a:lnTo>
                  <a:pt x="1506933" y="582175"/>
                </a:lnTo>
                <a:lnTo>
                  <a:pt x="1487712" y="557322"/>
                </a:lnTo>
                <a:lnTo>
                  <a:pt x="1463541" y="572498"/>
                </a:lnTo>
                <a:lnTo>
                  <a:pt x="1469698" y="549222"/>
                </a:lnTo>
                <a:lnTo>
                  <a:pt x="1454039" y="536959"/>
                </a:lnTo>
                <a:lnTo>
                  <a:pt x="1460360" y="516323"/>
                </a:lnTo>
                <a:lnTo>
                  <a:pt x="1451380" y="496847"/>
                </a:lnTo>
                <a:lnTo>
                  <a:pt x="1458979" y="464578"/>
                </a:lnTo>
                <a:lnTo>
                  <a:pt x="1426280" y="436506"/>
                </a:lnTo>
                <a:lnTo>
                  <a:pt x="1423857" y="392301"/>
                </a:lnTo>
                <a:lnTo>
                  <a:pt x="1398610" y="393440"/>
                </a:lnTo>
                <a:lnTo>
                  <a:pt x="1413252" y="365883"/>
                </a:lnTo>
                <a:lnTo>
                  <a:pt x="1396072" y="358012"/>
                </a:lnTo>
                <a:lnTo>
                  <a:pt x="1406971" y="336615"/>
                </a:lnTo>
                <a:lnTo>
                  <a:pt x="1378913" y="269029"/>
                </a:lnTo>
                <a:lnTo>
                  <a:pt x="1383449" y="232549"/>
                </a:lnTo>
                <a:lnTo>
                  <a:pt x="1397346" y="218139"/>
                </a:lnTo>
                <a:lnTo>
                  <a:pt x="1370944" y="196779"/>
                </a:lnTo>
                <a:lnTo>
                  <a:pt x="1061480" y="0"/>
                </a:lnTo>
                <a:lnTo>
                  <a:pt x="723234" y="2108"/>
                </a:lnTo>
                <a:lnTo>
                  <a:pt x="490040" y="67485"/>
                </a:lnTo>
                <a:lnTo>
                  <a:pt x="69315" y="139428"/>
                </a:lnTo>
                <a:lnTo>
                  <a:pt x="0" y="324088"/>
                </a:lnTo>
                <a:lnTo>
                  <a:pt x="75789" y="327105"/>
                </a:lnTo>
                <a:lnTo>
                  <a:pt x="112431" y="356863"/>
                </a:lnTo>
                <a:lnTo>
                  <a:pt x="759672" y="543449"/>
                </a:lnTo>
                <a:lnTo>
                  <a:pt x="756927" y="608923"/>
                </a:lnTo>
                <a:lnTo>
                  <a:pt x="801019" y="708427"/>
                </a:lnTo>
                <a:lnTo>
                  <a:pt x="801517" y="774834"/>
                </a:lnTo>
                <a:lnTo>
                  <a:pt x="820843" y="833427"/>
                </a:lnTo>
                <a:lnTo>
                  <a:pt x="762316" y="874486"/>
                </a:lnTo>
                <a:lnTo>
                  <a:pt x="732320" y="1120648"/>
                </a:lnTo>
                <a:lnTo>
                  <a:pt x="931900" y="1121468"/>
                </a:lnTo>
                <a:lnTo>
                  <a:pt x="1011764" y="1158489"/>
                </a:lnTo>
                <a:lnTo>
                  <a:pt x="1359349" y="1171305"/>
                </a:lnTo>
                <a:lnTo>
                  <a:pt x="1389587" y="1240189"/>
                </a:lnTo>
                <a:lnTo>
                  <a:pt x="1521952" y="1259453"/>
                </a:lnTo>
                <a:lnTo>
                  <a:pt x="1500004" y="1207915"/>
                </a:lnTo>
                <a:lnTo>
                  <a:pt x="1475780" y="1209521"/>
                </a:lnTo>
                <a:lnTo>
                  <a:pt x="1474892" y="1152688"/>
                </a:lnTo>
                <a:lnTo>
                  <a:pt x="1461182" y="113378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LTO PARANA"/>
          <p:cNvSpPr/>
          <p:nvPr/>
        </p:nvSpPr>
        <p:spPr>
          <a:xfrm>
            <a:off x="10309688" y="3821280"/>
            <a:ext cx="448032" cy="721804"/>
          </a:xfrm>
          <a:custGeom>
            <a:avLst/>
            <a:gdLst/>
            <a:ahLst/>
            <a:cxnLst/>
            <a:rect l="l" t="t" r="r" b="b"/>
            <a:pathLst>
              <a:path w="448032" h="721804">
                <a:moveTo>
                  <a:pt x="46326" y="438261"/>
                </a:moveTo>
                <a:lnTo>
                  <a:pt x="56009" y="464751"/>
                </a:lnTo>
                <a:lnTo>
                  <a:pt x="27357" y="488060"/>
                </a:lnTo>
                <a:lnTo>
                  <a:pt x="0" y="616357"/>
                </a:lnTo>
                <a:lnTo>
                  <a:pt x="52426" y="616988"/>
                </a:lnTo>
                <a:lnTo>
                  <a:pt x="58752" y="631915"/>
                </a:lnTo>
                <a:lnTo>
                  <a:pt x="75663" y="613447"/>
                </a:lnTo>
                <a:lnTo>
                  <a:pt x="91271" y="634772"/>
                </a:lnTo>
                <a:lnTo>
                  <a:pt x="109511" y="632907"/>
                </a:lnTo>
                <a:lnTo>
                  <a:pt x="111579" y="649359"/>
                </a:lnTo>
                <a:lnTo>
                  <a:pt x="93426" y="653229"/>
                </a:lnTo>
                <a:lnTo>
                  <a:pt x="84786" y="671899"/>
                </a:lnTo>
                <a:lnTo>
                  <a:pt x="119097" y="716812"/>
                </a:lnTo>
                <a:lnTo>
                  <a:pt x="151579" y="701228"/>
                </a:lnTo>
                <a:lnTo>
                  <a:pt x="179448" y="716172"/>
                </a:lnTo>
                <a:lnTo>
                  <a:pt x="191054" y="707683"/>
                </a:lnTo>
                <a:lnTo>
                  <a:pt x="223311" y="714421"/>
                </a:lnTo>
                <a:lnTo>
                  <a:pt x="222952" y="702537"/>
                </a:lnTo>
                <a:lnTo>
                  <a:pt x="236107" y="710498"/>
                </a:lnTo>
                <a:lnTo>
                  <a:pt x="237564" y="691325"/>
                </a:lnTo>
                <a:lnTo>
                  <a:pt x="242589" y="698548"/>
                </a:lnTo>
                <a:lnTo>
                  <a:pt x="251414" y="688198"/>
                </a:lnTo>
                <a:lnTo>
                  <a:pt x="306672" y="721804"/>
                </a:lnTo>
                <a:lnTo>
                  <a:pt x="311123" y="713268"/>
                </a:lnTo>
                <a:lnTo>
                  <a:pt x="316892" y="721097"/>
                </a:lnTo>
                <a:lnTo>
                  <a:pt x="314433" y="710502"/>
                </a:lnTo>
                <a:lnTo>
                  <a:pt x="326576" y="720552"/>
                </a:lnTo>
                <a:lnTo>
                  <a:pt x="344837" y="708120"/>
                </a:lnTo>
                <a:lnTo>
                  <a:pt x="326518" y="680928"/>
                </a:lnTo>
                <a:lnTo>
                  <a:pt x="337451" y="655003"/>
                </a:lnTo>
                <a:lnTo>
                  <a:pt x="324008" y="616996"/>
                </a:lnTo>
                <a:lnTo>
                  <a:pt x="349539" y="608449"/>
                </a:lnTo>
                <a:lnTo>
                  <a:pt x="345134" y="583363"/>
                </a:lnTo>
                <a:lnTo>
                  <a:pt x="358187" y="550618"/>
                </a:lnTo>
                <a:lnTo>
                  <a:pt x="332073" y="489944"/>
                </a:lnTo>
                <a:lnTo>
                  <a:pt x="360475" y="480318"/>
                </a:lnTo>
                <a:lnTo>
                  <a:pt x="346354" y="395845"/>
                </a:lnTo>
                <a:lnTo>
                  <a:pt x="421552" y="277540"/>
                </a:lnTo>
                <a:lnTo>
                  <a:pt x="406812" y="237977"/>
                </a:lnTo>
                <a:lnTo>
                  <a:pt x="428299" y="133291"/>
                </a:lnTo>
                <a:lnTo>
                  <a:pt x="448032" y="93794"/>
                </a:lnTo>
                <a:lnTo>
                  <a:pt x="422316" y="82383"/>
                </a:lnTo>
                <a:lnTo>
                  <a:pt x="408702" y="99532"/>
                </a:lnTo>
                <a:lnTo>
                  <a:pt x="368399" y="86383"/>
                </a:lnTo>
                <a:lnTo>
                  <a:pt x="332790" y="96436"/>
                </a:lnTo>
                <a:lnTo>
                  <a:pt x="332927" y="77367"/>
                </a:lnTo>
                <a:lnTo>
                  <a:pt x="316398" y="86804"/>
                </a:lnTo>
                <a:lnTo>
                  <a:pt x="289399" y="69785"/>
                </a:lnTo>
                <a:lnTo>
                  <a:pt x="264090" y="79914"/>
                </a:lnTo>
                <a:lnTo>
                  <a:pt x="242355" y="62011"/>
                </a:lnTo>
                <a:lnTo>
                  <a:pt x="236684" y="39567"/>
                </a:lnTo>
                <a:lnTo>
                  <a:pt x="165902" y="27078"/>
                </a:lnTo>
                <a:lnTo>
                  <a:pt x="154919" y="1473"/>
                </a:lnTo>
                <a:lnTo>
                  <a:pt x="147303" y="0"/>
                </a:lnTo>
                <a:lnTo>
                  <a:pt x="145720" y="21386"/>
                </a:lnTo>
                <a:lnTo>
                  <a:pt x="102358" y="20816"/>
                </a:lnTo>
                <a:lnTo>
                  <a:pt x="74580" y="150191"/>
                </a:lnTo>
                <a:lnTo>
                  <a:pt x="81017" y="199488"/>
                </a:lnTo>
                <a:lnTo>
                  <a:pt x="100185" y="227914"/>
                </a:lnTo>
                <a:lnTo>
                  <a:pt x="132894" y="229699"/>
                </a:lnTo>
                <a:lnTo>
                  <a:pt x="146569" y="253043"/>
                </a:lnTo>
                <a:lnTo>
                  <a:pt x="201133" y="290943"/>
                </a:lnTo>
                <a:lnTo>
                  <a:pt x="194188" y="303759"/>
                </a:lnTo>
                <a:lnTo>
                  <a:pt x="217728" y="313488"/>
                </a:lnTo>
                <a:lnTo>
                  <a:pt x="217985" y="340630"/>
                </a:lnTo>
                <a:lnTo>
                  <a:pt x="233304" y="360813"/>
                </a:lnTo>
                <a:lnTo>
                  <a:pt x="201635" y="368844"/>
                </a:lnTo>
                <a:lnTo>
                  <a:pt x="185920" y="339809"/>
                </a:lnTo>
                <a:lnTo>
                  <a:pt x="150839" y="344134"/>
                </a:lnTo>
                <a:lnTo>
                  <a:pt x="96974" y="314314"/>
                </a:lnTo>
                <a:lnTo>
                  <a:pt x="82621" y="348168"/>
                </a:lnTo>
                <a:lnTo>
                  <a:pt x="64036" y="358971"/>
                </a:lnTo>
                <a:lnTo>
                  <a:pt x="46326" y="438261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MAMBAY"/>
          <p:cNvSpPr/>
          <p:nvPr/>
        </p:nvSpPr>
        <p:spPr>
          <a:xfrm>
            <a:off x="9835405" y="2847877"/>
            <a:ext cx="491502" cy="711361"/>
          </a:xfrm>
          <a:custGeom>
            <a:avLst/>
            <a:gdLst/>
            <a:ahLst/>
            <a:cxnLst/>
            <a:rect l="l" t="t" r="r" b="b"/>
            <a:pathLst>
              <a:path w="491502" h="711361">
                <a:moveTo>
                  <a:pt x="190336" y="515056"/>
                </a:moveTo>
                <a:lnTo>
                  <a:pt x="246237" y="500548"/>
                </a:lnTo>
                <a:lnTo>
                  <a:pt x="244579" y="560040"/>
                </a:lnTo>
                <a:lnTo>
                  <a:pt x="256705" y="604180"/>
                </a:lnTo>
                <a:lnTo>
                  <a:pt x="264774" y="620631"/>
                </a:lnTo>
                <a:lnTo>
                  <a:pt x="284533" y="619948"/>
                </a:lnTo>
                <a:lnTo>
                  <a:pt x="288965" y="608336"/>
                </a:lnTo>
                <a:lnTo>
                  <a:pt x="315211" y="646126"/>
                </a:lnTo>
                <a:lnTo>
                  <a:pt x="317012" y="675828"/>
                </a:lnTo>
                <a:lnTo>
                  <a:pt x="300722" y="711361"/>
                </a:lnTo>
                <a:lnTo>
                  <a:pt x="345795" y="707705"/>
                </a:lnTo>
                <a:lnTo>
                  <a:pt x="412584" y="643875"/>
                </a:lnTo>
                <a:lnTo>
                  <a:pt x="456050" y="639567"/>
                </a:lnTo>
                <a:lnTo>
                  <a:pt x="476646" y="593508"/>
                </a:lnTo>
                <a:lnTo>
                  <a:pt x="470135" y="568189"/>
                </a:lnTo>
                <a:lnTo>
                  <a:pt x="491502" y="528335"/>
                </a:lnTo>
                <a:lnTo>
                  <a:pt x="472464" y="503300"/>
                </a:lnTo>
                <a:lnTo>
                  <a:pt x="484514" y="455078"/>
                </a:lnTo>
                <a:lnTo>
                  <a:pt x="477454" y="437946"/>
                </a:lnTo>
                <a:lnTo>
                  <a:pt x="457340" y="435735"/>
                </a:lnTo>
                <a:lnTo>
                  <a:pt x="431416" y="315438"/>
                </a:lnTo>
                <a:lnTo>
                  <a:pt x="449226" y="280855"/>
                </a:lnTo>
                <a:lnTo>
                  <a:pt x="450553" y="235289"/>
                </a:lnTo>
                <a:lnTo>
                  <a:pt x="404471" y="182712"/>
                </a:lnTo>
                <a:lnTo>
                  <a:pt x="401404" y="125424"/>
                </a:lnTo>
                <a:lnTo>
                  <a:pt x="385680" y="124900"/>
                </a:lnTo>
                <a:lnTo>
                  <a:pt x="361780" y="83307"/>
                </a:lnTo>
                <a:lnTo>
                  <a:pt x="229106" y="82415"/>
                </a:lnTo>
                <a:lnTo>
                  <a:pt x="171571" y="38508"/>
                </a:lnTo>
                <a:lnTo>
                  <a:pt x="160872" y="0"/>
                </a:lnTo>
                <a:lnTo>
                  <a:pt x="140539" y="761"/>
                </a:lnTo>
                <a:lnTo>
                  <a:pt x="118440" y="8723"/>
                </a:lnTo>
                <a:lnTo>
                  <a:pt x="100180" y="49405"/>
                </a:lnTo>
                <a:lnTo>
                  <a:pt x="70370" y="76453"/>
                </a:lnTo>
                <a:lnTo>
                  <a:pt x="45565" y="57704"/>
                </a:lnTo>
                <a:lnTo>
                  <a:pt x="39264" y="77114"/>
                </a:lnTo>
                <a:lnTo>
                  <a:pt x="29382" y="65324"/>
                </a:lnTo>
                <a:lnTo>
                  <a:pt x="18359" y="75338"/>
                </a:lnTo>
                <a:lnTo>
                  <a:pt x="12186" y="68002"/>
                </a:lnTo>
                <a:lnTo>
                  <a:pt x="0" y="89694"/>
                </a:lnTo>
                <a:lnTo>
                  <a:pt x="80561" y="117806"/>
                </a:lnTo>
                <a:lnTo>
                  <a:pt x="40624" y="155653"/>
                </a:lnTo>
                <a:lnTo>
                  <a:pt x="32501" y="190103"/>
                </a:lnTo>
                <a:lnTo>
                  <a:pt x="36920" y="233804"/>
                </a:lnTo>
                <a:lnTo>
                  <a:pt x="59675" y="262697"/>
                </a:lnTo>
                <a:lnTo>
                  <a:pt x="65815" y="294801"/>
                </a:lnTo>
                <a:lnTo>
                  <a:pt x="41975" y="311571"/>
                </a:lnTo>
                <a:lnTo>
                  <a:pt x="43647" y="336943"/>
                </a:lnTo>
                <a:lnTo>
                  <a:pt x="60056" y="326881"/>
                </a:lnTo>
                <a:lnTo>
                  <a:pt x="85268" y="339983"/>
                </a:lnTo>
                <a:lnTo>
                  <a:pt x="99128" y="334336"/>
                </a:lnTo>
                <a:lnTo>
                  <a:pt x="119478" y="287126"/>
                </a:lnTo>
                <a:lnTo>
                  <a:pt x="142556" y="285051"/>
                </a:lnTo>
                <a:lnTo>
                  <a:pt x="163949" y="258953"/>
                </a:lnTo>
                <a:lnTo>
                  <a:pt x="197712" y="248460"/>
                </a:lnTo>
                <a:lnTo>
                  <a:pt x="260410" y="403171"/>
                </a:lnTo>
                <a:lnTo>
                  <a:pt x="254474" y="424173"/>
                </a:lnTo>
                <a:lnTo>
                  <a:pt x="240399" y="423096"/>
                </a:lnTo>
                <a:lnTo>
                  <a:pt x="239342" y="440133"/>
                </a:lnTo>
                <a:lnTo>
                  <a:pt x="229980" y="440636"/>
                </a:lnTo>
                <a:lnTo>
                  <a:pt x="232410" y="466901"/>
                </a:lnTo>
                <a:lnTo>
                  <a:pt x="204700" y="479658"/>
                </a:lnTo>
                <a:lnTo>
                  <a:pt x="190336" y="51505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SUNCION"/>
          <p:cNvSpPr/>
          <p:nvPr/>
        </p:nvSpPr>
        <p:spPr>
          <a:xfrm>
            <a:off x="9522069" y="4124327"/>
            <a:ext cx="52024" cy="63411"/>
          </a:xfrm>
          <a:custGeom>
            <a:avLst/>
            <a:gdLst/>
            <a:ahLst/>
            <a:cxnLst/>
            <a:rect l="l" t="t" r="r" b="b"/>
            <a:pathLst>
              <a:path w="52024" h="63411">
                <a:moveTo>
                  <a:pt x="9892" y="63411"/>
                </a:moveTo>
                <a:lnTo>
                  <a:pt x="20101" y="35905"/>
                </a:lnTo>
                <a:lnTo>
                  <a:pt x="30693" y="47625"/>
                </a:lnTo>
                <a:lnTo>
                  <a:pt x="40376" y="38902"/>
                </a:lnTo>
                <a:lnTo>
                  <a:pt x="52024" y="7302"/>
                </a:lnTo>
                <a:lnTo>
                  <a:pt x="35001" y="0"/>
                </a:lnTo>
                <a:lnTo>
                  <a:pt x="0" y="22743"/>
                </a:lnTo>
                <a:lnTo>
                  <a:pt x="9892" y="63411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OQUERON"/>
          <p:cNvSpPr/>
          <p:nvPr/>
        </p:nvSpPr>
        <p:spPr>
          <a:xfrm>
            <a:off x="7671706" y="2043159"/>
            <a:ext cx="1230129" cy="1538800"/>
          </a:xfrm>
          <a:custGeom>
            <a:avLst/>
            <a:gdLst/>
            <a:ahLst/>
            <a:cxnLst/>
            <a:rect l="l" t="t" r="r" b="b"/>
            <a:pathLst>
              <a:path w="1230129" h="1538800">
                <a:moveTo>
                  <a:pt x="1218545" y="805364"/>
                </a:moveTo>
                <a:lnTo>
                  <a:pt x="1000886" y="796560"/>
                </a:lnTo>
                <a:lnTo>
                  <a:pt x="1030882" y="550398"/>
                </a:lnTo>
                <a:lnTo>
                  <a:pt x="1089409" y="509339"/>
                </a:lnTo>
                <a:lnTo>
                  <a:pt x="1070083" y="450746"/>
                </a:lnTo>
                <a:lnTo>
                  <a:pt x="1069585" y="384339"/>
                </a:lnTo>
                <a:lnTo>
                  <a:pt x="1025493" y="284835"/>
                </a:lnTo>
                <a:lnTo>
                  <a:pt x="1028238" y="219361"/>
                </a:lnTo>
                <a:lnTo>
                  <a:pt x="380997" y="32775"/>
                </a:lnTo>
                <a:lnTo>
                  <a:pt x="344355" y="3017"/>
                </a:lnTo>
                <a:lnTo>
                  <a:pt x="268566" y="0"/>
                </a:lnTo>
                <a:lnTo>
                  <a:pt x="140496" y="192036"/>
                </a:lnTo>
                <a:lnTo>
                  <a:pt x="142244" y="392747"/>
                </a:lnTo>
                <a:lnTo>
                  <a:pt x="0" y="876392"/>
                </a:lnTo>
                <a:lnTo>
                  <a:pt x="1629" y="895962"/>
                </a:lnTo>
                <a:lnTo>
                  <a:pt x="30590" y="905954"/>
                </a:lnTo>
                <a:lnTo>
                  <a:pt x="38861" y="926023"/>
                </a:lnTo>
                <a:lnTo>
                  <a:pt x="63301" y="926813"/>
                </a:lnTo>
                <a:lnTo>
                  <a:pt x="99150" y="968973"/>
                </a:lnTo>
                <a:lnTo>
                  <a:pt x="109069" y="957402"/>
                </a:lnTo>
                <a:lnTo>
                  <a:pt x="113756" y="969427"/>
                </a:lnTo>
                <a:lnTo>
                  <a:pt x="133276" y="968298"/>
                </a:lnTo>
                <a:lnTo>
                  <a:pt x="129504" y="984874"/>
                </a:lnTo>
                <a:lnTo>
                  <a:pt x="156571" y="997084"/>
                </a:lnTo>
                <a:lnTo>
                  <a:pt x="142326" y="1018572"/>
                </a:lnTo>
                <a:lnTo>
                  <a:pt x="164285" y="1038163"/>
                </a:lnTo>
                <a:lnTo>
                  <a:pt x="162652" y="1059834"/>
                </a:lnTo>
                <a:lnTo>
                  <a:pt x="217777" y="1114695"/>
                </a:lnTo>
                <a:lnTo>
                  <a:pt x="228674" y="1150075"/>
                </a:lnTo>
                <a:lnTo>
                  <a:pt x="239837" y="1150874"/>
                </a:lnTo>
                <a:lnTo>
                  <a:pt x="236770" y="1177259"/>
                </a:lnTo>
                <a:lnTo>
                  <a:pt x="326602" y="1244181"/>
                </a:lnTo>
                <a:lnTo>
                  <a:pt x="338316" y="1277232"/>
                </a:lnTo>
                <a:lnTo>
                  <a:pt x="421929" y="1320785"/>
                </a:lnTo>
                <a:lnTo>
                  <a:pt x="416310" y="1329857"/>
                </a:lnTo>
                <a:lnTo>
                  <a:pt x="429001" y="1351255"/>
                </a:lnTo>
                <a:lnTo>
                  <a:pt x="480252" y="1361040"/>
                </a:lnTo>
                <a:lnTo>
                  <a:pt x="528476" y="1404143"/>
                </a:lnTo>
                <a:lnTo>
                  <a:pt x="543400" y="1398239"/>
                </a:lnTo>
                <a:lnTo>
                  <a:pt x="578959" y="1428591"/>
                </a:lnTo>
                <a:lnTo>
                  <a:pt x="574161" y="1446185"/>
                </a:lnTo>
                <a:lnTo>
                  <a:pt x="614563" y="1507526"/>
                </a:lnTo>
                <a:lnTo>
                  <a:pt x="635877" y="1507622"/>
                </a:lnTo>
                <a:lnTo>
                  <a:pt x="667951" y="1532636"/>
                </a:lnTo>
                <a:lnTo>
                  <a:pt x="688520" y="1529399"/>
                </a:lnTo>
                <a:lnTo>
                  <a:pt x="684784" y="1538800"/>
                </a:lnTo>
                <a:lnTo>
                  <a:pt x="700859" y="1533863"/>
                </a:lnTo>
                <a:lnTo>
                  <a:pt x="691377" y="1499624"/>
                </a:lnTo>
                <a:lnTo>
                  <a:pt x="732209" y="1466521"/>
                </a:lnTo>
                <a:lnTo>
                  <a:pt x="732350" y="1419802"/>
                </a:lnTo>
                <a:lnTo>
                  <a:pt x="759697" y="1427432"/>
                </a:lnTo>
                <a:lnTo>
                  <a:pt x="770978" y="1411738"/>
                </a:lnTo>
                <a:lnTo>
                  <a:pt x="908048" y="1395753"/>
                </a:lnTo>
                <a:lnTo>
                  <a:pt x="948949" y="1379527"/>
                </a:lnTo>
                <a:lnTo>
                  <a:pt x="998893" y="1207059"/>
                </a:lnTo>
                <a:lnTo>
                  <a:pt x="992696" y="1106271"/>
                </a:lnTo>
                <a:lnTo>
                  <a:pt x="1075741" y="987422"/>
                </a:lnTo>
                <a:lnTo>
                  <a:pt x="1077447" y="963743"/>
                </a:lnTo>
                <a:lnTo>
                  <a:pt x="1090468" y="963753"/>
                </a:lnTo>
                <a:lnTo>
                  <a:pt x="1090604" y="947932"/>
                </a:lnTo>
                <a:lnTo>
                  <a:pt x="1122422" y="947933"/>
                </a:lnTo>
                <a:lnTo>
                  <a:pt x="1117548" y="923998"/>
                </a:lnTo>
                <a:lnTo>
                  <a:pt x="1126827" y="910611"/>
                </a:lnTo>
                <a:lnTo>
                  <a:pt x="1230129" y="843536"/>
                </a:lnTo>
                <a:lnTo>
                  <a:pt x="1218545" y="805364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AAGUAZU"/>
          <p:cNvSpPr/>
          <p:nvPr/>
        </p:nvSpPr>
        <p:spPr>
          <a:xfrm>
            <a:off x="9824434" y="3816906"/>
            <a:ext cx="718558" cy="503772"/>
          </a:xfrm>
          <a:custGeom>
            <a:avLst/>
            <a:gdLst/>
            <a:ahLst/>
            <a:cxnLst/>
            <a:rect l="l" t="t" r="r" b="b"/>
            <a:pathLst>
              <a:path w="718558" h="503772">
                <a:moveTo>
                  <a:pt x="108244" y="215578"/>
                </a:moveTo>
                <a:lnTo>
                  <a:pt x="109287" y="283969"/>
                </a:lnTo>
                <a:lnTo>
                  <a:pt x="87959" y="284254"/>
                </a:lnTo>
                <a:lnTo>
                  <a:pt x="71184" y="325085"/>
                </a:lnTo>
                <a:lnTo>
                  <a:pt x="87714" y="347094"/>
                </a:lnTo>
                <a:lnTo>
                  <a:pt x="109404" y="340728"/>
                </a:lnTo>
                <a:lnTo>
                  <a:pt x="70107" y="382971"/>
                </a:lnTo>
                <a:lnTo>
                  <a:pt x="0" y="426422"/>
                </a:lnTo>
                <a:lnTo>
                  <a:pt x="71313" y="503772"/>
                </a:lnTo>
                <a:lnTo>
                  <a:pt x="119636" y="470109"/>
                </a:lnTo>
                <a:lnTo>
                  <a:pt x="158252" y="466399"/>
                </a:lnTo>
                <a:lnTo>
                  <a:pt x="173915" y="445938"/>
                </a:lnTo>
                <a:lnTo>
                  <a:pt x="343009" y="470881"/>
                </a:lnTo>
                <a:lnTo>
                  <a:pt x="395247" y="498246"/>
                </a:lnTo>
                <a:lnTo>
                  <a:pt x="431965" y="491674"/>
                </a:lnTo>
                <a:lnTo>
                  <a:pt x="442290" y="478365"/>
                </a:lnTo>
                <a:lnTo>
                  <a:pt x="469144" y="483391"/>
                </a:lnTo>
                <a:lnTo>
                  <a:pt x="512208" y="428979"/>
                </a:lnTo>
                <a:lnTo>
                  <a:pt x="531580" y="442635"/>
                </a:lnTo>
                <a:lnTo>
                  <a:pt x="549290" y="363345"/>
                </a:lnTo>
                <a:lnTo>
                  <a:pt x="567875" y="352542"/>
                </a:lnTo>
                <a:lnTo>
                  <a:pt x="585648" y="317672"/>
                </a:lnTo>
                <a:lnTo>
                  <a:pt x="636093" y="348508"/>
                </a:lnTo>
                <a:lnTo>
                  <a:pt x="673040" y="345166"/>
                </a:lnTo>
                <a:lnTo>
                  <a:pt x="686889" y="373218"/>
                </a:lnTo>
                <a:lnTo>
                  <a:pt x="718558" y="365187"/>
                </a:lnTo>
                <a:lnTo>
                  <a:pt x="703239" y="345004"/>
                </a:lnTo>
                <a:lnTo>
                  <a:pt x="702982" y="317862"/>
                </a:lnTo>
                <a:lnTo>
                  <a:pt x="679442" y="308133"/>
                </a:lnTo>
                <a:lnTo>
                  <a:pt x="686387" y="295317"/>
                </a:lnTo>
                <a:lnTo>
                  <a:pt x="631823" y="257417"/>
                </a:lnTo>
                <a:lnTo>
                  <a:pt x="618148" y="234073"/>
                </a:lnTo>
                <a:lnTo>
                  <a:pt x="585439" y="232288"/>
                </a:lnTo>
                <a:lnTo>
                  <a:pt x="566271" y="203862"/>
                </a:lnTo>
                <a:lnTo>
                  <a:pt x="559834" y="154565"/>
                </a:lnTo>
                <a:lnTo>
                  <a:pt x="578081" y="101538"/>
                </a:lnTo>
                <a:lnTo>
                  <a:pt x="577684" y="41232"/>
                </a:lnTo>
                <a:lnTo>
                  <a:pt x="596619" y="20142"/>
                </a:lnTo>
                <a:lnTo>
                  <a:pt x="631465" y="25483"/>
                </a:lnTo>
                <a:lnTo>
                  <a:pt x="638414" y="12697"/>
                </a:lnTo>
                <a:lnTo>
                  <a:pt x="622970" y="0"/>
                </a:lnTo>
                <a:lnTo>
                  <a:pt x="596112" y="832"/>
                </a:lnTo>
                <a:lnTo>
                  <a:pt x="573746" y="20027"/>
                </a:lnTo>
                <a:lnTo>
                  <a:pt x="562567" y="11426"/>
                </a:lnTo>
                <a:lnTo>
                  <a:pt x="552514" y="30199"/>
                </a:lnTo>
                <a:lnTo>
                  <a:pt x="518782" y="30792"/>
                </a:lnTo>
                <a:lnTo>
                  <a:pt x="510027" y="43015"/>
                </a:lnTo>
                <a:lnTo>
                  <a:pt x="499068" y="20205"/>
                </a:lnTo>
                <a:lnTo>
                  <a:pt x="484576" y="21560"/>
                </a:lnTo>
                <a:lnTo>
                  <a:pt x="466438" y="69316"/>
                </a:lnTo>
                <a:lnTo>
                  <a:pt x="429648" y="83567"/>
                </a:lnTo>
                <a:lnTo>
                  <a:pt x="418852" y="104422"/>
                </a:lnTo>
                <a:lnTo>
                  <a:pt x="428972" y="129098"/>
                </a:lnTo>
                <a:lnTo>
                  <a:pt x="421207" y="147581"/>
                </a:lnTo>
                <a:lnTo>
                  <a:pt x="403503" y="143558"/>
                </a:lnTo>
                <a:lnTo>
                  <a:pt x="375370" y="160502"/>
                </a:lnTo>
                <a:lnTo>
                  <a:pt x="324842" y="149774"/>
                </a:lnTo>
                <a:lnTo>
                  <a:pt x="307949" y="180307"/>
                </a:lnTo>
                <a:lnTo>
                  <a:pt x="285080" y="189392"/>
                </a:lnTo>
                <a:lnTo>
                  <a:pt x="271377" y="181506"/>
                </a:lnTo>
                <a:lnTo>
                  <a:pt x="264376" y="191729"/>
                </a:lnTo>
                <a:lnTo>
                  <a:pt x="223383" y="121884"/>
                </a:lnTo>
                <a:lnTo>
                  <a:pt x="214695" y="138838"/>
                </a:lnTo>
                <a:lnTo>
                  <a:pt x="244837" y="192520"/>
                </a:lnTo>
                <a:lnTo>
                  <a:pt x="173831" y="180990"/>
                </a:lnTo>
                <a:lnTo>
                  <a:pt x="124979" y="218232"/>
                </a:lnTo>
                <a:lnTo>
                  <a:pt x="108244" y="215578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AAZAPA"/>
          <p:cNvSpPr/>
          <p:nvPr/>
        </p:nvSpPr>
        <p:spPr>
          <a:xfrm>
            <a:off x="9827088" y="4245778"/>
            <a:ext cx="594733" cy="515055"/>
          </a:xfrm>
          <a:custGeom>
            <a:avLst/>
            <a:gdLst/>
            <a:ahLst/>
            <a:cxnLst/>
            <a:rect l="l" t="t" r="r" b="b"/>
            <a:pathLst>
              <a:path w="594733" h="515055">
                <a:moveTo>
                  <a:pt x="81538" y="271983"/>
                </a:moveTo>
                <a:lnTo>
                  <a:pt x="77856" y="285294"/>
                </a:lnTo>
                <a:lnTo>
                  <a:pt x="60030" y="290212"/>
                </a:lnTo>
                <a:lnTo>
                  <a:pt x="32701" y="363696"/>
                </a:lnTo>
                <a:lnTo>
                  <a:pt x="0" y="412678"/>
                </a:lnTo>
                <a:lnTo>
                  <a:pt x="15368" y="423412"/>
                </a:lnTo>
                <a:lnTo>
                  <a:pt x="15956" y="445524"/>
                </a:lnTo>
                <a:lnTo>
                  <a:pt x="78830" y="463148"/>
                </a:lnTo>
                <a:lnTo>
                  <a:pt x="69296" y="484506"/>
                </a:lnTo>
                <a:lnTo>
                  <a:pt x="77159" y="494489"/>
                </a:lnTo>
                <a:lnTo>
                  <a:pt x="133021" y="515055"/>
                </a:lnTo>
                <a:lnTo>
                  <a:pt x="218657" y="475929"/>
                </a:lnTo>
                <a:lnTo>
                  <a:pt x="249987" y="480079"/>
                </a:lnTo>
                <a:lnTo>
                  <a:pt x="248091" y="463447"/>
                </a:lnTo>
                <a:lnTo>
                  <a:pt x="272047" y="447087"/>
                </a:lnTo>
                <a:lnTo>
                  <a:pt x="278139" y="417924"/>
                </a:lnTo>
                <a:lnTo>
                  <a:pt x="294630" y="405271"/>
                </a:lnTo>
                <a:lnTo>
                  <a:pt x="304224" y="414829"/>
                </a:lnTo>
                <a:lnTo>
                  <a:pt x="310409" y="401274"/>
                </a:lnTo>
                <a:lnTo>
                  <a:pt x="348544" y="401190"/>
                </a:lnTo>
                <a:lnTo>
                  <a:pt x="387916" y="350104"/>
                </a:lnTo>
                <a:lnTo>
                  <a:pt x="433244" y="338263"/>
                </a:lnTo>
                <a:lnTo>
                  <a:pt x="465770" y="362270"/>
                </a:lnTo>
                <a:lnTo>
                  <a:pt x="478017" y="341937"/>
                </a:lnTo>
                <a:lnTo>
                  <a:pt x="502087" y="335001"/>
                </a:lnTo>
                <a:lnTo>
                  <a:pt x="498756" y="317898"/>
                </a:lnTo>
                <a:lnTo>
                  <a:pt x="541728" y="318762"/>
                </a:lnTo>
                <a:lnTo>
                  <a:pt x="553561" y="302134"/>
                </a:lnTo>
                <a:lnTo>
                  <a:pt x="560238" y="235642"/>
                </a:lnTo>
                <a:lnTo>
                  <a:pt x="594733" y="216468"/>
                </a:lnTo>
                <a:lnTo>
                  <a:pt x="558263" y="188949"/>
                </a:lnTo>
                <a:lnTo>
                  <a:pt x="541352" y="207417"/>
                </a:lnTo>
                <a:lnTo>
                  <a:pt x="535026" y="192490"/>
                </a:lnTo>
                <a:lnTo>
                  <a:pt x="482600" y="191859"/>
                </a:lnTo>
                <a:lnTo>
                  <a:pt x="509957" y="63562"/>
                </a:lnTo>
                <a:lnTo>
                  <a:pt x="538609" y="40253"/>
                </a:lnTo>
                <a:lnTo>
                  <a:pt x="527981" y="9471"/>
                </a:lnTo>
                <a:lnTo>
                  <a:pt x="509781" y="0"/>
                </a:lnTo>
                <a:lnTo>
                  <a:pt x="487825" y="39417"/>
                </a:lnTo>
                <a:lnTo>
                  <a:pt x="450880" y="51569"/>
                </a:lnTo>
                <a:lnTo>
                  <a:pt x="434854" y="88615"/>
                </a:lnTo>
                <a:lnTo>
                  <a:pt x="403924" y="78789"/>
                </a:lnTo>
                <a:lnTo>
                  <a:pt x="406027" y="101897"/>
                </a:lnTo>
                <a:lnTo>
                  <a:pt x="372150" y="112698"/>
                </a:lnTo>
                <a:lnTo>
                  <a:pt x="348092" y="142856"/>
                </a:lnTo>
                <a:lnTo>
                  <a:pt x="325094" y="133562"/>
                </a:lnTo>
                <a:lnTo>
                  <a:pt x="297482" y="148861"/>
                </a:lnTo>
                <a:lnTo>
                  <a:pt x="278555" y="200872"/>
                </a:lnTo>
                <a:lnTo>
                  <a:pt x="248400" y="218799"/>
                </a:lnTo>
                <a:lnTo>
                  <a:pt x="211021" y="183445"/>
                </a:lnTo>
                <a:lnTo>
                  <a:pt x="184490" y="203769"/>
                </a:lnTo>
                <a:lnTo>
                  <a:pt x="162700" y="202771"/>
                </a:lnTo>
                <a:lnTo>
                  <a:pt x="165755" y="249059"/>
                </a:lnTo>
                <a:lnTo>
                  <a:pt x="116680" y="241590"/>
                </a:lnTo>
                <a:lnTo>
                  <a:pt x="110517" y="268776"/>
                </a:lnTo>
                <a:lnTo>
                  <a:pt x="81538" y="271983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ANINDEYU"/>
          <p:cNvSpPr/>
          <p:nvPr/>
        </p:nvSpPr>
        <p:spPr>
          <a:xfrm>
            <a:off x="10078433" y="3435036"/>
            <a:ext cx="711596" cy="510968"/>
          </a:xfrm>
          <a:custGeom>
            <a:avLst/>
            <a:gdLst/>
            <a:ahLst/>
            <a:cxnLst/>
            <a:rect l="l" t="t" r="r" b="b"/>
            <a:pathLst>
              <a:path w="711596" h="510968">
                <a:moveTo>
                  <a:pt x="174973" y="510968"/>
                </a:moveTo>
                <a:lnTo>
                  <a:pt x="164853" y="486292"/>
                </a:lnTo>
                <a:lnTo>
                  <a:pt x="175649" y="465437"/>
                </a:lnTo>
                <a:lnTo>
                  <a:pt x="212439" y="451186"/>
                </a:lnTo>
                <a:lnTo>
                  <a:pt x="230577" y="403430"/>
                </a:lnTo>
                <a:lnTo>
                  <a:pt x="245069" y="402075"/>
                </a:lnTo>
                <a:lnTo>
                  <a:pt x="256028" y="424885"/>
                </a:lnTo>
                <a:lnTo>
                  <a:pt x="342113" y="382702"/>
                </a:lnTo>
                <a:lnTo>
                  <a:pt x="386174" y="387717"/>
                </a:lnTo>
                <a:lnTo>
                  <a:pt x="400870" y="414847"/>
                </a:lnTo>
                <a:lnTo>
                  <a:pt x="467939" y="425811"/>
                </a:lnTo>
                <a:lnTo>
                  <a:pt x="473610" y="448255"/>
                </a:lnTo>
                <a:lnTo>
                  <a:pt x="495345" y="466158"/>
                </a:lnTo>
                <a:lnTo>
                  <a:pt x="520654" y="456029"/>
                </a:lnTo>
                <a:lnTo>
                  <a:pt x="547653" y="473048"/>
                </a:lnTo>
                <a:lnTo>
                  <a:pt x="564182" y="463611"/>
                </a:lnTo>
                <a:lnTo>
                  <a:pt x="564045" y="482680"/>
                </a:lnTo>
                <a:lnTo>
                  <a:pt x="599654" y="472627"/>
                </a:lnTo>
                <a:lnTo>
                  <a:pt x="639957" y="485776"/>
                </a:lnTo>
                <a:lnTo>
                  <a:pt x="653571" y="468627"/>
                </a:lnTo>
                <a:lnTo>
                  <a:pt x="679287" y="480038"/>
                </a:lnTo>
                <a:lnTo>
                  <a:pt x="690181" y="441456"/>
                </a:lnTo>
                <a:lnTo>
                  <a:pt x="683293" y="395538"/>
                </a:lnTo>
                <a:lnTo>
                  <a:pt x="711596" y="336956"/>
                </a:lnTo>
                <a:lnTo>
                  <a:pt x="679172" y="255039"/>
                </a:lnTo>
                <a:lnTo>
                  <a:pt x="710642" y="215465"/>
                </a:lnTo>
                <a:lnTo>
                  <a:pt x="665244" y="187789"/>
                </a:lnTo>
                <a:lnTo>
                  <a:pt x="644416" y="154524"/>
                </a:lnTo>
                <a:lnTo>
                  <a:pt x="558892" y="117102"/>
                </a:lnTo>
                <a:lnTo>
                  <a:pt x="545601" y="138207"/>
                </a:lnTo>
                <a:lnTo>
                  <a:pt x="476578" y="152607"/>
                </a:lnTo>
                <a:lnTo>
                  <a:pt x="457904" y="179775"/>
                </a:lnTo>
                <a:lnTo>
                  <a:pt x="436448" y="175953"/>
                </a:lnTo>
                <a:lnTo>
                  <a:pt x="412822" y="190319"/>
                </a:lnTo>
                <a:lnTo>
                  <a:pt x="396088" y="177740"/>
                </a:lnTo>
                <a:lnTo>
                  <a:pt x="350879" y="198662"/>
                </a:lnTo>
                <a:lnTo>
                  <a:pt x="322988" y="178979"/>
                </a:lnTo>
                <a:lnTo>
                  <a:pt x="309120" y="190924"/>
                </a:lnTo>
                <a:lnTo>
                  <a:pt x="286474" y="182642"/>
                </a:lnTo>
                <a:lnTo>
                  <a:pt x="270174" y="159419"/>
                </a:lnTo>
                <a:lnTo>
                  <a:pt x="267306" y="119925"/>
                </a:lnTo>
                <a:lnTo>
                  <a:pt x="276080" y="108148"/>
                </a:lnTo>
                <a:lnTo>
                  <a:pt x="271445" y="80865"/>
                </a:lnTo>
                <a:lnTo>
                  <a:pt x="282713" y="72760"/>
                </a:lnTo>
                <a:lnTo>
                  <a:pt x="262442" y="63726"/>
                </a:lnTo>
                <a:lnTo>
                  <a:pt x="261845" y="48729"/>
                </a:lnTo>
                <a:lnTo>
                  <a:pt x="236280" y="42285"/>
                </a:lnTo>
                <a:lnTo>
                  <a:pt x="242626" y="19892"/>
                </a:lnTo>
                <a:lnTo>
                  <a:pt x="233945" y="0"/>
                </a:lnTo>
                <a:lnTo>
                  <a:pt x="212995" y="52430"/>
                </a:lnTo>
                <a:lnTo>
                  <a:pt x="169556" y="56716"/>
                </a:lnTo>
                <a:lnTo>
                  <a:pt x="102767" y="120546"/>
                </a:lnTo>
                <a:lnTo>
                  <a:pt x="54035" y="121200"/>
                </a:lnTo>
                <a:lnTo>
                  <a:pt x="72668" y="204813"/>
                </a:lnTo>
                <a:lnTo>
                  <a:pt x="58976" y="202058"/>
                </a:lnTo>
                <a:lnTo>
                  <a:pt x="10098" y="239841"/>
                </a:lnTo>
                <a:lnTo>
                  <a:pt x="0" y="286859"/>
                </a:lnTo>
                <a:lnTo>
                  <a:pt x="17117" y="315303"/>
                </a:lnTo>
                <a:lnTo>
                  <a:pt x="18567" y="349543"/>
                </a:lnTo>
                <a:lnTo>
                  <a:pt x="54549" y="371922"/>
                </a:lnTo>
                <a:lnTo>
                  <a:pt x="123795" y="502014"/>
                </a:lnTo>
                <a:lnTo>
                  <a:pt x="174973" y="510968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ENTRAL"/>
          <p:cNvSpPr/>
          <p:nvPr/>
        </p:nvSpPr>
        <p:spPr>
          <a:xfrm>
            <a:off x="9463326" y="4072661"/>
            <a:ext cx="234912" cy="376394"/>
          </a:xfrm>
          <a:custGeom>
            <a:avLst/>
            <a:gdLst/>
            <a:ahLst/>
            <a:cxnLst/>
            <a:rect l="l" t="t" r="r" b="b"/>
            <a:pathLst>
              <a:path w="234912" h="376394">
                <a:moveTo>
                  <a:pt x="68635" y="115077"/>
                </a:moveTo>
                <a:lnTo>
                  <a:pt x="99791" y="141724"/>
                </a:lnTo>
                <a:lnTo>
                  <a:pt x="92857" y="189941"/>
                </a:lnTo>
                <a:lnTo>
                  <a:pt x="77211" y="210794"/>
                </a:lnTo>
                <a:lnTo>
                  <a:pt x="56587" y="203491"/>
                </a:lnTo>
                <a:lnTo>
                  <a:pt x="56600" y="228128"/>
                </a:lnTo>
                <a:lnTo>
                  <a:pt x="32097" y="224398"/>
                </a:lnTo>
                <a:lnTo>
                  <a:pt x="22141" y="243245"/>
                </a:lnTo>
                <a:lnTo>
                  <a:pt x="35324" y="253595"/>
                </a:lnTo>
                <a:lnTo>
                  <a:pt x="0" y="269357"/>
                </a:lnTo>
                <a:lnTo>
                  <a:pt x="6813" y="301354"/>
                </a:lnTo>
                <a:lnTo>
                  <a:pt x="27570" y="271853"/>
                </a:lnTo>
                <a:lnTo>
                  <a:pt x="31963" y="300440"/>
                </a:lnTo>
                <a:lnTo>
                  <a:pt x="84030" y="312112"/>
                </a:lnTo>
                <a:lnTo>
                  <a:pt x="78787" y="323827"/>
                </a:lnTo>
                <a:lnTo>
                  <a:pt x="115240" y="347635"/>
                </a:lnTo>
                <a:lnTo>
                  <a:pt x="108663" y="360335"/>
                </a:lnTo>
                <a:lnTo>
                  <a:pt x="122076" y="356754"/>
                </a:lnTo>
                <a:lnTo>
                  <a:pt x="121611" y="376394"/>
                </a:lnTo>
                <a:lnTo>
                  <a:pt x="152668" y="321326"/>
                </a:lnTo>
                <a:lnTo>
                  <a:pt x="133291" y="267378"/>
                </a:lnTo>
                <a:lnTo>
                  <a:pt x="152473" y="242397"/>
                </a:lnTo>
                <a:lnTo>
                  <a:pt x="150655" y="223160"/>
                </a:lnTo>
                <a:lnTo>
                  <a:pt x="179839" y="207985"/>
                </a:lnTo>
                <a:lnTo>
                  <a:pt x="188870" y="142153"/>
                </a:lnTo>
                <a:lnTo>
                  <a:pt x="218680" y="134940"/>
                </a:lnTo>
                <a:lnTo>
                  <a:pt x="234912" y="110783"/>
                </a:lnTo>
                <a:lnTo>
                  <a:pt x="197231" y="104176"/>
                </a:lnTo>
                <a:lnTo>
                  <a:pt x="179740" y="80070"/>
                </a:lnTo>
                <a:lnTo>
                  <a:pt x="181899" y="54997"/>
                </a:lnTo>
                <a:lnTo>
                  <a:pt x="121298" y="0"/>
                </a:lnTo>
                <a:lnTo>
                  <a:pt x="93744" y="51666"/>
                </a:lnTo>
                <a:lnTo>
                  <a:pt x="111138" y="59420"/>
                </a:lnTo>
                <a:lnTo>
                  <a:pt x="105390" y="80991"/>
                </a:lnTo>
                <a:lnTo>
                  <a:pt x="89436" y="99291"/>
                </a:lnTo>
                <a:lnTo>
                  <a:pt x="78565" y="87819"/>
                </a:lnTo>
                <a:lnTo>
                  <a:pt x="68635" y="115077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ONCEPCION"/>
          <p:cNvSpPr/>
          <p:nvPr/>
        </p:nvSpPr>
        <p:spPr>
          <a:xfrm>
            <a:off x="9401454" y="2851322"/>
            <a:ext cx="692679" cy="578121"/>
          </a:xfrm>
          <a:custGeom>
            <a:avLst/>
            <a:gdLst/>
            <a:ahLst/>
            <a:cxnLst/>
            <a:rect l="l" t="t" r="r" b="b"/>
            <a:pathLst>
              <a:path w="692679" h="578121">
                <a:moveTo>
                  <a:pt x="433951" y="86249"/>
                </a:moveTo>
                <a:lnTo>
                  <a:pt x="418632" y="83297"/>
                </a:lnTo>
                <a:lnTo>
                  <a:pt x="411453" y="65972"/>
                </a:lnTo>
                <a:lnTo>
                  <a:pt x="404383" y="74276"/>
                </a:lnTo>
                <a:lnTo>
                  <a:pt x="370605" y="56457"/>
                </a:lnTo>
                <a:lnTo>
                  <a:pt x="338563" y="68067"/>
                </a:lnTo>
                <a:lnTo>
                  <a:pt x="293143" y="50856"/>
                </a:lnTo>
                <a:lnTo>
                  <a:pt x="279987" y="67352"/>
                </a:lnTo>
                <a:lnTo>
                  <a:pt x="260741" y="54886"/>
                </a:lnTo>
                <a:lnTo>
                  <a:pt x="250157" y="65969"/>
                </a:lnTo>
                <a:lnTo>
                  <a:pt x="230081" y="60417"/>
                </a:lnTo>
                <a:lnTo>
                  <a:pt x="217934" y="46432"/>
                </a:lnTo>
                <a:lnTo>
                  <a:pt x="153508" y="37345"/>
                </a:lnTo>
                <a:lnTo>
                  <a:pt x="141870" y="4616"/>
                </a:lnTo>
                <a:lnTo>
                  <a:pt x="106257" y="3112"/>
                </a:lnTo>
                <a:lnTo>
                  <a:pt x="94323" y="20833"/>
                </a:lnTo>
                <a:lnTo>
                  <a:pt x="70292" y="27528"/>
                </a:lnTo>
                <a:lnTo>
                  <a:pt x="61344" y="15045"/>
                </a:lnTo>
                <a:lnTo>
                  <a:pt x="48238" y="21990"/>
                </a:lnTo>
                <a:lnTo>
                  <a:pt x="23434" y="15128"/>
                </a:lnTo>
                <a:lnTo>
                  <a:pt x="19132" y="0"/>
                </a:lnTo>
                <a:lnTo>
                  <a:pt x="0" y="1535"/>
                </a:lnTo>
                <a:lnTo>
                  <a:pt x="13551" y="19621"/>
                </a:lnTo>
                <a:lnTo>
                  <a:pt x="15338" y="78610"/>
                </a:lnTo>
                <a:lnTo>
                  <a:pt x="37850" y="74619"/>
                </a:lnTo>
                <a:lnTo>
                  <a:pt x="42889" y="99758"/>
                </a:lnTo>
                <a:lnTo>
                  <a:pt x="65280" y="119628"/>
                </a:lnTo>
                <a:lnTo>
                  <a:pt x="47448" y="135425"/>
                </a:lnTo>
                <a:lnTo>
                  <a:pt x="61465" y="197630"/>
                </a:lnTo>
                <a:lnTo>
                  <a:pt x="82059" y="227127"/>
                </a:lnTo>
                <a:lnTo>
                  <a:pt x="31090" y="233457"/>
                </a:lnTo>
                <a:lnTo>
                  <a:pt x="22718" y="263496"/>
                </a:lnTo>
                <a:lnTo>
                  <a:pt x="43774" y="291764"/>
                </a:lnTo>
                <a:lnTo>
                  <a:pt x="67984" y="298270"/>
                </a:lnTo>
                <a:lnTo>
                  <a:pt x="75684" y="321974"/>
                </a:lnTo>
                <a:lnTo>
                  <a:pt x="63834" y="337156"/>
                </a:lnTo>
                <a:lnTo>
                  <a:pt x="84443" y="359960"/>
                </a:lnTo>
                <a:lnTo>
                  <a:pt x="76098" y="383808"/>
                </a:lnTo>
                <a:lnTo>
                  <a:pt x="104915" y="409670"/>
                </a:lnTo>
                <a:lnTo>
                  <a:pt x="134287" y="409911"/>
                </a:lnTo>
                <a:lnTo>
                  <a:pt x="137581" y="443906"/>
                </a:lnTo>
                <a:lnTo>
                  <a:pt x="185864" y="484980"/>
                </a:lnTo>
                <a:lnTo>
                  <a:pt x="174998" y="512349"/>
                </a:lnTo>
                <a:lnTo>
                  <a:pt x="201887" y="565147"/>
                </a:lnTo>
                <a:lnTo>
                  <a:pt x="234641" y="578121"/>
                </a:lnTo>
                <a:lnTo>
                  <a:pt x="442045" y="543979"/>
                </a:lnTo>
                <a:lnTo>
                  <a:pt x="461493" y="554477"/>
                </a:lnTo>
                <a:lnTo>
                  <a:pt x="545604" y="556805"/>
                </a:lnTo>
                <a:lnTo>
                  <a:pt x="563850" y="537512"/>
                </a:lnTo>
                <a:lnTo>
                  <a:pt x="585700" y="542497"/>
                </a:lnTo>
                <a:lnTo>
                  <a:pt x="609873" y="525470"/>
                </a:lnTo>
                <a:lnTo>
                  <a:pt x="634169" y="500503"/>
                </a:lnTo>
                <a:lnTo>
                  <a:pt x="641924" y="472510"/>
                </a:lnTo>
                <a:lnTo>
                  <a:pt x="666361" y="463456"/>
                </a:lnTo>
                <a:lnTo>
                  <a:pt x="659823" y="449106"/>
                </a:lnTo>
                <a:lnTo>
                  <a:pt x="672094" y="421689"/>
                </a:lnTo>
                <a:lnTo>
                  <a:pt x="688754" y="420219"/>
                </a:lnTo>
                <a:lnTo>
                  <a:pt x="692679" y="389134"/>
                </a:lnTo>
                <a:lnTo>
                  <a:pt x="631403" y="244742"/>
                </a:lnTo>
                <a:lnTo>
                  <a:pt x="597900" y="255508"/>
                </a:lnTo>
                <a:lnTo>
                  <a:pt x="576507" y="281606"/>
                </a:lnTo>
                <a:lnTo>
                  <a:pt x="553429" y="283681"/>
                </a:lnTo>
                <a:lnTo>
                  <a:pt x="533079" y="330891"/>
                </a:lnTo>
                <a:lnTo>
                  <a:pt x="519219" y="336538"/>
                </a:lnTo>
                <a:lnTo>
                  <a:pt x="494007" y="323436"/>
                </a:lnTo>
                <a:lnTo>
                  <a:pt x="476761" y="332453"/>
                </a:lnTo>
                <a:lnTo>
                  <a:pt x="475926" y="308126"/>
                </a:lnTo>
                <a:lnTo>
                  <a:pt x="499766" y="291356"/>
                </a:lnTo>
                <a:lnTo>
                  <a:pt x="493626" y="259252"/>
                </a:lnTo>
                <a:lnTo>
                  <a:pt x="470871" y="230359"/>
                </a:lnTo>
                <a:lnTo>
                  <a:pt x="466452" y="186658"/>
                </a:lnTo>
                <a:lnTo>
                  <a:pt x="474575" y="152208"/>
                </a:lnTo>
                <a:lnTo>
                  <a:pt x="514512" y="114361"/>
                </a:lnTo>
                <a:lnTo>
                  <a:pt x="433951" y="86249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ORDILLERA"/>
          <p:cNvSpPr/>
          <p:nvPr/>
        </p:nvSpPr>
        <p:spPr>
          <a:xfrm>
            <a:off x="9592858" y="3970042"/>
            <a:ext cx="340980" cy="333730"/>
          </a:xfrm>
          <a:custGeom>
            <a:avLst/>
            <a:gdLst/>
            <a:ahLst/>
            <a:cxnLst/>
            <a:rect l="l" t="t" r="r" b="b"/>
            <a:pathLst>
              <a:path w="340980" h="333730">
                <a:moveTo>
                  <a:pt x="77807" y="32729"/>
                </a:moveTo>
                <a:lnTo>
                  <a:pt x="64721" y="36325"/>
                </a:lnTo>
                <a:lnTo>
                  <a:pt x="36602" y="89663"/>
                </a:lnTo>
                <a:lnTo>
                  <a:pt x="0" y="105549"/>
                </a:lnTo>
                <a:lnTo>
                  <a:pt x="53857" y="159706"/>
                </a:lnTo>
                <a:lnTo>
                  <a:pt x="51537" y="186640"/>
                </a:lnTo>
                <a:lnTo>
                  <a:pt x="69907" y="208392"/>
                </a:lnTo>
                <a:lnTo>
                  <a:pt x="101427" y="206478"/>
                </a:lnTo>
                <a:lnTo>
                  <a:pt x="144705" y="299631"/>
                </a:lnTo>
                <a:lnTo>
                  <a:pt x="211840" y="291992"/>
                </a:lnTo>
                <a:lnTo>
                  <a:pt x="198924" y="328140"/>
                </a:lnTo>
                <a:lnTo>
                  <a:pt x="223425" y="333730"/>
                </a:lnTo>
                <a:lnTo>
                  <a:pt x="250208" y="316344"/>
                </a:lnTo>
                <a:lnTo>
                  <a:pt x="281666" y="331386"/>
                </a:lnTo>
                <a:lnTo>
                  <a:pt x="231760" y="271970"/>
                </a:lnTo>
                <a:lnTo>
                  <a:pt x="301683" y="229835"/>
                </a:lnTo>
                <a:lnTo>
                  <a:pt x="340980" y="187592"/>
                </a:lnTo>
                <a:lnTo>
                  <a:pt x="319290" y="193958"/>
                </a:lnTo>
                <a:lnTo>
                  <a:pt x="302760" y="171949"/>
                </a:lnTo>
                <a:lnTo>
                  <a:pt x="319535" y="131118"/>
                </a:lnTo>
                <a:lnTo>
                  <a:pt x="340863" y="130833"/>
                </a:lnTo>
                <a:lnTo>
                  <a:pt x="339820" y="62442"/>
                </a:lnTo>
                <a:lnTo>
                  <a:pt x="320382" y="54603"/>
                </a:lnTo>
                <a:lnTo>
                  <a:pt x="295102" y="10338"/>
                </a:lnTo>
                <a:lnTo>
                  <a:pt x="277149" y="21210"/>
                </a:lnTo>
                <a:lnTo>
                  <a:pt x="196714" y="0"/>
                </a:lnTo>
                <a:lnTo>
                  <a:pt x="173462" y="54942"/>
                </a:lnTo>
                <a:lnTo>
                  <a:pt x="158310" y="56646"/>
                </a:lnTo>
                <a:lnTo>
                  <a:pt x="161276" y="69682"/>
                </a:lnTo>
                <a:lnTo>
                  <a:pt x="138896" y="71232"/>
                </a:lnTo>
                <a:lnTo>
                  <a:pt x="106454" y="43455"/>
                </a:lnTo>
                <a:lnTo>
                  <a:pt x="99420" y="52898"/>
                </a:lnTo>
                <a:lnTo>
                  <a:pt x="79830" y="44230"/>
                </a:lnTo>
                <a:lnTo>
                  <a:pt x="77807" y="32729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UAIRA"/>
          <p:cNvSpPr/>
          <p:nvPr/>
        </p:nvSpPr>
        <p:spPr>
          <a:xfrm>
            <a:off x="9864552" y="4262474"/>
            <a:ext cx="414292" cy="256374"/>
          </a:xfrm>
          <a:custGeom>
            <a:avLst/>
            <a:gdLst/>
            <a:ahLst/>
            <a:cxnLst/>
            <a:rect l="l" t="t" r="r" b="b"/>
            <a:pathLst>
              <a:path w="414292" h="256374">
                <a:moveTo>
                  <a:pt x="414292" y="34651"/>
                </a:moveTo>
                <a:lnTo>
                  <a:pt x="355129" y="52678"/>
                </a:lnTo>
                <a:lnTo>
                  <a:pt x="302891" y="25313"/>
                </a:lnTo>
                <a:lnTo>
                  <a:pt x="160168" y="0"/>
                </a:lnTo>
                <a:lnTo>
                  <a:pt x="126614" y="3497"/>
                </a:lnTo>
                <a:lnTo>
                  <a:pt x="100211" y="29095"/>
                </a:lnTo>
                <a:lnTo>
                  <a:pt x="79451" y="24571"/>
                </a:lnTo>
                <a:lnTo>
                  <a:pt x="28950" y="54870"/>
                </a:lnTo>
                <a:lnTo>
                  <a:pt x="21622" y="80004"/>
                </a:lnTo>
                <a:lnTo>
                  <a:pt x="30464" y="115783"/>
                </a:lnTo>
                <a:lnTo>
                  <a:pt x="51636" y="141985"/>
                </a:lnTo>
                <a:lnTo>
                  <a:pt x="52109" y="167923"/>
                </a:lnTo>
                <a:lnTo>
                  <a:pt x="0" y="156928"/>
                </a:lnTo>
                <a:lnTo>
                  <a:pt x="17090" y="188380"/>
                </a:lnTo>
                <a:lnTo>
                  <a:pt x="13623" y="230741"/>
                </a:lnTo>
                <a:lnTo>
                  <a:pt x="45176" y="256374"/>
                </a:lnTo>
                <a:lnTo>
                  <a:pt x="53710" y="246499"/>
                </a:lnTo>
                <a:lnTo>
                  <a:pt x="73053" y="252080"/>
                </a:lnTo>
                <a:lnTo>
                  <a:pt x="79216" y="224894"/>
                </a:lnTo>
                <a:lnTo>
                  <a:pt x="128291" y="232363"/>
                </a:lnTo>
                <a:lnTo>
                  <a:pt x="125236" y="186075"/>
                </a:lnTo>
                <a:lnTo>
                  <a:pt x="147026" y="187073"/>
                </a:lnTo>
                <a:lnTo>
                  <a:pt x="173557" y="166749"/>
                </a:lnTo>
                <a:lnTo>
                  <a:pt x="214055" y="200989"/>
                </a:lnTo>
                <a:lnTo>
                  <a:pt x="241091" y="184176"/>
                </a:lnTo>
                <a:lnTo>
                  <a:pt x="260018" y="132165"/>
                </a:lnTo>
                <a:lnTo>
                  <a:pt x="287630" y="116866"/>
                </a:lnTo>
                <a:lnTo>
                  <a:pt x="310628" y="126160"/>
                </a:lnTo>
                <a:lnTo>
                  <a:pt x="334686" y="96002"/>
                </a:lnTo>
                <a:lnTo>
                  <a:pt x="368563" y="85201"/>
                </a:lnTo>
                <a:lnTo>
                  <a:pt x="366460" y="62093"/>
                </a:lnTo>
                <a:lnTo>
                  <a:pt x="397390" y="71919"/>
                </a:lnTo>
                <a:lnTo>
                  <a:pt x="414292" y="34651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TAPUA"/>
          <p:cNvSpPr/>
          <p:nvPr/>
        </p:nvSpPr>
        <p:spPr>
          <a:xfrm>
            <a:off x="9813551" y="4476408"/>
            <a:ext cx="831735" cy="607413"/>
          </a:xfrm>
          <a:custGeom>
            <a:avLst/>
            <a:gdLst/>
            <a:ahLst/>
            <a:cxnLst/>
            <a:rect l="l" t="t" r="r" b="b"/>
            <a:pathLst>
              <a:path w="831735" h="607413">
                <a:moveTo>
                  <a:pt x="84056" y="256821"/>
                </a:moveTo>
                <a:lnTo>
                  <a:pt x="92988" y="427078"/>
                </a:lnTo>
                <a:lnTo>
                  <a:pt x="65147" y="463338"/>
                </a:lnTo>
                <a:lnTo>
                  <a:pt x="81795" y="504947"/>
                </a:lnTo>
                <a:lnTo>
                  <a:pt x="0" y="534992"/>
                </a:lnTo>
                <a:lnTo>
                  <a:pt x="49947" y="569522"/>
                </a:lnTo>
                <a:lnTo>
                  <a:pt x="70930" y="550930"/>
                </a:lnTo>
                <a:lnTo>
                  <a:pt x="109884" y="545384"/>
                </a:lnTo>
                <a:lnTo>
                  <a:pt x="149918" y="593056"/>
                </a:lnTo>
                <a:lnTo>
                  <a:pt x="183134" y="607413"/>
                </a:lnTo>
                <a:lnTo>
                  <a:pt x="219048" y="561886"/>
                </a:lnTo>
                <a:lnTo>
                  <a:pt x="220270" y="534383"/>
                </a:lnTo>
                <a:lnTo>
                  <a:pt x="292547" y="492745"/>
                </a:lnTo>
                <a:lnTo>
                  <a:pt x="370445" y="506071"/>
                </a:lnTo>
                <a:lnTo>
                  <a:pt x="393527" y="540040"/>
                </a:lnTo>
                <a:lnTo>
                  <a:pt x="428868" y="547409"/>
                </a:lnTo>
                <a:lnTo>
                  <a:pt x="481220" y="500022"/>
                </a:lnTo>
                <a:lnTo>
                  <a:pt x="486386" y="466833"/>
                </a:lnTo>
                <a:lnTo>
                  <a:pt x="470331" y="441687"/>
                </a:lnTo>
                <a:lnTo>
                  <a:pt x="491800" y="432432"/>
                </a:lnTo>
                <a:lnTo>
                  <a:pt x="494444" y="410749"/>
                </a:lnTo>
                <a:lnTo>
                  <a:pt x="532650" y="409271"/>
                </a:lnTo>
                <a:lnTo>
                  <a:pt x="535723" y="377018"/>
                </a:lnTo>
                <a:lnTo>
                  <a:pt x="561102" y="353684"/>
                </a:lnTo>
                <a:lnTo>
                  <a:pt x="603425" y="342344"/>
                </a:lnTo>
                <a:lnTo>
                  <a:pt x="624030" y="355156"/>
                </a:lnTo>
                <a:lnTo>
                  <a:pt x="648908" y="348464"/>
                </a:lnTo>
                <a:lnTo>
                  <a:pt x="648988" y="312714"/>
                </a:lnTo>
                <a:lnTo>
                  <a:pt x="680857" y="286043"/>
                </a:lnTo>
                <a:lnTo>
                  <a:pt x="715872" y="280808"/>
                </a:lnTo>
                <a:lnTo>
                  <a:pt x="722857" y="238653"/>
                </a:lnTo>
                <a:lnTo>
                  <a:pt x="770548" y="233741"/>
                </a:lnTo>
                <a:lnTo>
                  <a:pt x="781311" y="211440"/>
                </a:lnTo>
                <a:lnTo>
                  <a:pt x="775410" y="178729"/>
                </a:lnTo>
                <a:lnTo>
                  <a:pt x="810731" y="143295"/>
                </a:lnTo>
                <a:lnTo>
                  <a:pt x="831735" y="88020"/>
                </a:lnTo>
                <a:lnTo>
                  <a:pt x="815141" y="54922"/>
                </a:lnTo>
                <a:lnTo>
                  <a:pt x="812783" y="66216"/>
                </a:lnTo>
                <a:lnTo>
                  <a:pt x="789158" y="63561"/>
                </a:lnTo>
                <a:lnTo>
                  <a:pt x="774028" y="40807"/>
                </a:lnTo>
                <a:lnTo>
                  <a:pt x="766266" y="48383"/>
                </a:lnTo>
                <a:lnTo>
                  <a:pt x="747606" y="33071"/>
                </a:lnTo>
                <a:lnTo>
                  <a:pt x="738726" y="43420"/>
                </a:lnTo>
                <a:lnTo>
                  <a:pt x="733701" y="36197"/>
                </a:lnTo>
                <a:lnTo>
                  <a:pt x="732244" y="55370"/>
                </a:lnTo>
                <a:lnTo>
                  <a:pt x="719089" y="47409"/>
                </a:lnTo>
                <a:lnTo>
                  <a:pt x="719448" y="59293"/>
                </a:lnTo>
                <a:lnTo>
                  <a:pt x="687191" y="52555"/>
                </a:lnTo>
                <a:lnTo>
                  <a:pt x="675585" y="61044"/>
                </a:lnTo>
                <a:lnTo>
                  <a:pt x="648985" y="46072"/>
                </a:lnTo>
                <a:lnTo>
                  <a:pt x="603651" y="58003"/>
                </a:lnTo>
                <a:lnTo>
                  <a:pt x="580923" y="16771"/>
                </a:lnTo>
                <a:lnTo>
                  <a:pt x="583116" y="0"/>
                </a:lnTo>
                <a:lnTo>
                  <a:pt x="571711" y="10402"/>
                </a:lnTo>
                <a:lnTo>
                  <a:pt x="567098" y="71504"/>
                </a:lnTo>
                <a:lnTo>
                  <a:pt x="555265" y="88132"/>
                </a:lnTo>
                <a:lnTo>
                  <a:pt x="512293" y="87268"/>
                </a:lnTo>
                <a:lnTo>
                  <a:pt x="515624" y="104371"/>
                </a:lnTo>
                <a:lnTo>
                  <a:pt x="491554" y="111307"/>
                </a:lnTo>
                <a:lnTo>
                  <a:pt x="479307" y="131640"/>
                </a:lnTo>
                <a:lnTo>
                  <a:pt x="446781" y="107633"/>
                </a:lnTo>
                <a:lnTo>
                  <a:pt x="401453" y="119474"/>
                </a:lnTo>
                <a:lnTo>
                  <a:pt x="362081" y="170560"/>
                </a:lnTo>
                <a:lnTo>
                  <a:pt x="323946" y="170644"/>
                </a:lnTo>
                <a:lnTo>
                  <a:pt x="317761" y="184199"/>
                </a:lnTo>
                <a:lnTo>
                  <a:pt x="308167" y="174641"/>
                </a:lnTo>
                <a:lnTo>
                  <a:pt x="291676" y="187294"/>
                </a:lnTo>
                <a:lnTo>
                  <a:pt x="285584" y="216457"/>
                </a:lnTo>
                <a:lnTo>
                  <a:pt x="261628" y="232817"/>
                </a:lnTo>
                <a:lnTo>
                  <a:pt x="261431" y="250734"/>
                </a:lnTo>
                <a:lnTo>
                  <a:pt x="232251" y="245282"/>
                </a:lnTo>
                <a:lnTo>
                  <a:pt x="146447" y="284434"/>
                </a:lnTo>
                <a:lnTo>
                  <a:pt x="84056" y="256821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MISIONES"/>
          <p:cNvSpPr/>
          <p:nvPr/>
        </p:nvSpPr>
        <p:spPr>
          <a:xfrm>
            <a:off x="9494381" y="4591633"/>
            <a:ext cx="412158" cy="448714"/>
          </a:xfrm>
          <a:custGeom>
            <a:avLst/>
            <a:gdLst/>
            <a:ahLst/>
            <a:cxnLst/>
            <a:rect l="l" t="t" r="r" b="b"/>
            <a:pathLst>
              <a:path w="412158" h="448714">
                <a:moveTo>
                  <a:pt x="332747" y="66740"/>
                </a:moveTo>
                <a:lnTo>
                  <a:pt x="310167" y="34476"/>
                </a:lnTo>
                <a:lnTo>
                  <a:pt x="291266" y="42783"/>
                </a:lnTo>
                <a:lnTo>
                  <a:pt x="292968" y="29355"/>
                </a:lnTo>
                <a:lnTo>
                  <a:pt x="276830" y="14250"/>
                </a:lnTo>
                <a:lnTo>
                  <a:pt x="241325" y="0"/>
                </a:lnTo>
                <a:lnTo>
                  <a:pt x="212910" y="14334"/>
                </a:lnTo>
                <a:lnTo>
                  <a:pt x="195258" y="48998"/>
                </a:lnTo>
                <a:lnTo>
                  <a:pt x="183230" y="45419"/>
                </a:lnTo>
                <a:lnTo>
                  <a:pt x="190064" y="65658"/>
                </a:lnTo>
                <a:lnTo>
                  <a:pt x="177770" y="85528"/>
                </a:lnTo>
                <a:lnTo>
                  <a:pt x="123592" y="98372"/>
                </a:lnTo>
                <a:lnTo>
                  <a:pt x="109672" y="78703"/>
                </a:lnTo>
                <a:lnTo>
                  <a:pt x="87901" y="76952"/>
                </a:lnTo>
                <a:lnTo>
                  <a:pt x="86832" y="65362"/>
                </a:lnTo>
                <a:lnTo>
                  <a:pt x="54325" y="63072"/>
                </a:lnTo>
                <a:lnTo>
                  <a:pt x="25386" y="37062"/>
                </a:lnTo>
                <a:lnTo>
                  <a:pt x="29643" y="22448"/>
                </a:lnTo>
                <a:lnTo>
                  <a:pt x="12961" y="19190"/>
                </a:lnTo>
                <a:lnTo>
                  <a:pt x="10263" y="4701"/>
                </a:lnTo>
                <a:lnTo>
                  <a:pt x="0" y="9606"/>
                </a:lnTo>
                <a:lnTo>
                  <a:pt x="38318" y="167617"/>
                </a:lnTo>
                <a:lnTo>
                  <a:pt x="116935" y="276915"/>
                </a:lnTo>
                <a:lnTo>
                  <a:pt x="208631" y="296719"/>
                </a:lnTo>
                <a:lnTo>
                  <a:pt x="149176" y="421287"/>
                </a:lnTo>
                <a:lnTo>
                  <a:pt x="190094" y="441978"/>
                </a:lnTo>
                <a:lnTo>
                  <a:pt x="253620" y="448714"/>
                </a:lnTo>
                <a:lnTo>
                  <a:pt x="301734" y="419243"/>
                </a:lnTo>
                <a:lnTo>
                  <a:pt x="353835" y="414624"/>
                </a:lnTo>
                <a:lnTo>
                  <a:pt x="400938" y="389795"/>
                </a:lnTo>
                <a:lnTo>
                  <a:pt x="384317" y="348113"/>
                </a:lnTo>
                <a:lnTo>
                  <a:pt x="412158" y="311853"/>
                </a:lnTo>
                <a:lnTo>
                  <a:pt x="401993" y="140205"/>
                </a:lnTo>
                <a:lnTo>
                  <a:pt x="411802" y="117790"/>
                </a:lnTo>
                <a:lnTo>
                  <a:pt x="348663" y="99669"/>
                </a:lnTo>
                <a:lnTo>
                  <a:pt x="348075" y="77557"/>
                </a:lnTo>
                <a:lnTo>
                  <a:pt x="332747" y="6674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ARAGUARI"/>
          <p:cNvSpPr/>
          <p:nvPr/>
        </p:nvSpPr>
        <p:spPr>
          <a:xfrm>
            <a:off x="9492061" y="4196411"/>
            <a:ext cx="424600" cy="493594"/>
          </a:xfrm>
          <a:custGeom>
            <a:avLst/>
            <a:gdLst/>
            <a:ahLst/>
            <a:cxnLst/>
            <a:rect l="l" t="t" r="r" b="b"/>
            <a:pathLst>
              <a:path w="424600" h="493594">
                <a:moveTo>
                  <a:pt x="206144" y="0"/>
                </a:moveTo>
                <a:lnTo>
                  <a:pt x="160135" y="18403"/>
                </a:lnTo>
                <a:lnTo>
                  <a:pt x="151104" y="84235"/>
                </a:lnTo>
                <a:lnTo>
                  <a:pt x="124974" y="94535"/>
                </a:lnTo>
                <a:lnTo>
                  <a:pt x="123738" y="118647"/>
                </a:lnTo>
                <a:lnTo>
                  <a:pt x="104556" y="143628"/>
                </a:lnTo>
                <a:lnTo>
                  <a:pt x="124300" y="195295"/>
                </a:lnTo>
                <a:lnTo>
                  <a:pt x="92876" y="252644"/>
                </a:lnTo>
                <a:lnTo>
                  <a:pt x="101039" y="309532"/>
                </a:lnTo>
                <a:lnTo>
                  <a:pt x="93819" y="302783"/>
                </a:lnTo>
                <a:lnTo>
                  <a:pt x="62593" y="317657"/>
                </a:lnTo>
                <a:lnTo>
                  <a:pt x="25741" y="366732"/>
                </a:lnTo>
                <a:lnTo>
                  <a:pt x="19555" y="394711"/>
                </a:lnTo>
                <a:lnTo>
                  <a:pt x="9594" y="386074"/>
                </a:lnTo>
                <a:lnTo>
                  <a:pt x="0" y="397297"/>
                </a:lnTo>
                <a:lnTo>
                  <a:pt x="31963" y="417670"/>
                </a:lnTo>
                <a:lnTo>
                  <a:pt x="27706" y="432284"/>
                </a:lnTo>
                <a:lnTo>
                  <a:pt x="56645" y="458294"/>
                </a:lnTo>
                <a:lnTo>
                  <a:pt x="89152" y="460584"/>
                </a:lnTo>
                <a:lnTo>
                  <a:pt x="90221" y="472174"/>
                </a:lnTo>
                <a:lnTo>
                  <a:pt x="111992" y="473925"/>
                </a:lnTo>
                <a:lnTo>
                  <a:pt x="125912" y="493594"/>
                </a:lnTo>
                <a:lnTo>
                  <a:pt x="180090" y="480750"/>
                </a:lnTo>
                <a:lnTo>
                  <a:pt x="192384" y="460880"/>
                </a:lnTo>
                <a:lnTo>
                  <a:pt x="185550" y="440641"/>
                </a:lnTo>
                <a:lnTo>
                  <a:pt x="197578" y="444220"/>
                </a:lnTo>
                <a:lnTo>
                  <a:pt x="215230" y="409556"/>
                </a:lnTo>
                <a:lnTo>
                  <a:pt x="243645" y="395222"/>
                </a:lnTo>
                <a:lnTo>
                  <a:pt x="279150" y="409472"/>
                </a:lnTo>
                <a:lnTo>
                  <a:pt x="295288" y="424577"/>
                </a:lnTo>
                <a:lnTo>
                  <a:pt x="293586" y="438005"/>
                </a:lnTo>
                <a:lnTo>
                  <a:pt x="312487" y="429698"/>
                </a:lnTo>
                <a:lnTo>
                  <a:pt x="335255" y="461918"/>
                </a:lnTo>
                <a:lnTo>
                  <a:pt x="367728" y="413063"/>
                </a:lnTo>
                <a:lnTo>
                  <a:pt x="395057" y="339579"/>
                </a:lnTo>
                <a:lnTo>
                  <a:pt x="416677" y="323238"/>
                </a:lnTo>
                <a:lnTo>
                  <a:pt x="386114" y="296804"/>
                </a:lnTo>
                <a:lnTo>
                  <a:pt x="389581" y="254443"/>
                </a:lnTo>
                <a:lnTo>
                  <a:pt x="372491" y="222991"/>
                </a:lnTo>
                <a:lnTo>
                  <a:pt x="424600" y="233986"/>
                </a:lnTo>
                <a:lnTo>
                  <a:pt x="424127" y="208048"/>
                </a:lnTo>
                <a:lnTo>
                  <a:pt x="402955" y="181846"/>
                </a:lnTo>
                <a:lnTo>
                  <a:pt x="394113" y="146067"/>
                </a:lnTo>
                <a:lnTo>
                  <a:pt x="401441" y="120933"/>
                </a:lnTo>
                <a:lnTo>
                  <a:pt x="351005" y="89975"/>
                </a:lnTo>
                <a:lnTo>
                  <a:pt x="324222" y="107361"/>
                </a:lnTo>
                <a:lnTo>
                  <a:pt x="299721" y="101771"/>
                </a:lnTo>
                <a:lnTo>
                  <a:pt x="312637" y="65623"/>
                </a:lnTo>
                <a:lnTo>
                  <a:pt x="245502" y="73262"/>
                </a:lnTo>
                <a:lnTo>
                  <a:pt x="230248" y="50679"/>
                </a:lnTo>
                <a:lnTo>
                  <a:pt x="229660" y="21849"/>
                </a:lnTo>
                <a:lnTo>
                  <a:pt x="206144" y="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PRESIDENTE HAYES"/>
          <p:cNvSpPr/>
          <p:nvPr/>
        </p:nvSpPr>
        <p:spPr>
          <a:xfrm>
            <a:off x="8363083" y="2848523"/>
            <a:ext cx="1352121" cy="1328228"/>
          </a:xfrm>
          <a:custGeom>
            <a:avLst/>
            <a:gdLst/>
            <a:ahLst/>
            <a:cxnLst/>
            <a:rect l="l" t="t" r="r" b="b"/>
            <a:pathLst>
              <a:path w="1352121" h="1328228">
                <a:moveTo>
                  <a:pt x="1193987" y="1275804"/>
                </a:moveTo>
                <a:lnTo>
                  <a:pt x="1216033" y="1225724"/>
                </a:lnTo>
                <a:lnTo>
                  <a:pt x="1266377" y="1211182"/>
                </a:lnTo>
                <a:lnTo>
                  <a:pt x="1297648" y="1154295"/>
                </a:lnTo>
                <a:lnTo>
                  <a:pt x="1326080" y="1155312"/>
                </a:lnTo>
                <a:lnTo>
                  <a:pt x="1296035" y="1119091"/>
                </a:lnTo>
                <a:lnTo>
                  <a:pt x="1321347" y="1086465"/>
                </a:lnTo>
                <a:lnTo>
                  <a:pt x="1321986" y="1063090"/>
                </a:lnTo>
                <a:lnTo>
                  <a:pt x="1344590" y="1059243"/>
                </a:lnTo>
                <a:lnTo>
                  <a:pt x="1349097" y="1030315"/>
                </a:lnTo>
                <a:lnTo>
                  <a:pt x="1335205" y="1010411"/>
                </a:lnTo>
                <a:lnTo>
                  <a:pt x="1347573" y="993848"/>
                </a:lnTo>
                <a:lnTo>
                  <a:pt x="1335346" y="976173"/>
                </a:lnTo>
                <a:lnTo>
                  <a:pt x="1352121" y="961705"/>
                </a:lnTo>
                <a:lnTo>
                  <a:pt x="1330941" y="873292"/>
                </a:lnTo>
                <a:lnTo>
                  <a:pt x="1303579" y="837949"/>
                </a:lnTo>
                <a:lnTo>
                  <a:pt x="1330477" y="814435"/>
                </a:lnTo>
                <a:lnTo>
                  <a:pt x="1309443" y="796624"/>
                </a:lnTo>
                <a:lnTo>
                  <a:pt x="1329057" y="781571"/>
                </a:lnTo>
                <a:lnTo>
                  <a:pt x="1318086" y="773234"/>
                </a:lnTo>
                <a:lnTo>
                  <a:pt x="1322203" y="760175"/>
                </a:lnTo>
                <a:lnTo>
                  <a:pt x="1294526" y="742356"/>
                </a:lnTo>
                <a:lnTo>
                  <a:pt x="1313361" y="729144"/>
                </a:lnTo>
                <a:lnTo>
                  <a:pt x="1304974" y="716120"/>
                </a:lnTo>
                <a:lnTo>
                  <a:pt x="1313665" y="693432"/>
                </a:lnTo>
                <a:lnTo>
                  <a:pt x="1304250" y="687151"/>
                </a:lnTo>
                <a:lnTo>
                  <a:pt x="1312201" y="672713"/>
                </a:lnTo>
                <a:lnTo>
                  <a:pt x="1251797" y="639385"/>
                </a:lnTo>
                <a:lnTo>
                  <a:pt x="1231560" y="591744"/>
                </a:lnTo>
                <a:lnTo>
                  <a:pt x="1240015" y="555510"/>
                </a:lnTo>
                <a:lnTo>
                  <a:pt x="1213369" y="515148"/>
                </a:lnTo>
                <a:lnTo>
                  <a:pt x="1224235" y="487779"/>
                </a:lnTo>
                <a:lnTo>
                  <a:pt x="1175952" y="446705"/>
                </a:lnTo>
                <a:lnTo>
                  <a:pt x="1172658" y="412710"/>
                </a:lnTo>
                <a:lnTo>
                  <a:pt x="1143286" y="412469"/>
                </a:lnTo>
                <a:lnTo>
                  <a:pt x="1114469" y="386607"/>
                </a:lnTo>
                <a:lnTo>
                  <a:pt x="1122814" y="362759"/>
                </a:lnTo>
                <a:lnTo>
                  <a:pt x="1102205" y="339955"/>
                </a:lnTo>
                <a:lnTo>
                  <a:pt x="1114055" y="324773"/>
                </a:lnTo>
                <a:lnTo>
                  <a:pt x="1106355" y="301069"/>
                </a:lnTo>
                <a:lnTo>
                  <a:pt x="1082145" y="294563"/>
                </a:lnTo>
                <a:lnTo>
                  <a:pt x="1058785" y="259438"/>
                </a:lnTo>
                <a:lnTo>
                  <a:pt x="1069461" y="236256"/>
                </a:lnTo>
                <a:lnTo>
                  <a:pt x="1120461" y="234238"/>
                </a:lnTo>
                <a:lnTo>
                  <a:pt x="1099836" y="200429"/>
                </a:lnTo>
                <a:lnTo>
                  <a:pt x="1089429" y="130303"/>
                </a:lnTo>
                <a:lnTo>
                  <a:pt x="966776" y="110737"/>
                </a:lnTo>
                <a:lnTo>
                  <a:pt x="936538" y="41853"/>
                </a:lnTo>
                <a:lnTo>
                  <a:pt x="588953" y="29037"/>
                </a:lnTo>
                <a:lnTo>
                  <a:pt x="527168" y="0"/>
                </a:lnTo>
                <a:lnTo>
                  <a:pt x="538752" y="38172"/>
                </a:lnTo>
                <a:lnTo>
                  <a:pt x="435450" y="105247"/>
                </a:lnTo>
                <a:lnTo>
                  <a:pt x="426171" y="118634"/>
                </a:lnTo>
                <a:lnTo>
                  <a:pt x="431045" y="142569"/>
                </a:lnTo>
                <a:lnTo>
                  <a:pt x="399227" y="142568"/>
                </a:lnTo>
                <a:lnTo>
                  <a:pt x="399091" y="158389"/>
                </a:lnTo>
                <a:lnTo>
                  <a:pt x="386070" y="158379"/>
                </a:lnTo>
                <a:lnTo>
                  <a:pt x="384364" y="182058"/>
                </a:lnTo>
                <a:lnTo>
                  <a:pt x="301319" y="300907"/>
                </a:lnTo>
                <a:lnTo>
                  <a:pt x="307516" y="401695"/>
                </a:lnTo>
                <a:lnTo>
                  <a:pt x="257572" y="574163"/>
                </a:lnTo>
                <a:lnTo>
                  <a:pt x="216671" y="590389"/>
                </a:lnTo>
                <a:lnTo>
                  <a:pt x="79601" y="606374"/>
                </a:lnTo>
                <a:lnTo>
                  <a:pt x="68320" y="622068"/>
                </a:lnTo>
                <a:lnTo>
                  <a:pt x="40973" y="614438"/>
                </a:lnTo>
                <a:lnTo>
                  <a:pt x="42326" y="657255"/>
                </a:lnTo>
                <a:lnTo>
                  <a:pt x="0" y="694260"/>
                </a:lnTo>
                <a:lnTo>
                  <a:pt x="4488" y="719032"/>
                </a:lnTo>
                <a:lnTo>
                  <a:pt x="34513" y="740509"/>
                </a:lnTo>
                <a:lnTo>
                  <a:pt x="72953" y="745513"/>
                </a:lnTo>
                <a:lnTo>
                  <a:pt x="74155" y="762071"/>
                </a:lnTo>
                <a:lnTo>
                  <a:pt x="127826" y="769849"/>
                </a:lnTo>
                <a:lnTo>
                  <a:pt x="154926" y="793363"/>
                </a:lnTo>
                <a:lnTo>
                  <a:pt x="194836" y="799716"/>
                </a:lnTo>
                <a:lnTo>
                  <a:pt x="266957" y="783385"/>
                </a:lnTo>
                <a:lnTo>
                  <a:pt x="292644" y="792545"/>
                </a:lnTo>
                <a:lnTo>
                  <a:pt x="487195" y="914719"/>
                </a:lnTo>
                <a:lnTo>
                  <a:pt x="507420" y="945592"/>
                </a:lnTo>
                <a:lnTo>
                  <a:pt x="525178" y="951171"/>
                </a:lnTo>
                <a:lnTo>
                  <a:pt x="533517" y="975476"/>
                </a:lnTo>
                <a:lnTo>
                  <a:pt x="616299" y="1030206"/>
                </a:lnTo>
                <a:lnTo>
                  <a:pt x="674082" y="1048176"/>
                </a:lnTo>
                <a:lnTo>
                  <a:pt x="735442" y="1092813"/>
                </a:lnTo>
                <a:lnTo>
                  <a:pt x="765526" y="1093571"/>
                </a:lnTo>
                <a:lnTo>
                  <a:pt x="785401" y="1116765"/>
                </a:lnTo>
                <a:lnTo>
                  <a:pt x="822452" y="1112562"/>
                </a:lnTo>
                <a:lnTo>
                  <a:pt x="859542" y="1128678"/>
                </a:lnTo>
                <a:lnTo>
                  <a:pt x="911709" y="1185088"/>
                </a:lnTo>
                <a:lnTo>
                  <a:pt x="952124" y="1155419"/>
                </a:lnTo>
                <a:lnTo>
                  <a:pt x="1010198" y="1203456"/>
                </a:lnTo>
                <a:lnTo>
                  <a:pt x="1033571" y="1199203"/>
                </a:lnTo>
                <a:lnTo>
                  <a:pt x="1039182" y="1218180"/>
                </a:lnTo>
                <a:lnTo>
                  <a:pt x="1087337" y="1218043"/>
                </a:lnTo>
                <a:lnTo>
                  <a:pt x="1096477" y="1238340"/>
                </a:lnTo>
                <a:lnTo>
                  <a:pt x="1127555" y="1256701"/>
                </a:lnTo>
                <a:lnTo>
                  <a:pt x="1125318" y="1274205"/>
                </a:lnTo>
                <a:lnTo>
                  <a:pt x="1158369" y="1328228"/>
                </a:lnTo>
                <a:lnTo>
                  <a:pt x="1158986" y="1298547"/>
                </a:lnTo>
                <a:lnTo>
                  <a:pt x="1193987" y="1275804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AN PEDRO"/>
          <p:cNvSpPr/>
          <p:nvPr/>
        </p:nvSpPr>
        <p:spPr>
          <a:xfrm>
            <a:off x="9594643" y="3348276"/>
            <a:ext cx="658763" cy="692998"/>
          </a:xfrm>
          <a:custGeom>
            <a:avLst/>
            <a:gdLst/>
            <a:ahLst/>
            <a:cxnLst/>
            <a:rect l="l" t="t" r="r" b="b"/>
            <a:pathLst>
              <a:path w="658763" h="692998">
                <a:moveTo>
                  <a:pt x="9849" y="68234"/>
                </a:moveTo>
                <a:lnTo>
                  <a:pt x="0" y="91991"/>
                </a:lnTo>
                <a:lnTo>
                  <a:pt x="20237" y="139632"/>
                </a:lnTo>
                <a:lnTo>
                  <a:pt x="80641" y="172960"/>
                </a:lnTo>
                <a:lnTo>
                  <a:pt x="72690" y="187398"/>
                </a:lnTo>
                <a:lnTo>
                  <a:pt x="82105" y="193679"/>
                </a:lnTo>
                <a:lnTo>
                  <a:pt x="73414" y="216367"/>
                </a:lnTo>
                <a:lnTo>
                  <a:pt x="81801" y="229391"/>
                </a:lnTo>
                <a:lnTo>
                  <a:pt x="62966" y="242603"/>
                </a:lnTo>
                <a:lnTo>
                  <a:pt x="90643" y="260422"/>
                </a:lnTo>
                <a:lnTo>
                  <a:pt x="86526" y="273481"/>
                </a:lnTo>
                <a:lnTo>
                  <a:pt x="97497" y="281818"/>
                </a:lnTo>
                <a:lnTo>
                  <a:pt x="77883" y="296871"/>
                </a:lnTo>
                <a:lnTo>
                  <a:pt x="98917" y="314682"/>
                </a:lnTo>
                <a:lnTo>
                  <a:pt x="72019" y="338196"/>
                </a:lnTo>
                <a:lnTo>
                  <a:pt x="99381" y="373539"/>
                </a:lnTo>
                <a:lnTo>
                  <a:pt x="120561" y="461952"/>
                </a:lnTo>
                <a:lnTo>
                  <a:pt x="103786" y="476420"/>
                </a:lnTo>
                <a:lnTo>
                  <a:pt x="116013" y="494095"/>
                </a:lnTo>
                <a:lnTo>
                  <a:pt x="103645" y="510658"/>
                </a:lnTo>
                <a:lnTo>
                  <a:pt x="117537" y="530562"/>
                </a:lnTo>
                <a:lnTo>
                  <a:pt x="113030" y="559490"/>
                </a:lnTo>
                <a:lnTo>
                  <a:pt x="90426" y="563337"/>
                </a:lnTo>
                <a:lnTo>
                  <a:pt x="89787" y="586712"/>
                </a:lnTo>
                <a:lnTo>
                  <a:pt x="64475" y="619338"/>
                </a:lnTo>
                <a:lnTo>
                  <a:pt x="95455" y="649246"/>
                </a:lnTo>
                <a:lnTo>
                  <a:pt x="91049" y="659089"/>
                </a:lnTo>
                <a:lnTo>
                  <a:pt x="76022" y="654495"/>
                </a:lnTo>
                <a:lnTo>
                  <a:pt x="78045" y="665996"/>
                </a:lnTo>
                <a:lnTo>
                  <a:pt x="97635" y="674664"/>
                </a:lnTo>
                <a:lnTo>
                  <a:pt x="104484" y="665151"/>
                </a:lnTo>
                <a:lnTo>
                  <a:pt x="137111" y="692998"/>
                </a:lnTo>
                <a:lnTo>
                  <a:pt x="159878" y="691356"/>
                </a:lnTo>
                <a:lnTo>
                  <a:pt x="156525" y="678412"/>
                </a:lnTo>
                <a:lnTo>
                  <a:pt x="171677" y="676708"/>
                </a:lnTo>
                <a:lnTo>
                  <a:pt x="194929" y="621766"/>
                </a:lnTo>
                <a:lnTo>
                  <a:pt x="275364" y="642976"/>
                </a:lnTo>
                <a:lnTo>
                  <a:pt x="293317" y="632104"/>
                </a:lnTo>
                <a:lnTo>
                  <a:pt x="319027" y="676778"/>
                </a:lnTo>
                <a:lnTo>
                  <a:pt x="354770" y="686862"/>
                </a:lnTo>
                <a:lnTo>
                  <a:pt x="403622" y="649620"/>
                </a:lnTo>
                <a:lnTo>
                  <a:pt x="474628" y="661150"/>
                </a:lnTo>
                <a:lnTo>
                  <a:pt x="444486" y="607468"/>
                </a:lnTo>
                <a:lnTo>
                  <a:pt x="453174" y="590514"/>
                </a:lnTo>
                <a:lnTo>
                  <a:pt x="494167" y="660359"/>
                </a:lnTo>
                <a:lnTo>
                  <a:pt x="501168" y="650136"/>
                </a:lnTo>
                <a:lnTo>
                  <a:pt x="514871" y="658022"/>
                </a:lnTo>
                <a:lnTo>
                  <a:pt x="537740" y="648937"/>
                </a:lnTo>
                <a:lnTo>
                  <a:pt x="554633" y="618404"/>
                </a:lnTo>
                <a:lnTo>
                  <a:pt x="605161" y="629132"/>
                </a:lnTo>
                <a:lnTo>
                  <a:pt x="633294" y="612188"/>
                </a:lnTo>
                <a:lnTo>
                  <a:pt x="653240" y="614817"/>
                </a:lnTo>
                <a:lnTo>
                  <a:pt x="658763" y="597728"/>
                </a:lnTo>
                <a:lnTo>
                  <a:pt x="607585" y="588774"/>
                </a:lnTo>
                <a:lnTo>
                  <a:pt x="538339" y="458682"/>
                </a:lnTo>
                <a:lnTo>
                  <a:pt x="502357" y="436303"/>
                </a:lnTo>
                <a:lnTo>
                  <a:pt x="500907" y="402063"/>
                </a:lnTo>
                <a:lnTo>
                  <a:pt x="484087" y="378872"/>
                </a:lnTo>
                <a:lnTo>
                  <a:pt x="493888" y="326601"/>
                </a:lnTo>
                <a:lnTo>
                  <a:pt x="542766" y="288818"/>
                </a:lnTo>
                <a:lnTo>
                  <a:pt x="556458" y="291573"/>
                </a:lnTo>
                <a:lnTo>
                  <a:pt x="537611" y="207439"/>
                </a:lnTo>
                <a:lnTo>
                  <a:pt x="557808" y="174839"/>
                </a:lnTo>
                <a:lnTo>
                  <a:pt x="539922" y="117471"/>
                </a:lnTo>
                <a:lnTo>
                  <a:pt x="529727" y="107937"/>
                </a:lnTo>
                <a:lnTo>
                  <a:pt x="525295" y="119549"/>
                </a:lnTo>
                <a:lnTo>
                  <a:pt x="505536" y="120232"/>
                </a:lnTo>
                <a:lnTo>
                  <a:pt x="497467" y="103781"/>
                </a:lnTo>
                <a:lnTo>
                  <a:pt x="485341" y="59641"/>
                </a:lnTo>
                <a:lnTo>
                  <a:pt x="486882" y="0"/>
                </a:lnTo>
                <a:lnTo>
                  <a:pt x="439229" y="8108"/>
                </a:lnTo>
                <a:lnTo>
                  <a:pt x="392754" y="45420"/>
                </a:lnTo>
                <a:lnTo>
                  <a:pt x="375736" y="38322"/>
                </a:lnTo>
                <a:lnTo>
                  <a:pt x="352415" y="59851"/>
                </a:lnTo>
                <a:lnTo>
                  <a:pt x="268304" y="57523"/>
                </a:lnTo>
                <a:lnTo>
                  <a:pt x="248856" y="47025"/>
                </a:lnTo>
                <a:lnTo>
                  <a:pt x="41452" y="81167"/>
                </a:lnTo>
                <a:lnTo>
                  <a:pt x="9849" y="68234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ÑEEMBUCU"/>
          <p:cNvSpPr/>
          <p:nvPr/>
        </p:nvSpPr>
        <p:spPr>
          <a:xfrm>
            <a:off x="9152941" y="4344509"/>
            <a:ext cx="550071" cy="679428"/>
          </a:xfrm>
          <a:custGeom>
            <a:avLst/>
            <a:gdLst/>
            <a:ahLst/>
            <a:cxnLst/>
            <a:rect l="l" t="t" r="r" b="b"/>
            <a:pathLst>
              <a:path w="550071" h="679428">
                <a:moveTo>
                  <a:pt x="341440" y="256730"/>
                </a:moveTo>
                <a:lnTo>
                  <a:pt x="344730" y="239241"/>
                </a:lnTo>
                <a:lnTo>
                  <a:pt x="356274" y="247140"/>
                </a:lnTo>
                <a:lnTo>
                  <a:pt x="365099" y="237813"/>
                </a:lnTo>
                <a:lnTo>
                  <a:pt x="364861" y="218634"/>
                </a:lnTo>
                <a:lnTo>
                  <a:pt x="401713" y="169559"/>
                </a:lnTo>
                <a:lnTo>
                  <a:pt x="432939" y="154685"/>
                </a:lnTo>
                <a:lnTo>
                  <a:pt x="438694" y="163138"/>
                </a:lnTo>
                <a:lnTo>
                  <a:pt x="435541" y="141585"/>
                </a:lnTo>
                <a:lnTo>
                  <a:pt x="443703" y="140316"/>
                </a:lnTo>
                <a:lnTo>
                  <a:pt x="432727" y="85256"/>
                </a:lnTo>
                <a:lnTo>
                  <a:pt x="419123" y="88794"/>
                </a:lnTo>
                <a:lnTo>
                  <a:pt x="425625" y="75787"/>
                </a:lnTo>
                <a:lnTo>
                  <a:pt x="392558" y="56013"/>
                </a:lnTo>
                <a:lnTo>
                  <a:pt x="394415" y="40264"/>
                </a:lnTo>
                <a:lnTo>
                  <a:pt x="340068" y="26706"/>
                </a:lnTo>
                <a:lnTo>
                  <a:pt x="337896" y="0"/>
                </a:lnTo>
                <a:lnTo>
                  <a:pt x="322725" y="12087"/>
                </a:lnTo>
                <a:lnTo>
                  <a:pt x="324128" y="27019"/>
                </a:lnTo>
                <a:lnTo>
                  <a:pt x="296662" y="39444"/>
                </a:lnTo>
                <a:lnTo>
                  <a:pt x="305172" y="58538"/>
                </a:lnTo>
                <a:lnTo>
                  <a:pt x="285087" y="77572"/>
                </a:lnTo>
                <a:lnTo>
                  <a:pt x="299881" y="96468"/>
                </a:lnTo>
                <a:lnTo>
                  <a:pt x="239582" y="136463"/>
                </a:lnTo>
                <a:lnTo>
                  <a:pt x="212638" y="141007"/>
                </a:lnTo>
                <a:lnTo>
                  <a:pt x="202893" y="169046"/>
                </a:lnTo>
                <a:lnTo>
                  <a:pt x="186715" y="167977"/>
                </a:lnTo>
                <a:lnTo>
                  <a:pt x="206996" y="187366"/>
                </a:lnTo>
                <a:lnTo>
                  <a:pt x="185008" y="201775"/>
                </a:lnTo>
                <a:lnTo>
                  <a:pt x="186636" y="234235"/>
                </a:lnTo>
                <a:lnTo>
                  <a:pt x="163480" y="255629"/>
                </a:lnTo>
                <a:lnTo>
                  <a:pt x="178854" y="278444"/>
                </a:lnTo>
                <a:lnTo>
                  <a:pt x="160009" y="284909"/>
                </a:lnTo>
                <a:lnTo>
                  <a:pt x="174849" y="355837"/>
                </a:lnTo>
                <a:lnTo>
                  <a:pt x="149509" y="356182"/>
                </a:lnTo>
                <a:lnTo>
                  <a:pt x="153488" y="399372"/>
                </a:lnTo>
                <a:lnTo>
                  <a:pt x="112922" y="425164"/>
                </a:lnTo>
                <a:lnTo>
                  <a:pt x="125972" y="445892"/>
                </a:lnTo>
                <a:lnTo>
                  <a:pt x="60586" y="469227"/>
                </a:lnTo>
                <a:lnTo>
                  <a:pt x="71624" y="495879"/>
                </a:lnTo>
                <a:lnTo>
                  <a:pt x="53280" y="500911"/>
                </a:lnTo>
                <a:lnTo>
                  <a:pt x="56651" y="525005"/>
                </a:lnTo>
                <a:lnTo>
                  <a:pt x="40290" y="513964"/>
                </a:lnTo>
                <a:lnTo>
                  <a:pt x="39333" y="542883"/>
                </a:lnTo>
                <a:lnTo>
                  <a:pt x="4506" y="552220"/>
                </a:lnTo>
                <a:lnTo>
                  <a:pt x="0" y="574481"/>
                </a:lnTo>
                <a:lnTo>
                  <a:pt x="24200" y="591309"/>
                </a:lnTo>
                <a:lnTo>
                  <a:pt x="19016" y="623792"/>
                </a:lnTo>
                <a:lnTo>
                  <a:pt x="147586" y="603369"/>
                </a:lnTo>
                <a:lnTo>
                  <a:pt x="181888" y="611994"/>
                </a:lnTo>
                <a:lnTo>
                  <a:pt x="236313" y="604286"/>
                </a:lnTo>
                <a:lnTo>
                  <a:pt x="279748" y="620782"/>
                </a:lnTo>
                <a:lnTo>
                  <a:pt x="293775" y="612062"/>
                </a:lnTo>
                <a:lnTo>
                  <a:pt x="312185" y="633823"/>
                </a:lnTo>
                <a:lnTo>
                  <a:pt x="364322" y="637951"/>
                </a:lnTo>
                <a:lnTo>
                  <a:pt x="432827" y="679428"/>
                </a:lnTo>
                <a:lnTo>
                  <a:pt x="490616" y="668411"/>
                </a:lnTo>
                <a:lnTo>
                  <a:pt x="550071" y="543843"/>
                </a:lnTo>
                <a:lnTo>
                  <a:pt x="458375" y="524039"/>
                </a:lnTo>
                <a:lnTo>
                  <a:pt x="379758" y="414741"/>
                </a:lnTo>
                <a:lnTo>
                  <a:pt x="341440" y="25673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Legend swatch 1"/>
          <p:cNvSpPr/>
          <p:nvPr/>
        </p:nvSpPr>
        <p:spPr>
          <a:xfrm>
            <a:off x="6967728" y="5138928"/>
            <a:ext cx="164592" cy="164592"/>
          </a:xfrm>
          <a:prstGeom prst="rect">
            <a:avLst/>
          </a:prstGeom>
          <a:solidFill>
            <a:srgbClr val="6E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Legend label 1"/>
          <p:cNvSpPr txBox="1"/>
          <p:nvPr/>
        </p:nvSpPr>
        <p:spPr>
          <a:xfrm>
            <a:off x="7223759" y="5097780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High: &gt;15 facilities/100k (est.)</a:t>
            </a:r>
          </a:p>
        </p:txBody>
      </p:sp>
      <p:sp>
        <p:nvSpPr>
          <p:cNvPr id="56" name="Legend swatch 2"/>
          <p:cNvSpPr/>
          <p:nvPr/>
        </p:nvSpPr>
        <p:spPr>
          <a:xfrm>
            <a:off x="6967728" y="5495544"/>
            <a:ext cx="164592" cy="164592"/>
          </a:xfrm>
          <a:prstGeom prst="rect">
            <a:avLst/>
          </a:prstGeom>
          <a:solidFill>
            <a:srgbClr val="AD8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Legend label 2"/>
          <p:cNvSpPr txBox="1"/>
          <p:nvPr/>
        </p:nvSpPr>
        <p:spPr>
          <a:xfrm>
            <a:off x="7223759" y="5454396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Medium: 8-15 facilities/100k (est.)</a:t>
            </a:r>
          </a:p>
        </p:txBody>
      </p:sp>
      <p:sp>
        <p:nvSpPr>
          <p:cNvPr id="58" name="Legend swatch 3"/>
          <p:cNvSpPr/>
          <p:nvPr/>
        </p:nvSpPr>
        <p:spPr>
          <a:xfrm>
            <a:off x="6967728" y="5852160"/>
            <a:ext cx="164592" cy="164592"/>
          </a:xfrm>
          <a:prstGeom prst="rect">
            <a:avLst/>
          </a:prstGeom>
          <a:solidFill>
            <a:srgbClr val="E7D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Legend label 3"/>
          <p:cNvSpPr txBox="1"/>
          <p:nvPr/>
        </p:nvSpPr>
        <p:spPr>
          <a:xfrm>
            <a:off x="7223759" y="5811012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Low: &lt;8 facilities/100k (est.)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· EDUCATION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Education — ~95% adult literacy, but quality and completion gaps remain</a:t>
            </a:r>
            <a:endParaRPr lang="en-US" sz="1700"/>
          </a:p>
        </p:txBody>
      </p:sp>
      <p:sp>
        <p:nvSpPr>
          <p:cNvPr id="4" name="Shape 2"/>
          <p:cNvSpPr/>
          <p:nvPr/>
        </p:nvSpPr>
        <p:spPr>
          <a:xfrm>
            <a:off x="512064" y="1005840"/>
            <a:ext cx="50292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~95%</a:t>
            </a:r>
            <a:endParaRPr lang="en-US" sz="1900"/>
          </a:p>
        </p:txBody>
      </p:sp>
      <p:sp>
        <p:nvSpPr>
          <p:cNvPr id="8" name="Text 6"/>
          <p:cNvSpPr/>
          <p:nvPr/>
        </p:nvSpPr>
        <p:spPr>
          <a:xfrm>
            <a:off x="61264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Adult literacy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61264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Above LAC average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0604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1576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89%</a:t>
            </a:r>
            <a:endParaRPr lang="en-US" sz="1900"/>
          </a:p>
        </p:txBody>
      </p:sp>
      <p:sp>
        <p:nvSpPr>
          <p:cNvPr id="13" name="Text 11"/>
          <p:cNvSpPr/>
          <p:nvPr/>
        </p:nvSpPr>
        <p:spPr>
          <a:xfrm>
            <a:off x="271576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Primary completion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271576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WB 2024 · enrolment 89%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470916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916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1888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11.7%</a:t>
            </a:r>
            <a:endParaRPr lang="en-US" sz="1900"/>
          </a:p>
        </p:txBody>
      </p:sp>
      <p:sp>
        <p:nvSpPr>
          <p:cNvPr id="18" name="Text 16"/>
          <p:cNvSpPr/>
          <p:nvPr/>
        </p:nvSpPr>
        <p:spPr>
          <a:xfrm>
            <a:off x="481888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Youth unemployment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481888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ILO 2025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502920" y="24323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INSIGHTS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658368" y="2688336"/>
            <a:ext cx="5989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Literacy ~95% is a regional asset; youth literacy 98.6% — but secondary enrolment 79% exposes retention gaps.</a:t>
            </a:r>
            <a:endParaRPr lang="en-US" sz="120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Out-of-school children concentrated in rural Central, Caaguazú, Alto Paraná; UNICEF-MEC campaign targets 6 depts.</a:t>
            </a:r>
            <a:endParaRPr lang="en-US" sz="120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Youth unemployment 11.7% against 62% informality — skills-to-formal-jobs is the binding constraint.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502920" y="4663440"/>
            <a:ext cx="6172200" cy="1591056"/>
          </a:xfrm>
          <a:prstGeom prst="rect">
            <a:avLst/>
          </a:prstGeom>
          <a:solidFill>
            <a:srgbClr val="F4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2920" y="4663440"/>
            <a:ext cx="45720" cy="1591056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4944" y="47548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POTENTIAL INTERVENTIONS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713232" y="502920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932688" y="502920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Fee support and school feeding in high out-of-school departments.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713232" y="539496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932688" y="539496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TVET pipelines for agro-industry, construction, logistics.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713232" y="576072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932688" y="576072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Rural teacher incentives and bilingual (Spanish-Guaraní) training.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6903720" y="12070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Primary net enrolment (%)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6903720" y="146304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MEC pattern (est.)</a:t>
            </a:r>
            <a:endParaRPr lang="en-US" sz="1200"/>
          </a:p>
        </p:txBody>
      </p:sp>
      <p:sp>
        <p:nvSpPr>
          <p:cNvPr id="34" name="Shape 31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World Bank · UNESCO UIS · INE · UNICEF 2025</a:t>
            </a:r>
            <a:endParaRPr lang="en-US" sz="1200"/>
          </a:p>
        </p:txBody>
      </p:sp>
      <p:sp>
        <p:nvSpPr>
          <p:cNvPr id="36" name="Text 33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10 / 23</a:t>
            </a:r>
            <a:endParaRPr lang="en-US" sz="1200"/>
          </a:p>
        </p:txBody>
      </p:sp>
      <p:sp>
        <p:nvSpPr>
          <p:cNvPr id="33" name="ALTO PARAGUAY"/>
          <p:cNvSpPr/>
          <p:nvPr/>
        </p:nvSpPr>
        <p:spPr>
          <a:xfrm>
            <a:off x="7940272" y="1719071"/>
            <a:ext cx="1525949" cy="1259453"/>
          </a:xfrm>
          <a:custGeom>
            <a:avLst/>
            <a:gdLst/>
            <a:ahLst/>
            <a:cxnLst/>
            <a:rect l="l" t="t" r="r" b="b"/>
            <a:pathLst>
              <a:path w="1525949" h="1259453">
                <a:moveTo>
                  <a:pt x="1461182" y="1133786"/>
                </a:moveTo>
                <a:lnTo>
                  <a:pt x="1455257" y="1113883"/>
                </a:lnTo>
                <a:lnTo>
                  <a:pt x="1471211" y="1100636"/>
                </a:lnTo>
                <a:lnTo>
                  <a:pt x="1477468" y="1058820"/>
                </a:lnTo>
                <a:lnTo>
                  <a:pt x="1490729" y="1051543"/>
                </a:lnTo>
                <a:lnTo>
                  <a:pt x="1471354" y="1038447"/>
                </a:lnTo>
                <a:lnTo>
                  <a:pt x="1492474" y="1006758"/>
                </a:lnTo>
                <a:lnTo>
                  <a:pt x="1478350" y="994203"/>
                </a:lnTo>
                <a:lnTo>
                  <a:pt x="1501867" y="972621"/>
                </a:lnTo>
                <a:lnTo>
                  <a:pt x="1483406" y="958102"/>
                </a:lnTo>
                <a:lnTo>
                  <a:pt x="1490183" y="931848"/>
                </a:lnTo>
                <a:lnTo>
                  <a:pt x="1470504" y="906228"/>
                </a:lnTo>
                <a:lnTo>
                  <a:pt x="1512781" y="829107"/>
                </a:lnTo>
                <a:lnTo>
                  <a:pt x="1487754" y="806959"/>
                </a:lnTo>
                <a:lnTo>
                  <a:pt x="1513051" y="785320"/>
                </a:lnTo>
                <a:lnTo>
                  <a:pt x="1507455" y="712165"/>
                </a:lnTo>
                <a:lnTo>
                  <a:pt x="1525949" y="669659"/>
                </a:lnTo>
                <a:lnTo>
                  <a:pt x="1508860" y="672153"/>
                </a:lnTo>
                <a:lnTo>
                  <a:pt x="1485590" y="653356"/>
                </a:lnTo>
                <a:lnTo>
                  <a:pt x="1512637" y="626403"/>
                </a:lnTo>
                <a:lnTo>
                  <a:pt x="1496857" y="607842"/>
                </a:lnTo>
                <a:lnTo>
                  <a:pt x="1472823" y="609288"/>
                </a:lnTo>
                <a:lnTo>
                  <a:pt x="1482470" y="590771"/>
                </a:lnTo>
                <a:lnTo>
                  <a:pt x="1508010" y="591610"/>
                </a:lnTo>
                <a:lnTo>
                  <a:pt x="1506933" y="582175"/>
                </a:lnTo>
                <a:lnTo>
                  <a:pt x="1487712" y="557322"/>
                </a:lnTo>
                <a:lnTo>
                  <a:pt x="1463541" y="572498"/>
                </a:lnTo>
                <a:lnTo>
                  <a:pt x="1469698" y="549222"/>
                </a:lnTo>
                <a:lnTo>
                  <a:pt x="1454039" y="536959"/>
                </a:lnTo>
                <a:lnTo>
                  <a:pt x="1460360" y="516323"/>
                </a:lnTo>
                <a:lnTo>
                  <a:pt x="1451380" y="496847"/>
                </a:lnTo>
                <a:lnTo>
                  <a:pt x="1458979" y="464578"/>
                </a:lnTo>
                <a:lnTo>
                  <a:pt x="1426280" y="436506"/>
                </a:lnTo>
                <a:lnTo>
                  <a:pt x="1423857" y="392301"/>
                </a:lnTo>
                <a:lnTo>
                  <a:pt x="1398610" y="393440"/>
                </a:lnTo>
                <a:lnTo>
                  <a:pt x="1413252" y="365883"/>
                </a:lnTo>
                <a:lnTo>
                  <a:pt x="1396072" y="358012"/>
                </a:lnTo>
                <a:lnTo>
                  <a:pt x="1406971" y="336615"/>
                </a:lnTo>
                <a:lnTo>
                  <a:pt x="1378913" y="269029"/>
                </a:lnTo>
                <a:lnTo>
                  <a:pt x="1383449" y="232549"/>
                </a:lnTo>
                <a:lnTo>
                  <a:pt x="1397346" y="218139"/>
                </a:lnTo>
                <a:lnTo>
                  <a:pt x="1370944" y="196779"/>
                </a:lnTo>
                <a:lnTo>
                  <a:pt x="1061480" y="0"/>
                </a:lnTo>
                <a:lnTo>
                  <a:pt x="723234" y="2108"/>
                </a:lnTo>
                <a:lnTo>
                  <a:pt x="490040" y="67485"/>
                </a:lnTo>
                <a:lnTo>
                  <a:pt x="69315" y="139428"/>
                </a:lnTo>
                <a:lnTo>
                  <a:pt x="0" y="324088"/>
                </a:lnTo>
                <a:lnTo>
                  <a:pt x="75789" y="327105"/>
                </a:lnTo>
                <a:lnTo>
                  <a:pt x="112431" y="356863"/>
                </a:lnTo>
                <a:lnTo>
                  <a:pt x="759672" y="543449"/>
                </a:lnTo>
                <a:lnTo>
                  <a:pt x="756927" y="608923"/>
                </a:lnTo>
                <a:lnTo>
                  <a:pt x="801019" y="708427"/>
                </a:lnTo>
                <a:lnTo>
                  <a:pt x="801517" y="774834"/>
                </a:lnTo>
                <a:lnTo>
                  <a:pt x="820843" y="833427"/>
                </a:lnTo>
                <a:lnTo>
                  <a:pt x="762316" y="874486"/>
                </a:lnTo>
                <a:lnTo>
                  <a:pt x="732320" y="1120648"/>
                </a:lnTo>
                <a:lnTo>
                  <a:pt x="931900" y="1121468"/>
                </a:lnTo>
                <a:lnTo>
                  <a:pt x="1011764" y="1158489"/>
                </a:lnTo>
                <a:lnTo>
                  <a:pt x="1359349" y="1171305"/>
                </a:lnTo>
                <a:lnTo>
                  <a:pt x="1389587" y="1240189"/>
                </a:lnTo>
                <a:lnTo>
                  <a:pt x="1521952" y="1259453"/>
                </a:lnTo>
                <a:lnTo>
                  <a:pt x="1500004" y="1207915"/>
                </a:lnTo>
                <a:lnTo>
                  <a:pt x="1475780" y="1209521"/>
                </a:lnTo>
                <a:lnTo>
                  <a:pt x="1474892" y="1152688"/>
                </a:lnTo>
                <a:lnTo>
                  <a:pt x="1461182" y="113378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LTO PARANA"/>
          <p:cNvSpPr/>
          <p:nvPr/>
        </p:nvSpPr>
        <p:spPr>
          <a:xfrm>
            <a:off x="10309688" y="3821280"/>
            <a:ext cx="448032" cy="721804"/>
          </a:xfrm>
          <a:custGeom>
            <a:avLst/>
            <a:gdLst/>
            <a:ahLst/>
            <a:cxnLst/>
            <a:rect l="l" t="t" r="r" b="b"/>
            <a:pathLst>
              <a:path w="448032" h="721804">
                <a:moveTo>
                  <a:pt x="46326" y="438261"/>
                </a:moveTo>
                <a:lnTo>
                  <a:pt x="56009" y="464751"/>
                </a:lnTo>
                <a:lnTo>
                  <a:pt x="27357" y="488060"/>
                </a:lnTo>
                <a:lnTo>
                  <a:pt x="0" y="616357"/>
                </a:lnTo>
                <a:lnTo>
                  <a:pt x="52426" y="616988"/>
                </a:lnTo>
                <a:lnTo>
                  <a:pt x="58752" y="631915"/>
                </a:lnTo>
                <a:lnTo>
                  <a:pt x="75663" y="613447"/>
                </a:lnTo>
                <a:lnTo>
                  <a:pt x="91271" y="634772"/>
                </a:lnTo>
                <a:lnTo>
                  <a:pt x="109511" y="632907"/>
                </a:lnTo>
                <a:lnTo>
                  <a:pt x="111579" y="649359"/>
                </a:lnTo>
                <a:lnTo>
                  <a:pt x="93426" y="653229"/>
                </a:lnTo>
                <a:lnTo>
                  <a:pt x="84786" y="671899"/>
                </a:lnTo>
                <a:lnTo>
                  <a:pt x="119097" y="716812"/>
                </a:lnTo>
                <a:lnTo>
                  <a:pt x="151579" y="701228"/>
                </a:lnTo>
                <a:lnTo>
                  <a:pt x="179448" y="716172"/>
                </a:lnTo>
                <a:lnTo>
                  <a:pt x="191054" y="707683"/>
                </a:lnTo>
                <a:lnTo>
                  <a:pt x="223311" y="714421"/>
                </a:lnTo>
                <a:lnTo>
                  <a:pt x="222952" y="702537"/>
                </a:lnTo>
                <a:lnTo>
                  <a:pt x="236107" y="710498"/>
                </a:lnTo>
                <a:lnTo>
                  <a:pt x="237564" y="691325"/>
                </a:lnTo>
                <a:lnTo>
                  <a:pt x="242589" y="698548"/>
                </a:lnTo>
                <a:lnTo>
                  <a:pt x="251414" y="688198"/>
                </a:lnTo>
                <a:lnTo>
                  <a:pt x="306672" y="721804"/>
                </a:lnTo>
                <a:lnTo>
                  <a:pt x="311123" y="713268"/>
                </a:lnTo>
                <a:lnTo>
                  <a:pt x="316892" y="721097"/>
                </a:lnTo>
                <a:lnTo>
                  <a:pt x="314433" y="710502"/>
                </a:lnTo>
                <a:lnTo>
                  <a:pt x="326576" y="720552"/>
                </a:lnTo>
                <a:lnTo>
                  <a:pt x="344837" y="708120"/>
                </a:lnTo>
                <a:lnTo>
                  <a:pt x="326518" y="680928"/>
                </a:lnTo>
                <a:lnTo>
                  <a:pt x="337451" y="655003"/>
                </a:lnTo>
                <a:lnTo>
                  <a:pt x="324008" y="616996"/>
                </a:lnTo>
                <a:lnTo>
                  <a:pt x="349539" y="608449"/>
                </a:lnTo>
                <a:lnTo>
                  <a:pt x="345134" y="583363"/>
                </a:lnTo>
                <a:lnTo>
                  <a:pt x="358187" y="550618"/>
                </a:lnTo>
                <a:lnTo>
                  <a:pt x="332073" y="489944"/>
                </a:lnTo>
                <a:lnTo>
                  <a:pt x="360475" y="480318"/>
                </a:lnTo>
                <a:lnTo>
                  <a:pt x="346354" y="395845"/>
                </a:lnTo>
                <a:lnTo>
                  <a:pt x="421552" y="277540"/>
                </a:lnTo>
                <a:lnTo>
                  <a:pt x="406812" y="237977"/>
                </a:lnTo>
                <a:lnTo>
                  <a:pt x="428299" y="133291"/>
                </a:lnTo>
                <a:lnTo>
                  <a:pt x="448032" y="93794"/>
                </a:lnTo>
                <a:lnTo>
                  <a:pt x="422316" y="82383"/>
                </a:lnTo>
                <a:lnTo>
                  <a:pt x="408702" y="99532"/>
                </a:lnTo>
                <a:lnTo>
                  <a:pt x="368399" y="86383"/>
                </a:lnTo>
                <a:lnTo>
                  <a:pt x="332790" y="96436"/>
                </a:lnTo>
                <a:lnTo>
                  <a:pt x="332927" y="77367"/>
                </a:lnTo>
                <a:lnTo>
                  <a:pt x="316398" y="86804"/>
                </a:lnTo>
                <a:lnTo>
                  <a:pt x="289399" y="69785"/>
                </a:lnTo>
                <a:lnTo>
                  <a:pt x="264090" y="79914"/>
                </a:lnTo>
                <a:lnTo>
                  <a:pt x="242355" y="62011"/>
                </a:lnTo>
                <a:lnTo>
                  <a:pt x="236684" y="39567"/>
                </a:lnTo>
                <a:lnTo>
                  <a:pt x="165902" y="27078"/>
                </a:lnTo>
                <a:lnTo>
                  <a:pt x="154919" y="1473"/>
                </a:lnTo>
                <a:lnTo>
                  <a:pt x="147303" y="0"/>
                </a:lnTo>
                <a:lnTo>
                  <a:pt x="145720" y="21386"/>
                </a:lnTo>
                <a:lnTo>
                  <a:pt x="102358" y="20816"/>
                </a:lnTo>
                <a:lnTo>
                  <a:pt x="74580" y="150191"/>
                </a:lnTo>
                <a:lnTo>
                  <a:pt x="81017" y="199488"/>
                </a:lnTo>
                <a:lnTo>
                  <a:pt x="100185" y="227914"/>
                </a:lnTo>
                <a:lnTo>
                  <a:pt x="132894" y="229699"/>
                </a:lnTo>
                <a:lnTo>
                  <a:pt x="146569" y="253043"/>
                </a:lnTo>
                <a:lnTo>
                  <a:pt x="201133" y="290943"/>
                </a:lnTo>
                <a:lnTo>
                  <a:pt x="194188" y="303759"/>
                </a:lnTo>
                <a:lnTo>
                  <a:pt x="217728" y="313488"/>
                </a:lnTo>
                <a:lnTo>
                  <a:pt x="217985" y="340630"/>
                </a:lnTo>
                <a:lnTo>
                  <a:pt x="233304" y="360813"/>
                </a:lnTo>
                <a:lnTo>
                  <a:pt x="201635" y="368844"/>
                </a:lnTo>
                <a:lnTo>
                  <a:pt x="185920" y="339809"/>
                </a:lnTo>
                <a:lnTo>
                  <a:pt x="150839" y="344134"/>
                </a:lnTo>
                <a:lnTo>
                  <a:pt x="96974" y="314314"/>
                </a:lnTo>
                <a:lnTo>
                  <a:pt x="82621" y="348168"/>
                </a:lnTo>
                <a:lnTo>
                  <a:pt x="64036" y="358971"/>
                </a:lnTo>
                <a:lnTo>
                  <a:pt x="46326" y="438261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MAMBAY"/>
          <p:cNvSpPr/>
          <p:nvPr/>
        </p:nvSpPr>
        <p:spPr>
          <a:xfrm>
            <a:off x="9835405" y="2847877"/>
            <a:ext cx="491502" cy="711361"/>
          </a:xfrm>
          <a:custGeom>
            <a:avLst/>
            <a:gdLst/>
            <a:ahLst/>
            <a:cxnLst/>
            <a:rect l="l" t="t" r="r" b="b"/>
            <a:pathLst>
              <a:path w="491502" h="711361">
                <a:moveTo>
                  <a:pt x="190336" y="515056"/>
                </a:moveTo>
                <a:lnTo>
                  <a:pt x="246237" y="500548"/>
                </a:lnTo>
                <a:lnTo>
                  <a:pt x="244579" y="560040"/>
                </a:lnTo>
                <a:lnTo>
                  <a:pt x="256705" y="604180"/>
                </a:lnTo>
                <a:lnTo>
                  <a:pt x="264774" y="620631"/>
                </a:lnTo>
                <a:lnTo>
                  <a:pt x="284533" y="619948"/>
                </a:lnTo>
                <a:lnTo>
                  <a:pt x="288965" y="608336"/>
                </a:lnTo>
                <a:lnTo>
                  <a:pt x="315211" y="646126"/>
                </a:lnTo>
                <a:lnTo>
                  <a:pt x="317012" y="675828"/>
                </a:lnTo>
                <a:lnTo>
                  <a:pt x="300722" y="711361"/>
                </a:lnTo>
                <a:lnTo>
                  <a:pt x="345795" y="707705"/>
                </a:lnTo>
                <a:lnTo>
                  <a:pt x="412584" y="643875"/>
                </a:lnTo>
                <a:lnTo>
                  <a:pt x="456050" y="639567"/>
                </a:lnTo>
                <a:lnTo>
                  <a:pt x="476646" y="593508"/>
                </a:lnTo>
                <a:lnTo>
                  <a:pt x="470135" y="568189"/>
                </a:lnTo>
                <a:lnTo>
                  <a:pt x="491502" y="528335"/>
                </a:lnTo>
                <a:lnTo>
                  <a:pt x="472464" y="503300"/>
                </a:lnTo>
                <a:lnTo>
                  <a:pt x="484514" y="455078"/>
                </a:lnTo>
                <a:lnTo>
                  <a:pt x="477454" y="437946"/>
                </a:lnTo>
                <a:lnTo>
                  <a:pt x="457340" y="435735"/>
                </a:lnTo>
                <a:lnTo>
                  <a:pt x="431416" y="315438"/>
                </a:lnTo>
                <a:lnTo>
                  <a:pt x="449226" y="280855"/>
                </a:lnTo>
                <a:lnTo>
                  <a:pt x="450553" y="235289"/>
                </a:lnTo>
                <a:lnTo>
                  <a:pt x="404471" y="182712"/>
                </a:lnTo>
                <a:lnTo>
                  <a:pt x="401404" y="125424"/>
                </a:lnTo>
                <a:lnTo>
                  <a:pt x="385680" y="124900"/>
                </a:lnTo>
                <a:lnTo>
                  <a:pt x="361780" y="83307"/>
                </a:lnTo>
                <a:lnTo>
                  <a:pt x="229106" y="82415"/>
                </a:lnTo>
                <a:lnTo>
                  <a:pt x="171571" y="38508"/>
                </a:lnTo>
                <a:lnTo>
                  <a:pt x="160872" y="0"/>
                </a:lnTo>
                <a:lnTo>
                  <a:pt x="140539" y="761"/>
                </a:lnTo>
                <a:lnTo>
                  <a:pt x="118440" y="8723"/>
                </a:lnTo>
                <a:lnTo>
                  <a:pt x="100180" y="49405"/>
                </a:lnTo>
                <a:lnTo>
                  <a:pt x="70370" y="76453"/>
                </a:lnTo>
                <a:lnTo>
                  <a:pt x="45565" y="57704"/>
                </a:lnTo>
                <a:lnTo>
                  <a:pt x="39264" y="77114"/>
                </a:lnTo>
                <a:lnTo>
                  <a:pt x="29382" y="65324"/>
                </a:lnTo>
                <a:lnTo>
                  <a:pt x="18359" y="75338"/>
                </a:lnTo>
                <a:lnTo>
                  <a:pt x="12186" y="68002"/>
                </a:lnTo>
                <a:lnTo>
                  <a:pt x="0" y="89694"/>
                </a:lnTo>
                <a:lnTo>
                  <a:pt x="80561" y="117806"/>
                </a:lnTo>
                <a:lnTo>
                  <a:pt x="40624" y="155653"/>
                </a:lnTo>
                <a:lnTo>
                  <a:pt x="32501" y="190103"/>
                </a:lnTo>
                <a:lnTo>
                  <a:pt x="36920" y="233804"/>
                </a:lnTo>
                <a:lnTo>
                  <a:pt x="59675" y="262697"/>
                </a:lnTo>
                <a:lnTo>
                  <a:pt x="65815" y="294801"/>
                </a:lnTo>
                <a:lnTo>
                  <a:pt x="41975" y="311571"/>
                </a:lnTo>
                <a:lnTo>
                  <a:pt x="43647" y="336943"/>
                </a:lnTo>
                <a:lnTo>
                  <a:pt x="60056" y="326881"/>
                </a:lnTo>
                <a:lnTo>
                  <a:pt x="85268" y="339983"/>
                </a:lnTo>
                <a:lnTo>
                  <a:pt x="99128" y="334336"/>
                </a:lnTo>
                <a:lnTo>
                  <a:pt x="119478" y="287126"/>
                </a:lnTo>
                <a:lnTo>
                  <a:pt x="142556" y="285051"/>
                </a:lnTo>
                <a:lnTo>
                  <a:pt x="163949" y="258953"/>
                </a:lnTo>
                <a:lnTo>
                  <a:pt x="197712" y="248460"/>
                </a:lnTo>
                <a:lnTo>
                  <a:pt x="260410" y="403171"/>
                </a:lnTo>
                <a:lnTo>
                  <a:pt x="254474" y="424173"/>
                </a:lnTo>
                <a:lnTo>
                  <a:pt x="240399" y="423096"/>
                </a:lnTo>
                <a:lnTo>
                  <a:pt x="239342" y="440133"/>
                </a:lnTo>
                <a:lnTo>
                  <a:pt x="229980" y="440636"/>
                </a:lnTo>
                <a:lnTo>
                  <a:pt x="232410" y="466901"/>
                </a:lnTo>
                <a:lnTo>
                  <a:pt x="204700" y="479658"/>
                </a:lnTo>
                <a:lnTo>
                  <a:pt x="190336" y="51505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SUNCION"/>
          <p:cNvSpPr/>
          <p:nvPr/>
        </p:nvSpPr>
        <p:spPr>
          <a:xfrm>
            <a:off x="9522069" y="4124327"/>
            <a:ext cx="52024" cy="63411"/>
          </a:xfrm>
          <a:custGeom>
            <a:avLst/>
            <a:gdLst/>
            <a:ahLst/>
            <a:cxnLst/>
            <a:rect l="l" t="t" r="r" b="b"/>
            <a:pathLst>
              <a:path w="52024" h="63411">
                <a:moveTo>
                  <a:pt x="9892" y="63411"/>
                </a:moveTo>
                <a:lnTo>
                  <a:pt x="20101" y="35905"/>
                </a:lnTo>
                <a:lnTo>
                  <a:pt x="30693" y="47625"/>
                </a:lnTo>
                <a:lnTo>
                  <a:pt x="40376" y="38902"/>
                </a:lnTo>
                <a:lnTo>
                  <a:pt x="52024" y="7302"/>
                </a:lnTo>
                <a:lnTo>
                  <a:pt x="35001" y="0"/>
                </a:lnTo>
                <a:lnTo>
                  <a:pt x="0" y="22743"/>
                </a:lnTo>
                <a:lnTo>
                  <a:pt x="9892" y="63411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OQUERON"/>
          <p:cNvSpPr/>
          <p:nvPr/>
        </p:nvSpPr>
        <p:spPr>
          <a:xfrm>
            <a:off x="7671706" y="2043159"/>
            <a:ext cx="1230129" cy="1538800"/>
          </a:xfrm>
          <a:custGeom>
            <a:avLst/>
            <a:gdLst/>
            <a:ahLst/>
            <a:cxnLst/>
            <a:rect l="l" t="t" r="r" b="b"/>
            <a:pathLst>
              <a:path w="1230129" h="1538800">
                <a:moveTo>
                  <a:pt x="1218545" y="805364"/>
                </a:moveTo>
                <a:lnTo>
                  <a:pt x="1000886" y="796560"/>
                </a:lnTo>
                <a:lnTo>
                  <a:pt x="1030882" y="550398"/>
                </a:lnTo>
                <a:lnTo>
                  <a:pt x="1089409" y="509339"/>
                </a:lnTo>
                <a:lnTo>
                  <a:pt x="1070083" y="450746"/>
                </a:lnTo>
                <a:lnTo>
                  <a:pt x="1069585" y="384339"/>
                </a:lnTo>
                <a:lnTo>
                  <a:pt x="1025493" y="284835"/>
                </a:lnTo>
                <a:lnTo>
                  <a:pt x="1028238" y="219361"/>
                </a:lnTo>
                <a:lnTo>
                  <a:pt x="380997" y="32775"/>
                </a:lnTo>
                <a:lnTo>
                  <a:pt x="344355" y="3017"/>
                </a:lnTo>
                <a:lnTo>
                  <a:pt x="268566" y="0"/>
                </a:lnTo>
                <a:lnTo>
                  <a:pt x="140496" y="192036"/>
                </a:lnTo>
                <a:lnTo>
                  <a:pt x="142244" y="392747"/>
                </a:lnTo>
                <a:lnTo>
                  <a:pt x="0" y="876392"/>
                </a:lnTo>
                <a:lnTo>
                  <a:pt x="1629" y="895962"/>
                </a:lnTo>
                <a:lnTo>
                  <a:pt x="30590" y="905954"/>
                </a:lnTo>
                <a:lnTo>
                  <a:pt x="38861" y="926023"/>
                </a:lnTo>
                <a:lnTo>
                  <a:pt x="63301" y="926813"/>
                </a:lnTo>
                <a:lnTo>
                  <a:pt x="99150" y="968973"/>
                </a:lnTo>
                <a:lnTo>
                  <a:pt x="109069" y="957402"/>
                </a:lnTo>
                <a:lnTo>
                  <a:pt x="113756" y="969427"/>
                </a:lnTo>
                <a:lnTo>
                  <a:pt x="133276" y="968298"/>
                </a:lnTo>
                <a:lnTo>
                  <a:pt x="129504" y="984874"/>
                </a:lnTo>
                <a:lnTo>
                  <a:pt x="156571" y="997084"/>
                </a:lnTo>
                <a:lnTo>
                  <a:pt x="142326" y="1018572"/>
                </a:lnTo>
                <a:lnTo>
                  <a:pt x="164285" y="1038163"/>
                </a:lnTo>
                <a:lnTo>
                  <a:pt x="162652" y="1059834"/>
                </a:lnTo>
                <a:lnTo>
                  <a:pt x="217777" y="1114695"/>
                </a:lnTo>
                <a:lnTo>
                  <a:pt x="228674" y="1150075"/>
                </a:lnTo>
                <a:lnTo>
                  <a:pt x="239837" y="1150874"/>
                </a:lnTo>
                <a:lnTo>
                  <a:pt x="236770" y="1177259"/>
                </a:lnTo>
                <a:lnTo>
                  <a:pt x="326602" y="1244181"/>
                </a:lnTo>
                <a:lnTo>
                  <a:pt x="338316" y="1277232"/>
                </a:lnTo>
                <a:lnTo>
                  <a:pt x="421929" y="1320785"/>
                </a:lnTo>
                <a:lnTo>
                  <a:pt x="416310" y="1329857"/>
                </a:lnTo>
                <a:lnTo>
                  <a:pt x="429001" y="1351255"/>
                </a:lnTo>
                <a:lnTo>
                  <a:pt x="480252" y="1361040"/>
                </a:lnTo>
                <a:lnTo>
                  <a:pt x="528476" y="1404143"/>
                </a:lnTo>
                <a:lnTo>
                  <a:pt x="543400" y="1398239"/>
                </a:lnTo>
                <a:lnTo>
                  <a:pt x="578959" y="1428591"/>
                </a:lnTo>
                <a:lnTo>
                  <a:pt x="574161" y="1446185"/>
                </a:lnTo>
                <a:lnTo>
                  <a:pt x="614563" y="1507526"/>
                </a:lnTo>
                <a:lnTo>
                  <a:pt x="635877" y="1507622"/>
                </a:lnTo>
                <a:lnTo>
                  <a:pt x="667951" y="1532636"/>
                </a:lnTo>
                <a:lnTo>
                  <a:pt x="688520" y="1529399"/>
                </a:lnTo>
                <a:lnTo>
                  <a:pt x="684784" y="1538800"/>
                </a:lnTo>
                <a:lnTo>
                  <a:pt x="700859" y="1533863"/>
                </a:lnTo>
                <a:lnTo>
                  <a:pt x="691377" y="1499624"/>
                </a:lnTo>
                <a:lnTo>
                  <a:pt x="732209" y="1466521"/>
                </a:lnTo>
                <a:lnTo>
                  <a:pt x="732350" y="1419802"/>
                </a:lnTo>
                <a:lnTo>
                  <a:pt x="759697" y="1427432"/>
                </a:lnTo>
                <a:lnTo>
                  <a:pt x="770978" y="1411738"/>
                </a:lnTo>
                <a:lnTo>
                  <a:pt x="908048" y="1395753"/>
                </a:lnTo>
                <a:lnTo>
                  <a:pt x="948949" y="1379527"/>
                </a:lnTo>
                <a:lnTo>
                  <a:pt x="998893" y="1207059"/>
                </a:lnTo>
                <a:lnTo>
                  <a:pt x="992696" y="1106271"/>
                </a:lnTo>
                <a:lnTo>
                  <a:pt x="1075741" y="987422"/>
                </a:lnTo>
                <a:lnTo>
                  <a:pt x="1077447" y="963743"/>
                </a:lnTo>
                <a:lnTo>
                  <a:pt x="1090468" y="963753"/>
                </a:lnTo>
                <a:lnTo>
                  <a:pt x="1090604" y="947932"/>
                </a:lnTo>
                <a:lnTo>
                  <a:pt x="1122422" y="947933"/>
                </a:lnTo>
                <a:lnTo>
                  <a:pt x="1117548" y="923998"/>
                </a:lnTo>
                <a:lnTo>
                  <a:pt x="1126827" y="910611"/>
                </a:lnTo>
                <a:lnTo>
                  <a:pt x="1230129" y="843536"/>
                </a:lnTo>
                <a:lnTo>
                  <a:pt x="1218545" y="805364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AAGUAZU"/>
          <p:cNvSpPr/>
          <p:nvPr/>
        </p:nvSpPr>
        <p:spPr>
          <a:xfrm>
            <a:off x="9824434" y="3816906"/>
            <a:ext cx="718558" cy="503772"/>
          </a:xfrm>
          <a:custGeom>
            <a:avLst/>
            <a:gdLst/>
            <a:ahLst/>
            <a:cxnLst/>
            <a:rect l="l" t="t" r="r" b="b"/>
            <a:pathLst>
              <a:path w="718558" h="503772">
                <a:moveTo>
                  <a:pt x="108244" y="215578"/>
                </a:moveTo>
                <a:lnTo>
                  <a:pt x="109287" y="283969"/>
                </a:lnTo>
                <a:lnTo>
                  <a:pt x="87959" y="284254"/>
                </a:lnTo>
                <a:lnTo>
                  <a:pt x="71184" y="325085"/>
                </a:lnTo>
                <a:lnTo>
                  <a:pt x="87714" y="347094"/>
                </a:lnTo>
                <a:lnTo>
                  <a:pt x="109404" y="340728"/>
                </a:lnTo>
                <a:lnTo>
                  <a:pt x="70107" y="382971"/>
                </a:lnTo>
                <a:lnTo>
                  <a:pt x="0" y="426422"/>
                </a:lnTo>
                <a:lnTo>
                  <a:pt x="71313" y="503772"/>
                </a:lnTo>
                <a:lnTo>
                  <a:pt x="119636" y="470109"/>
                </a:lnTo>
                <a:lnTo>
                  <a:pt x="158252" y="466399"/>
                </a:lnTo>
                <a:lnTo>
                  <a:pt x="173915" y="445938"/>
                </a:lnTo>
                <a:lnTo>
                  <a:pt x="343009" y="470881"/>
                </a:lnTo>
                <a:lnTo>
                  <a:pt x="395247" y="498246"/>
                </a:lnTo>
                <a:lnTo>
                  <a:pt x="431965" y="491674"/>
                </a:lnTo>
                <a:lnTo>
                  <a:pt x="442290" y="478365"/>
                </a:lnTo>
                <a:lnTo>
                  <a:pt x="469144" y="483391"/>
                </a:lnTo>
                <a:lnTo>
                  <a:pt x="512208" y="428979"/>
                </a:lnTo>
                <a:lnTo>
                  <a:pt x="531580" y="442635"/>
                </a:lnTo>
                <a:lnTo>
                  <a:pt x="549290" y="363345"/>
                </a:lnTo>
                <a:lnTo>
                  <a:pt x="567875" y="352542"/>
                </a:lnTo>
                <a:lnTo>
                  <a:pt x="585648" y="317672"/>
                </a:lnTo>
                <a:lnTo>
                  <a:pt x="636093" y="348508"/>
                </a:lnTo>
                <a:lnTo>
                  <a:pt x="673040" y="345166"/>
                </a:lnTo>
                <a:lnTo>
                  <a:pt x="686889" y="373218"/>
                </a:lnTo>
                <a:lnTo>
                  <a:pt x="718558" y="365187"/>
                </a:lnTo>
                <a:lnTo>
                  <a:pt x="703239" y="345004"/>
                </a:lnTo>
                <a:lnTo>
                  <a:pt x="702982" y="317862"/>
                </a:lnTo>
                <a:lnTo>
                  <a:pt x="679442" y="308133"/>
                </a:lnTo>
                <a:lnTo>
                  <a:pt x="686387" y="295317"/>
                </a:lnTo>
                <a:lnTo>
                  <a:pt x="631823" y="257417"/>
                </a:lnTo>
                <a:lnTo>
                  <a:pt x="618148" y="234073"/>
                </a:lnTo>
                <a:lnTo>
                  <a:pt x="585439" y="232288"/>
                </a:lnTo>
                <a:lnTo>
                  <a:pt x="566271" y="203862"/>
                </a:lnTo>
                <a:lnTo>
                  <a:pt x="559834" y="154565"/>
                </a:lnTo>
                <a:lnTo>
                  <a:pt x="578081" y="101538"/>
                </a:lnTo>
                <a:lnTo>
                  <a:pt x="577684" y="41232"/>
                </a:lnTo>
                <a:lnTo>
                  <a:pt x="596619" y="20142"/>
                </a:lnTo>
                <a:lnTo>
                  <a:pt x="631465" y="25483"/>
                </a:lnTo>
                <a:lnTo>
                  <a:pt x="638414" y="12697"/>
                </a:lnTo>
                <a:lnTo>
                  <a:pt x="622970" y="0"/>
                </a:lnTo>
                <a:lnTo>
                  <a:pt x="596112" y="832"/>
                </a:lnTo>
                <a:lnTo>
                  <a:pt x="573746" y="20027"/>
                </a:lnTo>
                <a:lnTo>
                  <a:pt x="562567" y="11426"/>
                </a:lnTo>
                <a:lnTo>
                  <a:pt x="552514" y="30199"/>
                </a:lnTo>
                <a:lnTo>
                  <a:pt x="518782" y="30792"/>
                </a:lnTo>
                <a:lnTo>
                  <a:pt x="510027" y="43015"/>
                </a:lnTo>
                <a:lnTo>
                  <a:pt x="499068" y="20205"/>
                </a:lnTo>
                <a:lnTo>
                  <a:pt x="484576" y="21560"/>
                </a:lnTo>
                <a:lnTo>
                  <a:pt x="466438" y="69316"/>
                </a:lnTo>
                <a:lnTo>
                  <a:pt x="429648" y="83567"/>
                </a:lnTo>
                <a:lnTo>
                  <a:pt x="418852" y="104422"/>
                </a:lnTo>
                <a:lnTo>
                  <a:pt x="428972" y="129098"/>
                </a:lnTo>
                <a:lnTo>
                  <a:pt x="421207" y="147581"/>
                </a:lnTo>
                <a:lnTo>
                  <a:pt x="403503" y="143558"/>
                </a:lnTo>
                <a:lnTo>
                  <a:pt x="375370" y="160502"/>
                </a:lnTo>
                <a:lnTo>
                  <a:pt x="324842" y="149774"/>
                </a:lnTo>
                <a:lnTo>
                  <a:pt x="307949" y="180307"/>
                </a:lnTo>
                <a:lnTo>
                  <a:pt x="285080" y="189392"/>
                </a:lnTo>
                <a:lnTo>
                  <a:pt x="271377" y="181506"/>
                </a:lnTo>
                <a:lnTo>
                  <a:pt x="264376" y="191729"/>
                </a:lnTo>
                <a:lnTo>
                  <a:pt x="223383" y="121884"/>
                </a:lnTo>
                <a:lnTo>
                  <a:pt x="214695" y="138838"/>
                </a:lnTo>
                <a:lnTo>
                  <a:pt x="244837" y="192520"/>
                </a:lnTo>
                <a:lnTo>
                  <a:pt x="173831" y="180990"/>
                </a:lnTo>
                <a:lnTo>
                  <a:pt x="124979" y="218232"/>
                </a:lnTo>
                <a:lnTo>
                  <a:pt x="108244" y="215578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AAZAPA"/>
          <p:cNvSpPr/>
          <p:nvPr/>
        </p:nvSpPr>
        <p:spPr>
          <a:xfrm>
            <a:off x="9827088" y="4245778"/>
            <a:ext cx="594733" cy="515055"/>
          </a:xfrm>
          <a:custGeom>
            <a:avLst/>
            <a:gdLst/>
            <a:ahLst/>
            <a:cxnLst/>
            <a:rect l="l" t="t" r="r" b="b"/>
            <a:pathLst>
              <a:path w="594733" h="515055">
                <a:moveTo>
                  <a:pt x="81538" y="271983"/>
                </a:moveTo>
                <a:lnTo>
                  <a:pt x="77856" y="285294"/>
                </a:lnTo>
                <a:lnTo>
                  <a:pt x="60030" y="290212"/>
                </a:lnTo>
                <a:lnTo>
                  <a:pt x="32701" y="363696"/>
                </a:lnTo>
                <a:lnTo>
                  <a:pt x="0" y="412678"/>
                </a:lnTo>
                <a:lnTo>
                  <a:pt x="15368" y="423412"/>
                </a:lnTo>
                <a:lnTo>
                  <a:pt x="15956" y="445524"/>
                </a:lnTo>
                <a:lnTo>
                  <a:pt x="78830" y="463148"/>
                </a:lnTo>
                <a:lnTo>
                  <a:pt x="69296" y="484506"/>
                </a:lnTo>
                <a:lnTo>
                  <a:pt x="77159" y="494489"/>
                </a:lnTo>
                <a:lnTo>
                  <a:pt x="133021" y="515055"/>
                </a:lnTo>
                <a:lnTo>
                  <a:pt x="218657" y="475929"/>
                </a:lnTo>
                <a:lnTo>
                  <a:pt x="249987" y="480079"/>
                </a:lnTo>
                <a:lnTo>
                  <a:pt x="248091" y="463447"/>
                </a:lnTo>
                <a:lnTo>
                  <a:pt x="272047" y="447087"/>
                </a:lnTo>
                <a:lnTo>
                  <a:pt x="278139" y="417924"/>
                </a:lnTo>
                <a:lnTo>
                  <a:pt x="294630" y="405271"/>
                </a:lnTo>
                <a:lnTo>
                  <a:pt x="304224" y="414829"/>
                </a:lnTo>
                <a:lnTo>
                  <a:pt x="310409" y="401274"/>
                </a:lnTo>
                <a:lnTo>
                  <a:pt x="348544" y="401190"/>
                </a:lnTo>
                <a:lnTo>
                  <a:pt x="387916" y="350104"/>
                </a:lnTo>
                <a:lnTo>
                  <a:pt x="433244" y="338263"/>
                </a:lnTo>
                <a:lnTo>
                  <a:pt x="465770" y="362270"/>
                </a:lnTo>
                <a:lnTo>
                  <a:pt x="478017" y="341937"/>
                </a:lnTo>
                <a:lnTo>
                  <a:pt x="502087" y="335001"/>
                </a:lnTo>
                <a:lnTo>
                  <a:pt x="498756" y="317898"/>
                </a:lnTo>
                <a:lnTo>
                  <a:pt x="541728" y="318762"/>
                </a:lnTo>
                <a:lnTo>
                  <a:pt x="553561" y="302134"/>
                </a:lnTo>
                <a:lnTo>
                  <a:pt x="560238" y="235642"/>
                </a:lnTo>
                <a:lnTo>
                  <a:pt x="594733" y="216468"/>
                </a:lnTo>
                <a:lnTo>
                  <a:pt x="558263" y="188949"/>
                </a:lnTo>
                <a:lnTo>
                  <a:pt x="541352" y="207417"/>
                </a:lnTo>
                <a:lnTo>
                  <a:pt x="535026" y="192490"/>
                </a:lnTo>
                <a:lnTo>
                  <a:pt x="482600" y="191859"/>
                </a:lnTo>
                <a:lnTo>
                  <a:pt x="509957" y="63562"/>
                </a:lnTo>
                <a:lnTo>
                  <a:pt x="538609" y="40253"/>
                </a:lnTo>
                <a:lnTo>
                  <a:pt x="527981" y="9471"/>
                </a:lnTo>
                <a:lnTo>
                  <a:pt x="509781" y="0"/>
                </a:lnTo>
                <a:lnTo>
                  <a:pt x="487825" y="39417"/>
                </a:lnTo>
                <a:lnTo>
                  <a:pt x="450880" y="51569"/>
                </a:lnTo>
                <a:lnTo>
                  <a:pt x="434854" y="88615"/>
                </a:lnTo>
                <a:lnTo>
                  <a:pt x="403924" y="78789"/>
                </a:lnTo>
                <a:lnTo>
                  <a:pt x="406027" y="101897"/>
                </a:lnTo>
                <a:lnTo>
                  <a:pt x="372150" y="112698"/>
                </a:lnTo>
                <a:lnTo>
                  <a:pt x="348092" y="142856"/>
                </a:lnTo>
                <a:lnTo>
                  <a:pt x="325094" y="133562"/>
                </a:lnTo>
                <a:lnTo>
                  <a:pt x="297482" y="148861"/>
                </a:lnTo>
                <a:lnTo>
                  <a:pt x="278555" y="200872"/>
                </a:lnTo>
                <a:lnTo>
                  <a:pt x="248400" y="218799"/>
                </a:lnTo>
                <a:lnTo>
                  <a:pt x="211021" y="183445"/>
                </a:lnTo>
                <a:lnTo>
                  <a:pt x="184490" y="203769"/>
                </a:lnTo>
                <a:lnTo>
                  <a:pt x="162700" y="202771"/>
                </a:lnTo>
                <a:lnTo>
                  <a:pt x="165755" y="249059"/>
                </a:lnTo>
                <a:lnTo>
                  <a:pt x="116680" y="241590"/>
                </a:lnTo>
                <a:lnTo>
                  <a:pt x="110517" y="268776"/>
                </a:lnTo>
                <a:lnTo>
                  <a:pt x="81538" y="271983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ANINDEYU"/>
          <p:cNvSpPr/>
          <p:nvPr/>
        </p:nvSpPr>
        <p:spPr>
          <a:xfrm>
            <a:off x="10078433" y="3435036"/>
            <a:ext cx="711596" cy="510968"/>
          </a:xfrm>
          <a:custGeom>
            <a:avLst/>
            <a:gdLst/>
            <a:ahLst/>
            <a:cxnLst/>
            <a:rect l="l" t="t" r="r" b="b"/>
            <a:pathLst>
              <a:path w="711596" h="510968">
                <a:moveTo>
                  <a:pt x="174973" y="510968"/>
                </a:moveTo>
                <a:lnTo>
                  <a:pt x="164853" y="486292"/>
                </a:lnTo>
                <a:lnTo>
                  <a:pt x="175649" y="465437"/>
                </a:lnTo>
                <a:lnTo>
                  <a:pt x="212439" y="451186"/>
                </a:lnTo>
                <a:lnTo>
                  <a:pt x="230577" y="403430"/>
                </a:lnTo>
                <a:lnTo>
                  <a:pt x="245069" y="402075"/>
                </a:lnTo>
                <a:lnTo>
                  <a:pt x="256028" y="424885"/>
                </a:lnTo>
                <a:lnTo>
                  <a:pt x="342113" y="382702"/>
                </a:lnTo>
                <a:lnTo>
                  <a:pt x="386174" y="387717"/>
                </a:lnTo>
                <a:lnTo>
                  <a:pt x="400870" y="414847"/>
                </a:lnTo>
                <a:lnTo>
                  <a:pt x="467939" y="425811"/>
                </a:lnTo>
                <a:lnTo>
                  <a:pt x="473610" y="448255"/>
                </a:lnTo>
                <a:lnTo>
                  <a:pt x="495345" y="466158"/>
                </a:lnTo>
                <a:lnTo>
                  <a:pt x="520654" y="456029"/>
                </a:lnTo>
                <a:lnTo>
                  <a:pt x="547653" y="473048"/>
                </a:lnTo>
                <a:lnTo>
                  <a:pt x="564182" y="463611"/>
                </a:lnTo>
                <a:lnTo>
                  <a:pt x="564045" y="482680"/>
                </a:lnTo>
                <a:lnTo>
                  <a:pt x="599654" y="472627"/>
                </a:lnTo>
                <a:lnTo>
                  <a:pt x="639957" y="485776"/>
                </a:lnTo>
                <a:lnTo>
                  <a:pt x="653571" y="468627"/>
                </a:lnTo>
                <a:lnTo>
                  <a:pt x="679287" y="480038"/>
                </a:lnTo>
                <a:lnTo>
                  <a:pt x="690181" y="441456"/>
                </a:lnTo>
                <a:lnTo>
                  <a:pt x="683293" y="395538"/>
                </a:lnTo>
                <a:lnTo>
                  <a:pt x="711596" y="336956"/>
                </a:lnTo>
                <a:lnTo>
                  <a:pt x="679172" y="255039"/>
                </a:lnTo>
                <a:lnTo>
                  <a:pt x="710642" y="215465"/>
                </a:lnTo>
                <a:lnTo>
                  <a:pt x="665244" y="187789"/>
                </a:lnTo>
                <a:lnTo>
                  <a:pt x="644416" y="154524"/>
                </a:lnTo>
                <a:lnTo>
                  <a:pt x="558892" y="117102"/>
                </a:lnTo>
                <a:lnTo>
                  <a:pt x="545601" y="138207"/>
                </a:lnTo>
                <a:lnTo>
                  <a:pt x="476578" y="152607"/>
                </a:lnTo>
                <a:lnTo>
                  <a:pt x="457904" y="179775"/>
                </a:lnTo>
                <a:lnTo>
                  <a:pt x="436448" y="175953"/>
                </a:lnTo>
                <a:lnTo>
                  <a:pt x="412822" y="190319"/>
                </a:lnTo>
                <a:lnTo>
                  <a:pt x="396088" y="177740"/>
                </a:lnTo>
                <a:lnTo>
                  <a:pt x="350879" y="198662"/>
                </a:lnTo>
                <a:lnTo>
                  <a:pt x="322988" y="178979"/>
                </a:lnTo>
                <a:lnTo>
                  <a:pt x="309120" y="190924"/>
                </a:lnTo>
                <a:lnTo>
                  <a:pt x="286474" y="182642"/>
                </a:lnTo>
                <a:lnTo>
                  <a:pt x="270174" y="159419"/>
                </a:lnTo>
                <a:lnTo>
                  <a:pt x="267306" y="119925"/>
                </a:lnTo>
                <a:lnTo>
                  <a:pt x="276080" y="108148"/>
                </a:lnTo>
                <a:lnTo>
                  <a:pt x="271445" y="80865"/>
                </a:lnTo>
                <a:lnTo>
                  <a:pt x="282713" y="72760"/>
                </a:lnTo>
                <a:lnTo>
                  <a:pt x="262442" y="63726"/>
                </a:lnTo>
                <a:lnTo>
                  <a:pt x="261845" y="48729"/>
                </a:lnTo>
                <a:lnTo>
                  <a:pt x="236280" y="42285"/>
                </a:lnTo>
                <a:lnTo>
                  <a:pt x="242626" y="19892"/>
                </a:lnTo>
                <a:lnTo>
                  <a:pt x="233945" y="0"/>
                </a:lnTo>
                <a:lnTo>
                  <a:pt x="212995" y="52430"/>
                </a:lnTo>
                <a:lnTo>
                  <a:pt x="169556" y="56716"/>
                </a:lnTo>
                <a:lnTo>
                  <a:pt x="102767" y="120546"/>
                </a:lnTo>
                <a:lnTo>
                  <a:pt x="54035" y="121200"/>
                </a:lnTo>
                <a:lnTo>
                  <a:pt x="72668" y="204813"/>
                </a:lnTo>
                <a:lnTo>
                  <a:pt x="58976" y="202058"/>
                </a:lnTo>
                <a:lnTo>
                  <a:pt x="10098" y="239841"/>
                </a:lnTo>
                <a:lnTo>
                  <a:pt x="0" y="286859"/>
                </a:lnTo>
                <a:lnTo>
                  <a:pt x="17117" y="315303"/>
                </a:lnTo>
                <a:lnTo>
                  <a:pt x="18567" y="349543"/>
                </a:lnTo>
                <a:lnTo>
                  <a:pt x="54549" y="371922"/>
                </a:lnTo>
                <a:lnTo>
                  <a:pt x="123795" y="502014"/>
                </a:lnTo>
                <a:lnTo>
                  <a:pt x="174973" y="510968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ENTRAL"/>
          <p:cNvSpPr/>
          <p:nvPr/>
        </p:nvSpPr>
        <p:spPr>
          <a:xfrm>
            <a:off x="9463326" y="4072661"/>
            <a:ext cx="234912" cy="376394"/>
          </a:xfrm>
          <a:custGeom>
            <a:avLst/>
            <a:gdLst/>
            <a:ahLst/>
            <a:cxnLst/>
            <a:rect l="l" t="t" r="r" b="b"/>
            <a:pathLst>
              <a:path w="234912" h="376394">
                <a:moveTo>
                  <a:pt x="68635" y="115077"/>
                </a:moveTo>
                <a:lnTo>
                  <a:pt x="99791" y="141724"/>
                </a:lnTo>
                <a:lnTo>
                  <a:pt x="92857" y="189941"/>
                </a:lnTo>
                <a:lnTo>
                  <a:pt x="77211" y="210794"/>
                </a:lnTo>
                <a:lnTo>
                  <a:pt x="56587" y="203491"/>
                </a:lnTo>
                <a:lnTo>
                  <a:pt x="56600" y="228128"/>
                </a:lnTo>
                <a:lnTo>
                  <a:pt x="32097" y="224398"/>
                </a:lnTo>
                <a:lnTo>
                  <a:pt x="22141" y="243245"/>
                </a:lnTo>
                <a:lnTo>
                  <a:pt x="35324" y="253595"/>
                </a:lnTo>
                <a:lnTo>
                  <a:pt x="0" y="269357"/>
                </a:lnTo>
                <a:lnTo>
                  <a:pt x="6813" y="301354"/>
                </a:lnTo>
                <a:lnTo>
                  <a:pt x="27570" y="271853"/>
                </a:lnTo>
                <a:lnTo>
                  <a:pt x="31963" y="300440"/>
                </a:lnTo>
                <a:lnTo>
                  <a:pt x="84030" y="312112"/>
                </a:lnTo>
                <a:lnTo>
                  <a:pt x="78787" y="323827"/>
                </a:lnTo>
                <a:lnTo>
                  <a:pt x="115240" y="347635"/>
                </a:lnTo>
                <a:lnTo>
                  <a:pt x="108663" y="360335"/>
                </a:lnTo>
                <a:lnTo>
                  <a:pt x="122076" y="356754"/>
                </a:lnTo>
                <a:lnTo>
                  <a:pt x="121611" y="376394"/>
                </a:lnTo>
                <a:lnTo>
                  <a:pt x="152668" y="321326"/>
                </a:lnTo>
                <a:lnTo>
                  <a:pt x="133291" y="267378"/>
                </a:lnTo>
                <a:lnTo>
                  <a:pt x="152473" y="242397"/>
                </a:lnTo>
                <a:lnTo>
                  <a:pt x="150655" y="223160"/>
                </a:lnTo>
                <a:lnTo>
                  <a:pt x="179839" y="207985"/>
                </a:lnTo>
                <a:lnTo>
                  <a:pt x="188870" y="142153"/>
                </a:lnTo>
                <a:lnTo>
                  <a:pt x="218680" y="134940"/>
                </a:lnTo>
                <a:lnTo>
                  <a:pt x="234912" y="110783"/>
                </a:lnTo>
                <a:lnTo>
                  <a:pt x="197231" y="104176"/>
                </a:lnTo>
                <a:lnTo>
                  <a:pt x="179740" y="80070"/>
                </a:lnTo>
                <a:lnTo>
                  <a:pt x="181899" y="54997"/>
                </a:lnTo>
                <a:lnTo>
                  <a:pt x="121298" y="0"/>
                </a:lnTo>
                <a:lnTo>
                  <a:pt x="93744" y="51666"/>
                </a:lnTo>
                <a:lnTo>
                  <a:pt x="111138" y="59420"/>
                </a:lnTo>
                <a:lnTo>
                  <a:pt x="105390" y="80991"/>
                </a:lnTo>
                <a:lnTo>
                  <a:pt x="89436" y="99291"/>
                </a:lnTo>
                <a:lnTo>
                  <a:pt x="78565" y="87819"/>
                </a:lnTo>
                <a:lnTo>
                  <a:pt x="68635" y="115077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ONCEPCION"/>
          <p:cNvSpPr/>
          <p:nvPr/>
        </p:nvSpPr>
        <p:spPr>
          <a:xfrm>
            <a:off x="9401454" y="2851322"/>
            <a:ext cx="692679" cy="578121"/>
          </a:xfrm>
          <a:custGeom>
            <a:avLst/>
            <a:gdLst/>
            <a:ahLst/>
            <a:cxnLst/>
            <a:rect l="l" t="t" r="r" b="b"/>
            <a:pathLst>
              <a:path w="692679" h="578121">
                <a:moveTo>
                  <a:pt x="433951" y="86249"/>
                </a:moveTo>
                <a:lnTo>
                  <a:pt x="418632" y="83297"/>
                </a:lnTo>
                <a:lnTo>
                  <a:pt x="411453" y="65972"/>
                </a:lnTo>
                <a:lnTo>
                  <a:pt x="404383" y="74276"/>
                </a:lnTo>
                <a:lnTo>
                  <a:pt x="370605" y="56457"/>
                </a:lnTo>
                <a:lnTo>
                  <a:pt x="338563" y="68067"/>
                </a:lnTo>
                <a:lnTo>
                  <a:pt x="293143" y="50856"/>
                </a:lnTo>
                <a:lnTo>
                  <a:pt x="279987" y="67352"/>
                </a:lnTo>
                <a:lnTo>
                  <a:pt x="260741" y="54886"/>
                </a:lnTo>
                <a:lnTo>
                  <a:pt x="250157" y="65969"/>
                </a:lnTo>
                <a:lnTo>
                  <a:pt x="230081" y="60417"/>
                </a:lnTo>
                <a:lnTo>
                  <a:pt x="217934" y="46432"/>
                </a:lnTo>
                <a:lnTo>
                  <a:pt x="153508" y="37345"/>
                </a:lnTo>
                <a:lnTo>
                  <a:pt x="141870" y="4616"/>
                </a:lnTo>
                <a:lnTo>
                  <a:pt x="106257" y="3112"/>
                </a:lnTo>
                <a:lnTo>
                  <a:pt x="94323" y="20833"/>
                </a:lnTo>
                <a:lnTo>
                  <a:pt x="70292" y="27528"/>
                </a:lnTo>
                <a:lnTo>
                  <a:pt x="61344" y="15045"/>
                </a:lnTo>
                <a:lnTo>
                  <a:pt x="48238" y="21990"/>
                </a:lnTo>
                <a:lnTo>
                  <a:pt x="23434" y="15128"/>
                </a:lnTo>
                <a:lnTo>
                  <a:pt x="19132" y="0"/>
                </a:lnTo>
                <a:lnTo>
                  <a:pt x="0" y="1535"/>
                </a:lnTo>
                <a:lnTo>
                  <a:pt x="13551" y="19621"/>
                </a:lnTo>
                <a:lnTo>
                  <a:pt x="15338" y="78610"/>
                </a:lnTo>
                <a:lnTo>
                  <a:pt x="37850" y="74619"/>
                </a:lnTo>
                <a:lnTo>
                  <a:pt x="42889" y="99758"/>
                </a:lnTo>
                <a:lnTo>
                  <a:pt x="65280" y="119628"/>
                </a:lnTo>
                <a:lnTo>
                  <a:pt x="47448" y="135425"/>
                </a:lnTo>
                <a:lnTo>
                  <a:pt x="61465" y="197630"/>
                </a:lnTo>
                <a:lnTo>
                  <a:pt x="82059" y="227127"/>
                </a:lnTo>
                <a:lnTo>
                  <a:pt x="31090" y="233457"/>
                </a:lnTo>
                <a:lnTo>
                  <a:pt x="22718" y="263496"/>
                </a:lnTo>
                <a:lnTo>
                  <a:pt x="43774" y="291764"/>
                </a:lnTo>
                <a:lnTo>
                  <a:pt x="67984" y="298270"/>
                </a:lnTo>
                <a:lnTo>
                  <a:pt x="75684" y="321974"/>
                </a:lnTo>
                <a:lnTo>
                  <a:pt x="63834" y="337156"/>
                </a:lnTo>
                <a:lnTo>
                  <a:pt x="84443" y="359960"/>
                </a:lnTo>
                <a:lnTo>
                  <a:pt x="76098" y="383808"/>
                </a:lnTo>
                <a:lnTo>
                  <a:pt x="104915" y="409670"/>
                </a:lnTo>
                <a:lnTo>
                  <a:pt x="134287" y="409911"/>
                </a:lnTo>
                <a:lnTo>
                  <a:pt x="137581" y="443906"/>
                </a:lnTo>
                <a:lnTo>
                  <a:pt x="185864" y="484980"/>
                </a:lnTo>
                <a:lnTo>
                  <a:pt x="174998" y="512349"/>
                </a:lnTo>
                <a:lnTo>
                  <a:pt x="201887" y="565147"/>
                </a:lnTo>
                <a:lnTo>
                  <a:pt x="234641" y="578121"/>
                </a:lnTo>
                <a:lnTo>
                  <a:pt x="442045" y="543979"/>
                </a:lnTo>
                <a:lnTo>
                  <a:pt x="461493" y="554477"/>
                </a:lnTo>
                <a:lnTo>
                  <a:pt x="545604" y="556805"/>
                </a:lnTo>
                <a:lnTo>
                  <a:pt x="563850" y="537512"/>
                </a:lnTo>
                <a:lnTo>
                  <a:pt x="585700" y="542497"/>
                </a:lnTo>
                <a:lnTo>
                  <a:pt x="609873" y="525470"/>
                </a:lnTo>
                <a:lnTo>
                  <a:pt x="634169" y="500503"/>
                </a:lnTo>
                <a:lnTo>
                  <a:pt x="641924" y="472510"/>
                </a:lnTo>
                <a:lnTo>
                  <a:pt x="666361" y="463456"/>
                </a:lnTo>
                <a:lnTo>
                  <a:pt x="659823" y="449106"/>
                </a:lnTo>
                <a:lnTo>
                  <a:pt x="672094" y="421689"/>
                </a:lnTo>
                <a:lnTo>
                  <a:pt x="688754" y="420219"/>
                </a:lnTo>
                <a:lnTo>
                  <a:pt x="692679" y="389134"/>
                </a:lnTo>
                <a:lnTo>
                  <a:pt x="631403" y="244742"/>
                </a:lnTo>
                <a:lnTo>
                  <a:pt x="597900" y="255508"/>
                </a:lnTo>
                <a:lnTo>
                  <a:pt x="576507" y="281606"/>
                </a:lnTo>
                <a:lnTo>
                  <a:pt x="553429" y="283681"/>
                </a:lnTo>
                <a:lnTo>
                  <a:pt x="533079" y="330891"/>
                </a:lnTo>
                <a:lnTo>
                  <a:pt x="519219" y="336538"/>
                </a:lnTo>
                <a:lnTo>
                  <a:pt x="494007" y="323436"/>
                </a:lnTo>
                <a:lnTo>
                  <a:pt x="476761" y="332453"/>
                </a:lnTo>
                <a:lnTo>
                  <a:pt x="475926" y="308126"/>
                </a:lnTo>
                <a:lnTo>
                  <a:pt x="499766" y="291356"/>
                </a:lnTo>
                <a:lnTo>
                  <a:pt x="493626" y="259252"/>
                </a:lnTo>
                <a:lnTo>
                  <a:pt x="470871" y="230359"/>
                </a:lnTo>
                <a:lnTo>
                  <a:pt x="466452" y="186658"/>
                </a:lnTo>
                <a:lnTo>
                  <a:pt x="474575" y="152208"/>
                </a:lnTo>
                <a:lnTo>
                  <a:pt x="514512" y="114361"/>
                </a:lnTo>
                <a:lnTo>
                  <a:pt x="433951" y="86249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ORDILLERA"/>
          <p:cNvSpPr/>
          <p:nvPr/>
        </p:nvSpPr>
        <p:spPr>
          <a:xfrm>
            <a:off x="9592858" y="3970042"/>
            <a:ext cx="340980" cy="333730"/>
          </a:xfrm>
          <a:custGeom>
            <a:avLst/>
            <a:gdLst/>
            <a:ahLst/>
            <a:cxnLst/>
            <a:rect l="l" t="t" r="r" b="b"/>
            <a:pathLst>
              <a:path w="340980" h="333730">
                <a:moveTo>
                  <a:pt x="77807" y="32729"/>
                </a:moveTo>
                <a:lnTo>
                  <a:pt x="64721" y="36325"/>
                </a:lnTo>
                <a:lnTo>
                  <a:pt x="36602" y="89663"/>
                </a:lnTo>
                <a:lnTo>
                  <a:pt x="0" y="105549"/>
                </a:lnTo>
                <a:lnTo>
                  <a:pt x="53857" y="159706"/>
                </a:lnTo>
                <a:lnTo>
                  <a:pt x="51537" y="186640"/>
                </a:lnTo>
                <a:lnTo>
                  <a:pt x="69907" y="208392"/>
                </a:lnTo>
                <a:lnTo>
                  <a:pt x="101427" y="206478"/>
                </a:lnTo>
                <a:lnTo>
                  <a:pt x="144705" y="299631"/>
                </a:lnTo>
                <a:lnTo>
                  <a:pt x="211840" y="291992"/>
                </a:lnTo>
                <a:lnTo>
                  <a:pt x="198924" y="328140"/>
                </a:lnTo>
                <a:lnTo>
                  <a:pt x="223425" y="333730"/>
                </a:lnTo>
                <a:lnTo>
                  <a:pt x="250208" y="316344"/>
                </a:lnTo>
                <a:lnTo>
                  <a:pt x="281666" y="331386"/>
                </a:lnTo>
                <a:lnTo>
                  <a:pt x="231760" y="271970"/>
                </a:lnTo>
                <a:lnTo>
                  <a:pt x="301683" y="229835"/>
                </a:lnTo>
                <a:lnTo>
                  <a:pt x="340980" y="187592"/>
                </a:lnTo>
                <a:lnTo>
                  <a:pt x="319290" y="193958"/>
                </a:lnTo>
                <a:lnTo>
                  <a:pt x="302760" y="171949"/>
                </a:lnTo>
                <a:lnTo>
                  <a:pt x="319535" y="131118"/>
                </a:lnTo>
                <a:lnTo>
                  <a:pt x="340863" y="130833"/>
                </a:lnTo>
                <a:lnTo>
                  <a:pt x="339820" y="62442"/>
                </a:lnTo>
                <a:lnTo>
                  <a:pt x="320382" y="54603"/>
                </a:lnTo>
                <a:lnTo>
                  <a:pt x="295102" y="10338"/>
                </a:lnTo>
                <a:lnTo>
                  <a:pt x="277149" y="21210"/>
                </a:lnTo>
                <a:lnTo>
                  <a:pt x="196714" y="0"/>
                </a:lnTo>
                <a:lnTo>
                  <a:pt x="173462" y="54942"/>
                </a:lnTo>
                <a:lnTo>
                  <a:pt x="158310" y="56646"/>
                </a:lnTo>
                <a:lnTo>
                  <a:pt x="161276" y="69682"/>
                </a:lnTo>
                <a:lnTo>
                  <a:pt x="138896" y="71232"/>
                </a:lnTo>
                <a:lnTo>
                  <a:pt x="106454" y="43455"/>
                </a:lnTo>
                <a:lnTo>
                  <a:pt x="99420" y="52898"/>
                </a:lnTo>
                <a:lnTo>
                  <a:pt x="79830" y="44230"/>
                </a:lnTo>
                <a:lnTo>
                  <a:pt x="77807" y="32729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UAIRA"/>
          <p:cNvSpPr/>
          <p:nvPr/>
        </p:nvSpPr>
        <p:spPr>
          <a:xfrm>
            <a:off x="9864552" y="4262474"/>
            <a:ext cx="414292" cy="256374"/>
          </a:xfrm>
          <a:custGeom>
            <a:avLst/>
            <a:gdLst/>
            <a:ahLst/>
            <a:cxnLst/>
            <a:rect l="l" t="t" r="r" b="b"/>
            <a:pathLst>
              <a:path w="414292" h="256374">
                <a:moveTo>
                  <a:pt x="414292" y="34651"/>
                </a:moveTo>
                <a:lnTo>
                  <a:pt x="355129" y="52678"/>
                </a:lnTo>
                <a:lnTo>
                  <a:pt x="302891" y="25313"/>
                </a:lnTo>
                <a:lnTo>
                  <a:pt x="160168" y="0"/>
                </a:lnTo>
                <a:lnTo>
                  <a:pt x="126614" y="3497"/>
                </a:lnTo>
                <a:lnTo>
                  <a:pt x="100211" y="29095"/>
                </a:lnTo>
                <a:lnTo>
                  <a:pt x="79451" y="24571"/>
                </a:lnTo>
                <a:lnTo>
                  <a:pt x="28950" y="54870"/>
                </a:lnTo>
                <a:lnTo>
                  <a:pt x="21622" y="80004"/>
                </a:lnTo>
                <a:lnTo>
                  <a:pt x="30464" y="115783"/>
                </a:lnTo>
                <a:lnTo>
                  <a:pt x="51636" y="141985"/>
                </a:lnTo>
                <a:lnTo>
                  <a:pt x="52109" y="167923"/>
                </a:lnTo>
                <a:lnTo>
                  <a:pt x="0" y="156928"/>
                </a:lnTo>
                <a:lnTo>
                  <a:pt x="17090" y="188380"/>
                </a:lnTo>
                <a:lnTo>
                  <a:pt x="13623" y="230741"/>
                </a:lnTo>
                <a:lnTo>
                  <a:pt x="45176" y="256374"/>
                </a:lnTo>
                <a:lnTo>
                  <a:pt x="53710" y="246499"/>
                </a:lnTo>
                <a:lnTo>
                  <a:pt x="73053" y="252080"/>
                </a:lnTo>
                <a:lnTo>
                  <a:pt x="79216" y="224894"/>
                </a:lnTo>
                <a:lnTo>
                  <a:pt x="128291" y="232363"/>
                </a:lnTo>
                <a:lnTo>
                  <a:pt x="125236" y="186075"/>
                </a:lnTo>
                <a:lnTo>
                  <a:pt x="147026" y="187073"/>
                </a:lnTo>
                <a:lnTo>
                  <a:pt x="173557" y="166749"/>
                </a:lnTo>
                <a:lnTo>
                  <a:pt x="214055" y="200989"/>
                </a:lnTo>
                <a:lnTo>
                  <a:pt x="241091" y="184176"/>
                </a:lnTo>
                <a:lnTo>
                  <a:pt x="260018" y="132165"/>
                </a:lnTo>
                <a:lnTo>
                  <a:pt x="287630" y="116866"/>
                </a:lnTo>
                <a:lnTo>
                  <a:pt x="310628" y="126160"/>
                </a:lnTo>
                <a:lnTo>
                  <a:pt x="334686" y="96002"/>
                </a:lnTo>
                <a:lnTo>
                  <a:pt x="368563" y="85201"/>
                </a:lnTo>
                <a:lnTo>
                  <a:pt x="366460" y="62093"/>
                </a:lnTo>
                <a:lnTo>
                  <a:pt x="397390" y="71919"/>
                </a:lnTo>
                <a:lnTo>
                  <a:pt x="414292" y="34651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TAPUA"/>
          <p:cNvSpPr/>
          <p:nvPr/>
        </p:nvSpPr>
        <p:spPr>
          <a:xfrm>
            <a:off x="9813551" y="4476408"/>
            <a:ext cx="831735" cy="607413"/>
          </a:xfrm>
          <a:custGeom>
            <a:avLst/>
            <a:gdLst/>
            <a:ahLst/>
            <a:cxnLst/>
            <a:rect l="l" t="t" r="r" b="b"/>
            <a:pathLst>
              <a:path w="831735" h="607413">
                <a:moveTo>
                  <a:pt x="84056" y="256821"/>
                </a:moveTo>
                <a:lnTo>
                  <a:pt x="92988" y="427078"/>
                </a:lnTo>
                <a:lnTo>
                  <a:pt x="65147" y="463338"/>
                </a:lnTo>
                <a:lnTo>
                  <a:pt x="81795" y="504947"/>
                </a:lnTo>
                <a:lnTo>
                  <a:pt x="0" y="534992"/>
                </a:lnTo>
                <a:lnTo>
                  <a:pt x="49947" y="569522"/>
                </a:lnTo>
                <a:lnTo>
                  <a:pt x="70930" y="550930"/>
                </a:lnTo>
                <a:lnTo>
                  <a:pt x="109884" y="545384"/>
                </a:lnTo>
                <a:lnTo>
                  <a:pt x="149918" y="593056"/>
                </a:lnTo>
                <a:lnTo>
                  <a:pt x="183134" y="607413"/>
                </a:lnTo>
                <a:lnTo>
                  <a:pt x="219048" y="561886"/>
                </a:lnTo>
                <a:lnTo>
                  <a:pt x="220270" y="534383"/>
                </a:lnTo>
                <a:lnTo>
                  <a:pt x="292547" y="492745"/>
                </a:lnTo>
                <a:lnTo>
                  <a:pt x="370445" y="506071"/>
                </a:lnTo>
                <a:lnTo>
                  <a:pt x="393527" y="540040"/>
                </a:lnTo>
                <a:lnTo>
                  <a:pt x="428868" y="547409"/>
                </a:lnTo>
                <a:lnTo>
                  <a:pt x="481220" y="500022"/>
                </a:lnTo>
                <a:lnTo>
                  <a:pt x="486386" y="466833"/>
                </a:lnTo>
                <a:lnTo>
                  <a:pt x="470331" y="441687"/>
                </a:lnTo>
                <a:lnTo>
                  <a:pt x="491800" y="432432"/>
                </a:lnTo>
                <a:lnTo>
                  <a:pt x="494444" y="410749"/>
                </a:lnTo>
                <a:lnTo>
                  <a:pt x="532650" y="409271"/>
                </a:lnTo>
                <a:lnTo>
                  <a:pt x="535723" y="377018"/>
                </a:lnTo>
                <a:lnTo>
                  <a:pt x="561102" y="353684"/>
                </a:lnTo>
                <a:lnTo>
                  <a:pt x="603425" y="342344"/>
                </a:lnTo>
                <a:lnTo>
                  <a:pt x="624030" y="355156"/>
                </a:lnTo>
                <a:lnTo>
                  <a:pt x="648908" y="348464"/>
                </a:lnTo>
                <a:lnTo>
                  <a:pt x="648988" y="312714"/>
                </a:lnTo>
                <a:lnTo>
                  <a:pt x="680857" y="286043"/>
                </a:lnTo>
                <a:lnTo>
                  <a:pt x="715872" y="280808"/>
                </a:lnTo>
                <a:lnTo>
                  <a:pt x="722857" y="238653"/>
                </a:lnTo>
                <a:lnTo>
                  <a:pt x="770548" y="233741"/>
                </a:lnTo>
                <a:lnTo>
                  <a:pt x="781311" y="211440"/>
                </a:lnTo>
                <a:lnTo>
                  <a:pt x="775410" y="178729"/>
                </a:lnTo>
                <a:lnTo>
                  <a:pt x="810731" y="143295"/>
                </a:lnTo>
                <a:lnTo>
                  <a:pt x="831735" y="88020"/>
                </a:lnTo>
                <a:lnTo>
                  <a:pt x="815141" y="54922"/>
                </a:lnTo>
                <a:lnTo>
                  <a:pt x="812783" y="66216"/>
                </a:lnTo>
                <a:lnTo>
                  <a:pt x="789158" y="63561"/>
                </a:lnTo>
                <a:lnTo>
                  <a:pt x="774028" y="40807"/>
                </a:lnTo>
                <a:lnTo>
                  <a:pt x="766266" y="48383"/>
                </a:lnTo>
                <a:lnTo>
                  <a:pt x="747606" y="33071"/>
                </a:lnTo>
                <a:lnTo>
                  <a:pt x="738726" y="43420"/>
                </a:lnTo>
                <a:lnTo>
                  <a:pt x="733701" y="36197"/>
                </a:lnTo>
                <a:lnTo>
                  <a:pt x="732244" y="55370"/>
                </a:lnTo>
                <a:lnTo>
                  <a:pt x="719089" y="47409"/>
                </a:lnTo>
                <a:lnTo>
                  <a:pt x="719448" y="59293"/>
                </a:lnTo>
                <a:lnTo>
                  <a:pt x="687191" y="52555"/>
                </a:lnTo>
                <a:lnTo>
                  <a:pt x="675585" y="61044"/>
                </a:lnTo>
                <a:lnTo>
                  <a:pt x="648985" y="46072"/>
                </a:lnTo>
                <a:lnTo>
                  <a:pt x="603651" y="58003"/>
                </a:lnTo>
                <a:lnTo>
                  <a:pt x="580923" y="16771"/>
                </a:lnTo>
                <a:lnTo>
                  <a:pt x="583116" y="0"/>
                </a:lnTo>
                <a:lnTo>
                  <a:pt x="571711" y="10402"/>
                </a:lnTo>
                <a:lnTo>
                  <a:pt x="567098" y="71504"/>
                </a:lnTo>
                <a:lnTo>
                  <a:pt x="555265" y="88132"/>
                </a:lnTo>
                <a:lnTo>
                  <a:pt x="512293" y="87268"/>
                </a:lnTo>
                <a:lnTo>
                  <a:pt x="515624" y="104371"/>
                </a:lnTo>
                <a:lnTo>
                  <a:pt x="491554" y="111307"/>
                </a:lnTo>
                <a:lnTo>
                  <a:pt x="479307" y="131640"/>
                </a:lnTo>
                <a:lnTo>
                  <a:pt x="446781" y="107633"/>
                </a:lnTo>
                <a:lnTo>
                  <a:pt x="401453" y="119474"/>
                </a:lnTo>
                <a:lnTo>
                  <a:pt x="362081" y="170560"/>
                </a:lnTo>
                <a:lnTo>
                  <a:pt x="323946" y="170644"/>
                </a:lnTo>
                <a:lnTo>
                  <a:pt x="317761" y="184199"/>
                </a:lnTo>
                <a:lnTo>
                  <a:pt x="308167" y="174641"/>
                </a:lnTo>
                <a:lnTo>
                  <a:pt x="291676" y="187294"/>
                </a:lnTo>
                <a:lnTo>
                  <a:pt x="285584" y="216457"/>
                </a:lnTo>
                <a:lnTo>
                  <a:pt x="261628" y="232817"/>
                </a:lnTo>
                <a:lnTo>
                  <a:pt x="261431" y="250734"/>
                </a:lnTo>
                <a:lnTo>
                  <a:pt x="232251" y="245282"/>
                </a:lnTo>
                <a:lnTo>
                  <a:pt x="146447" y="284434"/>
                </a:lnTo>
                <a:lnTo>
                  <a:pt x="84056" y="256821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MISIONES"/>
          <p:cNvSpPr/>
          <p:nvPr/>
        </p:nvSpPr>
        <p:spPr>
          <a:xfrm>
            <a:off x="9494381" y="4591633"/>
            <a:ext cx="412158" cy="448714"/>
          </a:xfrm>
          <a:custGeom>
            <a:avLst/>
            <a:gdLst/>
            <a:ahLst/>
            <a:cxnLst/>
            <a:rect l="l" t="t" r="r" b="b"/>
            <a:pathLst>
              <a:path w="412158" h="448714">
                <a:moveTo>
                  <a:pt x="332747" y="66740"/>
                </a:moveTo>
                <a:lnTo>
                  <a:pt x="310167" y="34476"/>
                </a:lnTo>
                <a:lnTo>
                  <a:pt x="291266" y="42783"/>
                </a:lnTo>
                <a:lnTo>
                  <a:pt x="292968" y="29355"/>
                </a:lnTo>
                <a:lnTo>
                  <a:pt x="276830" y="14250"/>
                </a:lnTo>
                <a:lnTo>
                  <a:pt x="241325" y="0"/>
                </a:lnTo>
                <a:lnTo>
                  <a:pt x="212910" y="14334"/>
                </a:lnTo>
                <a:lnTo>
                  <a:pt x="195258" y="48998"/>
                </a:lnTo>
                <a:lnTo>
                  <a:pt x="183230" y="45419"/>
                </a:lnTo>
                <a:lnTo>
                  <a:pt x="190064" y="65658"/>
                </a:lnTo>
                <a:lnTo>
                  <a:pt x="177770" y="85528"/>
                </a:lnTo>
                <a:lnTo>
                  <a:pt x="123592" y="98372"/>
                </a:lnTo>
                <a:lnTo>
                  <a:pt x="109672" y="78703"/>
                </a:lnTo>
                <a:lnTo>
                  <a:pt x="87901" y="76952"/>
                </a:lnTo>
                <a:lnTo>
                  <a:pt x="86832" y="65362"/>
                </a:lnTo>
                <a:lnTo>
                  <a:pt x="54325" y="63072"/>
                </a:lnTo>
                <a:lnTo>
                  <a:pt x="25386" y="37062"/>
                </a:lnTo>
                <a:lnTo>
                  <a:pt x="29643" y="22448"/>
                </a:lnTo>
                <a:lnTo>
                  <a:pt x="12961" y="19190"/>
                </a:lnTo>
                <a:lnTo>
                  <a:pt x="10263" y="4701"/>
                </a:lnTo>
                <a:lnTo>
                  <a:pt x="0" y="9606"/>
                </a:lnTo>
                <a:lnTo>
                  <a:pt x="38318" y="167617"/>
                </a:lnTo>
                <a:lnTo>
                  <a:pt x="116935" y="276915"/>
                </a:lnTo>
                <a:lnTo>
                  <a:pt x="208631" y="296719"/>
                </a:lnTo>
                <a:lnTo>
                  <a:pt x="149176" y="421287"/>
                </a:lnTo>
                <a:lnTo>
                  <a:pt x="190094" y="441978"/>
                </a:lnTo>
                <a:lnTo>
                  <a:pt x="253620" y="448714"/>
                </a:lnTo>
                <a:lnTo>
                  <a:pt x="301734" y="419243"/>
                </a:lnTo>
                <a:lnTo>
                  <a:pt x="353835" y="414624"/>
                </a:lnTo>
                <a:lnTo>
                  <a:pt x="400938" y="389795"/>
                </a:lnTo>
                <a:lnTo>
                  <a:pt x="384317" y="348113"/>
                </a:lnTo>
                <a:lnTo>
                  <a:pt x="412158" y="311853"/>
                </a:lnTo>
                <a:lnTo>
                  <a:pt x="401993" y="140205"/>
                </a:lnTo>
                <a:lnTo>
                  <a:pt x="411802" y="117790"/>
                </a:lnTo>
                <a:lnTo>
                  <a:pt x="348663" y="99669"/>
                </a:lnTo>
                <a:lnTo>
                  <a:pt x="348075" y="77557"/>
                </a:lnTo>
                <a:lnTo>
                  <a:pt x="332747" y="6674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ARAGUARI"/>
          <p:cNvSpPr/>
          <p:nvPr/>
        </p:nvSpPr>
        <p:spPr>
          <a:xfrm>
            <a:off x="9492061" y="4196411"/>
            <a:ext cx="424600" cy="493594"/>
          </a:xfrm>
          <a:custGeom>
            <a:avLst/>
            <a:gdLst/>
            <a:ahLst/>
            <a:cxnLst/>
            <a:rect l="l" t="t" r="r" b="b"/>
            <a:pathLst>
              <a:path w="424600" h="493594">
                <a:moveTo>
                  <a:pt x="206144" y="0"/>
                </a:moveTo>
                <a:lnTo>
                  <a:pt x="160135" y="18403"/>
                </a:lnTo>
                <a:lnTo>
                  <a:pt x="151104" y="84235"/>
                </a:lnTo>
                <a:lnTo>
                  <a:pt x="124974" y="94535"/>
                </a:lnTo>
                <a:lnTo>
                  <a:pt x="123738" y="118647"/>
                </a:lnTo>
                <a:lnTo>
                  <a:pt x="104556" y="143628"/>
                </a:lnTo>
                <a:lnTo>
                  <a:pt x="124300" y="195295"/>
                </a:lnTo>
                <a:lnTo>
                  <a:pt x="92876" y="252644"/>
                </a:lnTo>
                <a:lnTo>
                  <a:pt x="101039" y="309532"/>
                </a:lnTo>
                <a:lnTo>
                  <a:pt x="93819" y="302783"/>
                </a:lnTo>
                <a:lnTo>
                  <a:pt x="62593" y="317657"/>
                </a:lnTo>
                <a:lnTo>
                  <a:pt x="25741" y="366732"/>
                </a:lnTo>
                <a:lnTo>
                  <a:pt x="19555" y="394711"/>
                </a:lnTo>
                <a:lnTo>
                  <a:pt x="9594" y="386074"/>
                </a:lnTo>
                <a:lnTo>
                  <a:pt x="0" y="397297"/>
                </a:lnTo>
                <a:lnTo>
                  <a:pt x="31963" y="417670"/>
                </a:lnTo>
                <a:lnTo>
                  <a:pt x="27706" y="432284"/>
                </a:lnTo>
                <a:lnTo>
                  <a:pt x="56645" y="458294"/>
                </a:lnTo>
                <a:lnTo>
                  <a:pt x="89152" y="460584"/>
                </a:lnTo>
                <a:lnTo>
                  <a:pt x="90221" y="472174"/>
                </a:lnTo>
                <a:lnTo>
                  <a:pt x="111992" y="473925"/>
                </a:lnTo>
                <a:lnTo>
                  <a:pt x="125912" y="493594"/>
                </a:lnTo>
                <a:lnTo>
                  <a:pt x="180090" y="480750"/>
                </a:lnTo>
                <a:lnTo>
                  <a:pt x="192384" y="460880"/>
                </a:lnTo>
                <a:lnTo>
                  <a:pt x="185550" y="440641"/>
                </a:lnTo>
                <a:lnTo>
                  <a:pt x="197578" y="444220"/>
                </a:lnTo>
                <a:lnTo>
                  <a:pt x="215230" y="409556"/>
                </a:lnTo>
                <a:lnTo>
                  <a:pt x="243645" y="395222"/>
                </a:lnTo>
                <a:lnTo>
                  <a:pt x="279150" y="409472"/>
                </a:lnTo>
                <a:lnTo>
                  <a:pt x="295288" y="424577"/>
                </a:lnTo>
                <a:lnTo>
                  <a:pt x="293586" y="438005"/>
                </a:lnTo>
                <a:lnTo>
                  <a:pt x="312487" y="429698"/>
                </a:lnTo>
                <a:lnTo>
                  <a:pt x="335255" y="461918"/>
                </a:lnTo>
                <a:lnTo>
                  <a:pt x="367728" y="413063"/>
                </a:lnTo>
                <a:lnTo>
                  <a:pt x="395057" y="339579"/>
                </a:lnTo>
                <a:lnTo>
                  <a:pt x="416677" y="323238"/>
                </a:lnTo>
                <a:lnTo>
                  <a:pt x="386114" y="296804"/>
                </a:lnTo>
                <a:lnTo>
                  <a:pt x="389581" y="254443"/>
                </a:lnTo>
                <a:lnTo>
                  <a:pt x="372491" y="222991"/>
                </a:lnTo>
                <a:lnTo>
                  <a:pt x="424600" y="233986"/>
                </a:lnTo>
                <a:lnTo>
                  <a:pt x="424127" y="208048"/>
                </a:lnTo>
                <a:lnTo>
                  <a:pt x="402955" y="181846"/>
                </a:lnTo>
                <a:lnTo>
                  <a:pt x="394113" y="146067"/>
                </a:lnTo>
                <a:lnTo>
                  <a:pt x="401441" y="120933"/>
                </a:lnTo>
                <a:lnTo>
                  <a:pt x="351005" y="89975"/>
                </a:lnTo>
                <a:lnTo>
                  <a:pt x="324222" y="107361"/>
                </a:lnTo>
                <a:lnTo>
                  <a:pt x="299721" y="101771"/>
                </a:lnTo>
                <a:lnTo>
                  <a:pt x="312637" y="65623"/>
                </a:lnTo>
                <a:lnTo>
                  <a:pt x="245502" y="73262"/>
                </a:lnTo>
                <a:lnTo>
                  <a:pt x="230248" y="50679"/>
                </a:lnTo>
                <a:lnTo>
                  <a:pt x="229660" y="21849"/>
                </a:lnTo>
                <a:lnTo>
                  <a:pt x="206144" y="0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PRESIDENTE HAYES"/>
          <p:cNvSpPr/>
          <p:nvPr/>
        </p:nvSpPr>
        <p:spPr>
          <a:xfrm>
            <a:off x="8363083" y="2848523"/>
            <a:ext cx="1352121" cy="1328228"/>
          </a:xfrm>
          <a:custGeom>
            <a:avLst/>
            <a:gdLst/>
            <a:ahLst/>
            <a:cxnLst/>
            <a:rect l="l" t="t" r="r" b="b"/>
            <a:pathLst>
              <a:path w="1352121" h="1328228">
                <a:moveTo>
                  <a:pt x="1193987" y="1275804"/>
                </a:moveTo>
                <a:lnTo>
                  <a:pt x="1216033" y="1225724"/>
                </a:lnTo>
                <a:lnTo>
                  <a:pt x="1266377" y="1211182"/>
                </a:lnTo>
                <a:lnTo>
                  <a:pt x="1297648" y="1154295"/>
                </a:lnTo>
                <a:lnTo>
                  <a:pt x="1326080" y="1155312"/>
                </a:lnTo>
                <a:lnTo>
                  <a:pt x="1296035" y="1119091"/>
                </a:lnTo>
                <a:lnTo>
                  <a:pt x="1321347" y="1086465"/>
                </a:lnTo>
                <a:lnTo>
                  <a:pt x="1321986" y="1063090"/>
                </a:lnTo>
                <a:lnTo>
                  <a:pt x="1344590" y="1059243"/>
                </a:lnTo>
                <a:lnTo>
                  <a:pt x="1349097" y="1030315"/>
                </a:lnTo>
                <a:lnTo>
                  <a:pt x="1335205" y="1010411"/>
                </a:lnTo>
                <a:lnTo>
                  <a:pt x="1347573" y="993848"/>
                </a:lnTo>
                <a:lnTo>
                  <a:pt x="1335346" y="976173"/>
                </a:lnTo>
                <a:lnTo>
                  <a:pt x="1352121" y="961705"/>
                </a:lnTo>
                <a:lnTo>
                  <a:pt x="1330941" y="873292"/>
                </a:lnTo>
                <a:lnTo>
                  <a:pt x="1303579" y="837949"/>
                </a:lnTo>
                <a:lnTo>
                  <a:pt x="1330477" y="814435"/>
                </a:lnTo>
                <a:lnTo>
                  <a:pt x="1309443" y="796624"/>
                </a:lnTo>
                <a:lnTo>
                  <a:pt x="1329057" y="781571"/>
                </a:lnTo>
                <a:lnTo>
                  <a:pt x="1318086" y="773234"/>
                </a:lnTo>
                <a:lnTo>
                  <a:pt x="1322203" y="760175"/>
                </a:lnTo>
                <a:lnTo>
                  <a:pt x="1294526" y="742356"/>
                </a:lnTo>
                <a:lnTo>
                  <a:pt x="1313361" y="729144"/>
                </a:lnTo>
                <a:lnTo>
                  <a:pt x="1304974" y="716120"/>
                </a:lnTo>
                <a:lnTo>
                  <a:pt x="1313665" y="693432"/>
                </a:lnTo>
                <a:lnTo>
                  <a:pt x="1304250" y="687151"/>
                </a:lnTo>
                <a:lnTo>
                  <a:pt x="1312201" y="672713"/>
                </a:lnTo>
                <a:lnTo>
                  <a:pt x="1251797" y="639385"/>
                </a:lnTo>
                <a:lnTo>
                  <a:pt x="1231560" y="591744"/>
                </a:lnTo>
                <a:lnTo>
                  <a:pt x="1240015" y="555510"/>
                </a:lnTo>
                <a:lnTo>
                  <a:pt x="1213369" y="515148"/>
                </a:lnTo>
                <a:lnTo>
                  <a:pt x="1224235" y="487779"/>
                </a:lnTo>
                <a:lnTo>
                  <a:pt x="1175952" y="446705"/>
                </a:lnTo>
                <a:lnTo>
                  <a:pt x="1172658" y="412710"/>
                </a:lnTo>
                <a:lnTo>
                  <a:pt x="1143286" y="412469"/>
                </a:lnTo>
                <a:lnTo>
                  <a:pt x="1114469" y="386607"/>
                </a:lnTo>
                <a:lnTo>
                  <a:pt x="1122814" y="362759"/>
                </a:lnTo>
                <a:lnTo>
                  <a:pt x="1102205" y="339955"/>
                </a:lnTo>
                <a:lnTo>
                  <a:pt x="1114055" y="324773"/>
                </a:lnTo>
                <a:lnTo>
                  <a:pt x="1106355" y="301069"/>
                </a:lnTo>
                <a:lnTo>
                  <a:pt x="1082145" y="294563"/>
                </a:lnTo>
                <a:lnTo>
                  <a:pt x="1058785" y="259438"/>
                </a:lnTo>
                <a:lnTo>
                  <a:pt x="1069461" y="236256"/>
                </a:lnTo>
                <a:lnTo>
                  <a:pt x="1120461" y="234238"/>
                </a:lnTo>
                <a:lnTo>
                  <a:pt x="1099836" y="200429"/>
                </a:lnTo>
                <a:lnTo>
                  <a:pt x="1089429" y="130303"/>
                </a:lnTo>
                <a:lnTo>
                  <a:pt x="966776" y="110737"/>
                </a:lnTo>
                <a:lnTo>
                  <a:pt x="936538" y="41853"/>
                </a:lnTo>
                <a:lnTo>
                  <a:pt x="588953" y="29037"/>
                </a:lnTo>
                <a:lnTo>
                  <a:pt x="527168" y="0"/>
                </a:lnTo>
                <a:lnTo>
                  <a:pt x="538752" y="38172"/>
                </a:lnTo>
                <a:lnTo>
                  <a:pt x="435450" y="105247"/>
                </a:lnTo>
                <a:lnTo>
                  <a:pt x="426171" y="118634"/>
                </a:lnTo>
                <a:lnTo>
                  <a:pt x="431045" y="142569"/>
                </a:lnTo>
                <a:lnTo>
                  <a:pt x="399227" y="142568"/>
                </a:lnTo>
                <a:lnTo>
                  <a:pt x="399091" y="158389"/>
                </a:lnTo>
                <a:lnTo>
                  <a:pt x="386070" y="158379"/>
                </a:lnTo>
                <a:lnTo>
                  <a:pt x="384364" y="182058"/>
                </a:lnTo>
                <a:lnTo>
                  <a:pt x="301319" y="300907"/>
                </a:lnTo>
                <a:lnTo>
                  <a:pt x="307516" y="401695"/>
                </a:lnTo>
                <a:lnTo>
                  <a:pt x="257572" y="574163"/>
                </a:lnTo>
                <a:lnTo>
                  <a:pt x="216671" y="590389"/>
                </a:lnTo>
                <a:lnTo>
                  <a:pt x="79601" y="606374"/>
                </a:lnTo>
                <a:lnTo>
                  <a:pt x="68320" y="622068"/>
                </a:lnTo>
                <a:lnTo>
                  <a:pt x="40973" y="614438"/>
                </a:lnTo>
                <a:lnTo>
                  <a:pt x="42326" y="657255"/>
                </a:lnTo>
                <a:lnTo>
                  <a:pt x="0" y="694260"/>
                </a:lnTo>
                <a:lnTo>
                  <a:pt x="4488" y="719032"/>
                </a:lnTo>
                <a:lnTo>
                  <a:pt x="34513" y="740509"/>
                </a:lnTo>
                <a:lnTo>
                  <a:pt x="72953" y="745513"/>
                </a:lnTo>
                <a:lnTo>
                  <a:pt x="74155" y="762071"/>
                </a:lnTo>
                <a:lnTo>
                  <a:pt x="127826" y="769849"/>
                </a:lnTo>
                <a:lnTo>
                  <a:pt x="154926" y="793363"/>
                </a:lnTo>
                <a:lnTo>
                  <a:pt x="194836" y="799716"/>
                </a:lnTo>
                <a:lnTo>
                  <a:pt x="266957" y="783385"/>
                </a:lnTo>
                <a:lnTo>
                  <a:pt x="292644" y="792545"/>
                </a:lnTo>
                <a:lnTo>
                  <a:pt x="487195" y="914719"/>
                </a:lnTo>
                <a:lnTo>
                  <a:pt x="507420" y="945592"/>
                </a:lnTo>
                <a:lnTo>
                  <a:pt x="525178" y="951171"/>
                </a:lnTo>
                <a:lnTo>
                  <a:pt x="533517" y="975476"/>
                </a:lnTo>
                <a:lnTo>
                  <a:pt x="616299" y="1030206"/>
                </a:lnTo>
                <a:lnTo>
                  <a:pt x="674082" y="1048176"/>
                </a:lnTo>
                <a:lnTo>
                  <a:pt x="735442" y="1092813"/>
                </a:lnTo>
                <a:lnTo>
                  <a:pt x="765526" y="1093571"/>
                </a:lnTo>
                <a:lnTo>
                  <a:pt x="785401" y="1116765"/>
                </a:lnTo>
                <a:lnTo>
                  <a:pt x="822452" y="1112562"/>
                </a:lnTo>
                <a:lnTo>
                  <a:pt x="859542" y="1128678"/>
                </a:lnTo>
                <a:lnTo>
                  <a:pt x="911709" y="1185088"/>
                </a:lnTo>
                <a:lnTo>
                  <a:pt x="952124" y="1155419"/>
                </a:lnTo>
                <a:lnTo>
                  <a:pt x="1010198" y="1203456"/>
                </a:lnTo>
                <a:lnTo>
                  <a:pt x="1033571" y="1199203"/>
                </a:lnTo>
                <a:lnTo>
                  <a:pt x="1039182" y="1218180"/>
                </a:lnTo>
                <a:lnTo>
                  <a:pt x="1087337" y="1218043"/>
                </a:lnTo>
                <a:lnTo>
                  <a:pt x="1096477" y="1238340"/>
                </a:lnTo>
                <a:lnTo>
                  <a:pt x="1127555" y="1256701"/>
                </a:lnTo>
                <a:lnTo>
                  <a:pt x="1125318" y="1274205"/>
                </a:lnTo>
                <a:lnTo>
                  <a:pt x="1158369" y="1328228"/>
                </a:lnTo>
                <a:lnTo>
                  <a:pt x="1158986" y="1298547"/>
                </a:lnTo>
                <a:lnTo>
                  <a:pt x="1193987" y="1275804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AN PEDRO"/>
          <p:cNvSpPr/>
          <p:nvPr/>
        </p:nvSpPr>
        <p:spPr>
          <a:xfrm>
            <a:off x="9594643" y="3348276"/>
            <a:ext cx="658763" cy="692998"/>
          </a:xfrm>
          <a:custGeom>
            <a:avLst/>
            <a:gdLst/>
            <a:ahLst/>
            <a:cxnLst/>
            <a:rect l="l" t="t" r="r" b="b"/>
            <a:pathLst>
              <a:path w="658763" h="692998">
                <a:moveTo>
                  <a:pt x="9849" y="68234"/>
                </a:moveTo>
                <a:lnTo>
                  <a:pt x="0" y="91991"/>
                </a:lnTo>
                <a:lnTo>
                  <a:pt x="20237" y="139632"/>
                </a:lnTo>
                <a:lnTo>
                  <a:pt x="80641" y="172960"/>
                </a:lnTo>
                <a:lnTo>
                  <a:pt x="72690" y="187398"/>
                </a:lnTo>
                <a:lnTo>
                  <a:pt x="82105" y="193679"/>
                </a:lnTo>
                <a:lnTo>
                  <a:pt x="73414" y="216367"/>
                </a:lnTo>
                <a:lnTo>
                  <a:pt x="81801" y="229391"/>
                </a:lnTo>
                <a:lnTo>
                  <a:pt x="62966" y="242603"/>
                </a:lnTo>
                <a:lnTo>
                  <a:pt x="90643" y="260422"/>
                </a:lnTo>
                <a:lnTo>
                  <a:pt x="86526" y="273481"/>
                </a:lnTo>
                <a:lnTo>
                  <a:pt x="97497" y="281818"/>
                </a:lnTo>
                <a:lnTo>
                  <a:pt x="77883" y="296871"/>
                </a:lnTo>
                <a:lnTo>
                  <a:pt x="98917" y="314682"/>
                </a:lnTo>
                <a:lnTo>
                  <a:pt x="72019" y="338196"/>
                </a:lnTo>
                <a:lnTo>
                  <a:pt x="99381" y="373539"/>
                </a:lnTo>
                <a:lnTo>
                  <a:pt x="120561" y="461952"/>
                </a:lnTo>
                <a:lnTo>
                  <a:pt x="103786" y="476420"/>
                </a:lnTo>
                <a:lnTo>
                  <a:pt x="116013" y="494095"/>
                </a:lnTo>
                <a:lnTo>
                  <a:pt x="103645" y="510658"/>
                </a:lnTo>
                <a:lnTo>
                  <a:pt x="117537" y="530562"/>
                </a:lnTo>
                <a:lnTo>
                  <a:pt x="113030" y="559490"/>
                </a:lnTo>
                <a:lnTo>
                  <a:pt x="90426" y="563337"/>
                </a:lnTo>
                <a:lnTo>
                  <a:pt x="89787" y="586712"/>
                </a:lnTo>
                <a:lnTo>
                  <a:pt x="64475" y="619338"/>
                </a:lnTo>
                <a:lnTo>
                  <a:pt x="95455" y="649246"/>
                </a:lnTo>
                <a:lnTo>
                  <a:pt x="91049" y="659089"/>
                </a:lnTo>
                <a:lnTo>
                  <a:pt x="76022" y="654495"/>
                </a:lnTo>
                <a:lnTo>
                  <a:pt x="78045" y="665996"/>
                </a:lnTo>
                <a:lnTo>
                  <a:pt x="97635" y="674664"/>
                </a:lnTo>
                <a:lnTo>
                  <a:pt x="104484" y="665151"/>
                </a:lnTo>
                <a:lnTo>
                  <a:pt x="137111" y="692998"/>
                </a:lnTo>
                <a:lnTo>
                  <a:pt x="159878" y="691356"/>
                </a:lnTo>
                <a:lnTo>
                  <a:pt x="156525" y="678412"/>
                </a:lnTo>
                <a:lnTo>
                  <a:pt x="171677" y="676708"/>
                </a:lnTo>
                <a:lnTo>
                  <a:pt x="194929" y="621766"/>
                </a:lnTo>
                <a:lnTo>
                  <a:pt x="275364" y="642976"/>
                </a:lnTo>
                <a:lnTo>
                  <a:pt x="293317" y="632104"/>
                </a:lnTo>
                <a:lnTo>
                  <a:pt x="319027" y="676778"/>
                </a:lnTo>
                <a:lnTo>
                  <a:pt x="354770" y="686862"/>
                </a:lnTo>
                <a:lnTo>
                  <a:pt x="403622" y="649620"/>
                </a:lnTo>
                <a:lnTo>
                  <a:pt x="474628" y="661150"/>
                </a:lnTo>
                <a:lnTo>
                  <a:pt x="444486" y="607468"/>
                </a:lnTo>
                <a:lnTo>
                  <a:pt x="453174" y="590514"/>
                </a:lnTo>
                <a:lnTo>
                  <a:pt x="494167" y="660359"/>
                </a:lnTo>
                <a:lnTo>
                  <a:pt x="501168" y="650136"/>
                </a:lnTo>
                <a:lnTo>
                  <a:pt x="514871" y="658022"/>
                </a:lnTo>
                <a:lnTo>
                  <a:pt x="537740" y="648937"/>
                </a:lnTo>
                <a:lnTo>
                  <a:pt x="554633" y="618404"/>
                </a:lnTo>
                <a:lnTo>
                  <a:pt x="605161" y="629132"/>
                </a:lnTo>
                <a:lnTo>
                  <a:pt x="633294" y="612188"/>
                </a:lnTo>
                <a:lnTo>
                  <a:pt x="653240" y="614817"/>
                </a:lnTo>
                <a:lnTo>
                  <a:pt x="658763" y="597728"/>
                </a:lnTo>
                <a:lnTo>
                  <a:pt x="607585" y="588774"/>
                </a:lnTo>
                <a:lnTo>
                  <a:pt x="538339" y="458682"/>
                </a:lnTo>
                <a:lnTo>
                  <a:pt x="502357" y="436303"/>
                </a:lnTo>
                <a:lnTo>
                  <a:pt x="500907" y="402063"/>
                </a:lnTo>
                <a:lnTo>
                  <a:pt x="484087" y="378872"/>
                </a:lnTo>
                <a:lnTo>
                  <a:pt x="493888" y="326601"/>
                </a:lnTo>
                <a:lnTo>
                  <a:pt x="542766" y="288818"/>
                </a:lnTo>
                <a:lnTo>
                  <a:pt x="556458" y="291573"/>
                </a:lnTo>
                <a:lnTo>
                  <a:pt x="537611" y="207439"/>
                </a:lnTo>
                <a:lnTo>
                  <a:pt x="557808" y="174839"/>
                </a:lnTo>
                <a:lnTo>
                  <a:pt x="539922" y="117471"/>
                </a:lnTo>
                <a:lnTo>
                  <a:pt x="529727" y="107937"/>
                </a:lnTo>
                <a:lnTo>
                  <a:pt x="525295" y="119549"/>
                </a:lnTo>
                <a:lnTo>
                  <a:pt x="505536" y="120232"/>
                </a:lnTo>
                <a:lnTo>
                  <a:pt x="497467" y="103781"/>
                </a:lnTo>
                <a:lnTo>
                  <a:pt x="485341" y="59641"/>
                </a:lnTo>
                <a:lnTo>
                  <a:pt x="486882" y="0"/>
                </a:lnTo>
                <a:lnTo>
                  <a:pt x="439229" y="8108"/>
                </a:lnTo>
                <a:lnTo>
                  <a:pt x="392754" y="45420"/>
                </a:lnTo>
                <a:lnTo>
                  <a:pt x="375736" y="38322"/>
                </a:lnTo>
                <a:lnTo>
                  <a:pt x="352415" y="59851"/>
                </a:lnTo>
                <a:lnTo>
                  <a:pt x="268304" y="57523"/>
                </a:lnTo>
                <a:lnTo>
                  <a:pt x="248856" y="47025"/>
                </a:lnTo>
                <a:lnTo>
                  <a:pt x="41452" y="81167"/>
                </a:lnTo>
                <a:lnTo>
                  <a:pt x="9849" y="68234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ÑEEMBUCU"/>
          <p:cNvSpPr/>
          <p:nvPr/>
        </p:nvSpPr>
        <p:spPr>
          <a:xfrm>
            <a:off x="9152941" y="4344509"/>
            <a:ext cx="550071" cy="679428"/>
          </a:xfrm>
          <a:custGeom>
            <a:avLst/>
            <a:gdLst/>
            <a:ahLst/>
            <a:cxnLst/>
            <a:rect l="l" t="t" r="r" b="b"/>
            <a:pathLst>
              <a:path w="550071" h="679428">
                <a:moveTo>
                  <a:pt x="341440" y="256730"/>
                </a:moveTo>
                <a:lnTo>
                  <a:pt x="344730" y="239241"/>
                </a:lnTo>
                <a:lnTo>
                  <a:pt x="356274" y="247140"/>
                </a:lnTo>
                <a:lnTo>
                  <a:pt x="365099" y="237813"/>
                </a:lnTo>
                <a:lnTo>
                  <a:pt x="364861" y="218634"/>
                </a:lnTo>
                <a:lnTo>
                  <a:pt x="401713" y="169559"/>
                </a:lnTo>
                <a:lnTo>
                  <a:pt x="432939" y="154685"/>
                </a:lnTo>
                <a:lnTo>
                  <a:pt x="438694" y="163138"/>
                </a:lnTo>
                <a:lnTo>
                  <a:pt x="435541" y="141585"/>
                </a:lnTo>
                <a:lnTo>
                  <a:pt x="443703" y="140316"/>
                </a:lnTo>
                <a:lnTo>
                  <a:pt x="432727" y="85256"/>
                </a:lnTo>
                <a:lnTo>
                  <a:pt x="419123" y="88794"/>
                </a:lnTo>
                <a:lnTo>
                  <a:pt x="425625" y="75787"/>
                </a:lnTo>
                <a:lnTo>
                  <a:pt x="392558" y="56013"/>
                </a:lnTo>
                <a:lnTo>
                  <a:pt x="394415" y="40264"/>
                </a:lnTo>
                <a:lnTo>
                  <a:pt x="340068" y="26706"/>
                </a:lnTo>
                <a:lnTo>
                  <a:pt x="337896" y="0"/>
                </a:lnTo>
                <a:lnTo>
                  <a:pt x="322725" y="12087"/>
                </a:lnTo>
                <a:lnTo>
                  <a:pt x="324128" y="27019"/>
                </a:lnTo>
                <a:lnTo>
                  <a:pt x="296662" y="39444"/>
                </a:lnTo>
                <a:lnTo>
                  <a:pt x="305172" y="58538"/>
                </a:lnTo>
                <a:lnTo>
                  <a:pt x="285087" y="77572"/>
                </a:lnTo>
                <a:lnTo>
                  <a:pt x="299881" y="96468"/>
                </a:lnTo>
                <a:lnTo>
                  <a:pt x="239582" y="136463"/>
                </a:lnTo>
                <a:lnTo>
                  <a:pt x="212638" y="141007"/>
                </a:lnTo>
                <a:lnTo>
                  <a:pt x="202893" y="169046"/>
                </a:lnTo>
                <a:lnTo>
                  <a:pt x="186715" y="167977"/>
                </a:lnTo>
                <a:lnTo>
                  <a:pt x="206996" y="187366"/>
                </a:lnTo>
                <a:lnTo>
                  <a:pt x="185008" y="201775"/>
                </a:lnTo>
                <a:lnTo>
                  <a:pt x="186636" y="234235"/>
                </a:lnTo>
                <a:lnTo>
                  <a:pt x="163480" y="255629"/>
                </a:lnTo>
                <a:lnTo>
                  <a:pt x="178854" y="278444"/>
                </a:lnTo>
                <a:lnTo>
                  <a:pt x="160009" y="284909"/>
                </a:lnTo>
                <a:lnTo>
                  <a:pt x="174849" y="355837"/>
                </a:lnTo>
                <a:lnTo>
                  <a:pt x="149509" y="356182"/>
                </a:lnTo>
                <a:lnTo>
                  <a:pt x="153488" y="399372"/>
                </a:lnTo>
                <a:lnTo>
                  <a:pt x="112922" y="425164"/>
                </a:lnTo>
                <a:lnTo>
                  <a:pt x="125972" y="445892"/>
                </a:lnTo>
                <a:lnTo>
                  <a:pt x="60586" y="469227"/>
                </a:lnTo>
                <a:lnTo>
                  <a:pt x="71624" y="495879"/>
                </a:lnTo>
                <a:lnTo>
                  <a:pt x="53280" y="500911"/>
                </a:lnTo>
                <a:lnTo>
                  <a:pt x="56651" y="525005"/>
                </a:lnTo>
                <a:lnTo>
                  <a:pt x="40290" y="513964"/>
                </a:lnTo>
                <a:lnTo>
                  <a:pt x="39333" y="542883"/>
                </a:lnTo>
                <a:lnTo>
                  <a:pt x="4506" y="552220"/>
                </a:lnTo>
                <a:lnTo>
                  <a:pt x="0" y="574481"/>
                </a:lnTo>
                <a:lnTo>
                  <a:pt x="24200" y="591309"/>
                </a:lnTo>
                <a:lnTo>
                  <a:pt x="19016" y="623792"/>
                </a:lnTo>
                <a:lnTo>
                  <a:pt x="147586" y="603369"/>
                </a:lnTo>
                <a:lnTo>
                  <a:pt x="181888" y="611994"/>
                </a:lnTo>
                <a:lnTo>
                  <a:pt x="236313" y="604286"/>
                </a:lnTo>
                <a:lnTo>
                  <a:pt x="279748" y="620782"/>
                </a:lnTo>
                <a:lnTo>
                  <a:pt x="293775" y="612062"/>
                </a:lnTo>
                <a:lnTo>
                  <a:pt x="312185" y="633823"/>
                </a:lnTo>
                <a:lnTo>
                  <a:pt x="364322" y="637951"/>
                </a:lnTo>
                <a:lnTo>
                  <a:pt x="432827" y="679428"/>
                </a:lnTo>
                <a:lnTo>
                  <a:pt x="490616" y="668411"/>
                </a:lnTo>
                <a:lnTo>
                  <a:pt x="550071" y="543843"/>
                </a:lnTo>
                <a:lnTo>
                  <a:pt x="458375" y="524039"/>
                </a:lnTo>
                <a:lnTo>
                  <a:pt x="379758" y="414741"/>
                </a:lnTo>
                <a:lnTo>
                  <a:pt x="341440" y="25673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Legend swatch 1"/>
          <p:cNvSpPr/>
          <p:nvPr/>
        </p:nvSpPr>
        <p:spPr>
          <a:xfrm>
            <a:off x="6967728" y="5138928"/>
            <a:ext cx="164592" cy="164592"/>
          </a:xfrm>
          <a:prstGeom prst="rect">
            <a:avLst/>
          </a:prstGeom>
          <a:solidFill>
            <a:srgbClr val="6E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Legend label 1"/>
          <p:cNvSpPr txBox="1"/>
          <p:nvPr/>
        </p:nvSpPr>
        <p:spPr>
          <a:xfrm>
            <a:off x="7223759" y="5097780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High: &gt;95% net enrolment (est.)</a:t>
            </a:r>
          </a:p>
        </p:txBody>
      </p:sp>
      <p:sp>
        <p:nvSpPr>
          <p:cNvPr id="56" name="Legend swatch 2"/>
          <p:cNvSpPr/>
          <p:nvPr/>
        </p:nvSpPr>
        <p:spPr>
          <a:xfrm>
            <a:off x="6967728" y="5495544"/>
            <a:ext cx="164592" cy="164592"/>
          </a:xfrm>
          <a:prstGeom prst="rect">
            <a:avLst/>
          </a:prstGeom>
          <a:solidFill>
            <a:srgbClr val="AD8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Legend label 2"/>
          <p:cNvSpPr txBox="1"/>
          <p:nvPr/>
        </p:nvSpPr>
        <p:spPr>
          <a:xfrm>
            <a:off x="7223759" y="5454396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Medium: 85-95% enrolment (est.)</a:t>
            </a:r>
          </a:p>
        </p:txBody>
      </p:sp>
      <p:sp>
        <p:nvSpPr>
          <p:cNvPr id="58" name="Legend swatch 3"/>
          <p:cNvSpPr/>
          <p:nvPr/>
        </p:nvSpPr>
        <p:spPr>
          <a:xfrm>
            <a:off x="6967728" y="5852160"/>
            <a:ext cx="164592" cy="164592"/>
          </a:xfrm>
          <a:prstGeom prst="rect">
            <a:avLst/>
          </a:prstGeom>
          <a:solidFill>
            <a:srgbClr val="E7D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Legend label 3"/>
          <p:cNvSpPr txBox="1"/>
          <p:nvPr/>
        </p:nvSpPr>
        <p:spPr>
          <a:xfrm>
            <a:off x="7223759" y="5811012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Low: &lt;85% net enrolment (est.)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 · FOOD SECURITY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Food Security — low hunger score (GHI 5.2), but rural Chaco and indigenous areas lag</a:t>
            </a:r>
            <a:endParaRPr lang="en-US" sz="1700"/>
          </a:p>
        </p:txBody>
      </p:sp>
      <p:sp>
        <p:nvSpPr>
          <p:cNvPr id="4" name="Shape 2"/>
          <p:cNvSpPr/>
          <p:nvPr/>
        </p:nvSpPr>
        <p:spPr>
          <a:xfrm>
            <a:off x="512064" y="1005840"/>
            <a:ext cx="50292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5.2%</a:t>
            </a:r>
            <a:endParaRPr lang="en-US" sz="1900"/>
          </a:p>
        </p:txBody>
      </p:sp>
      <p:sp>
        <p:nvSpPr>
          <p:cNvPr id="8" name="Text 6"/>
          <p:cNvSpPr/>
          <p:nvPr/>
        </p:nvSpPr>
        <p:spPr>
          <a:xfrm>
            <a:off x="61264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Undernourishment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61264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FAO 2023 · low hunger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0604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1576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GHI 5.2</a:t>
            </a:r>
            <a:endParaRPr lang="en-US" sz="1900"/>
          </a:p>
        </p:txBody>
      </p:sp>
      <p:sp>
        <p:nvSpPr>
          <p:cNvPr id="13" name="Text 11"/>
          <p:cNvSpPr/>
          <p:nvPr/>
        </p:nvSpPr>
        <p:spPr>
          <a:xfrm>
            <a:off x="271576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Hunger score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271576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GHI 2025 · rank 28/123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470916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916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1888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3.2%</a:t>
            </a:r>
            <a:endParaRPr lang="en-US" sz="1900"/>
          </a:p>
        </p:txBody>
      </p:sp>
      <p:sp>
        <p:nvSpPr>
          <p:cNvPr id="18" name="Text 16"/>
          <p:cNvSpPr/>
          <p:nvPr/>
        </p:nvSpPr>
        <p:spPr>
          <a:xfrm>
            <a:off x="481888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Child stunting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481888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JME 2024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502920" y="24323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INSIGHTS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658368" y="2688336"/>
            <a:ext cx="5989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GHI score 5.2 — ranked 28th globally; produces food for ~60M people yet pockets of rural hunger persist.</a:t>
            </a:r>
            <a:endParaRPr lang="en-US" sz="120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Stunting 3.2% is low regionally; overweight affects &gt;50% of adults; healthy-diet cost above LAC average.</a:t>
            </a:r>
            <a:endParaRPr lang="en-US" sz="120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Chaco and indigenous communities face highest food insecurity; school feeding (Hambre Cero) reaches 18K+ jobs.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502920" y="4663440"/>
            <a:ext cx="6172200" cy="1591056"/>
          </a:xfrm>
          <a:prstGeom prst="rect">
            <a:avLst/>
          </a:prstGeom>
          <a:solidFill>
            <a:srgbClr val="F4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2920" y="4663440"/>
            <a:ext cx="45720" cy="1591056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4944" y="47548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POTENTIAL INTERVENTIONS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713232" y="502920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932688" y="502920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Expand Hambre Cero school feeding and cash transfers to Chaco departments.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713232" y="539496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932688" y="539496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Smallholder market linkages and grain-storage support.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713232" y="576072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932688" y="576072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Indigenous land and water access; nutrition-sensitive agriculture.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6903720" y="12070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Rural food-insecure (%)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6903720" y="146304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FAO/WFP 2025 pattern (est.)</a:t>
            </a:r>
            <a:endParaRPr lang="en-US" sz="1200"/>
          </a:p>
        </p:txBody>
      </p:sp>
      <p:sp>
        <p:nvSpPr>
          <p:cNvPr id="34" name="Shape 31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GHI 2025 · FAO SOFI 2026 · WFP · UNICEF · JME</a:t>
            </a:r>
            <a:endParaRPr lang="en-US" sz="1200"/>
          </a:p>
        </p:txBody>
      </p:sp>
      <p:sp>
        <p:nvSpPr>
          <p:cNvPr id="36" name="Text 33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11 / 23</a:t>
            </a:r>
            <a:endParaRPr lang="en-US" sz="1200"/>
          </a:p>
        </p:txBody>
      </p:sp>
      <p:sp>
        <p:nvSpPr>
          <p:cNvPr id="33" name="ALTO PARAGUAY"/>
          <p:cNvSpPr/>
          <p:nvPr/>
        </p:nvSpPr>
        <p:spPr>
          <a:xfrm>
            <a:off x="7940272" y="1719071"/>
            <a:ext cx="1525949" cy="1259453"/>
          </a:xfrm>
          <a:custGeom>
            <a:avLst/>
            <a:gdLst/>
            <a:ahLst/>
            <a:cxnLst/>
            <a:rect l="l" t="t" r="r" b="b"/>
            <a:pathLst>
              <a:path w="1525949" h="1259453">
                <a:moveTo>
                  <a:pt x="1461182" y="1133786"/>
                </a:moveTo>
                <a:lnTo>
                  <a:pt x="1455257" y="1113883"/>
                </a:lnTo>
                <a:lnTo>
                  <a:pt x="1471211" y="1100636"/>
                </a:lnTo>
                <a:lnTo>
                  <a:pt x="1477468" y="1058820"/>
                </a:lnTo>
                <a:lnTo>
                  <a:pt x="1490729" y="1051543"/>
                </a:lnTo>
                <a:lnTo>
                  <a:pt x="1471354" y="1038447"/>
                </a:lnTo>
                <a:lnTo>
                  <a:pt x="1492474" y="1006758"/>
                </a:lnTo>
                <a:lnTo>
                  <a:pt x="1478350" y="994203"/>
                </a:lnTo>
                <a:lnTo>
                  <a:pt x="1501867" y="972621"/>
                </a:lnTo>
                <a:lnTo>
                  <a:pt x="1483406" y="958102"/>
                </a:lnTo>
                <a:lnTo>
                  <a:pt x="1490183" y="931848"/>
                </a:lnTo>
                <a:lnTo>
                  <a:pt x="1470504" y="906228"/>
                </a:lnTo>
                <a:lnTo>
                  <a:pt x="1512781" y="829107"/>
                </a:lnTo>
                <a:lnTo>
                  <a:pt x="1487754" y="806959"/>
                </a:lnTo>
                <a:lnTo>
                  <a:pt x="1513051" y="785320"/>
                </a:lnTo>
                <a:lnTo>
                  <a:pt x="1507455" y="712165"/>
                </a:lnTo>
                <a:lnTo>
                  <a:pt x="1525949" y="669659"/>
                </a:lnTo>
                <a:lnTo>
                  <a:pt x="1508860" y="672153"/>
                </a:lnTo>
                <a:lnTo>
                  <a:pt x="1485590" y="653356"/>
                </a:lnTo>
                <a:lnTo>
                  <a:pt x="1512637" y="626403"/>
                </a:lnTo>
                <a:lnTo>
                  <a:pt x="1496857" y="607842"/>
                </a:lnTo>
                <a:lnTo>
                  <a:pt x="1472823" y="609288"/>
                </a:lnTo>
                <a:lnTo>
                  <a:pt x="1482470" y="590771"/>
                </a:lnTo>
                <a:lnTo>
                  <a:pt x="1508010" y="591610"/>
                </a:lnTo>
                <a:lnTo>
                  <a:pt x="1506933" y="582175"/>
                </a:lnTo>
                <a:lnTo>
                  <a:pt x="1487712" y="557322"/>
                </a:lnTo>
                <a:lnTo>
                  <a:pt x="1463541" y="572498"/>
                </a:lnTo>
                <a:lnTo>
                  <a:pt x="1469698" y="549222"/>
                </a:lnTo>
                <a:lnTo>
                  <a:pt x="1454039" y="536959"/>
                </a:lnTo>
                <a:lnTo>
                  <a:pt x="1460360" y="516323"/>
                </a:lnTo>
                <a:lnTo>
                  <a:pt x="1451380" y="496847"/>
                </a:lnTo>
                <a:lnTo>
                  <a:pt x="1458979" y="464578"/>
                </a:lnTo>
                <a:lnTo>
                  <a:pt x="1426280" y="436506"/>
                </a:lnTo>
                <a:lnTo>
                  <a:pt x="1423857" y="392301"/>
                </a:lnTo>
                <a:lnTo>
                  <a:pt x="1398610" y="393440"/>
                </a:lnTo>
                <a:lnTo>
                  <a:pt x="1413252" y="365883"/>
                </a:lnTo>
                <a:lnTo>
                  <a:pt x="1396072" y="358012"/>
                </a:lnTo>
                <a:lnTo>
                  <a:pt x="1406971" y="336615"/>
                </a:lnTo>
                <a:lnTo>
                  <a:pt x="1378913" y="269029"/>
                </a:lnTo>
                <a:lnTo>
                  <a:pt x="1383449" y="232549"/>
                </a:lnTo>
                <a:lnTo>
                  <a:pt x="1397346" y="218139"/>
                </a:lnTo>
                <a:lnTo>
                  <a:pt x="1370944" y="196779"/>
                </a:lnTo>
                <a:lnTo>
                  <a:pt x="1061480" y="0"/>
                </a:lnTo>
                <a:lnTo>
                  <a:pt x="723234" y="2108"/>
                </a:lnTo>
                <a:lnTo>
                  <a:pt x="490040" y="67485"/>
                </a:lnTo>
                <a:lnTo>
                  <a:pt x="69315" y="139428"/>
                </a:lnTo>
                <a:lnTo>
                  <a:pt x="0" y="324088"/>
                </a:lnTo>
                <a:lnTo>
                  <a:pt x="75789" y="327105"/>
                </a:lnTo>
                <a:lnTo>
                  <a:pt x="112431" y="356863"/>
                </a:lnTo>
                <a:lnTo>
                  <a:pt x="759672" y="543449"/>
                </a:lnTo>
                <a:lnTo>
                  <a:pt x="756927" y="608923"/>
                </a:lnTo>
                <a:lnTo>
                  <a:pt x="801019" y="708427"/>
                </a:lnTo>
                <a:lnTo>
                  <a:pt x="801517" y="774834"/>
                </a:lnTo>
                <a:lnTo>
                  <a:pt x="820843" y="833427"/>
                </a:lnTo>
                <a:lnTo>
                  <a:pt x="762316" y="874486"/>
                </a:lnTo>
                <a:lnTo>
                  <a:pt x="732320" y="1120648"/>
                </a:lnTo>
                <a:lnTo>
                  <a:pt x="931900" y="1121468"/>
                </a:lnTo>
                <a:lnTo>
                  <a:pt x="1011764" y="1158489"/>
                </a:lnTo>
                <a:lnTo>
                  <a:pt x="1359349" y="1171305"/>
                </a:lnTo>
                <a:lnTo>
                  <a:pt x="1389587" y="1240189"/>
                </a:lnTo>
                <a:lnTo>
                  <a:pt x="1521952" y="1259453"/>
                </a:lnTo>
                <a:lnTo>
                  <a:pt x="1500004" y="1207915"/>
                </a:lnTo>
                <a:lnTo>
                  <a:pt x="1475780" y="1209521"/>
                </a:lnTo>
                <a:lnTo>
                  <a:pt x="1474892" y="1152688"/>
                </a:lnTo>
                <a:lnTo>
                  <a:pt x="1461182" y="1133786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LTO PARANA"/>
          <p:cNvSpPr/>
          <p:nvPr/>
        </p:nvSpPr>
        <p:spPr>
          <a:xfrm>
            <a:off x="10309688" y="3821280"/>
            <a:ext cx="448032" cy="721804"/>
          </a:xfrm>
          <a:custGeom>
            <a:avLst/>
            <a:gdLst/>
            <a:ahLst/>
            <a:cxnLst/>
            <a:rect l="l" t="t" r="r" b="b"/>
            <a:pathLst>
              <a:path w="448032" h="721804">
                <a:moveTo>
                  <a:pt x="46326" y="438261"/>
                </a:moveTo>
                <a:lnTo>
                  <a:pt x="56009" y="464751"/>
                </a:lnTo>
                <a:lnTo>
                  <a:pt x="27357" y="488060"/>
                </a:lnTo>
                <a:lnTo>
                  <a:pt x="0" y="616357"/>
                </a:lnTo>
                <a:lnTo>
                  <a:pt x="52426" y="616988"/>
                </a:lnTo>
                <a:lnTo>
                  <a:pt x="58752" y="631915"/>
                </a:lnTo>
                <a:lnTo>
                  <a:pt x="75663" y="613447"/>
                </a:lnTo>
                <a:lnTo>
                  <a:pt x="91271" y="634772"/>
                </a:lnTo>
                <a:lnTo>
                  <a:pt x="109511" y="632907"/>
                </a:lnTo>
                <a:lnTo>
                  <a:pt x="111579" y="649359"/>
                </a:lnTo>
                <a:lnTo>
                  <a:pt x="93426" y="653229"/>
                </a:lnTo>
                <a:lnTo>
                  <a:pt x="84786" y="671899"/>
                </a:lnTo>
                <a:lnTo>
                  <a:pt x="119097" y="716812"/>
                </a:lnTo>
                <a:lnTo>
                  <a:pt x="151579" y="701228"/>
                </a:lnTo>
                <a:lnTo>
                  <a:pt x="179448" y="716172"/>
                </a:lnTo>
                <a:lnTo>
                  <a:pt x="191054" y="707683"/>
                </a:lnTo>
                <a:lnTo>
                  <a:pt x="223311" y="714421"/>
                </a:lnTo>
                <a:lnTo>
                  <a:pt x="222952" y="702537"/>
                </a:lnTo>
                <a:lnTo>
                  <a:pt x="236107" y="710498"/>
                </a:lnTo>
                <a:lnTo>
                  <a:pt x="237564" y="691325"/>
                </a:lnTo>
                <a:lnTo>
                  <a:pt x="242589" y="698548"/>
                </a:lnTo>
                <a:lnTo>
                  <a:pt x="251414" y="688198"/>
                </a:lnTo>
                <a:lnTo>
                  <a:pt x="306672" y="721804"/>
                </a:lnTo>
                <a:lnTo>
                  <a:pt x="311123" y="713268"/>
                </a:lnTo>
                <a:lnTo>
                  <a:pt x="316892" y="721097"/>
                </a:lnTo>
                <a:lnTo>
                  <a:pt x="314433" y="710502"/>
                </a:lnTo>
                <a:lnTo>
                  <a:pt x="326576" y="720552"/>
                </a:lnTo>
                <a:lnTo>
                  <a:pt x="344837" y="708120"/>
                </a:lnTo>
                <a:lnTo>
                  <a:pt x="326518" y="680928"/>
                </a:lnTo>
                <a:lnTo>
                  <a:pt x="337451" y="655003"/>
                </a:lnTo>
                <a:lnTo>
                  <a:pt x="324008" y="616996"/>
                </a:lnTo>
                <a:lnTo>
                  <a:pt x="349539" y="608449"/>
                </a:lnTo>
                <a:lnTo>
                  <a:pt x="345134" y="583363"/>
                </a:lnTo>
                <a:lnTo>
                  <a:pt x="358187" y="550618"/>
                </a:lnTo>
                <a:lnTo>
                  <a:pt x="332073" y="489944"/>
                </a:lnTo>
                <a:lnTo>
                  <a:pt x="360475" y="480318"/>
                </a:lnTo>
                <a:lnTo>
                  <a:pt x="346354" y="395845"/>
                </a:lnTo>
                <a:lnTo>
                  <a:pt x="421552" y="277540"/>
                </a:lnTo>
                <a:lnTo>
                  <a:pt x="406812" y="237977"/>
                </a:lnTo>
                <a:lnTo>
                  <a:pt x="428299" y="133291"/>
                </a:lnTo>
                <a:lnTo>
                  <a:pt x="448032" y="93794"/>
                </a:lnTo>
                <a:lnTo>
                  <a:pt x="422316" y="82383"/>
                </a:lnTo>
                <a:lnTo>
                  <a:pt x="408702" y="99532"/>
                </a:lnTo>
                <a:lnTo>
                  <a:pt x="368399" y="86383"/>
                </a:lnTo>
                <a:lnTo>
                  <a:pt x="332790" y="96436"/>
                </a:lnTo>
                <a:lnTo>
                  <a:pt x="332927" y="77367"/>
                </a:lnTo>
                <a:lnTo>
                  <a:pt x="316398" y="86804"/>
                </a:lnTo>
                <a:lnTo>
                  <a:pt x="289399" y="69785"/>
                </a:lnTo>
                <a:lnTo>
                  <a:pt x="264090" y="79914"/>
                </a:lnTo>
                <a:lnTo>
                  <a:pt x="242355" y="62011"/>
                </a:lnTo>
                <a:lnTo>
                  <a:pt x="236684" y="39567"/>
                </a:lnTo>
                <a:lnTo>
                  <a:pt x="165902" y="27078"/>
                </a:lnTo>
                <a:lnTo>
                  <a:pt x="154919" y="1473"/>
                </a:lnTo>
                <a:lnTo>
                  <a:pt x="147303" y="0"/>
                </a:lnTo>
                <a:lnTo>
                  <a:pt x="145720" y="21386"/>
                </a:lnTo>
                <a:lnTo>
                  <a:pt x="102358" y="20816"/>
                </a:lnTo>
                <a:lnTo>
                  <a:pt x="74580" y="150191"/>
                </a:lnTo>
                <a:lnTo>
                  <a:pt x="81017" y="199488"/>
                </a:lnTo>
                <a:lnTo>
                  <a:pt x="100185" y="227914"/>
                </a:lnTo>
                <a:lnTo>
                  <a:pt x="132894" y="229699"/>
                </a:lnTo>
                <a:lnTo>
                  <a:pt x="146569" y="253043"/>
                </a:lnTo>
                <a:lnTo>
                  <a:pt x="201133" y="290943"/>
                </a:lnTo>
                <a:lnTo>
                  <a:pt x="194188" y="303759"/>
                </a:lnTo>
                <a:lnTo>
                  <a:pt x="217728" y="313488"/>
                </a:lnTo>
                <a:lnTo>
                  <a:pt x="217985" y="340630"/>
                </a:lnTo>
                <a:lnTo>
                  <a:pt x="233304" y="360813"/>
                </a:lnTo>
                <a:lnTo>
                  <a:pt x="201635" y="368844"/>
                </a:lnTo>
                <a:lnTo>
                  <a:pt x="185920" y="339809"/>
                </a:lnTo>
                <a:lnTo>
                  <a:pt x="150839" y="344134"/>
                </a:lnTo>
                <a:lnTo>
                  <a:pt x="96974" y="314314"/>
                </a:lnTo>
                <a:lnTo>
                  <a:pt x="82621" y="348168"/>
                </a:lnTo>
                <a:lnTo>
                  <a:pt x="64036" y="358971"/>
                </a:lnTo>
                <a:lnTo>
                  <a:pt x="46326" y="43826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MAMBAY"/>
          <p:cNvSpPr/>
          <p:nvPr/>
        </p:nvSpPr>
        <p:spPr>
          <a:xfrm>
            <a:off x="9835405" y="2847877"/>
            <a:ext cx="491502" cy="711361"/>
          </a:xfrm>
          <a:custGeom>
            <a:avLst/>
            <a:gdLst/>
            <a:ahLst/>
            <a:cxnLst/>
            <a:rect l="l" t="t" r="r" b="b"/>
            <a:pathLst>
              <a:path w="491502" h="711361">
                <a:moveTo>
                  <a:pt x="190336" y="515056"/>
                </a:moveTo>
                <a:lnTo>
                  <a:pt x="246237" y="500548"/>
                </a:lnTo>
                <a:lnTo>
                  <a:pt x="244579" y="560040"/>
                </a:lnTo>
                <a:lnTo>
                  <a:pt x="256705" y="604180"/>
                </a:lnTo>
                <a:lnTo>
                  <a:pt x="264774" y="620631"/>
                </a:lnTo>
                <a:lnTo>
                  <a:pt x="284533" y="619948"/>
                </a:lnTo>
                <a:lnTo>
                  <a:pt x="288965" y="608336"/>
                </a:lnTo>
                <a:lnTo>
                  <a:pt x="315211" y="646126"/>
                </a:lnTo>
                <a:lnTo>
                  <a:pt x="317012" y="675828"/>
                </a:lnTo>
                <a:lnTo>
                  <a:pt x="300722" y="711361"/>
                </a:lnTo>
                <a:lnTo>
                  <a:pt x="345795" y="707705"/>
                </a:lnTo>
                <a:lnTo>
                  <a:pt x="412584" y="643875"/>
                </a:lnTo>
                <a:lnTo>
                  <a:pt x="456050" y="639567"/>
                </a:lnTo>
                <a:lnTo>
                  <a:pt x="476646" y="593508"/>
                </a:lnTo>
                <a:lnTo>
                  <a:pt x="470135" y="568189"/>
                </a:lnTo>
                <a:lnTo>
                  <a:pt x="491502" y="528335"/>
                </a:lnTo>
                <a:lnTo>
                  <a:pt x="472464" y="503300"/>
                </a:lnTo>
                <a:lnTo>
                  <a:pt x="484514" y="455078"/>
                </a:lnTo>
                <a:lnTo>
                  <a:pt x="477454" y="437946"/>
                </a:lnTo>
                <a:lnTo>
                  <a:pt x="457340" y="435735"/>
                </a:lnTo>
                <a:lnTo>
                  <a:pt x="431416" y="315438"/>
                </a:lnTo>
                <a:lnTo>
                  <a:pt x="449226" y="280855"/>
                </a:lnTo>
                <a:lnTo>
                  <a:pt x="450553" y="235289"/>
                </a:lnTo>
                <a:lnTo>
                  <a:pt x="404471" y="182712"/>
                </a:lnTo>
                <a:lnTo>
                  <a:pt x="401404" y="125424"/>
                </a:lnTo>
                <a:lnTo>
                  <a:pt x="385680" y="124900"/>
                </a:lnTo>
                <a:lnTo>
                  <a:pt x="361780" y="83307"/>
                </a:lnTo>
                <a:lnTo>
                  <a:pt x="229106" y="82415"/>
                </a:lnTo>
                <a:lnTo>
                  <a:pt x="171571" y="38508"/>
                </a:lnTo>
                <a:lnTo>
                  <a:pt x="160872" y="0"/>
                </a:lnTo>
                <a:lnTo>
                  <a:pt x="140539" y="761"/>
                </a:lnTo>
                <a:lnTo>
                  <a:pt x="118440" y="8723"/>
                </a:lnTo>
                <a:lnTo>
                  <a:pt x="100180" y="49405"/>
                </a:lnTo>
                <a:lnTo>
                  <a:pt x="70370" y="76453"/>
                </a:lnTo>
                <a:lnTo>
                  <a:pt x="45565" y="57704"/>
                </a:lnTo>
                <a:lnTo>
                  <a:pt x="39264" y="77114"/>
                </a:lnTo>
                <a:lnTo>
                  <a:pt x="29382" y="65324"/>
                </a:lnTo>
                <a:lnTo>
                  <a:pt x="18359" y="75338"/>
                </a:lnTo>
                <a:lnTo>
                  <a:pt x="12186" y="68002"/>
                </a:lnTo>
                <a:lnTo>
                  <a:pt x="0" y="89694"/>
                </a:lnTo>
                <a:lnTo>
                  <a:pt x="80561" y="117806"/>
                </a:lnTo>
                <a:lnTo>
                  <a:pt x="40624" y="155653"/>
                </a:lnTo>
                <a:lnTo>
                  <a:pt x="32501" y="190103"/>
                </a:lnTo>
                <a:lnTo>
                  <a:pt x="36920" y="233804"/>
                </a:lnTo>
                <a:lnTo>
                  <a:pt x="59675" y="262697"/>
                </a:lnTo>
                <a:lnTo>
                  <a:pt x="65815" y="294801"/>
                </a:lnTo>
                <a:lnTo>
                  <a:pt x="41975" y="311571"/>
                </a:lnTo>
                <a:lnTo>
                  <a:pt x="43647" y="336943"/>
                </a:lnTo>
                <a:lnTo>
                  <a:pt x="60056" y="326881"/>
                </a:lnTo>
                <a:lnTo>
                  <a:pt x="85268" y="339983"/>
                </a:lnTo>
                <a:lnTo>
                  <a:pt x="99128" y="334336"/>
                </a:lnTo>
                <a:lnTo>
                  <a:pt x="119478" y="287126"/>
                </a:lnTo>
                <a:lnTo>
                  <a:pt x="142556" y="285051"/>
                </a:lnTo>
                <a:lnTo>
                  <a:pt x="163949" y="258953"/>
                </a:lnTo>
                <a:lnTo>
                  <a:pt x="197712" y="248460"/>
                </a:lnTo>
                <a:lnTo>
                  <a:pt x="260410" y="403171"/>
                </a:lnTo>
                <a:lnTo>
                  <a:pt x="254474" y="424173"/>
                </a:lnTo>
                <a:lnTo>
                  <a:pt x="240399" y="423096"/>
                </a:lnTo>
                <a:lnTo>
                  <a:pt x="239342" y="440133"/>
                </a:lnTo>
                <a:lnTo>
                  <a:pt x="229980" y="440636"/>
                </a:lnTo>
                <a:lnTo>
                  <a:pt x="232410" y="466901"/>
                </a:lnTo>
                <a:lnTo>
                  <a:pt x="204700" y="479658"/>
                </a:lnTo>
                <a:lnTo>
                  <a:pt x="190336" y="51505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SUNCION"/>
          <p:cNvSpPr/>
          <p:nvPr/>
        </p:nvSpPr>
        <p:spPr>
          <a:xfrm>
            <a:off x="9522069" y="4124327"/>
            <a:ext cx="52024" cy="63411"/>
          </a:xfrm>
          <a:custGeom>
            <a:avLst/>
            <a:gdLst/>
            <a:ahLst/>
            <a:cxnLst/>
            <a:rect l="l" t="t" r="r" b="b"/>
            <a:pathLst>
              <a:path w="52024" h="63411">
                <a:moveTo>
                  <a:pt x="9892" y="63411"/>
                </a:moveTo>
                <a:lnTo>
                  <a:pt x="20101" y="35905"/>
                </a:lnTo>
                <a:lnTo>
                  <a:pt x="30693" y="47625"/>
                </a:lnTo>
                <a:lnTo>
                  <a:pt x="40376" y="38902"/>
                </a:lnTo>
                <a:lnTo>
                  <a:pt x="52024" y="7302"/>
                </a:lnTo>
                <a:lnTo>
                  <a:pt x="35001" y="0"/>
                </a:lnTo>
                <a:lnTo>
                  <a:pt x="0" y="22743"/>
                </a:lnTo>
                <a:lnTo>
                  <a:pt x="9892" y="6341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OQUERON"/>
          <p:cNvSpPr/>
          <p:nvPr/>
        </p:nvSpPr>
        <p:spPr>
          <a:xfrm>
            <a:off x="7671706" y="2043159"/>
            <a:ext cx="1230129" cy="1538800"/>
          </a:xfrm>
          <a:custGeom>
            <a:avLst/>
            <a:gdLst/>
            <a:ahLst/>
            <a:cxnLst/>
            <a:rect l="l" t="t" r="r" b="b"/>
            <a:pathLst>
              <a:path w="1230129" h="1538800">
                <a:moveTo>
                  <a:pt x="1218545" y="805364"/>
                </a:moveTo>
                <a:lnTo>
                  <a:pt x="1000886" y="796560"/>
                </a:lnTo>
                <a:lnTo>
                  <a:pt x="1030882" y="550398"/>
                </a:lnTo>
                <a:lnTo>
                  <a:pt x="1089409" y="509339"/>
                </a:lnTo>
                <a:lnTo>
                  <a:pt x="1070083" y="450746"/>
                </a:lnTo>
                <a:lnTo>
                  <a:pt x="1069585" y="384339"/>
                </a:lnTo>
                <a:lnTo>
                  <a:pt x="1025493" y="284835"/>
                </a:lnTo>
                <a:lnTo>
                  <a:pt x="1028238" y="219361"/>
                </a:lnTo>
                <a:lnTo>
                  <a:pt x="380997" y="32775"/>
                </a:lnTo>
                <a:lnTo>
                  <a:pt x="344355" y="3017"/>
                </a:lnTo>
                <a:lnTo>
                  <a:pt x="268566" y="0"/>
                </a:lnTo>
                <a:lnTo>
                  <a:pt x="140496" y="192036"/>
                </a:lnTo>
                <a:lnTo>
                  <a:pt x="142244" y="392747"/>
                </a:lnTo>
                <a:lnTo>
                  <a:pt x="0" y="876392"/>
                </a:lnTo>
                <a:lnTo>
                  <a:pt x="1629" y="895962"/>
                </a:lnTo>
                <a:lnTo>
                  <a:pt x="30590" y="905954"/>
                </a:lnTo>
                <a:lnTo>
                  <a:pt x="38861" y="926023"/>
                </a:lnTo>
                <a:lnTo>
                  <a:pt x="63301" y="926813"/>
                </a:lnTo>
                <a:lnTo>
                  <a:pt x="99150" y="968973"/>
                </a:lnTo>
                <a:lnTo>
                  <a:pt x="109069" y="957402"/>
                </a:lnTo>
                <a:lnTo>
                  <a:pt x="113756" y="969427"/>
                </a:lnTo>
                <a:lnTo>
                  <a:pt x="133276" y="968298"/>
                </a:lnTo>
                <a:lnTo>
                  <a:pt x="129504" y="984874"/>
                </a:lnTo>
                <a:lnTo>
                  <a:pt x="156571" y="997084"/>
                </a:lnTo>
                <a:lnTo>
                  <a:pt x="142326" y="1018572"/>
                </a:lnTo>
                <a:lnTo>
                  <a:pt x="164285" y="1038163"/>
                </a:lnTo>
                <a:lnTo>
                  <a:pt x="162652" y="1059834"/>
                </a:lnTo>
                <a:lnTo>
                  <a:pt x="217777" y="1114695"/>
                </a:lnTo>
                <a:lnTo>
                  <a:pt x="228674" y="1150075"/>
                </a:lnTo>
                <a:lnTo>
                  <a:pt x="239837" y="1150874"/>
                </a:lnTo>
                <a:lnTo>
                  <a:pt x="236770" y="1177259"/>
                </a:lnTo>
                <a:lnTo>
                  <a:pt x="326602" y="1244181"/>
                </a:lnTo>
                <a:lnTo>
                  <a:pt x="338316" y="1277232"/>
                </a:lnTo>
                <a:lnTo>
                  <a:pt x="421929" y="1320785"/>
                </a:lnTo>
                <a:lnTo>
                  <a:pt x="416310" y="1329857"/>
                </a:lnTo>
                <a:lnTo>
                  <a:pt x="429001" y="1351255"/>
                </a:lnTo>
                <a:lnTo>
                  <a:pt x="480252" y="1361040"/>
                </a:lnTo>
                <a:lnTo>
                  <a:pt x="528476" y="1404143"/>
                </a:lnTo>
                <a:lnTo>
                  <a:pt x="543400" y="1398239"/>
                </a:lnTo>
                <a:lnTo>
                  <a:pt x="578959" y="1428591"/>
                </a:lnTo>
                <a:lnTo>
                  <a:pt x="574161" y="1446185"/>
                </a:lnTo>
                <a:lnTo>
                  <a:pt x="614563" y="1507526"/>
                </a:lnTo>
                <a:lnTo>
                  <a:pt x="635877" y="1507622"/>
                </a:lnTo>
                <a:lnTo>
                  <a:pt x="667951" y="1532636"/>
                </a:lnTo>
                <a:lnTo>
                  <a:pt x="688520" y="1529399"/>
                </a:lnTo>
                <a:lnTo>
                  <a:pt x="684784" y="1538800"/>
                </a:lnTo>
                <a:lnTo>
                  <a:pt x="700859" y="1533863"/>
                </a:lnTo>
                <a:lnTo>
                  <a:pt x="691377" y="1499624"/>
                </a:lnTo>
                <a:lnTo>
                  <a:pt x="732209" y="1466521"/>
                </a:lnTo>
                <a:lnTo>
                  <a:pt x="732350" y="1419802"/>
                </a:lnTo>
                <a:lnTo>
                  <a:pt x="759697" y="1427432"/>
                </a:lnTo>
                <a:lnTo>
                  <a:pt x="770978" y="1411738"/>
                </a:lnTo>
                <a:lnTo>
                  <a:pt x="908048" y="1395753"/>
                </a:lnTo>
                <a:lnTo>
                  <a:pt x="948949" y="1379527"/>
                </a:lnTo>
                <a:lnTo>
                  <a:pt x="998893" y="1207059"/>
                </a:lnTo>
                <a:lnTo>
                  <a:pt x="992696" y="1106271"/>
                </a:lnTo>
                <a:lnTo>
                  <a:pt x="1075741" y="987422"/>
                </a:lnTo>
                <a:lnTo>
                  <a:pt x="1077447" y="963743"/>
                </a:lnTo>
                <a:lnTo>
                  <a:pt x="1090468" y="963753"/>
                </a:lnTo>
                <a:lnTo>
                  <a:pt x="1090604" y="947932"/>
                </a:lnTo>
                <a:lnTo>
                  <a:pt x="1122422" y="947933"/>
                </a:lnTo>
                <a:lnTo>
                  <a:pt x="1117548" y="923998"/>
                </a:lnTo>
                <a:lnTo>
                  <a:pt x="1126827" y="910611"/>
                </a:lnTo>
                <a:lnTo>
                  <a:pt x="1230129" y="843536"/>
                </a:lnTo>
                <a:lnTo>
                  <a:pt x="1218545" y="805364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AAGUAZU"/>
          <p:cNvSpPr/>
          <p:nvPr/>
        </p:nvSpPr>
        <p:spPr>
          <a:xfrm>
            <a:off x="9824434" y="3816906"/>
            <a:ext cx="718558" cy="503772"/>
          </a:xfrm>
          <a:custGeom>
            <a:avLst/>
            <a:gdLst/>
            <a:ahLst/>
            <a:cxnLst/>
            <a:rect l="l" t="t" r="r" b="b"/>
            <a:pathLst>
              <a:path w="718558" h="503772">
                <a:moveTo>
                  <a:pt x="108244" y="215578"/>
                </a:moveTo>
                <a:lnTo>
                  <a:pt x="109287" y="283969"/>
                </a:lnTo>
                <a:lnTo>
                  <a:pt x="87959" y="284254"/>
                </a:lnTo>
                <a:lnTo>
                  <a:pt x="71184" y="325085"/>
                </a:lnTo>
                <a:lnTo>
                  <a:pt x="87714" y="347094"/>
                </a:lnTo>
                <a:lnTo>
                  <a:pt x="109404" y="340728"/>
                </a:lnTo>
                <a:lnTo>
                  <a:pt x="70107" y="382971"/>
                </a:lnTo>
                <a:lnTo>
                  <a:pt x="0" y="426422"/>
                </a:lnTo>
                <a:lnTo>
                  <a:pt x="71313" y="503772"/>
                </a:lnTo>
                <a:lnTo>
                  <a:pt x="119636" y="470109"/>
                </a:lnTo>
                <a:lnTo>
                  <a:pt x="158252" y="466399"/>
                </a:lnTo>
                <a:lnTo>
                  <a:pt x="173915" y="445938"/>
                </a:lnTo>
                <a:lnTo>
                  <a:pt x="343009" y="470881"/>
                </a:lnTo>
                <a:lnTo>
                  <a:pt x="395247" y="498246"/>
                </a:lnTo>
                <a:lnTo>
                  <a:pt x="431965" y="491674"/>
                </a:lnTo>
                <a:lnTo>
                  <a:pt x="442290" y="478365"/>
                </a:lnTo>
                <a:lnTo>
                  <a:pt x="469144" y="483391"/>
                </a:lnTo>
                <a:lnTo>
                  <a:pt x="512208" y="428979"/>
                </a:lnTo>
                <a:lnTo>
                  <a:pt x="531580" y="442635"/>
                </a:lnTo>
                <a:lnTo>
                  <a:pt x="549290" y="363345"/>
                </a:lnTo>
                <a:lnTo>
                  <a:pt x="567875" y="352542"/>
                </a:lnTo>
                <a:lnTo>
                  <a:pt x="585648" y="317672"/>
                </a:lnTo>
                <a:lnTo>
                  <a:pt x="636093" y="348508"/>
                </a:lnTo>
                <a:lnTo>
                  <a:pt x="673040" y="345166"/>
                </a:lnTo>
                <a:lnTo>
                  <a:pt x="686889" y="373218"/>
                </a:lnTo>
                <a:lnTo>
                  <a:pt x="718558" y="365187"/>
                </a:lnTo>
                <a:lnTo>
                  <a:pt x="703239" y="345004"/>
                </a:lnTo>
                <a:lnTo>
                  <a:pt x="702982" y="317862"/>
                </a:lnTo>
                <a:lnTo>
                  <a:pt x="679442" y="308133"/>
                </a:lnTo>
                <a:lnTo>
                  <a:pt x="686387" y="295317"/>
                </a:lnTo>
                <a:lnTo>
                  <a:pt x="631823" y="257417"/>
                </a:lnTo>
                <a:lnTo>
                  <a:pt x="618148" y="234073"/>
                </a:lnTo>
                <a:lnTo>
                  <a:pt x="585439" y="232288"/>
                </a:lnTo>
                <a:lnTo>
                  <a:pt x="566271" y="203862"/>
                </a:lnTo>
                <a:lnTo>
                  <a:pt x="559834" y="154565"/>
                </a:lnTo>
                <a:lnTo>
                  <a:pt x="578081" y="101538"/>
                </a:lnTo>
                <a:lnTo>
                  <a:pt x="577684" y="41232"/>
                </a:lnTo>
                <a:lnTo>
                  <a:pt x="596619" y="20142"/>
                </a:lnTo>
                <a:lnTo>
                  <a:pt x="631465" y="25483"/>
                </a:lnTo>
                <a:lnTo>
                  <a:pt x="638414" y="12697"/>
                </a:lnTo>
                <a:lnTo>
                  <a:pt x="622970" y="0"/>
                </a:lnTo>
                <a:lnTo>
                  <a:pt x="596112" y="832"/>
                </a:lnTo>
                <a:lnTo>
                  <a:pt x="573746" y="20027"/>
                </a:lnTo>
                <a:lnTo>
                  <a:pt x="562567" y="11426"/>
                </a:lnTo>
                <a:lnTo>
                  <a:pt x="552514" y="30199"/>
                </a:lnTo>
                <a:lnTo>
                  <a:pt x="518782" y="30792"/>
                </a:lnTo>
                <a:lnTo>
                  <a:pt x="510027" y="43015"/>
                </a:lnTo>
                <a:lnTo>
                  <a:pt x="499068" y="20205"/>
                </a:lnTo>
                <a:lnTo>
                  <a:pt x="484576" y="21560"/>
                </a:lnTo>
                <a:lnTo>
                  <a:pt x="466438" y="69316"/>
                </a:lnTo>
                <a:lnTo>
                  <a:pt x="429648" y="83567"/>
                </a:lnTo>
                <a:lnTo>
                  <a:pt x="418852" y="104422"/>
                </a:lnTo>
                <a:lnTo>
                  <a:pt x="428972" y="129098"/>
                </a:lnTo>
                <a:lnTo>
                  <a:pt x="421207" y="147581"/>
                </a:lnTo>
                <a:lnTo>
                  <a:pt x="403503" y="143558"/>
                </a:lnTo>
                <a:lnTo>
                  <a:pt x="375370" y="160502"/>
                </a:lnTo>
                <a:lnTo>
                  <a:pt x="324842" y="149774"/>
                </a:lnTo>
                <a:lnTo>
                  <a:pt x="307949" y="180307"/>
                </a:lnTo>
                <a:lnTo>
                  <a:pt x="285080" y="189392"/>
                </a:lnTo>
                <a:lnTo>
                  <a:pt x="271377" y="181506"/>
                </a:lnTo>
                <a:lnTo>
                  <a:pt x="264376" y="191729"/>
                </a:lnTo>
                <a:lnTo>
                  <a:pt x="223383" y="121884"/>
                </a:lnTo>
                <a:lnTo>
                  <a:pt x="214695" y="138838"/>
                </a:lnTo>
                <a:lnTo>
                  <a:pt x="244837" y="192520"/>
                </a:lnTo>
                <a:lnTo>
                  <a:pt x="173831" y="180990"/>
                </a:lnTo>
                <a:lnTo>
                  <a:pt x="124979" y="218232"/>
                </a:lnTo>
                <a:lnTo>
                  <a:pt x="108244" y="215578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AAZAPA"/>
          <p:cNvSpPr/>
          <p:nvPr/>
        </p:nvSpPr>
        <p:spPr>
          <a:xfrm>
            <a:off x="9827088" y="4245778"/>
            <a:ext cx="594733" cy="515055"/>
          </a:xfrm>
          <a:custGeom>
            <a:avLst/>
            <a:gdLst/>
            <a:ahLst/>
            <a:cxnLst/>
            <a:rect l="l" t="t" r="r" b="b"/>
            <a:pathLst>
              <a:path w="594733" h="515055">
                <a:moveTo>
                  <a:pt x="81538" y="271983"/>
                </a:moveTo>
                <a:lnTo>
                  <a:pt x="77856" y="285294"/>
                </a:lnTo>
                <a:lnTo>
                  <a:pt x="60030" y="290212"/>
                </a:lnTo>
                <a:lnTo>
                  <a:pt x="32701" y="363696"/>
                </a:lnTo>
                <a:lnTo>
                  <a:pt x="0" y="412678"/>
                </a:lnTo>
                <a:lnTo>
                  <a:pt x="15368" y="423412"/>
                </a:lnTo>
                <a:lnTo>
                  <a:pt x="15956" y="445524"/>
                </a:lnTo>
                <a:lnTo>
                  <a:pt x="78830" y="463148"/>
                </a:lnTo>
                <a:lnTo>
                  <a:pt x="69296" y="484506"/>
                </a:lnTo>
                <a:lnTo>
                  <a:pt x="77159" y="494489"/>
                </a:lnTo>
                <a:lnTo>
                  <a:pt x="133021" y="515055"/>
                </a:lnTo>
                <a:lnTo>
                  <a:pt x="218657" y="475929"/>
                </a:lnTo>
                <a:lnTo>
                  <a:pt x="249987" y="480079"/>
                </a:lnTo>
                <a:lnTo>
                  <a:pt x="248091" y="463447"/>
                </a:lnTo>
                <a:lnTo>
                  <a:pt x="272047" y="447087"/>
                </a:lnTo>
                <a:lnTo>
                  <a:pt x="278139" y="417924"/>
                </a:lnTo>
                <a:lnTo>
                  <a:pt x="294630" y="405271"/>
                </a:lnTo>
                <a:lnTo>
                  <a:pt x="304224" y="414829"/>
                </a:lnTo>
                <a:lnTo>
                  <a:pt x="310409" y="401274"/>
                </a:lnTo>
                <a:lnTo>
                  <a:pt x="348544" y="401190"/>
                </a:lnTo>
                <a:lnTo>
                  <a:pt x="387916" y="350104"/>
                </a:lnTo>
                <a:lnTo>
                  <a:pt x="433244" y="338263"/>
                </a:lnTo>
                <a:lnTo>
                  <a:pt x="465770" y="362270"/>
                </a:lnTo>
                <a:lnTo>
                  <a:pt x="478017" y="341937"/>
                </a:lnTo>
                <a:lnTo>
                  <a:pt x="502087" y="335001"/>
                </a:lnTo>
                <a:lnTo>
                  <a:pt x="498756" y="317898"/>
                </a:lnTo>
                <a:lnTo>
                  <a:pt x="541728" y="318762"/>
                </a:lnTo>
                <a:lnTo>
                  <a:pt x="553561" y="302134"/>
                </a:lnTo>
                <a:lnTo>
                  <a:pt x="560238" y="235642"/>
                </a:lnTo>
                <a:lnTo>
                  <a:pt x="594733" y="216468"/>
                </a:lnTo>
                <a:lnTo>
                  <a:pt x="558263" y="188949"/>
                </a:lnTo>
                <a:lnTo>
                  <a:pt x="541352" y="207417"/>
                </a:lnTo>
                <a:lnTo>
                  <a:pt x="535026" y="192490"/>
                </a:lnTo>
                <a:lnTo>
                  <a:pt x="482600" y="191859"/>
                </a:lnTo>
                <a:lnTo>
                  <a:pt x="509957" y="63562"/>
                </a:lnTo>
                <a:lnTo>
                  <a:pt x="538609" y="40253"/>
                </a:lnTo>
                <a:lnTo>
                  <a:pt x="527981" y="9471"/>
                </a:lnTo>
                <a:lnTo>
                  <a:pt x="509781" y="0"/>
                </a:lnTo>
                <a:lnTo>
                  <a:pt x="487825" y="39417"/>
                </a:lnTo>
                <a:lnTo>
                  <a:pt x="450880" y="51569"/>
                </a:lnTo>
                <a:lnTo>
                  <a:pt x="434854" y="88615"/>
                </a:lnTo>
                <a:lnTo>
                  <a:pt x="403924" y="78789"/>
                </a:lnTo>
                <a:lnTo>
                  <a:pt x="406027" y="101897"/>
                </a:lnTo>
                <a:lnTo>
                  <a:pt x="372150" y="112698"/>
                </a:lnTo>
                <a:lnTo>
                  <a:pt x="348092" y="142856"/>
                </a:lnTo>
                <a:lnTo>
                  <a:pt x="325094" y="133562"/>
                </a:lnTo>
                <a:lnTo>
                  <a:pt x="297482" y="148861"/>
                </a:lnTo>
                <a:lnTo>
                  <a:pt x="278555" y="200872"/>
                </a:lnTo>
                <a:lnTo>
                  <a:pt x="248400" y="218799"/>
                </a:lnTo>
                <a:lnTo>
                  <a:pt x="211021" y="183445"/>
                </a:lnTo>
                <a:lnTo>
                  <a:pt x="184490" y="203769"/>
                </a:lnTo>
                <a:lnTo>
                  <a:pt x="162700" y="202771"/>
                </a:lnTo>
                <a:lnTo>
                  <a:pt x="165755" y="249059"/>
                </a:lnTo>
                <a:lnTo>
                  <a:pt x="116680" y="241590"/>
                </a:lnTo>
                <a:lnTo>
                  <a:pt x="110517" y="268776"/>
                </a:lnTo>
                <a:lnTo>
                  <a:pt x="81538" y="271983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ANINDEYU"/>
          <p:cNvSpPr/>
          <p:nvPr/>
        </p:nvSpPr>
        <p:spPr>
          <a:xfrm>
            <a:off x="10078433" y="3435036"/>
            <a:ext cx="711596" cy="510968"/>
          </a:xfrm>
          <a:custGeom>
            <a:avLst/>
            <a:gdLst/>
            <a:ahLst/>
            <a:cxnLst/>
            <a:rect l="l" t="t" r="r" b="b"/>
            <a:pathLst>
              <a:path w="711596" h="510968">
                <a:moveTo>
                  <a:pt x="174973" y="510968"/>
                </a:moveTo>
                <a:lnTo>
                  <a:pt x="164853" y="486292"/>
                </a:lnTo>
                <a:lnTo>
                  <a:pt x="175649" y="465437"/>
                </a:lnTo>
                <a:lnTo>
                  <a:pt x="212439" y="451186"/>
                </a:lnTo>
                <a:lnTo>
                  <a:pt x="230577" y="403430"/>
                </a:lnTo>
                <a:lnTo>
                  <a:pt x="245069" y="402075"/>
                </a:lnTo>
                <a:lnTo>
                  <a:pt x="256028" y="424885"/>
                </a:lnTo>
                <a:lnTo>
                  <a:pt x="342113" y="382702"/>
                </a:lnTo>
                <a:lnTo>
                  <a:pt x="386174" y="387717"/>
                </a:lnTo>
                <a:lnTo>
                  <a:pt x="400870" y="414847"/>
                </a:lnTo>
                <a:lnTo>
                  <a:pt x="467939" y="425811"/>
                </a:lnTo>
                <a:lnTo>
                  <a:pt x="473610" y="448255"/>
                </a:lnTo>
                <a:lnTo>
                  <a:pt x="495345" y="466158"/>
                </a:lnTo>
                <a:lnTo>
                  <a:pt x="520654" y="456029"/>
                </a:lnTo>
                <a:lnTo>
                  <a:pt x="547653" y="473048"/>
                </a:lnTo>
                <a:lnTo>
                  <a:pt x="564182" y="463611"/>
                </a:lnTo>
                <a:lnTo>
                  <a:pt x="564045" y="482680"/>
                </a:lnTo>
                <a:lnTo>
                  <a:pt x="599654" y="472627"/>
                </a:lnTo>
                <a:lnTo>
                  <a:pt x="639957" y="485776"/>
                </a:lnTo>
                <a:lnTo>
                  <a:pt x="653571" y="468627"/>
                </a:lnTo>
                <a:lnTo>
                  <a:pt x="679287" y="480038"/>
                </a:lnTo>
                <a:lnTo>
                  <a:pt x="690181" y="441456"/>
                </a:lnTo>
                <a:lnTo>
                  <a:pt x="683293" y="395538"/>
                </a:lnTo>
                <a:lnTo>
                  <a:pt x="711596" y="336956"/>
                </a:lnTo>
                <a:lnTo>
                  <a:pt x="679172" y="255039"/>
                </a:lnTo>
                <a:lnTo>
                  <a:pt x="710642" y="215465"/>
                </a:lnTo>
                <a:lnTo>
                  <a:pt x="665244" y="187789"/>
                </a:lnTo>
                <a:lnTo>
                  <a:pt x="644416" y="154524"/>
                </a:lnTo>
                <a:lnTo>
                  <a:pt x="558892" y="117102"/>
                </a:lnTo>
                <a:lnTo>
                  <a:pt x="545601" y="138207"/>
                </a:lnTo>
                <a:lnTo>
                  <a:pt x="476578" y="152607"/>
                </a:lnTo>
                <a:lnTo>
                  <a:pt x="457904" y="179775"/>
                </a:lnTo>
                <a:lnTo>
                  <a:pt x="436448" y="175953"/>
                </a:lnTo>
                <a:lnTo>
                  <a:pt x="412822" y="190319"/>
                </a:lnTo>
                <a:lnTo>
                  <a:pt x="396088" y="177740"/>
                </a:lnTo>
                <a:lnTo>
                  <a:pt x="350879" y="198662"/>
                </a:lnTo>
                <a:lnTo>
                  <a:pt x="322988" y="178979"/>
                </a:lnTo>
                <a:lnTo>
                  <a:pt x="309120" y="190924"/>
                </a:lnTo>
                <a:lnTo>
                  <a:pt x="286474" y="182642"/>
                </a:lnTo>
                <a:lnTo>
                  <a:pt x="270174" y="159419"/>
                </a:lnTo>
                <a:lnTo>
                  <a:pt x="267306" y="119925"/>
                </a:lnTo>
                <a:lnTo>
                  <a:pt x="276080" y="108148"/>
                </a:lnTo>
                <a:lnTo>
                  <a:pt x="271445" y="80865"/>
                </a:lnTo>
                <a:lnTo>
                  <a:pt x="282713" y="72760"/>
                </a:lnTo>
                <a:lnTo>
                  <a:pt x="262442" y="63726"/>
                </a:lnTo>
                <a:lnTo>
                  <a:pt x="261845" y="48729"/>
                </a:lnTo>
                <a:lnTo>
                  <a:pt x="236280" y="42285"/>
                </a:lnTo>
                <a:lnTo>
                  <a:pt x="242626" y="19892"/>
                </a:lnTo>
                <a:lnTo>
                  <a:pt x="233945" y="0"/>
                </a:lnTo>
                <a:lnTo>
                  <a:pt x="212995" y="52430"/>
                </a:lnTo>
                <a:lnTo>
                  <a:pt x="169556" y="56716"/>
                </a:lnTo>
                <a:lnTo>
                  <a:pt x="102767" y="120546"/>
                </a:lnTo>
                <a:lnTo>
                  <a:pt x="54035" y="121200"/>
                </a:lnTo>
                <a:lnTo>
                  <a:pt x="72668" y="204813"/>
                </a:lnTo>
                <a:lnTo>
                  <a:pt x="58976" y="202058"/>
                </a:lnTo>
                <a:lnTo>
                  <a:pt x="10098" y="239841"/>
                </a:lnTo>
                <a:lnTo>
                  <a:pt x="0" y="286859"/>
                </a:lnTo>
                <a:lnTo>
                  <a:pt x="17117" y="315303"/>
                </a:lnTo>
                <a:lnTo>
                  <a:pt x="18567" y="349543"/>
                </a:lnTo>
                <a:lnTo>
                  <a:pt x="54549" y="371922"/>
                </a:lnTo>
                <a:lnTo>
                  <a:pt x="123795" y="502014"/>
                </a:lnTo>
                <a:lnTo>
                  <a:pt x="174973" y="510968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ENTRAL"/>
          <p:cNvSpPr/>
          <p:nvPr/>
        </p:nvSpPr>
        <p:spPr>
          <a:xfrm>
            <a:off x="9463326" y="4072661"/>
            <a:ext cx="234912" cy="376394"/>
          </a:xfrm>
          <a:custGeom>
            <a:avLst/>
            <a:gdLst/>
            <a:ahLst/>
            <a:cxnLst/>
            <a:rect l="l" t="t" r="r" b="b"/>
            <a:pathLst>
              <a:path w="234912" h="376394">
                <a:moveTo>
                  <a:pt x="68635" y="115077"/>
                </a:moveTo>
                <a:lnTo>
                  <a:pt x="99791" y="141724"/>
                </a:lnTo>
                <a:lnTo>
                  <a:pt x="92857" y="189941"/>
                </a:lnTo>
                <a:lnTo>
                  <a:pt x="77211" y="210794"/>
                </a:lnTo>
                <a:lnTo>
                  <a:pt x="56587" y="203491"/>
                </a:lnTo>
                <a:lnTo>
                  <a:pt x="56600" y="228128"/>
                </a:lnTo>
                <a:lnTo>
                  <a:pt x="32097" y="224398"/>
                </a:lnTo>
                <a:lnTo>
                  <a:pt x="22141" y="243245"/>
                </a:lnTo>
                <a:lnTo>
                  <a:pt x="35324" y="253595"/>
                </a:lnTo>
                <a:lnTo>
                  <a:pt x="0" y="269357"/>
                </a:lnTo>
                <a:lnTo>
                  <a:pt x="6813" y="301354"/>
                </a:lnTo>
                <a:lnTo>
                  <a:pt x="27570" y="271853"/>
                </a:lnTo>
                <a:lnTo>
                  <a:pt x="31963" y="300440"/>
                </a:lnTo>
                <a:lnTo>
                  <a:pt x="84030" y="312112"/>
                </a:lnTo>
                <a:lnTo>
                  <a:pt x="78787" y="323827"/>
                </a:lnTo>
                <a:lnTo>
                  <a:pt x="115240" y="347635"/>
                </a:lnTo>
                <a:lnTo>
                  <a:pt x="108663" y="360335"/>
                </a:lnTo>
                <a:lnTo>
                  <a:pt x="122076" y="356754"/>
                </a:lnTo>
                <a:lnTo>
                  <a:pt x="121611" y="376394"/>
                </a:lnTo>
                <a:lnTo>
                  <a:pt x="152668" y="321326"/>
                </a:lnTo>
                <a:lnTo>
                  <a:pt x="133291" y="267378"/>
                </a:lnTo>
                <a:lnTo>
                  <a:pt x="152473" y="242397"/>
                </a:lnTo>
                <a:lnTo>
                  <a:pt x="150655" y="223160"/>
                </a:lnTo>
                <a:lnTo>
                  <a:pt x="179839" y="207985"/>
                </a:lnTo>
                <a:lnTo>
                  <a:pt x="188870" y="142153"/>
                </a:lnTo>
                <a:lnTo>
                  <a:pt x="218680" y="134940"/>
                </a:lnTo>
                <a:lnTo>
                  <a:pt x="234912" y="110783"/>
                </a:lnTo>
                <a:lnTo>
                  <a:pt x="197231" y="104176"/>
                </a:lnTo>
                <a:lnTo>
                  <a:pt x="179740" y="80070"/>
                </a:lnTo>
                <a:lnTo>
                  <a:pt x="181899" y="54997"/>
                </a:lnTo>
                <a:lnTo>
                  <a:pt x="121298" y="0"/>
                </a:lnTo>
                <a:lnTo>
                  <a:pt x="93744" y="51666"/>
                </a:lnTo>
                <a:lnTo>
                  <a:pt x="111138" y="59420"/>
                </a:lnTo>
                <a:lnTo>
                  <a:pt x="105390" y="80991"/>
                </a:lnTo>
                <a:lnTo>
                  <a:pt x="89436" y="99291"/>
                </a:lnTo>
                <a:lnTo>
                  <a:pt x="78565" y="87819"/>
                </a:lnTo>
                <a:lnTo>
                  <a:pt x="68635" y="115077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ONCEPCION"/>
          <p:cNvSpPr/>
          <p:nvPr/>
        </p:nvSpPr>
        <p:spPr>
          <a:xfrm>
            <a:off x="9401454" y="2851322"/>
            <a:ext cx="692679" cy="578121"/>
          </a:xfrm>
          <a:custGeom>
            <a:avLst/>
            <a:gdLst/>
            <a:ahLst/>
            <a:cxnLst/>
            <a:rect l="l" t="t" r="r" b="b"/>
            <a:pathLst>
              <a:path w="692679" h="578121">
                <a:moveTo>
                  <a:pt x="433951" y="86249"/>
                </a:moveTo>
                <a:lnTo>
                  <a:pt x="418632" y="83297"/>
                </a:lnTo>
                <a:lnTo>
                  <a:pt x="411453" y="65972"/>
                </a:lnTo>
                <a:lnTo>
                  <a:pt x="404383" y="74276"/>
                </a:lnTo>
                <a:lnTo>
                  <a:pt x="370605" y="56457"/>
                </a:lnTo>
                <a:lnTo>
                  <a:pt x="338563" y="68067"/>
                </a:lnTo>
                <a:lnTo>
                  <a:pt x="293143" y="50856"/>
                </a:lnTo>
                <a:lnTo>
                  <a:pt x="279987" y="67352"/>
                </a:lnTo>
                <a:lnTo>
                  <a:pt x="260741" y="54886"/>
                </a:lnTo>
                <a:lnTo>
                  <a:pt x="250157" y="65969"/>
                </a:lnTo>
                <a:lnTo>
                  <a:pt x="230081" y="60417"/>
                </a:lnTo>
                <a:lnTo>
                  <a:pt x="217934" y="46432"/>
                </a:lnTo>
                <a:lnTo>
                  <a:pt x="153508" y="37345"/>
                </a:lnTo>
                <a:lnTo>
                  <a:pt x="141870" y="4616"/>
                </a:lnTo>
                <a:lnTo>
                  <a:pt x="106257" y="3112"/>
                </a:lnTo>
                <a:lnTo>
                  <a:pt x="94323" y="20833"/>
                </a:lnTo>
                <a:lnTo>
                  <a:pt x="70292" y="27528"/>
                </a:lnTo>
                <a:lnTo>
                  <a:pt x="61344" y="15045"/>
                </a:lnTo>
                <a:lnTo>
                  <a:pt x="48238" y="21990"/>
                </a:lnTo>
                <a:lnTo>
                  <a:pt x="23434" y="15128"/>
                </a:lnTo>
                <a:lnTo>
                  <a:pt x="19132" y="0"/>
                </a:lnTo>
                <a:lnTo>
                  <a:pt x="0" y="1535"/>
                </a:lnTo>
                <a:lnTo>
                  <a:pt x="13551" y="19621"/>
                </a:lnTo>
                <a:lnTo>
                  <a:pt x="15338" y="78610"/>
                </a:lnTo>
                <a:lnTo>
                  <a:pt x="37850" y="74619"/>
                </a:lnTo>
                <a:lnTo>
                  <a:pt x="42889" y="99758"/>
                </a:lnTo>
                <a:lnTo>
                  <a:pt x="65280" y="119628"/>
                </a:lnTo>
                <a:lnTo>
                  <a:pt x="47448" y="135425"/>
                </a:lnTo>
                <a:lnTo>
                  <a:pt x="61465" y="197630"/>
                </a:lnTo>
                <a:lnTo>
                  <a:pt x="82059" y="227127"/>
                </a:lnTo>
                <a:lnTo>
                  <a:pt x="31090" y="233457"/>
                </a:lnTo>
                <a:lnTo>
                  <a:pt x="22718" y="263496"/>
                </a:lnTo>
                <a:lnTo>
                  <a:pt x="43774" y="291764"/>
                </a:lnTo>
                <a:lnTo>
                  <a:pt x="67984" y="298270"/>
                </a:lnTo>
                <a:lnTo>
                  <a:pt x="75684" y="321974"/>
                </a:lnTo>
                <a:lnTo>
                  <a:pt x="63834" y="337156"/>
                </a:lnTo>
                <a:lnTo>
                  <a:pt x="84443" y="359960"/>
                </a:lnTo>
                <a:lnTo>
                  <a:pt x="76098" y="383808"/>
                </a:lnTo>
                <a:lnTo>
                  <a:pt x="104915" y="409670"/>
                </a:lnTo>
                <a:lnTo>
                  <a:pt x="134287" y="409911"/>
                </a:lnTo>
                <a:lnTo>
                  <a:pt x="137581" y="443906"/>
                </a:lnTo>
                <a:lnTo>
                  <a:pt x="185864" y="484980"/>
                </a:lnTo>
                <a:lnTo>
                  <a:pt x="174998" y="512349"/>
                </a:lnTo>
                <a:lnTo>
                  <a:pt x="201887" y="565147"/>
                </a:lnTo>
                <a:lnTo>
                  <a:pt x="234641" y="578121"/>
                </a:lnTo>
                <a:lnTo>
                  <a:pt x="442045" y="543979"/>
                </a:lnTo>
                <a:lnTo>
                  <a:pt x="461493" y="554477"/>
                </a:lnTo>
                <a:lnTo>
                  <a:pt x="545604" y="556805"/>
                </a:lnTo>
                <a:lnTo>
                  <a:pt x="563850" y="537512"/>
                </a:lnTo>
                <a:lnTo>
                  <a:pt x="585700" y="542497"/>
                </a:lnTo>
                <a:lnTo>
                  <a:pt x="609873" y="525470"/>
                </a:lnTo>
                <a:lnTo>
                  <a:pt x="634169" y="500503"/>
                </a:lnTo>
                <a:lnTo>
                  <a:pt x="641924" y="472510"/>
                </a:lnTo>
                <a:lnTo>
                  <a:pt x="666361" y="463456"/>
                </a:lnTo>
                <a:lnTo>
                  <a:pt x="659823" y="449106"/>
                </a:lnTo>
                <a:lnTo>
                  <a:pt x="672094" y="421689"/>
                </a:lnTo>
                <a:lnTo>
                  <a:pt x="688754" y="420219"/>
                </a:lnTo>
                <a:lnTo>
                  <a:pt x="692679" y="389134"/>
                </a:lnTo>
                <a:lnTo>
                  <a:pt x="631403" y="244742"/>
                </a:lnTo>
                <a:lnTo>
                  <a:pt x="597900" y="255508"/>
                </a:lnTo>
                <a:lnTo>
                  <a:pt x="576507" y="281606"/>
                </a:lnTo>
                <a:lnTo>
                  <a:pt x="553429" y="283681"/>
                </a:lnTo>
                <a:lnTo>
                  <a:pt x="533079" y="330891"/>
                </a:lnTo>
                <a:lnTo>
                  <a:pt x="519219" y="336538"/>
                </a:lnTo>
                <a:lnTo>
                  <a:pt x="494007" y="323436"/>
                </a:lnTo>
                <a:lnTo>
                  <a:pt x="476761" y="332453"/>
                </a:lnTo>
                <a:lnTo>
                  <a:pt x="475926" y="308126"/>
                </a:lnTo>
                <a:lnTo>
                  <a:pt x="499766" y="291356"/>
                </a:lnTo>
                <a:lnTo>
                  <a:pt x="493626" y="259252"/>
                </a:lnTo>
                <a:lnTo>
                  <a:pt x="470871" y="230359"/>
                </a:lnTo>
                <a:lnTo>
                  <a:pt x="466452" y="186658"/>
                </a:lnTo>
                <a:lnTo>
                  <a:pt x="474575" y="152208"/>
                </a:lnTo>
                <a:lnTo>
                  <a:pt x="514512" y="114361"/>
                </a:lnTo>
                <a:lnTo>
                  <a:pt x="433951" y="86249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ORDILLERA"/>
          <p:cNvSpPr/>
          <p:nvPr/>
        </p:nvSpPr>
        <p:spPr>
          <a:xfrm>
            <a:off x="9592858" y="3970042"/>
            <a:ext cx="340980" cy="333730"/>
          </a:xfrm>
          <a:custGeom>
            <a:avLst/>
            <a:gdLst/>
            <a:ahLst/>
            <a:cxnLst/>
            <a:rect l="l" t="t" r="r" b="b"/>
            <a:pathLst>
              <a:path w="340980" h="333730">
                <a:moveTo>
                  <a:pt x="77807" y="32729"/>
                </a:moveTo>
                <a:lnTo>
                  <a:pt x="64721" y="36325"/>
                </a:lnTo>
                <a:lnTo>
                  <a:pt x="36602" y="89663"/>
                </a:lnTo>
                <a:lnTo>
                  <a:pt x="0" y="105549"/>
                </a:lnTo>
                <a:lnTo>
                  <a:pt x="53857" y="159706"/>
                </a:lnTo>
                <a:lnTo>
                  <a:pt x="51537" y="186640"/>
                </a:lnTo>
                <a:lnTo>
                  <a:pt x="69907" y="208392"/>
                </a:lnTo>
                <a:lnTo>
                  <a:pt x="101427" y="206478"/>
                </a:lnTo>
                <a:lnTo>
                  <a:pt x="144705" y="299631"/>
                </a:lnTo>
                <a:lnTo>
                  <a:pt x="211840" y="291992"/>
                </a:lnTo>
                <a:lnTo>
                  <a:pt x="198924" y="328140"/>
                </a:lnTo>
                <a:lnTo>
                  <a:pt x="223425" y="333730"/>
                </a:lnTo>
                <a:lnTo>
                  <a:pt x="250208" y="316344"/>
                </a:lnTo>
                <a:lnTo>
                  <a:pt x="281666" y="331386"/>
                </a:lnTo>
                <a:lnTo>
                  <a:pt x="231760" y="271970"/>
                </a:lnTo>
                <a:lnTo>
                  <a:pt x="301683" y="229835"/>
                </a:lnTo>
                <a:lnTo>
                  <a:pt x="340980" y="187592"/>
                </a:lnTo>
                <a:lnTo>
                  <a:pt x="319290" y="193958"/>
                </a:lnTo>
                <a:lnTo>
                  <a:pt x="302760" y="171949"/>
                </a:lnTo>
                <a:lnTo>
                  <a:pt x="319535" y="131118"/>
                </a:lnTo>
                <a:lnTo>
                  <a:pt x="340863" y="130833"/>
                </a:lnTo>
                <a:lnTo>
                  <a:pt x="339820" y="62442"/>
                </a:lnTo>
                <a:lnTo>
                  <a:pt x="320382" y="54603"/>
                </a:lnTo>
                <a:lnTo>
                  <a:pt x="295102" y="10338"/>
                </a:lnTo>
                <a:lnTo>
                  <a:pt x="277149" y="21210"/>
                </a:lnTo>
                <a:lnTo>
                  <a:pt x="196714" y="0"/>
                </a:lnTo>
                <a:lnTo>
                  <a:pt x="173462" y="54942"/>
                </a:lnTo>
                <a:lnTo>
                  <a:pt x="158310" y="56646"/>
                </a:lnTo>
                <a:lnTo>
                  <a:pt x="161276" y="69682"/>
                </a:lnTo>
                <a:lnTo>
                  <a:pt x="138896" y="71232"/>
                </a:lnTo>
                <a:lnTo>
                  <a:pt x="106454" y="43455"/>
                </a:lnTo>
                <a:lnTo>
                  <a:pt x="99420" y="52898"/>
                </a:lnTo>
                <a:lnTo>
                  <a:pt x="79830" y="44230"/>
                </a:lnTo>
                <a:lnTo>
                  <a:pt x="77807" y="32729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UAIRA"/>
          <p:cNvSpPr/>
          <p:nvPr/>
        </p:nvSpPr>
        <p:spPr>
          <a:xfrm>
            <a:off x="9864552" y="4262474"/>
            <a:ext cx="414292" cy="256374"/>
          </a:xfrm>
          <a:custGeom>
            <a:avLst/>
            <a:gdLst/>
            <a:ahLst/>
            <a:cxnLst/>
            <a:rect l="l" t="t" r="r" b="b"/>
            <a:pathLst>
              <a:path w="414292" h="256374">
                <a:moveTo>
                  <a:pt x="414292" y="34651"/>
                </a:moveTo>
                <a:lnTo>
                  <a:pt x="355129" y="52678"/>
                </a:lnTo>
                <a:lnTo>
                  <a:pt x="302891" y="25313"/>
                </a:lnTo>
                <a:lnTo>
                  <a:pt x="160168" y="0"/>
                </a:lnTo>
                <a:lnTo>
                  <a:pt x="126614" y="3497"/>
                </a:lnTo>
                <a:lnTo>
                  <a:pt x="100211" y="29095"/>
                </a:lnTo>
                <a:lnTo>
                  <a:pt x="79451" y="24571"/>
                </a:lnTo>
                <a:lnTo>
                  <a:pt x="28950" y="54870"/>
                </a:lnTo>
                <a:lnTo>
                  <a:pt x="21622" y="80004"/>
                </a:lnTo>
                <a:lnTo>
                  <a:pt x="30464" y="115783"/>
                </a:lnTo>
                <a:lnTo>
                  <a:pt x="51636" y="141985"/>
                </a:lnTo>
                <a:lnTo>
                  <a:pt x="52109" y="167923"/>
                </a:lnTo>
                <a:lnTo>
                  <a:pt x="0" y="156928"/>
                </a:lnTo>
                <a:lnTo>
                  <a:pt x="17090" y="188380"/>
                </a:lnTo>
                <a:lnTo>
                  <a:pt x="13623" y="230741"/>
                </a:lnTo>
                <a:lnTo>
                  <a:pt x="45176" y="256374"/>
                </a:lnTo>
                <a:lnTo>
                  <a:pt x="53710" y="246499"/>
                </a:lnTo>
                <a:lnTo>
                  <a:pt x="73053" y="252080"/>
                </a:lnTo>
                <a:lnTo>
                  <a:pt x="79216" y="224894"/>
                </a:lnTo>
                <a:lnTo>
                  <a:pt x="128291" y="232363"/>
                </a:lnTo>
                <a:lnTo>
                  <a:pt x="125236" y="186075"/>
                </a:lnTo>
                <a:lnTo>
                  <a:pt x="147026" y="187073"/>
                </a:lnTo>
                <a:lnTo>
                  <a:pt x="173557" y="166749"/>
                </a:lnTo>
                <a:lnTo>
                  <a:pt x="214055" y="200989"/>
                </a:lnTo>
                <a:lnTo>
                  <a:pt x="241091" y="184176"/>
                </a:lnTo>
                <a:lnTo>
                  <a:pt x="260018" y="132165"/>
                </a:lnTo>
                <a:lnTo>
                  <a:pt x="287630" y="116866"/>
                </a:lnTo>
                <a:lnTo>
                  <a:pt x="310628" y="126160"/>
                </a:lnTo>
                <a:lnTo>
                  <a:pt x="334686" y="96002"/>
                </a:lnTo>
                <a:lnTo>
                  <a:pt x="368563" y="85201"/>
                </a:lnTo>
                <a:lnTo>
                  <a:pt x="366460" y="62093"/>
                </a:lnTo>
                <a:lnTo>
                  <a:pt x="397390" y="71919"/>
                </a:lnTo>
                <a:lnTo>
                  <a:pt x="414292" y="3465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TAPUA"/>
          <p:cNvSpPr/>
          <p:nvPr/>
        </p:nvSpPr>
        <p:spPr>
          <a:xfrm>
            <a:off x="9813551" y="4476408"/>
            <a:ext cx="831735" cy="607413"/>
          </a:xfrm>
          <a:custGeom>
            <a:avLst/>
            <a:gdLst/>
            <a:ahLst/>
            <a:cxnLst/>
            <a:rect l="l" t="t" r="r" b="b"/>
            <a:pathLst>
              <a:path w="831735" h="607413">
                <a:moveTo>
                  <a:pt x="84056" y="256821"/>
                </a:moveTo>
                <a:lnTo>
                  <a:pt x="92988" y="427078"/>
                </a:lnTo>
                <a:lnTo>
                  <a:pt x="65147" y="463338"/>
                </a:lnTo>
                <a:lnTo>
                  <a:pt x="81795" y="504947"/>
                </a:lnTo>
                <a:lnTo>
                  <a:pt x="0" y="534992"/>
                </a:lnTo>
                <a:lnTo>
                  <a:pt x="49947" y="569522"/>
                </a:lnTo>
                <a:lnTo>
                  <a:pt x="70930" y="550930"/>
                </a:lnTo>
                <a:lnTo>
                  <a:pt x="109884" y="545384"/>
                </a:lnTo>
                <a:lnTo>
                  <a:pt x="149918" y="593056"/>
                </a:lnTo>
                <a:lnTo>
                  <a:pt x="183134" y="607413"/>
                </a:lnTo>
                <a:lnTo>
                  <a:pt x="219048" y="561886"/>
                </a:lnTo>
                <a:lnTo>
                  <a:pt x="220270" y="534383"/>
                </a:lnTo>
                <a:lnTo>
                  <a:pt x="292547" y="492745"/>
                </a:lnTo>
                <a:lnTo>
                  <a:pt x="370445" y="506071"/>
                </a:lnTo>
                <a:lnTo>
                  <a:pt x="393527" y="540040"/>
                </a:lnTo>
                <a:lnTo>
                  <a:pt x="428868" y="547409"/>
                </a:lnTo>
                <a:lnTo>
                  <a:pt x="481220" y="500022"/>
                </a:lnTo>
                <a:lnTo>
                  <a:pt x="486386" y="466833"/>
                </a:lnTo>
                <a:lnTo>
                  <a:pt x="470331" y="441687"/>
                </a:lnTo>
                <a:lnTo>
                  <a:pt x="491800" y="432432"/>
                </a:lnTo>
                <a:lnTo>
                  <a:pt x="494444" y="410749"/>
                </a:lnTo>
                <a:lnTo>
                  <a:pt x="532650" y="409271"/>
                </a:lnTo>
                <a:lnTo>
                  <a:pt x="535723" y="377018"/>
                </a:lnTo>
                <a:lnTo>
                  <a:pt x="561102" y="353684"/>
                </a:lnTo>
                <a:lnTo>
                  <a:pt x="603425" y="342344"/>
                </a:lnTo>
                <a:lnTo>
                  <a:pt x="624030" y="355156"/>
                </a:lnTo>
                <a:lnTo>
                  <a:pt x="648908" y="348464"/>
                </a:lnTo>
                <a:lnTo>
                  <a:pt x="648988" y="312714"/>
                </a:lnTo>
                <a:lnTo>
                  <a:pt x="680857" y="286043"/>
                </a:lnTo>
                <a:lnTo>
                  <a:pt x="715872" y="280808"/>
                </a:lnTo>
                <a:lnTo>
                  <a:pt x="722857" y="238653"/>
                </a:lnTo>
                <a:lnTo>
                  <a:pt x="770548" y="233741"/>
                </a:lnTo>
                <a:lnTo>
                  <a:pt x="781311" y="211440"/>
                </a:lnTo>
                <a:lnTo>
                  <a:pt x="775410" y="178729"/>
                </a:lnTo>
                <a:lnTo>
                  <a:pt x="810731" y="143295"/>
                </a:lnTo>
                <a:lnTo>
                  <a:pt x="831735" y="88020"/>
                </a:lnTo>
                <a:lnTo>
                  <a:pt x="815141" y="54922"/>
                </a:lnTo>
                <a:lnTo>
                  <a:pt x="812783" y="66216"/>
                </a:lnTo>
                <a:lnTo>
                  <a:pt x="789158" y="63561"/>
                </a:lnTo>
                <a:lnTo>
                  <a:pt x="774028" y="40807"/>
                </a:lnTo>
                <a:lnTo>
                  <a:pt x="766266" y="48383"/>
                </a:lnTo>
                <a:lnTo>
                  <a:pt x="747606" y="33071"/>
                </a:lnTo>
                <a:lnTo>
                  <a:pt x="738726" y="43420"/>
                </a:lnTo>
                <a:lnTo>
                  <a:pt x="733701" y="36197"/>
                </a:lnTo>
                <a:lnTo>
                  <a:pt x="732244" y="55370"/>
                </a:lnTo>
                <a:lnTo>
                  <a:pt x="719089" y="47409"/>
                </a:lnTo>
                <a:lnTo>
                  <a:pt x="719448" y="59293"/>
                </a:lnTo>
                <a:lnTo>
                  <a:pt x="687191" y="52555"/>
                </a:lnTo>
                <a:lnTo>
                  <a:pt x="675585" y="61044"/>
                </a:lnTo>
                <a:lnTo>
                  <a:pt x="648985" y="46072"/>
                </a:lnTo>
                <a:lnTo>
                  <a:pt x="603651" y="58003"/>
                </a:lnTo>
                <a:lnTo>
                  <a:pt x="580923" y="16771"/>
                </a:lnTo>
                <a:lnTo>
                  <a:pt x="583116" y="0"/>
                </a:lnTo>
                <a:lnTo>
                  <a:pt x="571711" y="10402"/>
                </a:lnTo>
                <a:lnTo>
                  <a:pt x="567098" y="71504"/>
                </a:lnTo>
                <a:lnTo>
                  <a:pt x="555265" y="88132"/>
                </a:lnTo>
                <a:lnTo>
                  <a:pt x="512293" y="87268"/>
                </a:lnTo>
                <a:lnTo>
                  <a:pt x="515624" y="104371"/>
                </a:lnTo>
                <a:lnTo>
                  <a:pt x="491554" y="111307"/>
                </a:lnTo>
                <a:lnTo>
                  <a:pt x="479307" y="131640"/>
                </a:lnTo>
                <a:lnTo>
                  <a:pt x="446781" y="107633"/>
                </a:lnTo>
                <a:lnTo>
                  <a:pt x="401453" y="119474"/>
                </a:lnTo>
                <a:lnTo>
                  <a:pt x="362081" y="170560"/>
                </a:lnTo>
                <a:lnTo>
                  <a:pt x="323946" y="170644"/>
                </a:lnTo>
                <a:lnTo>
                  <a:pt x="317761" y="184199"/>
                </a:lnTo>
                <a:lnTo>
                  <a:pt x="308167" y="174641"/>
                </a:lnTo>
                <a:lnTo>
                  <a:pt x="291676" y="187294"/>
                </a:lnTo>
                <a:lnTo>
                  <a:pt x="285584" y="216457"/>
                </a:lnTo>
                <a:lnTo>
                  <a:pt x="261628" y="232817"/>
                </a:lnTo>
                <a:lnTo>
                  <a:pt x="261431" y="250734"/>
                </a:lnTo>
                <a:lnTo>
                  <a:pt x="232251" y="245282"/>
                </a:lnTo>
                <a:lnTo>
                  <a:pt x="146447" y="284434"/>
                </a:lnTo>
                <a:lnTo>
                  <a:pt x="84056" y="25682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MISIONES"/>
          <p:cNvSpPr/>
          <p:nvPr/>
        </p:nvSpPr>
        <p:spPr>
          <a:xfrm>
            <a:off x="9494381" y="4591633"/>
            <a:ext cx="412158" cy="448714"/>
          </a:xfrm>
          <a:custGeom>
            <a:avLst/>
            <a:gdLst/>
            <a:ahLst/>
            <a:cxnLst/>
            <a:rect l="l" t="t" r="r" b="b"/>
            <a:pathLst>
              <a:path w="412158" h="448714">
                <a:moveTo>
                  <a:pt x="332747" y="66740"/>
                </a:moveTo>
                <a:lnTo>
                  <a:pt x="310167" y="34476"/>
                </a:lnTo>
                <a:lnTo>
                  <a:pt x="291266" y="42783"/>
                </a:lnTo>
                <a:lnTo>
                  <a:pt x="292968" y="29355"/>
                </a:lnTo>
                <a:lnTo>
                  <a:pt x="276830" y="14250"/>
                </a:lnTo>
                <a:lnTo>
                  <a:pt x="241325" y="0"/>
                </a:lnTo>
                <a:lnTo>
                  <a:pt x="212910" y="14334"/>
                </a:lnTo>
                <a:lnTo>
                  <a:pt x="195258" y="48998"/>
                </a:lnTo>
                <a:lnTo>
                  <a:pt x="183230" y="45419"/>
                </a:lnTo>
                <a:lnTo>
                  <a:pt x="190064" y="65658"/>
                </a:lnTo>
                <a:lnTo>
                  <a:pt x="177770" y="85528"/>
                </a:lnTo>
                <a:lnTo>
                  <a:pt x="123592" y="98372"/>
                </a:lnTo>
                <a:lnTo>
                  <a:pt x="109672" y="78703"/>
                </a:lnTo>
                <a:lnTo>
                  <a:pt x="87901" y="76952"/>
                </a:lnTo>
                <a:lnTo>
                  <a:pt x="86832" y="65362"/>
                </a:lnTo>
                <a:lnTo>
                  <a:pt x="54325" y="63072"/>
                </a:lnTo>
                <a:lnTo>
                  <a:pt x="25386" y="37062"/>
                </a:lnTo>
                <a:lnTo>
                  <a:pt x="29643" y="22448"/>
                </a:lnTo>
                <a:lnTo>
                  <a:pt x="12961" y="19190"/>
                </a:lnTo>
                <a:lnTo>
                  <a:pt x="10263" y="4701"/>
                </a:lnTo>
                <a:lnTo>
                  <a:pt x="0" y="9606"/>
                </a:lnTo>
                <a:lnTo>
                  <a:pt x="38318" y="167617"/>
                </a:lnTo>
                <a:lnTo>
                  <a:pt x="116935" y="276915"/>
                </a:lnTo>
                <a:lnTo>
                  <a:pt x="208631" y="296719"/>
                </a:lnTo>
                <a:lnTo>
                  <a:pt x="149176" y="421287"/>
                </a:lnTo>
                <a:lnTo>
                  <a:pt x="190094" y="441978"/>
                </a:lnTo>
                <a:lnTo>
                  <a:pt x="253620" y="448714"/>
                </a:lnTo>
                <a:lnTo>
                  <a:pt x="301734" y="419243"/>
                </a:lnTo>
                <a:lnTo>
                  <a:pt x="353835" y="414624"/>
                </a:lnTo>
                <a:lnTo>
                  <a:pt x="400938" y="389795"/>
                </a:lnTo>
                <a:lnTo>
                  <a:pt x="384317" y="348113"/>
                </a:lnTo>
                <a:lnTo>
                  <a:pt x="412158" y="311853"/>
                </a:lnTo>
                <a:lnTo>
                  <a:pt x="401993" y="140205"/>
                </a:lnTo>
                <a:lnTo>
                  <a:pt x="411802" y="117790"/>
                </a:lnTo>
                <a:lnTo>
                  <a:pt x="348663" y="99669"/>
                </a:lnTo>
                <a:lnTo>
                  <a:pt x="348075" y="77557"/>
                </a:lnTo>
                <a:lnTo>
                  <a:pt x="332747" y="6674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ARAGUARI"/>
          <p:cNvSpPr/>
          <p:nvPr/>
        </p:nvSpPr>
        <p:spPr>
          <a:xfrm>
            <a:off x="9492061" y="4196411"/>
            <a:ext cx="424600" cy="493594"/>
          </a:xfrm>
          <a:custGeom>
            <a:avLst/>
            <a:gdLst/>
            <a:ahLst/>
            <a:cxnLst/>
            <a:rect l="l" t="t" r="r" b="b"/>
            <a:pathLst>
              <a:path w="424600" h="493594">
                <a:moveTo>
                  <a:pt x="206144" y="0"/>
                </a:moveTo>
                <a:lnTo>
                  <a:pt x="160135" y="18403"/>
                </a:lnTo>
                <a:lnTo>
                  <a:pt x="151104" y="84235"/>
                </a:lnTo>
                <a:lnTo>
                  <a:pt x="124974" y="94535"/>
                </a:lnTo>
                <a:lnTo>
                  <a:pt x="123738" y="118647"/>
                </a:lnTo>
                <a:lnTo>
                  <a:pt x="104556" y="143628"/>
                </a:lnTo>
                <a:lnTo>
                  <a:pt x="124300" y="195295"/>
                </a:lnTo>
                <a:lnTo>
                  <a:pt x="92876" y="252644"/>
                </a:lnTo>
                <a:lnTo>
                  <a:pt x="101039" y="309532"/>
                </a:lnTo>
                <a:lnTo>
                  <a:pt x="93819" y="302783"/>
                </a:lnTo>
                <a:lnTo>
                  <a:pt x="62593" y="317657"/>
                </a:lnTo>
                <a:lnTo>
                  <a:pt x="25741" y="366732"/>
                </a:lnTo>
                <a:lnTo>
                  <a:pt x="19555" y="394711"/>
                </a:lnTo>
                <a:lnTo>
                  <a:pt x="9594" y="386074"/>
                </a:lnTo>
                <a:lnTo>
                  <a:pt x="0" y="397297"/>
                </a:lnTo>
                <a:lnTo>
                  <a:pt x="31963" y="417670"/>
                </a:lnTo>
                <a:lnTo>
                  <a:pt x="27706" y="432284"/>
                </a:lnTo>
                <a:lnTo>
                  <a:pt x="56645" y="458294"/>
                </a:lnTo>
                <a:lnTo>
                  <a:pt x="89152" y="460584"/>
                </a:lnTo>
                <a:lnTo>
                  <a:pt x="90221" y="472174"/>
                </a:lnTo>
                <a:lnTo>
                  <a:pt x="111992" y="473925"/>
                </a:lnTo>
                <a:lnTo>
                  <a:pt x="125912" y="493594"/>
                </a:lnTo>
                <a:lnTo>
                  <a:pt x="180090" y="480750"/>
                </a:lnTo>
                <a:lnTo>
                  <a:pt x="192384" y="460880"/>
                </a:lnTo>
                <a:lnTo>
                  <a:pt x="185550" y="440641"/>
                </a:lnTo>
                <a:lnTo>
                  <a:pt x="197578" y="444220"/>
                </a:lnTo>
                <a:lnTo>
                  <a:pt x="215230" y="409556"/>
                </a:lnTo>
                <a:lnTo>
                  <a:pt x="243645" y="395222"/>
                </a:lnTo>
                <a:lnTo>
                  <a:pt x="279150" y="409472"/>
                </a:lnTo>
                <a:lnTo>
                  <a:pt x="295288" y="424577"/>
                </a:lnTo>
                <a:lnTo>
                  <a:pt x="293586" y="438005"/>
                </a:lnTo>
                <a:lnTo>
                  <a:pt x="312487" y="429698"/>
                </a:lnTo>
                <a:lnTo>
                  <a:pt x="335255" y="461918"/>
                </a:lnTo>
                <a:lnTo>
                  <a:pt x="367728" y="413063"/>
                </a:lnTo>
                <a:lnTo>
                  <a:pt x="395057" y="339579"/>
                </a:lnTo>
                <a:lnTo>
                  <a:pt x="416677" y="323238"/>
                </a:lnTo>
                <a:lnTo>
                  <a:pt x="386114" y="296804"/>
                </a:lnTo>
                <a:lnTo>
                  <a:pt x="389581" y="254443"/>
                </a:lnTo>
                <a:lnTo>
                  <a:pt x="372491" y="222991"/>
                </a:lnTo>
                <a:lnTo>
                  <a:pt x="424600" y="233986"/>
                </a:lnTo>
                <a:lnTo>
                  <a:pt x="424127" y="208048"/>
                </a:lnTo>
                <a:lnTo>
                  <a:pt x="402955" y="181846"/>
                </a:lnTo>
                <a:lnTo>
                  <a:pt x="394113" y="146067"/>
                </a:lnTo>
                <a:lnTo>
                  <a:pt x="401441" y="120933"/>
                </a:lnTo>
                <a:lnTo>
                  <a:pt x="351005" y="89975"/>
                </a:lnTo>
                <a:lnTo>
                  <a:pt x="324222" y="107361"/>
                </a:lnTo>
                <a:lnTo>
                  <a:pt x="299721" y="101771"/>
                </a:lnTo>
                <a:lnTo>
                  <a:pt x="312637" y="65623"/>
                </a:lnTo>
                <a:lnTo>
                  <a:pt x="245502" y="73262"/>
                </a:lnTo>
                <a:lnTo>
                  <a:pt x="230248" y="50679"/>
                </a:lnTo>
                <a:lnTo>
                  <a:pt x="229660" y="21849"/>
                </a:lnTo>
                <a:lnTo>
                  <a:pt x="206144" y="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PRESIDENTE HAYES"/>
          <p:cNvSpPr/>
          <p:nvPr/>
        </p:nvSpPr>
        <p:spPr>
          <a:xfrm>
            <a:off x="8363083" y="2848523"/>
            <a:ext cx="1352121" cy="1328228"/>
          </a:xfrm>
          <a:custGeom>
            <a:avLst/>
            <a:gdLst/>
            <a:ahLst/>
            <a:cxnLst/>
            <a:rect l="l" t="t" r="r" b="b"/>
            <a:pathLst>
              <a:path w="1352121" h="1328228">
                <a:moveTo>
                  <a:pt x="1193987" y="1275804"/>
                </a:moveTo>
                <a:lnTo>
                  <a:pt x="1216033" y="1225724"/>
                </a:lnTo>
                <a:lnTo>
                  <a:pt x="1266377" y="1211182"/>
                </a:lnTo>
                <a:lnTo>
                  <a:pt x="1297648" y="1154295"/>
                </a:lnTo>
                <a:lnTo>
                  <a:pt x="1326080" y="1155312"/>
                </a:lnTo>
                <a:lnTo>
                  <a:pt x="1296035" y="1119091"/>
                </a:lnTo>
                <a:lnTo>
                  <a:pt x="1321347" y="1086465"/>
                </a:lnTo>
                <a:lnTo>
                  <a:pt x="1321986" y="1063090"/>
                </a:lnTo>
                <a:lnTo>
                  <a:pt x="1344590" y="1059243"/>
                </a:lnTo>
                <a:lnTo>
                  <a:pt x="1349097" y="1030315"/>
                </a:lnTo>
                <a:lnTo>
                  <a:pt x="1335205" y="1010411"/>
                </a:lnTo>
                <a:lnTo>
                  <a:pt x="1347573" y="993848"/>
                </a:lnTo>
                <a:lnTo>
                  <a:pt x="1335346" y="976173"/>
                </a:lnTo>
                <a:lnTo>
                  <a:pt x="1352121" y="961705"/>
                </a:lnTo>
                <a:lnTo>
                  <a:pt x="1330941" y="873292"/>
                </a:lnTo>
                <a:lnTo>
                  <a:pt x="1303579" y="837949"/>
                </a:lnTo>
                <a:lnTo>
                  <a:pt x="1330477" y="814435"/>
                </a:lnTo>
                <a:lnTo>
                  <a:pt x="1309443" y="796624"/>
                </a:lnTo>
                <a:lnTo>
                  <a:pt x="1329057" y="781571"/>
                </a:lnTo>
                <a:lnTo>
                  <a:pt x="1318086" y="773234"/>
                </a:lnTo>
                <a:lnTo>
                  <a:pt x="1322203" y="760175"/>
                </a:lnTo>
                <a:lnTo>
                  <a:pt x="1294526" y="742356"/>
                </a:lnTo>
                <a:lnTo>
                  <a:pt x="1313361" y="729144"/>
                </a:lnTo>
                <a:lnTo>
                  <a:pt x="1304974" y="716120"/>
                </a:lnTo>
                <a:lnTo>
                  <a:pt x="1313665" y="693432"/>
                </a:lnTo>
                <a:lnTo>
                  <a:pt x="1304250" y="687151"/>
                </a:lnTo>
                <a:lnTo>
                  <a:pt x="1312201" y="672713"/>
                </a:lnTo>
                <a:lnTo>
                  <a:pt x="1251797" y="639385"/>
                </a:lnTo>
                <a:lnTo>
                  <a:pt x="1231560" y="591744"/>
                </a:lnTo>
                <a:lnTo>
                  <a:pt x="1240015" y="555510"/>
                </a:lnTo>
                <a:lnTo>
                  <a:pt x="1213369" y="515148"/>
                </a:lnTo>
                <a:lnTo>
                  <a:pt x="1224235" y="487779"/>
                </a:lnTo>
                <a:lnTo>
                  <a:pt x="1175952" y="446705"/>
                </a:lnTo>
                <a:lnTo>
                  <a:pt x="1172658" y="412710"/>
                </a:lnTo>
                <a:lnTo>
                  <a:pt x="1143286" y="412469"/>
                </a:lnTo>
                <a:lnTo>
                  <a:pt x="1114469" y="386607"/>
                </a:lnTo>
                <a:lnTo>
                  <a:pt x="1122814" y="362759"/>
                </a:lnTo>
                <a:lnTo>
                  <a:pt x="1102205" y="339955"/>
                </a:lnTo>
                <a:lnTo>
                  <a:pt x="1114055" y="324773"/>
                </a:lnTo>
                <a:lnTo>
                  <a:pt x="1106355" y="301069"/>
                </a:lnTo>
                <a:lnTo>
                  <a:pt x="1082145" y="294563"/>
                </a:lnTo>
                <a:lnTo>
                  <a:pt x="1058785" y="259438"/>
                </a:lnTo>
                <a:lnTo>
                  <a:pt x="1069461" y="236256"/>
                </a:lnTo>
                <a:lnTo>
                  <a:pt x="1120461" y="234238"/>
                </a:lnTo>
                <a:lnTo>
                  <a:pt x="1099836" y="200429"/>
                </a:lnTo>
                <a:lnTo>
                  <a:pt x="1089429" y="130303"/>
                </a:lnTo>
                <a:lnTo>
                  <a:pt x="966776" y="110737"/>
                </a:lnTo>
                <a:lnTo>
                  <a:pt x="936538" y="41853"/>
                </a:lnTo>
                <a:lnTo>
                  <a:pt x="588953" y="29037"/>
                </a:lnTo>
                <a:lnTo>
                  <a:pt x="527168" y="0"/>
                </a:lnTo>
                <a:lnTo>
                  <a:pt x="538752" y="38172"/>
                </a:lnTo>
                <a:lnTo>
                  <a:pt x="435450" y="105247"/>
                </a:lnTo>
                <a:lnTo>
                  <a:pt x="426171" y="118634"/>
                </a:lnTo>
                <a:lnTo>
                  <a:pt x="431045" y="142569"/>
                </a:lnTo>
                <a:lnTo>
                  <a:pt x="399227" y="142568"/>
                </a:lnTo>
                <a:lnTo>
                  <a:pt x="399091" y="158389"/>
                </a:lnTo>
                <a:lnTo>
                  <a:pt x="386070" y="158379"/>
                </a:lnTo>
                <a:lnTo>
                  <a:pt x="384364" y="182058"/>
                </a:lnTo>
                <a:lnTo>
                  <a:pt x="301319" y="300907"/>
                </a:lnTo>
                <a:lnTo>
                  <a:pt x="307516" y="401695"/>
                </a:lnTo>
                <a:lnTo>
                  <a:pt x="257572" y="574163"/>
                </a:lnTo>
                <a:lnTo>
                  <a:pt x="216671" y="590389"/>
                </a:lnTo>
                <a:lnTo>
                  <a:pt x="79601" y="606374"/>
                </a:lnTo>
                <a:lnTo>
                  <a:pt x="68320" y="622068"/>
                </a:lnTo>
                <a:lnTo>
                  <a:pt x="40973" y="614438"/>
                </a:lnTo>
                <a:lnTo>
                  <a:pt x="42326" y="657255"/>
                </a:lnTo>
                <a:lnTo>
                  <a:pt x="0" y="694260"/>
                </a:lnTo>
                <a:lnTo>
                  <a:pt x="4488" y="719032"/>
                </a:lnTo>
                <a:lnTo>
                  <a:pt x="34513" y="740509"/>
                </a:lnTo>
                <a:lnTo>
                  <a:pt x="72953" y="745513"/>
                </a:lnTo>
                <a:lnTo>
                  <a:pt x="74155" y="762071"/>
                </a:lnTo>
                <a:lnTo>
                  <a:pt x="127826" y="769849"/>
                </a:lnTo>
                <a:lnTo>
                  <a:pt x="154926" y="793363"/>
                </a:lnTo>
                <a:lnTo>
                  <a:pt x="194836" y="799716"/>
                </a:lnTo>
                <a:lnTo>
                  <a:pt x="266957" y="783385"/>
                </a:lnTo>
                <a:lnTo>
                  <a:pt x="292644" y="792545"/>
                </a:lnTo>
                <a:lnTo>
                  <a:pt x="487195" y="914719"/>
                </a:lnTo>
                <a:lnTo>
                  <a:pt x="507420" y="945592"/>
                </a:lnTo>
                <a:lnTo>
                  <a:pt x="525178" y="951171"/>
                </a:lnTo>
                <a:lnTo>
                  <a:pt x="533517" y="975476"/>
                </a:lnTo>
                <a:lnTo>
                  <a:pt x="616299" y="1030206"/>
                </a:lnTo>
                <a:lnTo>
                  <a:pt x="674082" y="1048176"/>
                </a:lnTo>
                <a:lnTo>
                  <a:pt x="735442" y="1092813"/>
                </a:lnTo>
                <a:lnTo>
                  <a:pt x="765526" y="1093571"/>
                </a:lnTo>
                <a:lnTo>
                  <a:pt x="785401" y="1116765"/>
                </a:lnTo>
                <a:lnTo>
                  <a:pt x="822452" y="1112562"/>
                </a:lnTo>
                <a:lnTo>
                  <a:pt x="859542" y="1128678"/>
                </a:lnTo>
                <a:lnTo>
                  <a:pt x="911709" y="1185088"/>
                </a:lnTo>
                <a:lnTo>
                  <a:pt x="952124" y="1155419"/>
                </a:lnTo>
                <a:lnTo>
                  <a:pt x="1010198" y="1203456"/>
                </a:lnTo>
                <a:lnTo>
                  <a:pt x="1033571" y="1199203"/>
                </a:lnTo>
                <a:lnTo>
                  <a:pt x="1039182" y="1218180"/>
                </a:lnTo>
                <a:lnTo>
                  <a:pt x="1087337" y="1218043"/>
                </a:lnTo>
                <a:lnTo>
                  <a:pt x="1096477" y="1238340"/>
                </a:lnTo>
                <a:lnTo>
                  <a:pt x="1127555" y="1256701"/>
                </a:lnTo>
                <a:lnTo>
                  <a:pt x="1125318" y="1274205"/>
                </a:lnTo>
                <a:lnTo>
                  <a:pt x="1158369" y="1328228"/>
                </a:lnTo>
                <a:lnTo>
                  <a:pt x="1158986" y="1298547"/>
                </a:lnTo>
                <a:lnTo>
                  <a:pt x="1193987" y="1275804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AN PEDRO"/>
          <p:cNvSpPr/>
          <p:nvPr/>
        </p:nvSpPr>
        <p:spPr>
          <a:xfrm>
            <a:off x="9594643" y="3348276"/>
            <a:ext cx="658763" cy="692998"/>
          </a:xfrm>
          <a:custGeom>
            <a:avLst/>
            <a:gdLst/>
            <a:ahLst/>
            <a:cxnLst/>
            <a:rect l="l" t="t" r="r" b="b"/>
            <a:pathLst>
              <a:path w="658763" h="692998">
                <a:moveTo>
                  <a:pt x="9849" y="68234"/>
                </a:moveTo>
                <a:lnTo>
                  <a:pt x="0" y="91991"/>
                </a:lnTo>
                <a:lnTo>
                  <a:pt x="20237" y="139632"/>
                </a:lnTo>
                <a:lnTo>
                  <a:pt x="80641" y="172960"/>
                </a:lnTo>
                <a:lnTo>
                  <a:pt x="72690" y="187398"/>
                </a:lnTo>
                <a:lnTo>
                  <a:pt x="82105" y="193679"/>
                </a:lnTo>
                <a:lnTo>
                  <a:pt x="73414" y="216367"/>
                </a:lnTo>
                <a:lnTo>
                  <a:pt x="81801" y="229391"/>
                </a:lnTo>
                <a:lnTo>
                  <a:pt x="62966" y="242603"/>
                </a:lnTo>
                <a:lnTo>
                  <a:pt x="90643" y="260422"/>
                </a:lnTo>
                <a:lnTo>
                  <a:pt x="86526" y="273481"/>
                </a:lnTo>
                <a:lnTo>
                  <a:pt x="97497" y="281818"/>
                </a:lnTo>
                <a:lnTo>
                  <a:pt x="77883" y="296871"/>
                </a:lnTo>
                <a:lnTo>
                  <a:pt x="98917" y="314682"/>
                </a:lnTo>
                <a:lnTo>
                  <a:pt x="72019" y="338196"/>
                </a:lnTo>
                <a:lnTo>
                  <a:pt x="99381" y="373539"/>
                </a:lnTo>
                <a:lnTo>
                  <a:pt x="120561" y="461952"/>
                </a:lnTo>
                <a:lnTo>
                  <a:pt x="103786" y="476420"/>
                </a:lnTo>
                <a:lnTo>
                  <a:pt x="116013" y="494095"/>
                </a:lnTo>
                <a:lnTo>
                  <a:pt x="103645" y="510658"/>
                </a:lnTo>
                <a:lnTo>
                  <a:pt x="117537" y="530562"/>
                </a:lnTo>
                <a:lnTo>
                  <a:pt x="113030" y="559490"/>
                </a:lnTo>
                <a:lnTo>
                  <a:pt x="90426" y="563337"/>
                </a:lnTo>
                <a:lnTo>
                  <a:pt x="89787" y="586712"/>
                </a:lnTo>
                <a:lnTo>
                  <a:pt x="64475" y="619338"/>
                </a:lnTo>
                <a:lnTo>
                  <a:pt x="95455" y="649246"/>
                </a:lnTo>
                <a:lnTo>
                  <a:pt x="91049" y="659089"/>
                </a:lnTo>
                <a:lnTo>
                  <a:pt x="76022" y="654495"/>
                </a:lnTo>
                <a:lnTo>
                  <a:pt x="78045" y="665996"/>
                </a:lnTo>
                <a:lnTo>
                  <a:pt x="97635" y="674664"/>
                </a:lnTo>
                <a:lnTo>
                  <a:pt x="104484" y="665151"/>
                </a:lnTo>
                <a:lnTo>
                  <a:pt x="137111" y="692998"/>
                </a:lnTo>
                <a:lnTo>
                  <a:pt x="159878" y="691356"/>
                </a:lnTo>
                <a:lnTo>
                  <a:pt x="156525" y="678412"/>
                </a:lnTo>
                <a:lnTo>
                  <a:pt x="171677" y="676708"/>
                </a:lnTo>
                <a:lnTo>
                  <a:pt x="194929" y="621766"/>
                </a:lnTo>
                <a:lnTo>
                  <a:pt x="275364" y="642976"/>
                </a:lnTo>
                <a:lnTo>
                  <a:pt x="293317" y="632104"/>
                </a:lnTo>
                <a:lnTo>
                  <a:pt x="319027" y="676778"/>
                </a:lnTo>
                <a:lnTo>
                  <a:pt x="354770" y="686862"/>
                </a:lnTo>
                <a:lnTo>
                  <a:pt x="403622" y="649620"/>
                </a:lnTo>
                <a:lnTo>
                  <a:pt x="474628" y="661150"/>
                </a:lnTo>
                <a:lnTo>
                  <a:pt x="444486" y="607468"/>
                </a:lnTo>
                <a:lnTo>
                  <a:pt x="453174" y="590514"/>
                </a:lnTo>
                <a:lnTo>
                  <a:pt x="494167" y="660359"/>
                </a:lnTo>
                <a:lnTo>
                  <a:pt x="501168" y="650136"/>
                </a:lnTo>
                <a:lnTo>
                  <a:pt x="514871" y="658022"/>
                </a:lnTo>
                <a:lnTo>
                  <a:pt x="537740" y="648937"/>
                </a:lnTo>
                <a:lnTo>
                  <a:pt x="554633" y="618404"/>
                </a:lnTo>
                <a:lnTo>
                  <a:pt x="605161" y="629132"/>
                </a:lnTo>
                <a:lnTo>
                  <a:pt x="633294" y="612188"/>
                </a:lnTo>
                <a:lnTo>
                  <a:pt x="653240" y="614817"/>
                </a:lnTo>
                <a:lnTo>
                  <a:pt x="658763" y="597728"/>
                </a:lnTo>
                <a:lnTo>
                  <a:pt x="607585" y="588774"/>
                </a:lnTo>
                <a:lnTo>
                  <a:pt x="538339" y="458682"/>
                </a:lnTo>
                <a:lnTo>
                  <a:pt x="502357" y="436303"/>
                </a:lnTo>
                <a:lnTo>
                  <a:pt x="500907" y="402063"/>
                </a:lnTo>
                <a:lnTo>
                  <a:pt x="484087" y="378872"/>
                </a:lnTo>
                <a:lnTo>
                  <a:pt x="493888" y="326601"/>
                </a:lnTo>
                <a:lnTo>
                  <a:pt x="542766" y="288818"/>
                </a:lnTo>
                <a:lnTo>
                  <a:pt x="556458" y="291573"/>
                </a:lnTo>
                <a:lnTo>
                  <a:pt x="537611" y="207439"/>
                </a:lnTo>
                <a:lnTo>
                  <a:pt x="557808" y="174839"/>
                </a:lnTo>
                <a:lnTo>
                  <a:pt x="539922" y="117471"/>
                </a:lnTo>
                <a:lnTo>
                  <a:pt x="529727" y="107937"/>
                </a:lnTo>
                <a:lnTo>
                  <a:pt x="525295" y="119549"/>
                </a:lnTo>
                <a:lnTo>
                  <a:pt x="505536" y="120232"/>
                </a:lnTo>
                <a:lnTo>
                  <a:pt x="497467" y="103781"/>
                </a:lnTo>
                <a:lnTo>
                  <a:pt x="485341" y="59641"/>
                </a:lnTo>
                <a:lnTo>
                  <a:pt x="486882" y="0"/>
                </a:lnTo>
                <a:lnTo>
                  <a:pt x="439229" y="8108"/>
                </a:lnTo>
                <a:lnTo>
                  <a:pt x="392754" y="45420"/>
                </a:lnTo>
                <a:lnTo>
                  <a:pt x="375736" y="38322"/>
                </a:lnTo>
                <a:lnTo>
                  <a:pt x="352415" y="59851"/>
                </a:lnTo>
                <a:lnTo>
                  <a:pt x="268304" y="57523"/>
                </a:lnTo>
                <a:lnTo>
                  <a:pt x="248856" y="47025"/>
                </a:lnTo>
                <a:lnTo>
                  <a:pt x="41452" y="81167"/>
                </a:lnTo>
                <a:lnTo>
                  <a:pt x="9849" y="68234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ÑEEMBUCU"/>
          <p:cNvSpPr/>
          <p:nvPr/>
        </p:nvSpPr>
        <p:spPr>
          <a:xfrm>
            <a:off x="9152941" y="4344509"/>
            <a:ext cx="550071" cy="679428"/>
          </a:xfrm>
          <a:custGeom>
            <a:avLst/>
            <a:gdLst/>
            <a:ahLst/>
            <a:cxnLst/>
            <a:rect l="l" t="t" r="r" b="b"/>
            <a:pathLst>
              <a:path w="550071" h="679428">
                <a:moveTo>
                  <a:pt x="341440" y="256730"/>
                </a:moveTo>
                <a:lnTo>
                  <a:pt x="344730" y="239241"/>
                </a:lnTo>
                <a:lnTo>
                  <a:pt x="356274" y="247140"/>
                </a:lnTo>
                <a:lnTo>
                  <a:pt x="365099" y="237813"/>
                </a:lnTo>
                <a:lnTo>
                  <a:pt x="364861" y="218634"/>
                </a:lnTo>
                <a:lnTo>
                  <a:pt x="401713" y="169559"/>
                </a:lnTo>
                <a:lnTo>
                  <a:pt x="432939" y="154685"/>
                </a:lnTo>
                <a:lnTo>
                  <a:pt x="438694" y="163138"/>
                </a:lnTo>
                <a:lnTo>
                  <a:pt x="435541" y="141585"/>
                </a:lnTo>
                <a:lnTo>
                  <a:pt x="443703" y="140316"/>
                </a:lnTo>
                <a:lnTo>
                  <a:pt x="432727" y="85256"/>
                </a:lnTo>
                <a:lnTo>
                  <a:pt x="419123" y="88794"/>
                </a:lnTo>
                <a:lnTo>
                  <a:pt x="425625" y="75787"/>
                </a:lnTo>
                <a:lnTo>
                  <a:pt x="392558" y="56013"/>
                </a:lnTo>
                <a:lnTo>
                  <a:pt x="394415" y="40264"/>
                </a:lnTo>
                <a:lnTo>
                  <a:pt x="340068" y="26706"/>
                </a:lnTo>
                <a:lnTo>
                  <a:pt x="337896" y="0"/>
                </a:lnTo>
                <a:lnTo>
                  <a:pt x="322725" y="12087"/>
                </a:lnTo>
                <a:lnTo>
                  <a:pt x="324128" y="27019"/>
                </a:lnTo>
                <a:lnTo>
                  <a:pt x="296662" y="39444"/>
                </a:lnTo>
                <a:lnTo>
                  <a:pt x="305172" y="58538"/>
                </a:lnTo>
                <a:lnTo>
                  <a:pt x="285087" y="77572"/>
                </a:lnTo>
                <a:lnTo>
                  <a:pt x="299881" y="96468"/>
                </a:lnTo>
                <a:lnTo>
                  <a:pt x="239582" y="136463"/>
                </a:lnTo>
                <a:lnTo>
                  <a:pt x="212638" y="141007"/>
                </a:lnTo>
                <a:lnTo>
                  <a:pt x="202893" y="169046"/>
                </a:lnTo>
                <a:lnTo>
                  <a:pt x="186715" y="167977"/>
                </a:lnTo>
                <a:lnTo>
                  <a:pt x="206996" y="187366"/>
                </a:lnTo>
                <a:lnTo>
                  <a:pt x="185008" y="201775"/>
                </a:lnTo>
                <a:lnTo>
                  <a:pt x="186636" y="234235"/>
                </a:lnTo>
                <a:lnTo>
                  <a:pt x="163480" y="255629"/>
                </a:lnTo>
                <a:lnTo>
                  <a:pt x="178854" y="278444"/>
                </a:lnTo>
                <a:lnTo>
                  <a:pt x="160009" y="284909"/>
                </a:lnTo>
                <a:lnTo>
                  <a:pt x="174849" y="355837"/>
                </a:lnTo>
                <a:lnTo>
                  <a:pt x="149509" y="356182"/>
                </a:lnTo>
                <a:lnTo>
                  <a:pt x="153488" y="399372"/>
                </a:lnTo>
                <a:lnTo>
                  <a:pt x="112922" y="425164"/>
                </a:lnTo>
                <a:lnTo>
                  <a:pt x="125972" y="445892"/>
                </a:lnTo>
                <a:lnTo>
                  <a:pt x="60586" y="469227"/>
                </a:lnTo>
                <a:lnTo>
                  <a:pt x="71624" y="495879"/>
                </a:lnTo>
                <a:lnTo>
                  <a:pt x="53280" y="500911"/>
                </a:lnTo>
                <a:lnTo>
                  <a:pt x="56651" y="525005"/>
                </a:lnTo>
                <a:lnTo>
                  <a:pt x="40290" y="513964"/>
                </a:lnTo>
                <a:lnTo>
                  <a:pt x="39333" y="542883"/>
                </a:lnTo>
                <a:lnTo>
                  <a:pt x="4506" y="552220"/>
                </a:lnTo>
                <a:lnTo>
                  <a:pt x="0" y="574481"/>
                </a:lnTo>
                <a:lnTo>
                  <a:pt x="24200" y="591309"/>
                </a:lnTo>
                <a:lnTo>
                  <a:pt x="19016" y="623792"/>
                </a:lnTo>
                <a:lnTo>
                  <a:pt x="147586" y="603369"/>
                </a:lnTo>
                <a:lnTo>
                  <a:pt x="181888" y="611994"/>
                </a:lnTo>
                <a:lnTo>
                  <a:pt x="236313" y="604286"/>
                </a:lnTo>
                <a:lnTo>
                  <a:pt x="279748" y="620782"/>
                </a:lnTo>
                <a:lnTo>
                  <a:pt x="293775" y="612062"/>
                </a:lnTo>
                <a:lnTo>
                  <a:pt x="312185" y="633823"/>
                </a:lnTo>
                <a:lnTo>
                  <a:pt x="364322" y="637951"/>
                </a:lnTo>
                <a:lnTo>
                  <a:pt x="432827" y="679428"/>
                </a:lnTo>
                <a:lnTo>
                  <a:pt x="490616" y="668411"/>
                </a:lnTo>
                <a:lnTo>
                  <a:pt x="550071" y="543843"/>
                </a:lnTo>
                <a:lnTo>
                  <a:pt x="458375" y="524039"/>
                </a:lnTo>
                <a:lnTo>
                  <a:pt x="379758" y="414741"/>
                </a:lnTo>
                <a:lnTo>
                  <a:pt x="341440" y="25673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Legend swatch 1"/>
          <p:cNvSpPr/>
          <p:nvPr/>
        </p:nvSpPr>
        <p:spPr>
          <a:xfrm>
            <a:off x="6967728" y="5138928"/>
            <a:ext cx="164592" cy="164592"/>
          </a:xfrm>
          <a:prstGeom prst="rect">
            <a:avLst/>
          </a:prstGeom>
          <a:solidFill>
            <a:srgbClr val="6E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Legend label 1"/>
          <p:cNvSpPr txBox="1"/>
          <p:nvPr/>
        </p:nvSpPr>
        <p:spPr>
          <a:xfrm>
            <a:off x="7223759" y="5097780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High: &gt;25% food-insecure (est.)</a:t>
            </a:r>
          </a:p>
        </p:txBody>
      </p:sp>
      <p:sp>
        <p:nvSpPr>
          <p:cNvPr id="56" name="Legend swatch 2"/>
          <p:cNvSpPr/>
          <p:nvPr/>
        </p:nvSpPr>
        <p:spPr>
          <a:xfrm>
            <a:off x="6967728" y="5495544"/>
            <a:ext cx="164592" cy="164592"/>
          </a:xfrm>
          <a:prstGeom prst="rect">
            <a:avLst/>
          </a:prstGeom>
          <a:solidFill>
            <a:srgbClr val="AD8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Legend label 2"/>
          <p:cNvSpPr txBox="1"/>
          <p:nvPr/>
        </p:nvSpPr>
        <p:spPr>
          <a:xfrm>
            <a:off x="7223759" y="5454396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Medium: 12-25% food-insecure (est.)</a:t>
            </a:r>
          </a:p>
        </p:txBody>
      </p:sp>
      <p:sp>
        <p:nvSpPr>
          <p:cNvPr id="58" name="Legend swatch 3"/>
          <p:cNvSpPr/>
          <p:nvPr/>
        </p:nvSpPr>
        <p:spPr>
          <a:xfrm>
            <a:off x="6967728" y="5852160"/>
            <a:ext cx="164592" cy="164592"/>
          </a:xfrm>
          <a:prstGeom prst="rect">
            <a:avLst/>
          </a:prstGeom>
          <a:solidFill>
            <a:srgbClr val="E7D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Legend label 3"/>
          <p:cNvSpPr txBox="1"/>
          <p:nvPr/>
        </p:nvSpPr>
        <p:spPr>
          <a:xfrm>
            <a:off x="7223759" y="5811012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Low: &lt;12% food-insecure (est.)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 · AGRICULTURE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Agriculture — soy and beef export powerhouse; ~11% of GDP but over half of export earnings</a:t>
            </a:r>
            <a:endParaRPr lang="en-US" sz="1700"/>
          </a:p>
        </p:txBody>
      </p:sp>
      <p:sp>
        <p:nvSpPr>
          <p:cNvPr id="4" name="Shape 2"/>
          <p:cNvSpPr/>
          <p:nvPr/>
        </p:nvSpPr>
        <p:spPr>
          <a:xfrm>
            <a:off x="512064" y="1005840"/>
            <a:ext cx="50292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+21%</a:t>
            </a:r>
            <a:endParaRPr lang="en-US" sz="1900"/>
          </a:p>
        </p:txBody>
      </p:sp>
      <p:sp>
        <p:nvSpPr>
          <p:cNvPr id="8" name="Text 6"/>
          <p:cNvSpPr/>
          <p:nvPr/>
        </p:nvSpPr>
        <p:spPr>
          <a:xfrm>
            <a:off x="61264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 growth Q4 2025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61264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BCP · rebound year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0604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1576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~11%</a:t>
            </a:r>
            <a:endParaRPr lang="en-US" sz="1900"/>
          </a:p>
        </p:txBody>
      </p:sp>
      <p:sp>
        <p:nvSpPr>
          <p:cNvPr id="13" name="Text 11"/>
          <p:cNvSpPr/>
          <p:nvPr/>
        </p:nvSpPr>
        <p:spPr>
          <a:xfrm>
            <a:off x="271576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 of GDP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271576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4th largest soy exporter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470916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916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1888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10.9M</a:t>
            </a:r>
            <a:endParaRPr lang="en-US" sz="1900"/>
          </a:p>
        </p:txBody>
      </p:sp>
      <p:sp>
        <p:nvSpPr>
          <p:cNvPr id="18" name="Text 16"/>
          <p:cNvSpPr/>
          <p:nvPr/>
        </p:nvSpPr>
        <p:spPr>
          <a:xfrm>
            <a:off x="481888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Soybean tonnes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481888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2025/26 forecast · USDA FAS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502920" y="24323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INSIGHTS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658368" y="2688336"/>
            <a:ext cx="5989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Agriculture rebounded sharply in Q4 2025, growing +20.8% year-on-year after La Niña conditions eased.</a:t>
            </a:r>
            <a:endParaRPr lang="en-US" sz="120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Soy, beef and cereals account for 65% of exports; 80% of soybeans go to Argentina for crushing.</a:t>
            </a:r>
            <a:endParaRPr lang="en-US" sz="120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Rainfed production faces yield volatility; 2022 drought cut yields below 22 bu/acre vs 47 bu in good years.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502920" y="4663440"/>
            <a:ext cx="6172200" cy="1591056"/>
          </a:xfrm>
          <a:prstGeom prst="rect">
            <a:avLst/>
          </a:prstGeom>
          <a:solidFill>
            <a:srgbClr val="F4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2920" y="4663440"/>
            <a:ext cx="45720" cy="1591056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4944" y="47548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POTENTIAL INTERVENTIONS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713232" y="502920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932688" y="502920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Expand irrigation and climate-resilient seed systems.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713232" y="539496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932688" y="539496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Strengthen domestic soy crushing capacity (currently 50% utilised).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713232" y="576072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932688" y="576072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Diversify export markets beyond Argentina/Brazil.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6903720" y="12070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Cultivated cropland (% of area)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6903720" y="146304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FAO / MAG pattern (est.)</a:t>
            </a:r>
            <a:endParaRPr lang="en-US" sz="1200"/>
          </a:p>
        </p:txBody>
      </p:sp>
      <p:sp>
        <p:nvSpPr>
          <p:cNvPr id="34" name="Shape 31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USDA FAS 2026 · BCP · World Bank · CAPPRO</a:t>
            </a:r>
            <a:endParaRPr lang="en-US" sz="1200"/>
          </a:p>
        </p:txBody>
      </p:sp>
      <p:sp>
        <p:nvSpPr>
          <p:cNvPr id="36" name="Text 33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12 / 23</a:t>
            </a:r>
            <a:endParaRPr lang="en-US" sz="1200"/>
          </a:p>
        </p:txBody>
      </p:sp>
      <p:sp>
        <p:nvSpPr>
          <p:cNvPr id="33" name="ALTO PARAGUAY"/>
          <p:cNvSpPr/>
          <p:nvPr/>
        </p:nvSpPr>
        <p:spPr>
          <a:xfrm>
            <a:off x="7940272" y="1719071"/>
            <a:ext cx="1525949" cy="1259453"/>
          </a:xfrm>
          <a:custGeom>
            <a:avLst/>
            <a:gdLst/>
            <a:ahLst/>
            <a:cxnLst/>
            <a:rect l="l" t="t" r="r" b="b"/>
            <a:pathLst>
              <a:path w="1525949" h="1259453">
                <a:moveTo>
                  <a:pt x="1461182" y="1133786"/>
                </a:moveTo>
                <a:lnTo>
                  <a:pt x="1455257" y="1113883"/>
                </a:lnTo>
                <a:lnTo>
                  <a:pt x="1471211" y="1100636"/>
                </a:lnTo>
                <a:lnTo>
                  <a:pt x="1477468" y="1058820"/>
                </a:lnTo>
                <a:lnTo>
                  <a:pt x="1490729" y="1051543"/>
                </a:lnTo>
                <a:lnTo>
                  <a:pt x="1471354" y="1038447"/>
                </a:lnTo>
                <a:lnTo>
                  <a:pt x="1492474" y="1006758"/>
                </a:lnTo>
                <a:lnTo>
                  <a:pt x="1478350" y="994203"/>
                </a:lnTo>
                <a:lnTo>
                  <a:pt x="1501867" y="972621"/>
                </a:lnTo>
                <a:lnTo>
                  <a:pt x="1483406" y="958102"/>
                </a:lnTo>
                <a:lnTo>
                  <a:pt x="1490183" y="931848"/>
                </a:lnTo>
                <a:lnTo>
                  <a:pt x="1470504" y="906228"/>
                </a:lnTo>
                <a:lnTo>
                  <a:pt x="1512781" y="829107"/>
                </a:lnTo>
                <a:lnTo>
                  <a:pt x="1487754" y="806959"/>
                </a:lnTo>
                <a:lnTo>
                  <a:pt x="1513051" y="785320"/>
                </a:lnTo>
                <a:lnTo>
                  <a:pt x="1507455" y="712165"/>
                </a:lnTo>
                <a:lnTo>
                  <a:pt x="1525949" y="669659"/>
                </a:lnTo>
                <a:lnTo>
                  <a:pt x="1508860" y="672153"/>
                </a:lnTo>
                <a:lnTo>
                  <a:pt x="1485590" y="653356"/>
                </a:lnTo>
                <a:lnTo>
                  <a:pt x="1512637" y="626403"/>
                </a:lnTo>
                <a:lnTo>
                  <a:pt x="1496857" y="607842"/>
                </a:lnTo>
                <a:lnTo>
                  <a:pt x="1472823" y="609288"/>
                </a:lnTo>
                <a:lnTo>
                  <a:pt x="1482470" y="590771"/>
                </a:lnTo>
                <a:lnTo>
                  <a:pt x="1508010" y="591610"/>
                </a:lnTo>
                <a:lnTo>
                  <a:pt x="1506933" y="582175"/>
                </a:lnTo>
                <a:lnTo>
                  <a:pt x="1487712" y="557322"/>
                </a:lnTo>
                <a:lnTo>
                  <a:pt x="1463541" y="572498"/>
                </a:lnTo>
                <a:lnTo>
                  <a:pt x="1469698" y="549222"/>
                </a:lnTo>
                <a:lnTo>
                  <a:pt x="1454039" y="536959"/>
                </a:lnTo>
                <a:lnTo>
                  <a:pt x="1460360" y="516323"/>
                </a:lnTo>
                <a:lnTo>
                  <a:pt x="1451380" y="496847"/>
                </a:lnTo>
                <a:lnTo>
                  <a:pt x="1458979" y="464578"/>
                </a:lnTo>
                <a:lnTo>
                  <a:pt x="1426280" y="436506"/>
                </a:lnTo>
                <a:lnTo>
                  <a:pt x="1423857" y="392301"/>
                </a:lnTo>
                <a:lnTo>
                  <a:pt x="1398610" y="393440"/>
                </a:lnTo>
                <a:lnTo>
                  <a:pt x="1413252" y="365883"/>
                </a:lnTo>
                <a:lnTo>
                  <a:pt x="1396072" y="358012"/>
                </a:lnTo>
                <a:lnTo>
                  <a:pt x="1406971" y="336615"/>
                </a:lnTo>
                <a:lnTo>
                  <a:pt x="1378913" y="269029"/>
                </a:lnTo>
                <a:lnTo>
                  <a:pt x="1383449" y="232549"/>
                </a:lnTo>
                <a:lnTo>
                  <a:pt x="1397346" y="218139"/>
                </a:lnTo>
                <a:lnTo>
                  <a:pt x="1370944" y="196779"/>
                </a:lnTo>
                <a:lnTo>
                  <a:pt x="1061480" y="0"/>
                </a:lnTo>
                <a:lnTo>
                  <a:pt x="723234" y="2108"/>
                </a:lnTo>
                <a:lnTo>
                  <a:pt x="490040" y="67485"/>
                </a:lnTo>
                <a:lnTo>
                  <a:pt x="69315" y="139428"/>
                </a:lnTo>
                <a:lnTo>
                  <a:pt x="0" y="324088"/>
                </a:lnTo>
                <a:lnTo>
                  <a:pt x="75789" y="327105"/>
                </a:lnTo>
                <a:lnTo>
                  <a:pt x="112431" y="356863"/>
                </a:lnTo>
                <a:lnTo>
                  <a:pt x="759672" y="543449"/>
                </a:lnTo>
                <a:lnTo>
                  <a:pt x="756927" y="608923"/>
                </a:lnTo>
                <a:lnTo>
                  <a:pt x="801019" y="708427"/>
                </a:lnTo>
                <a:lnTo>
                  <a:pt x="801517" y="774834"/>
                </a:lnTo>
                <a:lnTo>
                  <a:pt x="820843" y="833427"/>
                </a:lnTo>
                <a:lnTo>
                  <a:pt x="762316" y="874486"/>
                </a:lnTo>
                <a:lnTo>
                  <a:pt x="732320" y="1120648"/>
                </a:lnTo>
                <a:lnTo>
                  <a:pt x="931900" y="1121468"/>
                </a:lnTo>
                <a:lnTo>
                  <a:pt x="1011764" y="1158489"/>
                </a:lnTo>
                <a:lnTo>
                  <a:pt x="1359349" y="1171305"/>
                </a:lnTo>
                <a:lnTo>
                  <a:pt x="1389587" y="1240189"/>
                </a:lnTo>
                <a:lnTo>
                  <a:pt x="1521952" y="1259453"/>
                </a:lnTo>
                <a:lnTo>
                  <a:pt x="1500004" y="1207915"/>
                </a:lnTo>
                <a:lnTo>
                  <a:pt x="1475780" y="1209521"/>
                </a:lnTo>
                <a:lnTo>
                  <a:pt x="1474892" y="1152688"/>
                </a:lnTo>
                <a:lnTo>
                  <a:pt x="1461182" y="113378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LTO PARANA"/>
          <p:cNvSpPr/>
          <p:nvPr/>
        </p:nvSpPr>
        <p:spPr>
          <a:xfrm>
            <a:off x="10309688" y="3821280"/>
            <a:ext cx="448032" cy="721804"/>
          </a:xfrm>
          <a:custGeom>
            <a:avLst/>
            <a:gdLst/>
            <a:ahLst/>
            <a:cxnLst/>
            <a:rect l="l" t="t" r="r" b="b"/>
            <a:pathLst>
              <a:path w="448032" h="721804">
                <a:moveTo>
                  <a:pt x="46326" y="438261"/>
                </a:moveTo>
                <a:lnTo>
                  <a:pt x="56009" y="464751"/>
                </a:lnTo>
                <a:lnTo>
                  <a:pt x="27357" y="488060"/>
                </a:lnTo>
                <a:lnTo>
                  <a:pt x="0" y="616357"/>
                </a:lnTo>
                <a:lnTo>
                  <a:pt x="52426" y="616988"/>
                </a:lnTo>
                <a:lnTo>
                  <a:pt x="58752" y="631915"/>
                </a:lnTo>
                <a:lnTo>
                  <a:pt x="75663" y="613447"/>
                </a:lnTo>
                <a:lnTo>
                  <a:pt x="91271" y="634772"/>
                </a:lnTo>
                <a:lnTo>
                  <a:pt x="109511" y="632907"/>
                </a:lnTo>
                <a:lnTo>
                  <a:pt x="111579" y="649359"/>
                </a:lnTo>
                <a:lnTo>
                  <a:pt x="93426" y="653229"/>
                </a:lnTo>
                <a:lnTo>
                  <a:pt x="84786" y="671899"/>
                </a:lnTo>
                <a:lnTo>
                  <a:pt x="119097" y="716812"/>
                </a:lnTo>
                <a:lnTo>
                  <a:pt x="151579" y="701228"/>
                </a:lnTo>
                <a:lnTo>
                  <a:pt x="179448" y="716172"/>
                </a:lnTo>
                <a:lnTo>
                  <a:pt x="191054" y="707683"/>
                </a:lnTo>
                <a:lnTo>
                  <a:pt x="223311" y="714421"/>
                </a:lnTo>
                <a:lnTo>
                  <a:pt x="222952" y="702537"/>
                </a:lnTo>
                <a:lnTo>
                  <a:pt x="236107" y="710498"/>
                </a:lnTo>
                <a:lnTo>
                  <a:pt x="237564" y="691325"/>
                </a:lnTo>
                <a:lnTo>
                  <a:pt x="242589" y="698548"/>
                </a:lnTo>
                <a:lnTo>
                  <a:pt x="251414" y="688198"/>
                </a:lnTo>
                <a:lnTo>
                  <a:pt x="306672" y="721804"/>
                </a:lnTo>
                <a:lnTo>
                  <a:pt x="311123" y="713268"/>
                </a:lnTo>
                <a:lnTo>
                  <a:pt x="316892" y="721097"/>
                </a:lnTo>
                <a:lnTo>
                  <a:pt x="314433" y="710502"/>
                </a:lnTo>
                <a:lnTo>
                  <a:pt x="326576" y="720552"/>
                </a:lnTo>
                <a:lnTo>
                  <a:pt x="344837" y="708120"/>
                </a:lnTo>
                <a:lnTo>
                  <a:pt x="326518" y="680928"/>
                </a:lnTo>
                <a:lnTo>
                  <a:pt x="337451" y="655003"/>
                </a:lnTo>
                <a:lnTo>
                  <a:pt x="324008" y="616996"/>
                </a:lnTo>
                <a:lnTo>
                  <a:pt x="349539" y="608449"/>
                </a:lnTo>
                <a:lnTo>
                  <a:pt x="345134" y="583363"/>
                </a:lnTo>
                <a:lnTo>
                  <a:pt x="358187" y="550618"/>
                </a:lnTo>
                <a:lnTo>
                  <a:pt x="332073" y="489944"/>
                </a:lnTo>
                <a:lnTo>
                  <a:pt x="360475" y="480318"/>
                </a:lnTo>
                <a:lnTo>
                  <a:pt x="346354" y="395845"/>
                </a:lnTo>
                <a:lnTo>
                  <a:pt x="421552" y="277540"/>
                </a:lnTo>
                <a:lnTo>
                  <a:pt x="406812" y="237977"/>
                </a:lnTo>
                <a:lnTo>
                  <a:pt x="428299" y="133291"/>
                </a:lnTo>
                <a:lnTo>
                  <a:pt x="448032" y="93794"/>
                </a:lnTo>
                <a:lnTo>
                  <a:pt x="422316" y="82383"/>
                </a:lnTo>
                <a:lnTo>
                  <a:pt x="408702" y="99532"/>
                </a:lnTo>
                <a:lnTo>
                  <a:pt x="368399" y="86383"/>
                </a:lnTo>
                <a:lnTo>
                  <a:pt x="332790" y="96436"/>
                </a:lnTo>
                <a:lnTo>
                  <a:pt x="332927" y="77367"/>
                </a:lnTo>
                <a:lnTo>
                  <a:pt x="316398" y="86804"/>
                </a:lnTo>
                <a:lnTo>
                  <a:pt x="289399" y="69785"/>
                </a:lnTo>
                <a:lnTo>
                  <a:pt x="264090" y="79914"/>
                </a:lnTo>
                <a:lnTo>
                  <a:pt x="242355" y="62011"/>
                </a:lnTo>
                <a:lnTo>
                  <a:pt x="236684" y="39567"/>
                </a:lnTo>
                <a:lnTo>
                  <a:pt x="165902" y="27078"/>
                </a:lnTo>
                <a:lnTo>
                  <a:pt x="154919" y="1473"/>
                </a:lnTo>
                <a:lnTo>
                  <a:pt x="147303" y="0"/>
                </a:lnTo>
                <a:lnTo>
                  <a:pt x="145720" y="21386"/>
                </a:lnTo>
                <a:lnTo>
                  <a:pt x="102358" y="20816"/>
                </a:lnTo>
                <a:lnTo>
                  <a:pt x="74580" y="150191"/>
                </a:lnTo>
                <a:lnTo>
                  <a:pt x="81017" y="199488"/>
                </a:lnTo>
                <a:lnTo>
                  <a:pt x="100185" y="227914"/>
                </a:lnTo>
                <a:lnTo>
                  <a:pt x="132894" y="229699"/>
                </a:lnTo>
                <a:lnTo>
                  <a:pt x="146569" y="253043"/>
                </a:lnTo>
                <a:lnTo>
                  <a:pt x="201133" y="290943"/>
                </a:lnTo>
                <a:lnTo>
                  <a:pt x="194188" y="303759"/>
                </a:lnTo>
                <a:lnTo>
                  <a:pt x="217728" y="313488"/>
                </a:lnTo>
                <a:lnTo>
                  <a:pt x="217985" y="340630"/>
                </a:lnTo>
                <a:lnTo>
                  <a:pt x="233304" y="360813"/>
                </a:lnTo>
                <a:lnTo>
                  <a:pt x="201635" y="368844"/>
                </a:lnTo>
                <a:lnTo>
                  <a:pt x="185920" y="339809"/>
                </a:lnTo>
                <a:lnTo>
                  <a:pt x="150839" y="344134"/>
                </a:lnTo>
                <a:lnTo>
                  <a:pt x="96974" y="314314"/>
                </a:lnTo>
                <a:lnTo>
                  <a:pt x="82621" y="348168"/>
                </a:lnTo>
                <a:lnTo>
                  <a:pt x="64036" y="358971"/>
                </a:lnTo>
                <a:lnTo>
                  <a:pt x="46326" y="438261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MAMBAY"/>
          <p:cNvSpPr/>
          <p:nvPr/>
        </p:nvSpPr>
        <p:spPr>
          <a:xfrm>
            <a:off x="9835405" y="2847877"/>
            <a:ext cx="491502" cy="711361"/>
          </a:xfrm>
          <a:custGeom>
            <a:avLst/>
            <a:gdLst/>
            <a:ahLst/>
            <a:cxnLst/>
            <a:rect l="l" t="t" r="r" b="b"/>
            <a:pathLst>
              <a:path w="491502" h="711361">
                <a:moveTo>
                  <a:pt x="190336" y="515056"/>
                </a:moveTo>
                <a:lnTo>
                  <a:pt x="246237" y="500548"/>
                </a:lnTo>
                <a:lnTo>
                  <a:pt x="244579" y="560040"/>
                </a:lnTo>
                <a:lnTo>
                  <a:pt x="256705" y="604180"/>
                </a:lnTo>
                <a:lnTo>
                  <a:pt x="264774" y="620631"/>
                </a:lnTo>
                <a:lnTo>
                  <a:pt x="284533" y="619948"/>
                </a:lnTo>
                <a:lnTo>
                  <a:pt x="288965" y="608336"/>
                </a:lnTo>
                <a:lnTo>
                  <a:pt x="315211" y="646126"/>
                </a:lnTo>
                <a:lnTo>
                  <a:pt x="317012" y="675828"/>
                </a:lnTo>
                <a:lnTo>
                  <a:pt x="300722" y="711361"/>
                </a:lnTo>
                <a:lnTo>
                  <a:pt x="345795" y="707705"/>
                </a:lnTo>
                <a:lnTo>
                  <a:pt x="412584" y="643875"/>
                </a:lnTo>
                <a:lnTo>
                  <a:pt x="456050" y="639567"/>
                </a:lnTo>
                <a:lnTo>
                  <a:pt x="476646" y="593508"/>
                </a:lnTo>
                <a:lnTo>
                  <a:pt x="470135" y="568189"/>
                </a:lnTo>
                <a:lnTo>
                  <a:pt x="491502" y="528335"/>
                </a:lnTo>
                <a:lnTo>
                  <a:pt x="472464" y="503300"/>
                </a:lnTo>
                <a:lnTo>
                  <a:pt x="484514" y="455078"/>
                </a:lnTo>
                <a:lnTo>
                  <a:pt x="477454" y="437946"/>
                </a:lnTo>
                <a:lnTo>
                  <a:pt x="457340" y="435735"/>
                </a:lnTo>
                <a:lnTo>
                  <a:pt x="431416" y="315438"/>
                </a:lnTo>
                <a:lnTo>
                  <a:pt x="449226" y="280855"/>
                </a:lnTo>
                <a:lnTo>
                  <a:pt x="450553" y="235289"/>
                </a:lnTo>
                <a:lnTo>
                  <a:pt x="404471" y="182712"/>
                </a:lnTo>
                <a:lnTo>
                  <a:pt x="401404" y="125424"/>
                </a:lnTo>
                <a:lnTo>
                  <a:pt x="385680" y="124900"/>
                </a:lnTo>
                <a:lnTo>
                  <a:pt x="361780" y="83307"/>
                </a:lnTo>
                <a:lnTo>
                  <a:pt x="229106" y="82415"/>
                </a:lnTo>
                <a:lnTo>
                  <a:pt x="171571" y="38508"/>
                </a:lnTo>
                <a:lnTo>
                  <a:pt x="160872" y="0"/>
                </a:lnTo>
                <a:lnTo>
                  <a:pt x="140539" y="761"/>
                </a:lnTo>
                <a:lnTo>
                  <a:pt x="118440" y="8723"/>
                </a:lnTo>
                <a:lnTo>
                  <a:pt x="100180" y="49405"/>
                </a:lnTo>
                <a:lnTo>
                  <a:pt x="70370" y="76453"/>
                </a:lnTo>
                <a:lnTo>
                  <a:pt x="45565" y="57704"/>
                </a:lnTo>
                <a:lnTo>
                  <a:pt x="39264" y="77114"/>
                </a:lnTo>
                <a:lnTo>
                  <a:pt x="29382" y="65324"/>
                </a:lnTo>
                <a:lnTo>
                  <a:pt x="18359" y="75338"/>
                </a:lnTo>
                <a:lnTo>
                  <a:pt x="12186" y="68002"/>
                </a:lnTo>
                <a:lnTo>
                  <a:pt x="0" y="89694"/>
                </a:lnTo>
                <a:lnTo>
                  <a:pt x="80561" y="117806"/>
                </a:lnTo>
                <a:lnTo>
                  <a:pt x="40624" y="155653"/>
                </a:lnTo>
                <a:lnTo>
                  <a:pt x="32501" y="190103"/>
                </a:lnTo>
                <a:lnTo>
                  <a:pt x="36920" y="233804"/>
                </a:lnTo>
                <a:lnTo>
                  <a:pt x="59675" y="262697"/>
                </a:lnTo>
                <a:lnTo>
                  <a:pt x="65815" y="294801"/>
                </a:lnTo>
                <a:lnTo>
                  <a:pt x="41975" y="311571"/>
                </a:lnTo>
                <a:lnTo>
                  <a:pt x="43647" y="336943"/>
                </a:lnTo>
                <a:lnTo>
                  <a:pt x="60056" y="326881"/>
                </a:lnTo>
                <a:lnTo>
                  <a:pt x="85268" y="339983"/>
                </a:lnTo>
                <a:lnTo>
                  <a:pt x="99128" y="334336"/>
                </a:lnTo>
                <a:lnTo>
                  <a:pt x="119478" y="287126"/>
                </a:lnTo>
                <a:lnTo>
                  <a:pt x="142556" y="285051"/>
                </a:lnTo>
                <a:lnTo>
                  <a:pt x="163949" y="258953"/>
                </a:lnTo>
                <a:lnTo>
                  <a:pt x="197712" y="248460"/>
                </a:lnTo>
                <a:lnTo>
                  <a:pt x="260410" y="403171"/>
                </a:lnTo>
                <a:lnTo>
                  <a:pt x="254474" y="424173"/>
                </a:lnTo>
                <a:lnTo>
                  <a:pt x="240399" y="423096"/>
                </a:lnTo>
                <a:lnTo>
                  <a:pt x="239342" y="440133"/>
                </a:lnTo>
                <a:lnTo>
                  <a:pt x="229980" y="440636"/>
                </a:lnTo>
                <a:lnTo>
                  <a:pt x="232410" y="466901"/>
                </a:lnTo>
                <a:lnTo>
                  <a:pt x="204700" y="479658"/>
                </a:lnTo>
                <a:lnTo>
                  <a:pt x="190336" y="515056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SUNCION"/>
          <p:cNvSpPr/>
          <p:nvPr/>
        </p:nvSpPr>
        <p:spPr>
          <a:xfrm>
            <a:off x="9522069" y="4124327"/>
            <a:ext cx="52024" cy="63411"/>
          </a:xfrm>
          <a:custGeom>
            <a:avLst/>
            <a:gdLst/>
            <a:ahLst/>
            <a:cxnLst/>
            <a:rect l="l" t="t" r="r" b="b"/>
            <a:pathLst>
              <a:path w="52024" h="63411">
                <a:moveTo>
                  <a:pt x="9892" y="63411"/>
                </a:moveTo>
                <a:lnTo>
                  <a:pt x="20101" y="35905"/>
                </a:lnTo>
                <a:lnTo>
                  <a:pt x="30693" y="47625"/>
                </a:lnTo>
                <a:lnTo>
                  <a:pt x="40376" y="38902"/>
                </a:lnTo>
                <a:lnTo>
                  <a:pt x="52024" y="7302"/>
                </a:lnTo>
                <a:lnTo>
                  <a:pt x="35001" y="0"/>
                </a:lnTo>
                <a:lnTo>
                  <a:pt x="0" y="22743"/>
                </a:lnTo>
                <a:lnTo>
                  <a:pt x="9892" y="6341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OQUERON"/>
          <p:cNvSpPr/>
          <p:nvPr/>
        </p:nvSpPr>
        <p:spPr>
          <a:xfrm>
            <a:off x="7671706" y="2043159"/>
            <a:ext cx="1230129" cy="1538800"/>
          </a:xfrm>
          <a:custGeom>
            <a:avLst/>
            <a:gdLst/>
            <a:ahLst/>
            <a:cxnLst/>
            <a:rect l="l" t="t" r="r" b="b"/>
            <a:pathLst>
              <a:path w="1230129" h="1538800">
                <a:moveTo>
                  <a:pt x="1218545" y="805364"/>
                </a:moveTo>
                <a:lnTo>
                  <a:pt x="1000886" y="796560"/>
                </a:lnTo>
                <a:lnTo>
                  <a:pt x="1030882" y="550398"/>
                </a:lnTo>
                <a:lnTo>
                  <a:pt x="1089409" y="509339"/>
                </a:lnTo>
                <a:lnTo>
                  <a:pt x="1070083" y="450746"/>
                </a:lnTo>
                <a:lnTo>
                  <a:pt x="1069585" y="384339"/>
                </a:lnTo>
                <a:lnTo>
                  <a:pt x="1025493" y="284835"/>
                </a:lnTo>
                <a:lnTo>
                  <a:pt x="1028238" y="219361"/>
                </a:lnTo>
                <a:lnTo>
                  <a:pt x="380997" y="32775"/>
                </a:lnTo>
                <a:lnTo>
                  <a:pt x="344355" y="3017"/>
                </a:lnTo>
                <a:lnTo>
                  <a:pt x="268566" y="0"/>
                </a:lnTo>
                <a:lnTo>
                  <a:pt x="140496" y="192036"/>
                </a:lnTo>
                <a:lnTo>
                  <a:pt x="142244" y="392747"/>
                </a:lnTo>
                <a:lnTo>
                  <a:pt x="0" y="876392"/>
                </a:lnTo>
                <a:lnTo>
                  <a:pt x="1629" y="895962"/>
                </a:lnTo>
                <a:lnTo>
                  <a:pt x="30590" y="905954"/>
                </a:lnTo>
                <a:lnTo>
                  <a:pt x="38861" y="926023"/>
                </a:lnTo>
                <a:lnTo>
                  <a:pt x="63301" y="926813"/>
                </a:lnTo>
                <a:lnTo>
                  <a:pt x="99150" y="968973"/>
                </a:lnTo>
                <a:lnTo>
                  <a:pt x="109069" y="957402"/>
                </a:lnTo>
                <a:lnTo>
                  <a:pt x="113756" y="969427"/>
                </a:lnTo>
                <a:lnTo>
                  <a:pt x="133276" y="968298"/>
                </a:lnTo>
                <a:lnTo>
                  <a:pt x="129504" y="984874"/>
                </a:lnTo>
                <a:lnTo>
                  <a:pt x="156571" y="997084"/>
                </a:lnTo>
                <a:lnTo>
                  <a:pt x="142326" y="1018572"/>
                </a:lnTo>
                <a:lnTo>
                  <a:pt x="164285" y="1038163"/>
                </a:lnTo>
                <a:lnTo>
                  <a:pt x="162652" y="1059834"/>
                </a:lnTo>
                <a:lnTo>
                  <a:pt x="217777" y="1114695"/>
                </a:lnTo>
                <a:lnTo>
                  <a:pt x="228674" y="1150075"/>
                </a:lnTo>
                <a:lnTo>
                  <a:pt x="239837" y="1150874"/>
                </a:lnTo>
                <a:lnTo>
                  <a:pt x="236770" y="1177259"/>
                </a:lnTo>
                <a:lnTo>
                  <a:pt x="326602" y="1244181"/>
                </a:lnTo>
                <a:lnTo>
                  <a:pt x="338316" y="1277232"/>
                </a:lnTo>
                <a:lnTo>
                  <a:pt x="421929" y="1320785"/>
                </a:lnTo>
                <a:lnTo>
                  <a:pt x="416310" y="1329857"/>
                </a:lnTo>
                <a:lnTo>
                  <a:pt x="429001" y="1351255"/>
                </a:lnTo>
                <a:lnTo>
                  <a:pt x="480252" y="1361040"/>
                </a:lnTo>
                <a:lnTo>
                  <a:pt x="528476" y="1404143"/>
                </a:lnTo>
                <a:lnTo>
                  <a:pt x="543400" y="1398239"/>
                </a:lnTo>
                <a:lnTo>
                  <a:pt x="578959" y="1428591"/>
                </a:lnTo>
                <a:lnTo>
                  <a:pt x="574161" y="1446185"/>
                </a:lnTo>
                <a:lnTo>
                  <a:pt x="614563" y="1507526"/>
                </a:lnTo>
                <a:lnTo>
                  <a:pt x="635877" y="1507622"/>
                </a:lnTo>
                <a:lnTo>
                  <a:pt x="667951" y="1532636"/>
                </a:lnTo>
                <a:lnTo>
                  <a:pt x="688520" y="1529399"/>
                </a:lnTo>
                <a:lnTo>
                  <a:pt x="684784" y="1538800"/>
                </a:lnTo>
                <a:lnTo>
                  <a:pt x="700859" y="1533863"/>
                </a:lnTo>
                <a:lnTo>
                  <a:pt x="691377" y="1499624"/>
                </a:lnTo>
                <a:lnTo>
                  <a:pt x="732209" y="1466521"/>
                </a:lnTo>
                <a:lnTo>
                  <a:pt x="732350" y="1419802"/>
                </a:lnTo>
                <a:lnTo>
                  <a:pt x="759697" y="1427432"/>
                </a:lnTo>
                <a:lnTo>
                  <a:pt x="770978" y="1411738"/>
                </a:lnTo>
                <a:lnTo>
                  <a:pt x="908048" y="1395753"/>
                </a:lnTo>
                <a:lnTo>
                  <a:pt x="948949" y="1379527"/>
                </a:lnTo>
                <a:lnTo>
                  <a:pt x="998893" y="1207059"/>
                </a:lnTo>
                <a:lnTo>
                  <a:pt x="992696" y="1106271"/>
                </a:lnTo>
                <a:lnTo>
                  <a:pt x="1075741" y="987422"/>
                </a:lnTo>
                <a:lnTo>
                  <a:pt x="1077447" y="963743"/>
                </a:lnTo>
                <a:lnTo>
                  <a:pt x="1090468" y="963753"/>
                </a:lnTo>
                <a:lnTo>
                  <a:pt x="1090604" y="947932"/>
                </a:lnTo>
                <a:lnTo>
                  <a:pt x="1122422" y="947933"/>
                </a:lnTo>
                <a:lnTo>
                  <a:pt x="1117548" y="923998"/>
                </a:lnTo>
                <a:lnTo>
                  <a:pt x="1126827" y="910611"/>
                </a:lnTo>
                <a:lnTo>
                  <a:pt x="1230129" y="843536"/>
                </a:lnTo>
                <a:lnTo>
                  <a:pt x="1218545" y="805364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AAGUAZU"/>
          <p:cNvSpPr/>
          <p:nvPr/>
        </p:nvSpPr>
        <p:spPr>
          <a:xfrm>
            <a:off x="9824434" y="3816906"/>
            <a:ext cx="718558" cy="503772"/>
          </a:xfrm>
          <a:custGeom>
            <a:avLst/>
            <a:gdLst/>
            <a:ahLst/>
            <a:cxnLst/>
            <a:rect l="l" t="t" r="r" b="b"/>
            <a:pathLst>
              <a:path w="718558" h="503772">
                <a:moveTo>
                  <a:pt x="108244" y="215578"/>
                </a:moveTo>
                <a:lnTo>
                  <a:pt x="109287" y="283969"/>
                </a:lnTo>
                <a:lnTo>
                  <a:pt x="87959" y="284254"/>
                </a:lnTo>
                <a:lnTo>
                  <a:pt x="71184" y="325085"/>
                </a:lnTo>
                <a:lnTo>
                  <a:pt x="87714" y="347094"/>
                </a:lnTo>
                <a:lnTo>
                  <a:pt x="109404" y="340728"/>
                </a:lnTo>
                <a:lnTo>
                  <a:pt x="70107" y="382971"/>
                </a:lnTo>
                <a:lnTo>
                  <a:pt x="0" y="426422"/>
                </a:lnTo>
                <a:lnTo>
                  <a:pt x="71313" y="503772"/>
                </a:lnTo>
                <a:lnTo>
                  <a:pt x="119636" y="470109"/>
                </a:lnTo>
                <a:lnTo>
                  <a:pt x="158252" y="466399"/>
                </a:lnTo>
                <a:lnTo>
                  <a:pt x="173915" y="445938"/>
                </a:lnTo>
                <a:lnTo>
                  <a:pt x="343009" y="470881"/>
                </a:lnTo>
                <a:lnTo>
                  <a:pt x="395247" y="498246"/>
                </a:lnTo>
                <a:lnTo>
                  <a:pt x="431965" y="491674"/>
                </a:lnTo>
                <a:lnTo>
                  <a:pt x="442290" y="478365"/>
                </a:lnTo>
                <a:lnTo>
                  <a:pt x="469144" y="483391"/>
                </a:lnTo>
                <a:lnTo>
                  <a:pt x="512208" y="428979"/>
                </a:lnTo>
                <a:lnTo>
                  <a:pt x="531580" y="442635"/>
                </a:lnTo>
                <a:lnTo>
                  <a:pt x="549290" y="363345"/>
                </a:lnTo>
                <a:lnTo>
                  <a:pt x="567875" y="352542"/>
                </a:lnTo>
                <a:lnTo>
                  <a:pt x="585648" y="317672"/>
                </a:lnTo>
                <a:lnTo>
                  <a:pt x="636093" y="348508"/>
                </a:lnTo>
                <a:lnTo>
                  <a:pt x="673040" y="345166"/>
                </a:lnTo>
                <a:lnTo>
                  <a:pt x="686889" y="373218"/>
                </a:lnTo>
                <a:lnTo>
                  <a:pt x="718558" y="365187"/>
                </a:lnTo>
                <a:lnTo>
                  <a:pt x="703239" y="345004"/>
                </a:lnTo>
                <a:lnTo>
                  <a:pt x="702982" y="317862"/>
                </a:lnTo>
                <a:lnTo>
                  <a:pt x="679442" y="308133"/>
                </a:lnTo>
                <a:lnTo>
                  <a:pt x="686387" y="295317"/>
                </a:lnTo>
                <a:lnTo>
                  <a:pt x="631823" y="257417"/>
                </a:lnTo>
                <a:lnTo>
                  <a:pt x="618148" y="234073"/>
                </a:lnTo>
                <a:lnTo>
                  <a:pt x="585439" y="232288"/>
                </a:lnTo>
                <a:lnTo>
                  <a:pt x="566271" y="203862"/>
                </a:lnTo>
                <a:lnTo>
                  <a:pt x="559834" y="154565"/>
                </a:lnTo>
                <a:lnTo>
                  <a:pt x="578081" y="101538"/>
                </a:lnTo>
                <a:lnTo>
                  <a:pt x="577684" y="41232"/>
                </a:lnTo>
                <a:lnTo>
                  <a:pt x="596619" y="20142"/>
                </a:lnTo>
                <a:lnTo>
                  <a:pt x="631465" y="25483"/>
                </a:lnTo>
                <a:lnTo>
                  <a:pt x="638414" y="12697"/>
                </a:lnTo>
                <a:lnTo>
                  <a:pt x="622970" y="0"/>
                </a:lnTo>
                <a:lnTo>
                  <a:pt x="596112" y="832"/>
                </a:lnTo>
                <a:lnTo>
                  <a:pt x="573746" y="20027"/>
                </a:lnTo>
                <a:lnTo>
                  <a:pt x="562567" y="11426"/>
                </a:lnTo>
                <a:lnTo>
                  <a:pt x="552514" y="30199"/>
                </a:lnTo>
                <a:lnTo>
                  <a:pt x="518782" y="30792"/>
                </a:lnTo>
                <a:lnTo>
                  <a:pt x="510027" y="43015"/>
                </a:lnTo>
                <a:lnTo>
                  <a:pt x="499068" y="20205"/>
                </a:lnTo>
                <a:lnTo>
                  <a:pt x="484576" y="21560"/>
                </a:lnTo>
                <a:lnTo>
                  <a:pt x="466438" y="69316"/>
                </a:lnTo>
                <a:lnTo>
                  <a:pt x="429648" y="83567"/>
                </a:lnTo>
                <a:lnTo>
                  <a:pt x="418852" y="104422"/>
                </a:lnTo>
                <a:lnTo>
                  <a:pt x="428972" y="129098"/>
                </a:lnTo>
                <a:lnTo>
                  <a:pt x="421207" y="147581"/>
                </a:lnTo>
                <a:lnTo>
                  <a:pt x="403503" y="143558"/>
                </a:lnTo>
                <a:lnTo>
                  <a:pt x="375370" y="160502"/>
                </a:lnTo>
                <a:lnTo>
                  <a:pt x="324842" y="149774"/>
                </a:lnTo>
                <a:lnTo>
                  <a:pt x="307949" y="180307"/>
                </a:lnTo>
                <a:lnTo>
                  <a:pt x="285080" y="189392"/>
                </a:lnTo>
                <a:lnTo>
                  <a:pt x="271377" y="181506"/>
                </a:lnTo>
                <a:lnTo>
                  <a:pt x="264376" y="191729"/>
                </a:lnTo>
                <a:lnTo>
                  <a:pt x="223383" y="121884"/>
                </a:lnTo>
                <a:lnTo>
                  <a:pt x="214695" y="138838"/>
                </a:lnTo>
                <a:lnTo>
                  <a:pt x="244837" y="192520"/>
                </a:lnTo>
                <a:lnTo>
                  <a:pt x="173831" y="180990"/>
                </a:lnTo>
                <a:lnTo>
                  <a:pt x="124979" y="218232"/>
                </a:lnTo>
                <a:lnTo>
                  <a:pt x="108244" y="215578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AAZAPA"/>
          <p:cNvSpPr/>
          <p:nvPr/>
        </p:nvSpPr>
        <p:spPr>
          <a:xfrm>
            <a:off x="9827088" y="4245778"/>
            <a:ext cx="594733" cy="515055"/>
          </a:xfrm>
          <a:custGeom>
            <a:avLst/>
            <a:gdLst/>
            <a:ahLst/>
            <a:cxnLst/>
            <a:rect l="l" t="t" r="r" b="b"/>
            <a:pathLst>
              <a:path w="594733" h="515055">
                <a:moveTo>
                  <a:pt x="81538" y="271983"/>
                </a:moveTo>
                <a:lnTo>
                  <a:pt x="77856" y="285294"/>
                </a:lnTo>
                <a:lnTo>
                  <a:pt x="60030" y="290212"/>
                </a:lnTo>
                <a:lnTo>
                  <a:pt x="32701" y="363696"/>
                </a:lnTo>
                <a:lnTo>
                  <a:pt x="0" y="412678"/>
                </a:lnTo>
                <a:lnTo>
                  <a:pt x="15368" y="423412"/>
                </a:lnTo>
                <a:lnTo>
                  <a:pt x="15956" y="445524"/>
                </a:lnTo>
                <a:lnTo>
                  <a:pt x="78830" y="463148"/>
                </a:lnTo>
                <a:lnTo>
                  <a:pt x="69296" y="484506"/>
                </a:lnTo>
                <a:lnTo>
                  <a:pt x="77159" y="494489"/>
                </a:lnTo>
                <a:lnTo>
                  <a:pt x="133021" y="515055"/>
                </a:lnTo>
                <a:lnTo>
                  <a:pt x="218657" y="475929"/>
                </a:lnTo>
                <a:lnTo>
                  <a:pt x="249987" y="480079"/>
                </a:lnTo>
                <a:lnTo>
                  <a:pt x="248091" y="463447"/>
                </a:lnTo>
                <a:lnTo>
                  <a:pt x="272047" y="447087"/>
                </a:lnTo>
                <a:lnTo>
                  <a:pt x="278139" y="417924"/>
                </a:lnTo>
                <a:lnTo>
                  <a:pt x="294630" y="405271"/>
                </a:lnTo>
                <a:lnTo>
                  <a:pt x="304224" y="414829"/>
                </a:lnTo>
                <a:lnTo>
                  <a:pt x="310409" y="401274"/>
                </a:lnTo>
                <a:lnTo>
                  <a:pt x="348544" y="401190"/>
                </a:lnTo>
                <a:lnTo>
                  <a:pt x="387916" y="350104"/>
                </a:lnTo>
                <a:lnTo>
                  <a:pt x="433244" y="338263"/>
                </a:lnTo>
                <a:lnTo>
                  <a:pt x="465770" y="362270"/>
                </a:lnTo>
                <a:lnTo>
                  <a:pt x="478017" y="341937"/>
                </a:lnTo>
                <a:lnTo>
                  <a:pt x="502087" y="335001"/>
                </a:lnTo>
                <a:lnTo>
                  <a:pt x="498756" y="317898"/>
                </a:lnTo>
                <a:lnTo>
                  <a:pt x="541728" y="318762"/>
                </a:lnTo>
                <a:lnTo>
                  <a:pt x="553561" y="302134"/>
                </a:lnTo>
                <a:lnTo>
                  <a:pt x="560238" y="235642"/>
                </a:lnTo>
                <a:lnTo>
                  <a:pt x="594733" y="216468"/>
                </a:lnTo>
                <a:lnTo>
                  <a:pt x="558263" y="188949"/>
                </a:lnTo>
                <a:lnTo>
                  <a:pt x="541352" y="207417"/>
                </a:lnTo>
                <a:lnTo>
                  <a:pt x="535026" y="192490"/>
                </a:lnTo>
                <a:lnTo>
                  <a:pt x="482600" y="191859"/>
                </a:lnTo>
                <a:lnTo>
                  <a:pt x="509957" y="63562"/>
                </a:lnTo>
                <a:lnTo>
                  <a:pt x="538609" y="40253"/>
                </a:lnTo>
                <a:lnTo>
                  <a:pt x="527981" y="9471"/>
                </a:lnTo>
                <a:lnTo>
                  <a:pt x="509781" y="0"/>
                </a:lnTo>
                <a:lnTo>
                  <a:pt x="487825" y="39417"/>
                </a:lnTo>
                <a:lnTo>
                  <a:pt x="450880" y="51569"/>
                </a:lnTo>
                <a:lnTo>
                  <a:pt x="434854" y="88615"/>
                </a:lnTo>
                <a:lnTo>
                  <a:pt x="403924" y="78789"/>
                </a:lnTo>
                <a:lnTo>
                  <a:pt x="406027" y="101897"/>
                </a:lnTo>
                <a:lnTo>
                  <a:pt x="372150" y="112698"/>
                </a:lnTo>
                <a:lnTo>
                  <a:pt x="348092" y="142856"/>
                </a:lnTo>
                <a:lnTo>
                  <a:pt x="325094" y="133562"/>
                </a:lnTo>
                <a:lnTo>
                  <a:pt x="297482" y="148861"/>
                </a:lnTo>
                <a:lnTo>
                  <a:pt x="278555" y="200872"/>
                </a:lnTo>
                <a:lnTo>
                  <a:pt x="248400" y="218799"/>
                </a:lnTo>
                <a:lnTo>
                  <a:pt x="211021" y="183445"/>
                </a:lnTo>
                <a:lnTo>
                  <a:pt x="184490" y="203769"/>
                </a:lnTo>
                <a:lnTo>
                  <a:pt x="162700" y="202771"/>
                </a:lnTo>
                <a:lnTo>
                  <a:pt x="165755" y="249059"/>
                </a:lnTo>
                <a:lnTo>
                  <a:pt x="116680" y="241590"/>
                </a:lnTo>
                <a:lnTo>
                  <a:pt x="110517" y="268776"/>
                </a:lnTo>
                <a:lnTo>
                  <a:pt x="81538" y="271983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ANINDEYU"/>
          <p:cNvSpPr/>
          <p:nvPr/>
        </p:nvSpPr>
        <p:spPr>
          <a:xfrm>
            <a:off x="10078433" y="3435036"/>
            <a:ext cx="711596" cy="510968"/>
          </a:xfrm>
          <a:custGeom>
            <a:avLst/>
            <a:gdLst/>
            <a:ahLst/>
            <a:cxnLst/>
            <a:rect l="l" t="t" r="r" b="b"/>
            <a:pathLst>
              <a:path w="711596" h="510968">
                <a:moveTo>
                  <a:pt x="174973" y="510968"/>
                </a:moveTo>
                <a:lnTo>
                  <a:pt x="164853" y="486292"/>
                </a:lnTo>
                <a:lnTo>
                  <a:pt x="175649" y="465437"/>
                </a:lnTo>
                <a:lnTo>
                  <a:pt x="212439" y="451186"/>
                </a:lnTo>
                <a:lnTo>
                  <a:pt x="230577" y="403430"/>
                </a:lnTo>
                <a:lnTo>
                  <a:pt x="245069" y="402075"/>
                </a:lnTo>
                <a:lnTo>
                  <a:pt x="256028" y="424885"/>
                </a:lnTo>
                <a:lnTo>
                  <a:pt x="342113" y="382702"/>
                </a:lnTo>
                <a:lnTo>
                  <a:pt x="386174" y="387717"/>
                </a:lnTo>
                <a:lnTo>
                  <a:pt x="400870" y="414847"/>
                </a:lnTo>
                <a:lnTo>
                  <a:pt x="467939" y="425811"/>
                </a:lnTo>
                <a:lnTo>
                  <a:pt x="473610" y="448255"/>
                </a:lnTo>
                <a:lnTo>
                  <a:pt x="495345" y="466158"/>
                </a:lnTo>
                <a:lnTo>
                  <a:pt x="520654" y="456029"/>
                </a:lnTo>
                <a:lnTo>
                  <a:pt x="547653" y="473048"/>
                </a:lnTo>
                <a:lnTo>
                  <a:pt x="564182" y="463611"/>
                </a:lnTo>
                <a:lnTo>
                  <a:pt x="564045" y="482680"/>
                </a:lnTo>
                <a:lnTo>
                  <a:pt x="599654" y="472627"/>
                </a:lnTo>
                <a:lnTo>
                  <a:pt x="639957" y="485776"/>
                </a:lnTo>
                <a:lnTo>
                  <a:pt x="653571" y="468627"/>
                </a:lnTo>
                <a:lnTo>
                  <a:pt x="679287" y="480038"/>
                </a:lnTo>
                <a:lnTo>
                  <a:pt x="690181" y="441456"/>
                </a:lnTo>
                <a:lnTo>
                  <a:pt x="683293" y="395538"/>
                </a:lnTo>
                <a:lnTo>
                  <a:pt x="711596" y="336956"/>
                </a:lnTo>
                <a:lnTo>
                  <a:pt x="679172" y="255039"/>
                </a:lnTo>
                <a:lnTo>
                  <a:pt x="710642" y="215465"/>
                </a:lnTo>
                <a:lnTo>
                  <a:pt x="665244" y="187789"/>
                </a:lnTo>
                <a:lnTo>
                  <a:pt x="644416" y="154524"/>
                </a:lnTo>
                <a:lnTo>
                  <a:pt x="558892" y="117102"/>
                </a:lnTo>
                <a:lnTo>
                  <a:pt x="545601" y="138207"/>
                </a:lnTo>
                <a:lnTo>
                  <a:pt x="476578" y="152607"/>
                </a:lnTo>
                <a:lnTo>
                  <a:pt x="457904" y="179775"/>
                </a:lnTo>
                <a:lnTo>
                  <a:pt x="436448" y="175953"/>
                </a:lnTo>
                <a:lnTo>
                  <a:pt x="412822" y="190319"/>
                </a:lnTo>
                <a:lnTo>
                  <a:pt x="396088" y="177740"/>
                </a:lnTo>
                <a:lnTo>
                  <a:pt x="350879" y="198662"/>
                </a:lnTo>
                <a:lnTo>
                  <a:pt x="322988" y="178979"/>
                </a:lnTo>
                <a:lnTo>
                  <a:pt x="309120" y="190924"/>
                </a:lnTo>
                <a:lnTo>
                  <a:pt x="286474" y="182642"/>
                </a:lnTo>
                <a:lnTo>
                  <a:pt x="270174" y="159419"/>
                </a:lnTo>
                <a:lnTo>
                  <a:pt x="267306" y="119925"/>
                </a:lnTo>
                <a:lnTo>
                  <a:pt x="276080" y="108148"/>
                </a:lnTo>
                <a:lnTo>
                  <a:pt x="271445" y="80865"/>
                </a:lnTo>
                <a:lnTo>
                  <a:pt x="282713" y="72760"/>
                </a:lnTo>
                <a:lnTo>
                  <a:pt x="262442" y="63726"/>
                </a:lnTo>
                <a:lnTo>
                  <a:pt x="261845" y="48729"/>
                </a:lnTo>
                <a:lnTo>
                  <a:pt x="236280" y="42285"/>
                </a:lnTo>
                <a:lnTo>
                  <a:pt x="242626" y="19892"/>
                </a:lnTo>
                <a:lnTo>
                  <a:pt x="233945" y="0"/>
                </a:lnTo>
                <a:lnTo>
                  <a:pt x="212995" y="52430"/>
                </a:lnTo>
                <a:lnTo>
                  <a:pt x="169556" y="56716"/>
                </a:lnTo>
                <a:lnTo>
                  <a:pt x="102767" y="120546"/>
                </a:lnTo>
                <a:lnTo>
                  <a:pt x="54035" y="121200"/>
                </a:lnTo>
                <a:lnTo>
                  <a:pt x="72668" y="204813"/>
                </a:lnTo>
                <a:lnTo>
                  <a:pt x="58976" y="202058"/>
                </a:lnTo>
                <a:lnTo>
                  <a:pt x="10098" y="239841"/>
                </a:lnTo>
                <a:lnTo>
                  <a:pt x="0" y="286859"/>
                </a:lnTo>
                <a:lnTo>
                  <a:pt x="17117" y="315303"/>
                </a:lnTo>
                <a:lnTo>
                  <a:pt x="18567" y="349543"/>
                </a:lnTo>
                <a:lnTo>
                  <a:pt x="54549" y="371922"/>
                </a:lnTo>
                <a:lnTo>
                  <a:pt x="123795" y="502014"/>
                </a:lnTo>
                <a:lnTo>
                  <a:pt x="174973" y="510968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ENTRAL"/>
          <p:cNvSpPr/>
          <p:nvPr/>
        </p:nvSpPr>
        <p:spPr>
          <a:xfrm>
            <a:off x="9463326" y="4072661"/>
            <a:ext cx="234912" cy="376394"/>
          </a:xfrm>
          <a:custGeom>
            <a:avLst/>
            <a:gdLst/>
            <a:ahLst/>
            <a:cxnLst/>
            <a:rect l="l" t="t" r="r" b="b"/>
            <a:pathLst>
              <a:path w="234912" h="376394">
                <a:moveTo>
                  <a:pt x="68635" y="115077"/>
                </a:moveTo>
                <a:lnTo>
                  <a:pt x="99791" y="141724"/>
                </a:lnTo>
                <a:lnTo>
                  <a:pt x="92857" y="189941"/>
                </a:lnTo>
                <a:lnTo>
                  <a:pt x="77211" y="210794"/>
                </a:lnTo>
                <a:lnTo>
                  <a:pt x="56587" y="203491"/>
                </a:lnTo>
                <a:lnTo>
                  <a:pt x="56600" y="228128"/>
                </a:lnTo>
                <a:lnTo>
                  <a:pt x="32097" y="224398"/>
                </a:lnTo>
                <a:lnTo>
                  <a:pt x="22141" y="243245"/>
                </a:lnTo>
                <a:lnTo>
                  <a:pt x="35324" y="253595"/>
                </a:lnTo>
                <a:lnTo>
                  <a:pt x="0" y="269357"/>
                </a:lnTo>
                <a:lnTo>
                  <a:pt x="6813" y="301354"/>
                </a:lnTo>
                <a:lnTo>
                  <a:pt x="27570" y="271853"/>
                </a:lnTo>
                <a:lnTo>
                  <a:pt x="31963" y="300440"/>
                </a:lnTo>
                <a:lnTo>
                  <a:pt x="84030" y="312112"/>
                </a:lnTo>
                <a:lnTo>
                  <a:pt x="78787" y="323827"/>
                </a:lnTo>
                <a:lnTo>
                  <a:pt x="115240" y="347635"/>
                </a:lnTo>
                <a:lnTo>
                  <a:pt x="108663" y="360335"/>
                </a:lnTo>
                <a:lnTo>
                  <a:pt x="122076" y="356754"/>
                </a:lnTo>
                <a:lnTo>
                  <a:pt x="121611" y="376394"/>
                </a:lnTo>
                <a:lnTo>
                  <a:pt x="152668" y="321326"/>
                </a:lnTo>
                <a:lnTo>
                  <a:pt x="133291" y="267378"/>
                </a:lnTo>
                <a:lnTo>
                  <a:pt x="152473" y="242397"/>
                </a:lnTo>
                <a:lnTo>
                  <a:pt x="150655" y="223160"/>
                </a:lnTo>
                <a:lnTo>
                  <a:pt x="179839" y="207985"/>
                </a:lnTo>
                <a:lnTo>
                  <a:pt x="188870" y="142153"/>
                </a:lnTo>
                <a:lnTo>
                  <a:pt x="218680" y="134940"/>
                </a:lnTo>
                <a:lnTo>
                  <a:pt x="234912" y="110783"/>
                </a:lnTo>
                <a:lnTo>
                  <a:pt x="197231" y="104176"/>
                </a:lnTo>
                <a:lnTo>
                  <a:pt x="179740" y="80070"/>
                </a:lnTo>
                <a:lnTo>
                  <a:pt x="181899" y="54997"/>
                </a:lnTo>
                <a:lnTo>
                  <a:pt x="121298" y="0"/>
                </a:lnTo>
                <a:lnTo>
                  <a:pt x="93744" y="51666"/>
                </a:lnTo>
                <a:lnTo>
                  <a:pt x="111138" y="59420"/>
                </a:lnTo>
                <a:lnTo>
                  <a:pt x="105390" y="80991"/>
                </a:lnTo>
                <a:lnTo>
                  <a:pt x="89436" y="99291"/>
                </a:lnTo>
                <a:lnTo>
                  <a:pt x="78565" y="87819"/>
                </a:lnTo>
                <a:lnTo>
                  <a:pt x="68635" y="115077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ONCEPCION"/>
          <p:cNvSpPr/>
          <p:nvPr/>
        </p:nvSpPr>
        <p:spPr>
          <a:xfrm>
            <a:off x="9401454" y="2851322"/>
            <a:ext cx="692679" cy="578121"/>
          </a:xfrm>
          <a:custGeom>
            <a:avLst/>
            <a:gdLst/>
            <a:ahLst/>
            <a:cxnLst/>
            <a:rect l="l" t="t" r="r" b="b"/>
            <a:pathLst>
              <a:path w="692679" h="578121">
                <a:moveTo>
                  <a:pt x="433951" y="86249"/>
                </a:moveTo>
                <a:lnTo>
                  <a:pt x="418632" y="83297"/>
                </a:lnTo>
                <a:lnTo>
                  <a:pt x="411453" y="65972"/>
                </a:lnTo>
                <a:lnTo>
                  <a:pt x="404383" y="74276"/>
                </a:lnTo>
                <a:lnTo>
                  <a:pt x="370605" y="56457"/>
                </a:lnTo>
                <a:lnTo>
                  <a:pt x="338563" y="68067"/>
                </a:lnTo>
                <a:lnTo>
                  <a:pt x="293143" y="50856"/>
                </a:lnTo>
                <a:lnTo>
                  <a:pt x="279987" y="67352"/>
                </a:lnTo>
                <a:lnTo>
                  <a:pt x="260741" y="54886"/>
                </a:lnTo>
                <a:lnTo>
                  <a:pt x="250157" y="65969"/>
                </a:lnTo>
                <a:lnTo>
                  <a:pt x="230081" y="60417"/>
                </a:lnTo>
                <a:lnTo>
                  <a:pt x="217934" y="46432"/>
                </a:lnTo>
                <a:lnTo>
                  <a:pt x="153508" y="37345"/>
                </a:lnTo>
                <a:lnTo>
                  <a:pt x="141870" y="4616"/>
                </a:lnTo>
                <a:lnTo>
                  <a:pt x="106257" y="3112"/>
                </a:lnTo>
                <a:lnTo>
                  <a:pt x="94323" y="20833"/>
                </a:lnTo>
                <a:lnTo>
                  <a:pt x="70292" y="27528"/>
                </a:lnTo>
                <a:lnTo>
                  <a:pt x="61344" y="15045"/>
                </a:lnTo>
                <a:lnTo>
                  <a:pt x="48238" y="21990"/>
                </a:lnTo>
                <a:lnTo>
                  <a:pt x="23434" y="15128"/>
                </a:lnTo>
                <a:lnTo>
                  <a:pt x="19132" y="0"/>
                </a:lnTo>
                <a:lnTo>
                  <a:pt x="0" y="1535"/>
                </a:lnTo>
                <a:lnTo>
                  <a:pt x="13551" y="19621"/>
                </a:lnTo>
                <a:lnTo>
                  <a:pt x="15338" y="78610"/>
                </a:lnTo>
                <a:lnTo>
                  <a:pt x="37850" y="74619"/>
                </a:lnTo>
                <a:lnTo>
                  <a:pt x="42889" y="99758"/>
                </a:lnTo>
                <a:lnTo>
                  <a:pt x="65280" y="119628"/>
                </a:lnTo>
                <a:lnTo>
                  <a:pt x="47448" y="135425"/>
                </a:lnTo>
                <a:lnTo>
                  <a:pt x="61465" y="197630"/>
                </a:lnTo>
                <a:lnTo>
                  <a:pt x="82059" y="227127"/>
                </a:lnTo>
                <a:lnTo>
                  <a:pt x="31090" y="233457"/>
                </a:lnTo>
                <a:lnTo>
                  <a:pt x="22718" y="263496"/>
                </a:lnTo>
                <a:lnTo>
                  <a:pt x="43774" y="291764"/>
                </a:lnTo>
                <a:lnTo>
                  <a:pt x="67984" y="298270"/>
                </a:lnTo>
                <a:lnTo>
                  <a:pt x="75684" y="321974"/>
                </a:lnTo>
                <a:lnTo>
                  <a:pt x="63834" y="337156"/>
                </a:lnTo>
                <a:lnTo>
                  <a:pt x="84443" y="359960"/>
                </a:lnTo>
                <a:lnTo>
                  <a:pt x="76098" y="383808"/>
                </a:lnTo>
                <a:lnTo>
                  <a:pt x="104915" y="409670"/>
                </a:lnTo>
                <a:lnTo>
                  <a:pt x="134287" y="409911"/>
                </a:lnTo>
                <a:lnTo>
                  <a:pt x="137581" y="443906"/>
                </a:lnTo>
                <a:lnTo>
                  <a:pt x="185864" y="484980"/>
                </a:lnTo>
                <a:lnTo>
                  <a:pt x="174998" y="512349"/>
                </a:lnTo>
                <a:lnTo>
                  <a:pt x="201887" y="565147"/>
                </a:lnTo>
                <a:lnTo>
                  <a:pt x="234641" y="578121"/>
                </a:lnTo>
                <a:lnTo>
                  <a:pt x="442045" y="543979"/>
                </a:lnTo>
                <a:lnTo>
                  <a:pt x="461493" y="554477"/>
                </a:lnTo>
                <a:lnTo>
                  <a:pt x="545604" y="556805"/>
                </a:lnTo>
                <a:lnTo>
                  <a:pt x="563850" y="537512"/>
                </a:lnTo>
                <a:lnTo>
                  <a:pt x="585700" y="542497"/>
                </a:lnTo>
                <a:lnTo>
                  <a:pt x="609873" y="525470"/>
                </a:lnTo>
                <a:lnTo>
                  <a:pt x="634169" y="500503"/>
                </a:lnTo>
                <a:lnTo>
                  <a:pt x="641924" y="472510"/>
                </a:lnTo>
                <a:lnTo>
                  <a:pt x="666361" y="463456"/>
                </a:lnTo>
                <a:lnTo>
                  <a:pt x="659823" y="449106"/>
                </a:lnTo>
                <a:lnTo>
                  <a:pt x="672094" y="421689"/>
                </a:lnTo>
                <a:lnTo>
                  <a:pt x="688754" y="420219"/>
                </a:lnTo>
                <a:lnTo>
                  <a:pt x="692679" y="389134"/>
                </a:lnTo>
                <a:lnTo>
                  <a:pt x="631403" y="244742"/>
                </a:lnTo>
                <a:lnTo>
                  <a:pt x="597900" y="255508"/>
                </a:lnTo>
                <a:lnTo>
                  <a:pt x="576507" y="281606"/>
                </a:lnTo>
                <a:lnTo>
                  <a:pt x="553429" y="283681"/>
                </a:lnTo>
                <a:lnTo>
                  <a:pt x="533079" y="330891"/>
                </a:lnTo>
                <a:lnTo>
                  <a:pt x="519219" y="336538"/>
                </a:lnTo>
                <a:lnTo>
                  <a:pt x="494007" y="323436"/>
                </a:lnTo>
                <a:lnTo>
                  <a:pt x="476761" y="332453"/>
                </a:lnTo>
                <a:lnTo>
                  <a:pt x="475926" y="308126"/>
                </a:lnTo>
                <a:lnTo>
                  <a:pt x="499766" y="291356"/>
                </a:lnTo>
                <a:lnTo>
                  <a:pt x="493626" y="259252"/>
                </a:lnTo>
                <a:lnTo>
                  <a:pt x="470871" y="230359"/>
                </a:lnTo>
                <a:lnTo>
                  <a:pt x="466452" y="186658"/>
                </a:lnTo>
                <a:lnTo>
                  <a:pt x="474575" y="152208"/>
                </a:lnTo>
                <a:lnTo>
                  <a:pt x="514512" y="114361"/>
                </a:lnTo>
                <a:lnTo>
                  <a:pt x="433951" y="86249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ORDILLERA"/>
          <p:cNvSpPr/>
          <p:nvPr/>
        </p:nvSpPr>
        <p:spPr>
          <a:xfrm>
            <a:off x="9592858" y="3970042"/>
            <a:ext cx="340980" cy="333730"/>
          </a:xfrm>
          <a:custGeom>
            <a:avLst/>
            <a:gdLst/>
            <a:ahLst/>
            <a:cxnLst/>
            <a:rect l="l" t="t" r="r" b="b"/>
            <a:pathLst>
              <a:path w="340980" h="333730">
                <a:moveTo>
                  <a:pt x="77807" y="32729"/>
                </a:moveTo>
                <a:lnTo>
                  <a:pt x="64721" y="36325"/>
                </a:lnTo>
                <a:lnTo>
                  <a:pt x="36602" y="89663"/>
                </a:lnTo>
                <a:lnTo>
                  <a:pt x="0" y="105549"/>
                </a:lnTo>
                <a:lnTo>
                  <a:pt x="53857" y="159706"/>
                </a:lnTo>
                <a:lnTo>
                  <a:pt x="51537" y="186640"/>
                </a:lnTo>
                <a:lnTo>
                  <a:pt x="69907" y="208392"/>
                </a:lnTo>
                <a:lnTo>
                  <a:pt x="101427" y="206478"/>
                </a:lnTo>
                <a:lnTo>
                  <a:pt x="144705" y="299631"/>
                </a:lnTo>
                <a:lnTo>
                  <a:pt x="211840" y="291992"/>
                </a:lnTo>
                <a:lnTo>
                  <a:pt x="198924" y="328140"/>
                </a:lnTo>
                <a:lnTo>
                  <a:pt x="223425" y="333730"/>
                </a:lnTo>
                <a:lnTo>
                  <a:pt x="250208" y="316344"/>
                </a:lnTo>
                <a:lnTo>
                  <a:pt x="281666" y="331386"/>
                </a:lnTo>
                <a:lnTo>
                  <a:pt x="231760" y="271970"/>
                </a:lnTo>
                <a:lnTo>
                  <a:pt x="301683" y="229835"/>
                </a:lnTo>
                <a:lnTo>
                  <a:pt x="340980" y="187592"/>
                </a:lnTo>
                <a:lnTo>
                  <a:pt x="319290" y="193958"/>
                </a:lnTo>
                <a:lnTo>
                  <a:pt x="302760" y="171949"/>
                </a:lnTo>
                <a:lnTo>
                  <a:pt x="319535" y="131118"/>
                </a:lnTo>
                <a:lnTo>
                  <a:pt x="340863" y="130833"/>
                </a:lnTo>
                <a:lnTo>
                  <a:pt x="339820" y="62442"/>
                </a:lnTo>
                <a:lnTo>
                  <a:pt x="320382" y="54603"/>
                </a:lnTo>
                <a:lnTo>
                  <a:pt x="295102" y="10338"/>
                </a:lnTo>
                <a:lnTo>
                  <a:pt x="277149" y="21210"/>
                </a:lnTo>
                <a:lnTo>
                  <a:pt x="196714" y="0"/>
                </a:lnTo>
                <a:lnTo>
                  <a:pt x="173462" y="54942"/>
                </a:lnTo>
                <a:lnTo>
                  <a:pt x="158310" y="56646"/>
                </a:lnTo>
                <a:lnTo>
                  <a:pt x="161276" y="69682"/>
                </a:lnTo>
                <a:lnTo>
                  <a:pt x="138896" y="71232"/>
                </a:lnTo>
                <a:lnTo>
                  <a:pt x="106454" y="43455"/>
                </a:lnTo>
                <a:lnTo>
                  <a:pt x="99420" y="52898"/>
                </a:lnTo>
                <a:lnTo>
                  <a:pt x="79830" y="44230"/>
                </a:lnTo>
                <a:lnTo>
                  <a:pt x="77807" y="32729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UAIRA"/>
          <p:cNvSpPr/>
          <p:nvPr/>
        </p:nvSpPr>
        <p:spPr>
          <a:xfrm>
            <a:off x="9864552" y="4262474"/>
            <a:ext cx="414292" cy="256374"/>
          </a:xfrm>
          <a:custGeom>
            <a:avLst/>
            <a:gdLst/>
            <a:ahLst/>
            <a:cxnLst/>
            <a:rect l="l" t="t" r="r" b="b"/>
            <a:pathLst>
              <a:path w="414292" h="256374">
                <a:moveTo>
                  <a:pt x="414292" y="34651"/>
                </a:moveTo>
                <a:lnTo>
                  <a:pt x="355129" y="52678"/>
                </a:lnTo>
                <a:lnTo>
                  <a:pt x="302891" y="25313"/>
                </a:lnTo>
                <a:lnTo>
                  <a:pt x="160168" y="0"/>
                </a:lnTo>
                <a:lnTo>
                  <a:pt x="126614" y="3497"/>
                </a:lnTo>
                <a:lnTo>
                  <a:pt x="100211" y="29095"/>
                </a:lnTo>
                <a:lnTo>
                  <a:pt x="79451" y="24571"/>
                </a:lnTo>
                <a:lnTo>
                  <a:pt x="28950" y="54870"/>
                </a:lnTo>
                <a:lnTo>
                  <a:pt x="21622" y="80004"/>
                </a:lnTo>
                <a:lnTo>
                  <a:pt x="30464" y="115783"/>
                </a:lnTo>
                <a:lnTo>
                  <a:pt x="51636" y="141985"/>
                </a:lnTo>
                <a:lnTo>
                  <a:pt x="52109" y="167923"/>
                </a:lnTo>
                <a:lnTo>
                  <a:pt x="0" y="156928"/>
                </a:lnTo>
                <a:lnTo>
                  <a:pt x="17090" y="188380"/>
                </a:lnTo>
                <a:lnTo>
                  <a:pt x="13623" y="230741"/>
                </a:lnTo>
                <a:lnTo>
                  <a:pt x="45176" y="256374"/>
                </a:lnTo>
                <a:lnTo>
                  <a:pt x="53710" y="246499"/>
                </a:lnTo>
                <a:lnTo>
                  <a:pt x="73053" y="252080"/>
                </a:lnTo>
                <a:lnTo>
                  <a:pt x="79216" y="224894"/>
                </a:lnTo>
                <a:lnTo>
                  <a:pt x="128291" y="232363"/>
                </a:lnTo>
                <a:lnTo>
                  <a:pt x="125236" y="186075"/>
                </a:lnTo>
                <a:lnTo>
                  <a:pt x="147026" y="187073"/>
                </a:lnTo>
                <a:lnTo>
                  <a:pt x="173557" y="166749"/>
                </a:lnTo>
                <a:lnTo>
                  <a:pt x="214055" y="200989"/>
                </a:lnTo>
                <a:lnTo>
                  <a:pt x="241091" y="184176"/>
                </a:lnTo>
                <a:lnTo>
                  <a:pt x="260018" y="132165"/>
                </a:lnTo>
                <a:lnTo>
                  <a:pt x="287630" y="116866"/>
                </a:lnTo>
                <a:lnTo>
                  <a:pt x="310628" y="126160"/>
                </a:lnTo>
                <a:lnTo>
                  <a:pt x="334686" y="96002"/>
                </a:lnTo>
                <a:lnTo>
                  <a:pt x="368563" y="85201"/>
                </a:lnTo>
                <a:lnTo>
                  <a:pt x="366460" y="62093"/>
                </a:lnTo>
                <a:lnTo>
                  <a:pt x="397390" y="71919"/>
                </a:lnTo>
                <a:lnTo>
                  <a:pt x="414292" y="34651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TAPUA"/>
          <p:cNvSpPr/>
          <p:nvPr/>
        </p:nvSpPr>
        <p:spPr>
          <a:xfrm>
            <a:off x="9813551" y="4476408"/>
            <a:ext cx="831735" cy="607413"/>
          </a:xfrm>
          <a:custGeom>
            <a:avLst/>
            <a:gdLst/>
            <a:ahLst/>
            <a:cxnLst/>
            <a:rect l="l" t="t" r="r" b="b"/>
            <a:pathLst>
              <a:path w="831735" h="607413">
                <a:moveTo>
                  <a:pt x="84056" y="256821"/>
                </a:moveTo>
                <a:lnTo>
                  <a:pt x="92988" y="427078"/>
                </a:lnTo>
                <a:lnTo>
                  <a:pt x="65147" y="463338"/>
                </a:lnTo>
                <a:lnTo>
                  <a:pt x="81795" y="504947"/>
                </a:lnTo>
                <a:lnTo>
                  <a:pt x="0" y="534992"/>
                </a:lnTo>
                <a:lnTo>
                  <a:pt x="49947" y="569522"/>
                </a:lnTo>
                <a:lnTo>
                  <a:pt x="70930" y="550930"/>
                </a:lnTo>
                <a:lnTo>
                  <a:pt x="109884" y="545384"/>
                </a:lnTo>
                <a:lnTo>
                  <a:pt x="149918" y="593056"/>
                </a:lnTo>
                <a:lnTo>
                  <a:pt x="183134" y="607413"/>
                </a:lnTo>
                <a:lnTo>
                  <a:pt x="219048" y="561886"/>
                </a:lnTo>
                <a:lnTo>
                  <a:pt x="220270" y="534383"/>
                </a:lnTo>
                <a:lnTo>
                  <a:pt x="292547" y="492745"/>
                </a:lnTo>
                <a:lnTo>
                  <a:pt x="370445" y="506071"/>
                </a:lnTo>
                <a:lnTo>
                  <a:pt x="393527" y="540040"/>
                </a:lnTo>
                <a:lnTo>
                  <a:pt x="428868" y="547409"/>
                </a:lnTo>
                <a:lnTo>
                  <a:pt x="481220" y="500022"/>
                </a:lnTo>
                <a:lnTo>
                  <a:pt x="486386" y="466833"/>
                </a:lnTo>
                <a:lnTo>
                  <a:pt x="470331" y="441687"/>
                </a:lnTo>
                <a:lnTo>
                  <a:pt x="491800" y="432432"/>
                </a:lnTo>
                <a:lnTo>
                  <a:pt x="494444" y="410749"/>
                </a:lnTo>
                <a:lnTo>
                  <a:pt x="532650" y="409271"/>
                </a:lnTo>
                <a:lnTo>
                  <a:pt x="535723" y="377018"/>
                </a:lnTo>
                <a:lnTo>
                  <a:pt x="561102" y="353684"/>
                </a:lnTo>
                <a:lnTo>
                  <a:pt x="603425" y="342344"/>
                </a:lnTo>
                <a:lnTo>
                  <a:pt x="624030" y="355156"/>
                </a:lnTo>
                <a:lnTo>
                  <a:pt x="648908" y="348464"/>
                </a:lnTo>
                <a:lnTo>
                  <a:pt x="648988" y="312714"/>
                </a:lnTo>
                <a:lnTo>
                  <a:pt x="680857" y="286043"/>
                </a:lnTo>
                <a:lnTo>
                  <a:pt x="715872" y="280808"/>
                </a:lnTo>
                <a:lnTo>
                  <a:pt x="722857" y="238653"/>
                </a:lnTo>
                <a:lnTo>
                  <a:pt x="770548" y="233741"/>
                </a:lnTo>
                <a:lnTo>
                  <a:pt x="781311" y="211440"/>
                </a:lnTo>
                <a:lnTo>
                  <a:pt x="775410" y="178729"/>
                </a:lnTo>
                <a:lnTo>
                  <a:pt x="810731" y="143295"/>
                </a:lnTo>
                <a:lnTo>
                  <a:pt x="831735" y="88020"/>
                </a:lnTo>
                <a:lnTo>
                  <a:pt x="815141" y="54922"/>
                </a:lnTo>
                <a:lnTo>
                  <a:pt x="812783" y="66216"/>
                </a:lnTo>
                <a:lnTo>
                  <a:pt x="789158" y="63561"/>
                </a:lnTo>
                <a:lnTo>
                  <a:pt x="774028" y="40807"/>
                </a:lnTo>
                <a:lnTo>
                  <a:pt x="766266" y="48383"/>
                </a:lnTo>
                <a:lnTo>
                  <a:pt x="747606" y="33071"/>
                </a:lnTo>
                <a:lnTo>
                  <a:pt x="738726" y="43420"/>
                </a:lnTo>
                <a:lnTo>
                  <a:pt x="733701" y="36197"/>
                </a:lnTo>
                <a:lnTo>
                  <a:pt x="732244" y="55370"/>
                </a:lnTo>
                <a:lnTo>
                  <a:pt x="719089" y="47409"/>
                </a:lnTo>
                <a:lnTo>
                  <a:pt x="719448" y="59293"/>
                </a:lnTo>
                <a:lnTo>
                  <a:pt x="687191" y="52555"/>
                </a:lnTo>
                <a:lnTo>
                  <a:pt x="675585" y="61044"/>
                </a:lnTo>
                <a:lnTo>
                  <a:pt x="648985" y="46072"/>
                </a:lnTo>
                <a:lnTo>
                  <a:pt x="603651" y="58003"/>
                </a:lnTo>
                <a:lnTo>
                  <a:pt x="580923" y="16771"/>
                </a:lnTo>
                <a:lnTo>
                  <a:pt x="583116" y="0"/>
                </a:lnTo>
                <a:lnTo>
                  <a:pt x="571711" y="10402"/>
                </a:lnTo>
                <a:lnTo>
                  <a:pt x="567098" y="71504"/>
                </a:lnTo>
                <a:lnTo>
                  <a:pt x="555265" y="88132"/>
                </a:lnTo>
                <a:lnTo>
                  <a:pt x="512293" y="87268"/>
                </a:lnTo>
                <a:lnTo>
                  <a:pt x="515624" y="104371"/>
                </a:lnTo>
                <a:lnTo>
                  <a:pt x="491554" y="111307"/>
                </a:lnTo>
                <a:lnTo>
                  <a:pt x="479307" y="131640"/>
                </a:lnTo>
                <a:lnTo>
                  <a:pt x="446781" y="107633"/>
                </a:lnTo>
                <a:lnTo>
                  <a:pt x="401453" y="119474"/>
                </a:lnTo>
                <a:lnTo>
                  <a:pt x="362081" y="170560"/>
                </a:lnTo>
                <a:lnTo>
                  <a:pt x="323946" y="170644"/>
                </a:lnTo>
                <a:lnTo>
                  <a:pt x="317761" y="184199"/>
                </a:lnTo>
                <a:lnTo>
                  <a:pt x="308167" y="174641"/>
                </a:lnTo>
                <a:lnTo>
                  <a:pt x="291676" y="187294"/>
                </a:lnTo>
                <a:lnTo>
                  <a:pt x="285584" y="216457"/>
                </a:lnTo>
                <a:lnTo>
                  <a:pt x="261628" y="232817"/>
                </a:lnTo>
                <a:lnTo>
                  <a:pt x="261431" y="250734"/>
                </a:lnTo>
                <a:lnTo>
                  <a:pt x="232251" y="245282"/>
                </a:lnTo>
                <a:lnTo>
                  <a:pt x="146447" y="284434"/>
                </a:lnTo>
                <a:lnTo>
                  <a:pt x="84056" y="256821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MISIONES"/>
          <p:cNvSpPr/>
          <p:nvPr/>
        </p:nvSpPr>
        <p:spPr>
          <a:xfrm>
            <a:off x="9494381" y="4591633"/>
            <a:ext cx="412158" cy="448714"/>
          </a:xfrm>
          <a:custGeom>
            <a:avLst/>
            <a:gdLst/>
            <a:ahLst/>
            <a:cxnLst/>
            <a:rect l="l" t="t" r="r" b="b"/>
            <a:pathLst>
              <a:path w="412158" h="448714">
                <a:moveTo>
                  <a:pt x="332747" y="66740"/>
                </a:moveTo>
                <a:lnTo>
                  <a:pt x="310167" y="34476"/>
                </a:lnTo>
                <a:lnTo>
                  <a:pt x="291266" y="42783"/>
                </a:lnTo>
                <a:lnTo>
                  <a:pt x="292968" y="29355"/>
                </a:lnTo>
                <a:lnTo>
                  <a:pt x="276830" y="14250"/>
                </a:lnTo>
                <a:lnTo>
                  <a:pt x="241325" y="0"/>
                </a:lnTo>
                <a:lnTo>
                  <a:pt x="212910" y="14334"/>
                </a:lnTo>
                <a:lnTo>
                  <a:pt x="195258" y="48998"/>
                </a:lnTo>
                <a:lnTo>
                  <a:pt x="183230" y="45419"/>
                </a:lnTo>
                <a:lnTo>
                  <a:pt x="190064" y="65658"/>
                </a:lnTo>
                <a:lnTo>
                  <a:pt x="177770" y="85528"/>
                </a:lnTo>
                <a:lnTo>
                  <a:pt x="123592" y="98372"/>
                </a:lnTo>
                <a:lnTo>
                  <a:pt x="109672" y="78703"/>
                </a:lnTo>
                <a:lnTo>
                  <a:pt x="87901" y="76952"/>
                </a:lnTo>
                <a:lnTo>
                  <a:pt x="86832" y="65362"/>
                </a:lnTo>
                <a:lnTo>
                  <a:pt x="54325" y="63072"/>
                </a:lnTo>
                <a:lnTo>
                  <a:pt x="25386" y="37062"/>
                </a:lnTo>
                <a:lnTo>
                  <a:pt x="29643" y="22448"/>
                </a:lnTo>
                <a:lnTo>
                  <a:pt x="12961" y="19190"/>
                </a:lnTo>
                <a:lnTo>
                  <a:pt x="10263" y="4701"/>
                </a:lnTo>
                <a:lnTo>
                  <a:pt x="0" y="9606"/>
                </a:lnTo>
                <a:lnTo>
                  <a:pt x="38318" y="167617"/>
                </a:lnTo>
                <a:lnTo>
                  <a:pt x="116935" y="276915"/>
                </a:lnTo>
                <a:lnTo>
                  <a:pt x="208631" y="296719"/>
                </a:lnTo>
                <a:lnTo>
                  <a:pt x="149176" y="421287"/>
                </a:lnTo>
                <a:lnTo>
                  <a:pt x="190094" y="441978"/>
                </a:lnTo>
                <a:lnTo>
                  <a:pt x="253620" y="448714"/>
                </a:lnTo>
                <a:lnTo>
                  <a:pt x="301734" y="419243"/>
                </a:lnTo>
                <a:lnTo>
                  <a:pt x="353835" y="414624"/>
                </a:lnTo>
                <a:lnTo>
                  <a:pt x="400938" y="389795"/>
                </a:lnTo>
                <a:lnTo>
                  <a:pt x="384317" y="348113"/>
                </a:lnTo>
                <a:lnTo>
                  <a:pt x="412158" y="311853"/>
                </a:lnTo>
                <a:lnTo>
                  <a:pt x="401993" y="140205"/>
                </a:lnTo>
                <a:lnTo>
                  <a:pt x="411802" y="117790"/>
                </a:lnTo>
                <a:lnTo>
                  <a:pt x="348663" y="99669"/>
                </a:lnTo>
                <a:lnTo>
                  <a:pt x="348075" y="77557"/>
                </a:lnTo>
                <a:lnTo>
                  <a:pt x="332747" y="6674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ARAGUARI"/>
          <p:cNvSpPr/>
          <p:nvPr/>
        </p:nvSpPr>
        <p:spPr>
          <a:xfrm>
            <a:off x="9492061" y="4196411"/>
            <a:ext cx="424600" cy="493594"/>
          </a:xfrm>
          <a:custGeom>
            <a:avLst/>
            <a:gdLst/>
            <a:ahLst/>
            <a:cxnLst/>
            <a:rect l="l" t="t" r="r" b="b"/>
            <a:pathLst>
              <a:path w="424600" h="493594">
                <a:moveTo>
                  <a:pt x="206144" y="0"/>
                </a:moveTo>
                <a:lnTo>
                  <a:pt x="160135" y="18403"/>
                </a:lnTo>
                <a:lnTo>
                  <a:pt x="151104" y="84235"/>
                </a:lnTo>
                <a:lnTo>
                  <a:pt x="124974" y="94535"/>
                </a:lnTo>
                <a:lnTo>
                  <a:pt x="123738" y="118647"/>
                </a:lnTo>
                <a:lnTo>
                  <a:pt x="104556" y="143628"/>
                </a:lnTo>
                <a:lnTo>
                  <a:pt x="124300" y="195295"/>
                </a:lnTo>
                <a:lnTo>
                  <a:pt x="92876" y="252644"/>
                </a:lnTo>
                <a:lnTo>
                  <a:pt x="101039" y="309532"/>
                </a:lnTo>
                <a:lnTo>
                  <a:pt x="93819" y="302783"/>
                </a:lnTo>
                <a:lnTo>
                  <a:pt x="62593" y="317657"/>
                </a:lnTo>
                <a:lnTo>
                  <a:pt x="25741" y="366732"/>
                </a:lnTo>
                <a:lnTo>
                  <a:pt x="19555" y="394711"/>
                </a:lnTo>
                <a:lnTo>
                  <a:pt x="9594" y="386074"/>
                </a:lnTo>
                <a:lnTo>
                  <a:pt x="0" y="397297"/>
                </a:lnTo>
                <a:lnTo>
                  <a:pt x="31963" y="417670"/>
                </a:lnTo>
                <a:lnTo>
                  <a:pt x="27706" y="432284"/>
                </a:lnTo>
                <a:lnTo>
                  <a:pt x="56645" y="458294"/>
                </a:lnTo>
                <a:lnTo>
                  <a:pt x="89152" y="460584"/>
                </a:lnTo>
                <a:lnTo>
                  <a:pt x="90221" y="472174"/>
                </a:lnTo>
                <a:lnTo>
                  <a:pt x="111992" y="473925"/>
                </a:lnTo>
                <a:lnTo>
                  <a:pt x="125912" y="493594"/>
                </a:lnTo>
                <a:lnTo>
                  <a:pt x="180090" y="480750"/>
                </a:lnTo>
                <a:lnTo>
                  <a:pt x="192384" y="460880"/>
                </a:lnTo>
                <a:lnTo>
                  <a:pt x="185550" y="440641"/>
                </a:lnTo>
                <a:lnTo>
                  <a:pt x="197578" y="444220"/>
                </a:lnTo>
                <a:lnTo>
                  <a:pt x="215230" y="409556"/>
                </a:lnTo>
                <a:lnTo>
                  <a:pt x="243645" y="395222"/>
                </a:lnTo>
                <a:lnTo>
                  <a:pt x="279150" y="409472"/>
                </a:lnTo>
                <a:lnTo>
                  <a:pt x="295288" y="424577"/>
                </a:lnTo>
                <a:lnTo>
                  <a:pt x="293586" y="438005"/>
                </a:lnTo>
                <a:lnTo>
                  <a:pt x="312487" y="429698"/>
                </a:lnTo>
                <a:lnTo>
                  <a:pt x="335255" y="461918"/>
                </a:lnTo>
                <a:lnTo>
                  <a:pt x="367728" y="413063"/>
                </a:lnTo>
                <a:lnTo>
                  <a:pt x="395057" y="339579"/>
                </a:lnTo>
                <a:lnTo>
                  <a:pt x="416677" y="323238"/>
                </a:lnTo>
                <a:lnTo>
                  <a:pt x="386114" y="296804"/>
                </a:lnTo>
                <a:lnTo>
                  <a:pt x="389581" y="254443"/>
                </a:lnTo>
                <a:lnTo>
                  <a:pt x="372491" y="222991"/>
                </a:lnTo>
                <a:lnTo>
                  <a:pt x="424600" y="233986"/>
                </a:lnTo>
                <a:lnTo>
                  <a:pt x="424127" y="208048"/>
                </a:lnTo>
                <a:lnTo>
                  <a:pt x="402955" y="181846"/>
                </a:lnTo>
                <a:lnTo>
                  <a:pt x="394113" y="146067"/>
                </a:lnTo>
                <a:lnTo>
                  <a:pt x="401441" y="120933"/>
                </a:lnTo>
                <a:lnTo>
                  <a:pt x="351005" y="89975"/>
                </a:lnTo>
                <a:lnTo>
                  <a:pt x="324222" y="107361"/>
                </a:lnTo>
                <a:lnTo>
                  <a:pt x="299721" y="101771"/>
                </a:lnTo>
                <a:lnTo>
                  <a:pt x="312637" y="65623"/>
                </a:lnTo>
                <a:lnTo>
                  <a:pt x="245502" y="73262"/>
                </a:lnTo>
                <a:lnTo>
                  <a:pt x="230248" y="50679"/>
                </a:lnTo>
                <a:lnTo>
                  <a:pt x="229660" y="21849"/>
                </a:lnTo>
                <a:lnTo>
                  <a:pt x="206144" y="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PRESIDENTE HAYES"/>
          <p:cNvSpPr/>
          <p:nvPr/>
        </p:nvSpPr>
        <p:spPr>
          <a:xfrm>
            <a:off x="8363083" y="2848523"/>
            <a:ext cx="1352121" cy="1328228"/>
          </a:xfrm>
          <a:custGeom>
            <a:avLst/>
            <a:gdLst/>
            <a:ahLst/>
            <a:cxnLst/>
            <a:rect l="l" t="t" r="r" b="b"/>
            <a:pathLst>
              <a:path w="1352121" h="1328228">
                <a:moveTo>
                  <a:pt x="1193987" y="1275804"/>
                </a:moveTo>
                <a:lnTo>
                  <a:pt x="1216033" y="1225724"/>
                </a:lnTo>
                <a:lnTo>
                  <a:pt x="1266377" y="1211182"/>
                </a:lnTo>
                <a:lnTo>
                  <a:pt x="1297648" y="1154295"/>
                </a:lnTo>
                <a:lnTo>
                  <a:pt x="1326080" y="1155312"/>
                </a:lnTo>
                <a:lnTo>
                  <a:pt x="1296035" y="1119091"/>
                </a:lnTo>
                <a:lnTo>
                  <a:pt x="1321347" y="1086465"/>
                </a:lnTo>
                <a:lnTo>
                  <a:pt x="1321986" y="1063090"/>
                </a:lnTo>
                <a:lnTo>
                  <a:pt x="1344590" y="1059243"/>
                </a:lnTo>
                <a:lnTo>
                  <a:pt x="1349097" y="1030315"/>
                </a:lnTo>
                <a:lnTo>
                  <a:pt x="1335205" y="1010411"/>
                </a:lnTo>
                <a:lnTo>
                  <a:pt x="1347573" y="993848"/>
                </a:lnTo>
                <a:lnTo>
                  <a:pt x="1335346" y="976173"/>
                </a:lnTo>
                <a:lnTo>
                  <a:pt x="1352121" y="961705"/>
                </a:lnTo>
                <a:lnTo>
                  <a:pt x="1330941" y="873292"/>
                </a:lnTo>
                <a:lnTo>
                  <a:pt x="1303579" y="837949"/>
                </a:lnTo>
                <a:lnTo>
                  <a:pt x="1330477" y="814435"/>
                </a:lnTo>
                <a:lnTo>
                  <a:pt x="1309443" y="796624"/>
                </a:lnTo>
                <a:lnTo>
                  <a:pt x="1329057" y="781571"/>
                </a:lnTo>
                <a:lnTo>
                  <a:pt x="1318086" y="773234"/>
                </a:lnTo>
                <a:lnTo>
                  <a:pt x="1322203" y="760175"/>
                </a:lnTo>
                <a:lnTo>
                  <a:pt x="1294526" y="742356"/>
                </a:lnTo>
                <a:lnTo>
                  <a:pt x="1313361" y="729144"/>
                </a:lnTo>
                <a:lnTo>
                  <a:pt x="1304974" y="716120"/>
                </a:lnTo>
                <a:lnTo>
                  <a:pt x="1313665" y="693432"/>
                </a:lnTo>
                <a:lnTo>
                  <a:pt x="1304250" y="687151"/>
                </a:lnTo>
                <a:lnTo>
                  <a:pt x="1312201" y="672713"/>
                </a:lnTo>
                <a:lnTo>
                  <a:pt x="1251797" y="639385"/>
                </a:lnTo>
                <a:lnTo>
                  <a:pt x="1231560" y="591744"/>
                </a:lnTo>
                <a:lnTo>
                  <a:pt x="1240015" y="555510"/>
                </a:lnTo>
                <a:lnTo>
                  <a:pt x="1213369" y="515148"/>
                </a:lnTo>
                <a:lnTo>
                  <a:pt x="1224235" y="487779"/>
                </a:lnTo>
                <a:lnTo>
                  <a:pt x="1175952" y="446705"/>
                </a:lnTo>
                <a:lnTo>
                  <a:pt x="1172658" y="412710"/>
                </a:lnTo>
                <a:lnTo>
                  <a:pt x="1143286" y="412469"/>
                </a:lnTo>
                <a:lnTo>
                  <a:pt x="1114469" y="386607"/>
                </a:lnTo>
                <a:lnTo>
                  <a:pt x="1122814" y="362759"/>
                </a:lnTo>
                <a:lnTo>
                  <a:pt x="1102205" y="339955"/>
                </a:lnTo>
                <a:lnTo>
                  <a:pt x="1114055" y="324773"/>
                </a:lnTo>
                <a:lnTo>
                  <a:pt x="1106355" y="301069"/>
                </a:lnTo>
                <a:lnTo>
                  <a:pt x="1082145" y="294563"/>
                </a:lnTo>
                <a:lnTo>
                  <a:pt x="1058785" y="259438"/>
                </a:lnTo>
                <a:lnTo>
                  <a:pt x="1069461" y="236256"/>
                </a:lnTo>
                <a:lnTo>
                  <a:pt x="1120461" y="234238"/>
                </a:lnTo>
                <a:lnTo>
                  <a:pt x="1099836" y="200429"/>
                </a:lnTo>
                <a:lnTo>
                  <a:pt x="1089429" y="130303"/>
                </a:lnTo>
                <a:lnTo>
                  <a:pt x="966776" y="110737"/>
                </a:lnTo>
                <a:lnTo>
                  <a:pt x="936538" y="41853"/>
                </a:lnTo>
                <a:lnTo>
                  <a:pt x="588953" y="29037"/>
                </a:lnTo>
                <a:lnTo>
                  <a:pt x="527168" y="0"/>
                </a:lnTo>
                <a:lnTo>
                  <a:pt x="538752" y="38172"/>
                </a:lnTo>
                <a:lnTo>
                  <a:pt x="435450" y="105247"/>
                </a:lnTo>
                <a:lnTo>
                  <a:pt x="426171" y="118634"/>
                </a:lnTo>
                <a:lnTo>
                  <a:pt x="431045" y="142569"/>
                </a:lnTo>
                <a:lnTo>
                  <a:pt x="399227" y="142568"/>
                </a:lnTo>
                <a:lnTo>
                  <a:pt x="399091" y="158389"/>
                </a:lnTo>
                <a:lnTo>
                  <a:pt x="386070" y="158379"/>
                </a:lnTo>
                <a:lnTo>
                  <a:pt x="384364" y="182058"/>
                </a:lnTo>
                <a:lnTo>
                  <a:pt x="301319" y="300907"/>
                </a:lnTo>
                <a:lnTo>
                  <a:pt x="307516" y="401695"/>
                </a:lnTo>
                <a:lnTo>
                  <a:pt x="257572" y="574163"/>
                </a:lnTo>
                <a:lnTo>
                  <a:pt x="216671" y="590389"/>
                </a:lnTo>
                <a:lnTo>
                  <a:pt x="79601" y="606374"/>
                </a:lnTo>
                <a:lnTo>
                  <a:pt x="68320" y="622068"/>
                </a:lnTo>
                <a:lnTo>
                  <a:pt x="40973" y="614438"/>
                </a:lnTo>
                <a:lnTo>
                  <a:pt x="42326" y="657255"/>
                </a:lnTo>
                <a:lnTo>
                  <a:pt x="0" y="694260"/>
                </a:lnTo>
                <a:lnTo>
                  <a:pt x="4488" y="719032"/>
                </a:lnTo>
                <a:lnTo>
                  <a:pt x="34513" y="740509"/>
                </a:lnTo>
                <a:lnTo>
                  <a:pt x="72953" y="745513"/>
                </a:lnTo>
                <a:lnTo>
                  <a:pt x="74155" y="762071"/>
                </a:lnTo>
                <a:lnTo>
                  <a:pt x="127826" y="769849"/>
                </a:lnTo>
                <a:lnTo>
                  <a:pt x="154926" y="793363"/>
                </a:lnTo>
                <a:lnTo>
                  <a:pt x="194836" y="799716"/>
                </a:lnTo>
                <a:lnTo>
                  <a:pt x="266957" y="783385"/>
                </a:lnTo>
                <a:lnTo>
                  <a:pt x="292644" y="792545"/>
                </a:lnTo>
                <a:lnTo>
                  <a:pt x="487195" y="914719"/>
                </a:lnTo>
                <a:lnTo>
                  <a:pt x="507420" y="945592"/>
                </a:lnTo>
                <a:lnTo>
                  <a:pt x="525178" y="951171"/>
                </a:lnTo>
                <a:lnTo>
                  <a:pt x="533517" y="975476"/>
                </a:lnTo>
                <a:lnTo>
                  <a:pt x="616299" y="1030206"/>
                </a:lnTo>
                <a:lnTo>
                  <a:pt x="674082" y="1048176"/>
                </a:lnTo>
                <a:lnTo>
                  <a:pt x="735442" y="1092813"/>
                </a:lnTo>
                <a:lnTo>
                  <a:pt x="765526" y="1093571"/>
                </a:lnTo>
                <a:lnTo>
                  <a:pt x="785401" y="1116765"/>
                </a:lnTo>
                <a:lnTo>
                  <a:pt x="822452" y="1112562"/>
                </a:lnTo>
                <a:lnTo>
                  <a:pt x="859542" y="1128678"/>
                </a:lnTo>
                <a:lnTo>
                  <a:pt x="911709" y="1185088"/>
                </a:lnTo>
                <a:lnTo>
                  <a:pt x="952124" y="1155419"/>
                </a:lnTo>
                <a:lnTo>
                  <a:pt x="1010198" y="1203456"/>
                </a:lnTo>
                <a:lnTo>
                  <a:pt x="1033571" y="1199203"/>
                </a:lnTo>
                <a:lnTo>
                  <a:pt x="1039182" y="1218180"/>
                </a:lnTo>
                <a:lnTo>
                  <a:pt x="1087337" y="1218043"/>
                </a:lnTo>
                <a:lnTo>
                  <a:pt x="1096477" y="1238340"/>
                </a:lnTo>
                <a:lnTo>
                  <a:pt x="1127555" y="1256701"/>
                </a:lnTo>
                <a:lnTo>
                  <a:pt x="1125318" y="1274205"/>
                </a:lnTo>
                <a:lnTo>
                  <a:pt x="1158369" y="1328228"/>
                </a:lnTo>
                <a:lnTo>
                  <a:pt x="1158986" y="1298547"/>
                </a:lnTo>
                <a:lnTo>
                  <a:pt x="1193987" y="1275804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AN PEDRO"/>
          <p:cNvSpPr/>
          <p:nvPr/>
        </p:nvSpPr>
        <p:spPr>
          <a:xfrm>
            <a:off x="9594643" y="3348276"/>
            <a:ext cx="658763" cy="692998"/>
          </a:xfrm>
          <a:custGeom>
            <a:avLst/>
            <a:gdLst/>
            <a:ahLst/>
            <a:cxnLst/>
            <a:rect l="l" t="t" r="r" b="b"/>
            <a:pathLst>
              <a:path w="658763" h="692998">
                <a:moveTo>
                  <a:pt x="9849" y="68234"/>
                </a:moveTo>
                <a:lnTo>
                  <a:pt x="0" y="91991"/>
                </a:lnTo>
                <a:lnTo>
                  <a:pt x="20237" y="139632"/>
                </a:lnTo>
                <a:lnTo>
                  <a:pt x="80641" y="172960"/>
                </a:lnTo>
                <a:lnTo>
                  <a:pt x="72690" y="187398"/>
                </a:lnTo>
                <a:lnTo>
                  <a:pt x="82105" y="193679"/>
                </a:lnTo>
                <a:lnTo>
                  <a:pt x="73414" y="216367"/>
                </a:lnTo>
                <a:lnTo>
                  <a:pt x="81801" y="229391"/>
                </a:lnTo>
                <a:lnTo>
                  <a:pt x="62966" y="242603"/>
                </a:lnTo>
                <a:lnTo>
                  <a:pt x="90643" y="260422"/>
                </a:lnTo>
                <a:lnTo>
                  <a:pt x="86526" y="273481"/>
                </a:lnTo>
                <a:lnTo>
                  <a:pt x="97497" y="281818"/>
                </a:lnTo>
                <a:lnTo>
                  <a:pt x="77883" y="296871"/>
                </a:lnTo>
                <a:lnTo>
                  <a:pt x="98917" y="314682"/>
                </a:lnTo>
                <a:lnTo>
                  <a:pt x="72019" y="338196"/>
                </a:lnTo>
                <a:lnTo>
                  <a:pt x="99381" y="373539"/>
                </a:lnTo>
                <a:lnTo>
                  <a:pt x="120561" y="461952"/>
                </a:lnTo>
                <a:lnTo>
                  <a:pt x="103786" y="476420"/>
                </a:lnTo>
                <a:lnTo>
                  <a:pt x="116013" y="494095"/>
                </a:lnTo>
                <a:lnTo>
                  <a:pt x="103645" y="510658"/>
                </a:lnTo>
                <a:lnTo>
                  <a:pt x="117537" y="530562"/>
                </a:lnTo>
                <a:lnTo>
                  <a:pt x="113030" y="559490"/>
                </a:lnTo>
                <a:lnTo>
                  <a:pt x="90426" y="563337"/>
                </a:lnTo>
                <a:lnTo>
                  <a:pt x="89787" y="586712"/>
                </a:lnTo>
                <a:lnTo>
                  <a:pt x="64475" y="619338"/>
                </a:lnTo>
                <a:lnTo>
                  <a:pt x="95455" y="649246"/>
                </a:lnTo>
                <a:lnTo>
                  <a:pt x="91049" y="659089"/>
                </a:lnTo>
                <a:lnTo>
                  <a:pt x="76022" y="654495"/>
                </a:lnTo>
                <a:lnTo>
                  <a:pt x="78045" y="665996"/>
                </a:lnTo>
                <a:lnTo>
                  <a:pt x="97635" y="674664"/>
                </a:lnTo>
                <a:lnTo>
                  <a:pt x="104484" y="665151"/>
                </a:lnTo>
                <a:lnTo>
                  <a:pt x="137111" y="692998"/>
                </a:lnTo>
                <a:lnTo>
                  <a:pt x="159878" y="691356"/>
                </a:lnTo>
                <a:lnTo>
                  <a:pt x="156525" y="678412"/>
                </a:lnTo>
                <a:lnTo>
                  <a:pt x="171677" y="676708"/>
                </a:lnTo>
                <a:lnTo>
                  <a:pt x="194929" y="621766"/>
                </a:lnTo>
                <a:lnTo>
                  <a:pt x="275364" y="642976"/>
                </a:lnTo>
                <a:lnTo>
                  <a:pt x="293317" y="632104"/>
                </a:lnTo>
                <a:lnTo>
                  <a:pt x="319027" y="676778"/>
                </a:lnTo>
                <a:lnTo>
                  <a:pt x="354770" y="686862"/>
                </a:lnTo>
                <a:lnTo>
                  <a:pt x="403622" y="649620"/>
                </a:lnTo>
                <a:lnTo>
                  <a:pt x="474628" y="661150"/>
                </a:lnTo>
                <a:lnTo>
                  <a:pt x="444486" y="607468"/>
                </a:lnTo>
                <a:lnTo>
                  <a:pt x="453174" y="590514"/>
                </a:lnTo>
                <a:lnTo>
                  <a:pt x="494167" y="660359"/>
                </a:lnTo>
                <a:lnTo>
                  <a:pt x="501168" y="650136"/>
                </a:lnTo>
                <a:lnTo>
                  <a:pt x="514871" y="658022"/>
                </a:lnTo>
                <a:lnTo>
                  <a:pt x="537740" y="648937"/>
                </a:lnTo>
                <a:lnTo>
                  <a:pt x="554633" y="618404"/>
                </a:lnTo>
                <a:lnTo>
                  <a:pt x="605161" y="629132"/>
                </a:lnTo>
                <a:lnTo>
                  <a:pt x="633294" y="612188"/>
                </a:lnTo>
                <a:lnTo>
                  <a:pt x="653240" y="614817"/>
                </a:lnTo>
                <a:lnTo>
                  <a:pt x="658763" y="597728"/>
                </a:lnTo>
                <a:lnTo>
                  <a:pt x="607585" y="588774"/>
                </a:lnTo>
                <a:lnTo>
                  <a:pt x="538339" y="458682"/>
                </a:lnTo>
                <a:lnTo>
                  <a:pt x="502357" y="436303"/>
                </a:lnTo>
                <a:lnTo>
                  <a:pt x="500907" y="402063"/>
                </a:lnTo>
                <a:lnTo>
                  <a:pt x="484087" y="378872"/>
                </a:lnTo>
                <a:lnTo>
                  <a:pt x="493888" y="326601"/>
                </a:lnTo>
                <a:lnTo>
                  <a:pt x="542766" y="288818"/>
                </a:lnTo>
                <a:lnTo>
                  <a:pt x="556458" y="291573"/>
                </a:lnTo>
                <a:lnTo>
                  <a:pt x="537611" y="207439"/>
                </a:lnTo>
                <a:lnTo>
                  <a:pt x="557808" y="174839"/>
                </a:lnTo>
                <a:lnTo>
                  <a:pt x="539922" y="117471"/>
                </a:lnTo>
                <a:lnTo>
                  <a:pt x="529727" y="107937"/>
                </a:lnTo>
                <a:lnTo>
                  <a:pt x="525295" y="119549"/>
                </a:lnTo>
                <a:lnTo>
                  <a:pt x="505536" y="120232"/>
                </a:lnTo>
                <a:lnTo>
                  <a:pt x="497467" y="103781"/>
                </a:lnTo>
                <a:lnTo>
                  <a:pt x="485341" y="59641"/>
                </a:lnTo>
                <a:lnTo>
                  <a:pt x="486882" y="0"/>
                </a:lnTo>
                <a:lnTo>
                  <a:pt x="439229" y="8108"/>
                </a:lnTo>
                <a:lnTo>
                  <a:pt x="392754" y="45420"/>
                </a:lnTo>
                <a:lnTo>
                  <a:pt x="375736" y="38322"/>
                </a:lnTo>
                <a:lnTo>
                  <a:pt x="352415" y="59851"/>
                </a:lnTo>
                <a:lnTo>
                  <a:pt x="268304" y="57523"/>
                </a:lnTo>
                <a:lnTo>
                  <a:pt x="248856" y="47025"/>
                </a:lnTo>
                <a:lnTo>
                  <a:pt x="41452" y="81167"/>
                </a:lnTo>
                <a:lnTo>
                  <a:pt x="9849" y="68234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ÑEEMBUCU"/>
          <p:cNvSpPr/>
          <p:nvPr/>
        </p:nvSpPr>
        <p:spPr>
          <a:xfrm>
            <a:off x="9152941" y="4344509"/>
            <a:ext cx="550071" cy="679428"/>
          </a:xfrm>
          <a:custGeom>
            <a:avLst/>
            <a:gdLst/>
            <a:ahLst/>
            <a:cxnLst/>
            <a:rect l="l" t="t" r="r" b="b"/>
            <a:pathLst>
              <a:path w="550071" h="679428">
                <a:moveTo>
                  <a:pt x="341440" y="256730"/>
                </a:moveTo>
                <a:lnTo>
                  <a:pt x="344730" y="239241"/>
                </a:lnTo>
                <a:lnTo>
                  <a:pt x="356274" y="247140"/>
                </a:lnTo>
                <a:lnTo>
                  <a:pt x="365099" y="237813"/>
                </a:lnTo>
                <a:lnTo>
                  <a:pt x="364861" y="218634"/>
                </a:lnTo>
                <a:lnTo>
                  <a:pt x="401713" y="169559"/>
                </a:lnTo>
                <a:lnTo>
                  <a:pt x="432939" y="154685"/>
                </a:lnTo>
                <a:lnTo>
                  <a:pt x="438694" y="163138"/>
                </a:lnTo>
                <a:lnTo>
                  <a:pt x="435541" y="141585"/>
                </a:lnTo>
                <a:lnTo>
                  <a:pt x="443703" y="140316"/>
                </a:lnTo>
                <a:lnTo>
                  <a:pt x="432727" y="85256"/>
                </a:lnTo>
                <a:lnTo>
                  <a:pt x="419123" y="88794"/>
                </a:lnTo>
                <a:lnTo>
                  <a:pt x="425625" y="75787"/>
                </a:lnTo>
                <a:lnTo>
                  <a:pt x="392558" y="56013"/>
                </a:lnTo>
                <a:lnTo>
                  <a:pt x="394415" y="40264"/>
                </a:lnTo>
                <a:lnTo>
                  <a:pt x="340068" y="26706"/>
                </a:lnTo>
                <a:lnTo>
                  <a:pt x="337896" y="0"/>
                </a:lnTo>
                <a:lnTo>
                  <a:pt x="322725" y="12087"/>
                </a:lnTo>
                <a:lnTo>
                  <a:pt x="324128" y="27019"/>
                </a:lnTo>
                <a:lnTo>
                  <a:pt x="296662" y="39444"/>
                </a:lnTo>
                <a:lnTo>
                  <a:pt x="305172" y="58538"/>
                </a:lnTo>
                <a:lnTo>
                  <a:pt x="285087" y="77572"/>
                </a:lnTo>
                <a:lnTo>
                  <a:pt x="299881" y="96468"/>
                </a:lnTo>
                <a:lnTo>
                  <a:pt x="239582" y="136463"/>
                </a:lnTo>
                <a:lnTo>
                  <a:pt x="212638" y="141007"/>
                </a:lnTo>
                <a:lnTo>
                  <a:pt x="202893" y="169046"/>
                </a:lnTo>
                <a:lnTo>
                  <a:pt x="186715" y="167977"/>
                </a:lnTo>
                <a:lnTo>
                  <a:pt x="206996" y="187366"/>
                </a:lnTo>
                <a:lnTo>
                  <a:pt x="185008" y="201775"/>
                </a:lnTo>
                <a:lnTo>
                  <a:pt x="186636" y="234235"/>
                </a:lnTo>
                <a:lnTo>
                  <a:pt x="163480" y="255629"/>
                </a:lnTo>
                <a:lnTo>
                  <a:pt x="178854" y="278444"/>
                </a:lnTo>
                <a:lnTo>
                  <a:pt x="160009" y="284909"/>
                </a:lnTo>
                <a:lnTo>
                  <a:pt x="174849" y="355837"/>
                </a:lnTo>
                <a:lnTo>
                  <a:pt x="149509" y="356182"/>
                </a:lnTo>
                <a:lnTo>
                  <a:pt x="153488" y="399372"/>
                </a:lnTo>
                <a:lnTo>
                  <a:pt x="112922" y="425164"/>
                </a:lnTo>
                <a:lnTo>
                  <a:pt x="125972" y="445892"/>
                </a:lnTo>
                <a:lnTo>
                  <a:pt x="60586" y="469227"/>
                </a:lnTo>
                <a:lnTo>
                  <a:pt x="71624" y="495879"/>
                </a:lnTo>
                <a:lnTo>
                  <a:pt x="53280" y="500911"/>
                </a:lnTo>
                <a:lnTo>
                  <a:pt x="56651" y="525005"/>
                </a:lnTo>
                <a:lnTo>
                  <a:pt x="40290" y="513964"/>
                </a:lnTo>
                <a:lnTo>
                  <a:pt x="39333" y="542883"/>
                </a:lnTo>
                <a:lnTo>
                  <a:pt x="4506" y="552220"/>
                </a:lnTo>
                <a:lnTo>
                  <a:pt x="0" y="574481"/>
                </a:lnTo>
                <a:lnTo>
                  <a:pt x="24200" y="591309"/>
                </a:lnTo>
                <a:lnTo>
                  <a:pt x="19016" y="623792"/>
                </a:lnTo>
                <a:lnTo>
                  <a:pt x="147586" y="603369"/>
                </a:lnTo>
                <a:lnTo>
                  <a:pt x="181888" y="611994"/>
                </a:lnTo>
                <a:lnTo>
                  <a:pt x="236313" y="604286"/>
                </a:lnTo>
                <a:lnTo>
                  <a:pt x="279748" y="620782"/>
                </a:lnTo>
                <a:lnTo>
                  <a:pt x="293775" y="612062"/>
                </a:lnTo>
                <a:lnTo>
                  <a:pt x="312185" y="633823"/>
                </a:lnTo>
                <a:lnTo>
                  <a:pt x="364322" y="637951"/>
                </a:lnTo>
                <a:lnTo>
                  <a:pt x="432827" y="679428"/>
                </a:lnTo>
                <a:lnTo>
                  <a:pt x="490616" y="668411"/>
                </a:lnTo>
                <a:lnTo>
                  <a:pt x="550071" y="543843"/>
                </a:lnTo>
                <a:lnTo>
                  <a:pt x="458375" y="524039"/>
                </a:lnTo>
                <a:lnTo>
                  <a:pt x="379758" y="414741"/>
                </a:lnTo>
                <a:lnTo>
                  <a:pt x="341440" y="25673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Legend swatch 1"/>
          <p:cNvSpPr/>
          <p:nvPr/>
        </p:nvSpPr>
        <p:spPr>
          <a:xfrm>
            <a:off x="6967728" y="5138928"/>
            <a:ext cx="164592" cy="164592"/>
          </a:xfrm>
          <a:prstGeom prst="rect">
            <a:avLst/>
          </a:prstGeom>
          <a:solidFill>
            <a:srgbClr val="6E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Legend label 1"/>
          <p:cNvSpPr txBox="1"/>
          <p:nvPr/>
        </p:nvSpPr>
        <p:spPr>
          <a:xfrm>
            <a:off x="7223759" y="5097780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High: &gt;50% cultivated land (est.)</a:t>
            </a:r>
          </a:p>
        </p:txBody>
      </p:sp>
      <p:sp>
        <p:nvSpPr>
          <p:cNvPr id="56" name="Legend swatch 2"/>
          <p:cNvSpPr/>
          <p:nvPr/>
        </p:nvSpPr>
        <p:spPr>
          <a:xfrm>
            <a:off x="6967728" y="5495544"/>
            <a:ext cx="164592" cy="164592"/>
          </a:xfrm>
          <a:prstGeom prst="rect">
            <a:avLst/>
          </a:prstGeom>
          <a:solidFill>
            <a:srgbClr val="AD8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Legend label 2"/>
          <p:cNvSpPr txBox="1"/>
          <p:nvPr/>
        </p:nvSpPr>
        <p:spPr>
          <a:xfrm>
            <a:off x="7223759" y="5454396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Medium: 25-50% cultivated (est.)</a:t>
            </a:r>
          </a:p>
        </p:txBody>
      </p:sp>
      <p:sp>
        <p:nvSpPr>
          <p:cNvPr id="58" name="Legend swatch 3"/>
          <p:cNvSpPr/>
          <p:nvPr/>
        </p:nvSpPr>
        <p:spPr>
          <a:xfrm>
            <a:off x="6967728" y="5852160"/>
            <a:ext cx="164592" cy="164592"/>
          </a:xfrm>
          <a:prstGeom prst="rect">
            <a:avLst/>
          </a:prstGeom>
          <a:solidFill>
            <a:srgbClr val="E7D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Legend label 3"/>
          <p:cNvSpPr txBox="1"/>
          <p:nvPr/>
        </p:nvSpPr>
        <p:spPr>
          <a:xfrm>
            <a:off x="7223759" y="5811012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Low: &lt;25% cultivated land (est.)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 · CHACO BIOSPHERE &amp; WILDLIFE ECONOMY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Chaco Biosphere — South America's second-largest forest, under strain from ranching expansion</a:t>
            </a:r>
            <a:endParaRPr lang="en-US" sz="1700"/>
          </a:p>
        </p:txBody>
      </p:sp>
      <p:sp>
        <p:nvSpPr>
          <p:cNvPr id="4" name="Shape 2"/>
          <p:cNvSpPr/>
          <p:nvPr/>
        </p:nvSpPr>
        <p:spPr>
          <a:xfrm>
            <a:off x="512064" y="1005840"/>
            <a:ext cx="50292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~15%</a:t>
            </a:r>
            <a:endParaRPr lang="en-US" sz="1900"/>
          </a:p>
        </p:txBody>
      </p:sp>
      <p:sp>
        <p:nvSpPr>
          <p:cNvPr id="8" name="Text 6"/>
          <p:cNvSpPr/>
          <p:nvPr/>
        </p:nvSpPr>
        <p:spPr>
          <a:xfrm>
            <a:off x="61264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Protected areas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61264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SINASIP · 100 areas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0604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1576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720k ha</a:t>
            </a:r>
            <a:endParaRPr lang="en-US" sz="1900"/>
          </a:p>
        </p:txBody>
      </p:sp>
      <p:sp>
        <p:nvSpPr>
          <p:cNvPr id="13" name="Text 11"/>
          <p:cNvSpPr/>
          <p:nvPr/>
        </p:nvSpPr>
        <p:spPr>
          <a:xfrm>
            <a:off x="271576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Defensores del Chaco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271576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Largest national park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470916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916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1888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~50%</a:t>
            </a:r>
            <a:endParaRPr lang="en-US" sz="1900"/>
          </a:p>
        </p:txBody>
      </p:sp>
      <p:sp>
        <p:nvSpPr>
          <p:cNvPr id="18" name="Text 16"/>
          <p:cNvSpPr/>
          <p:nvPr/>
        </p:nvSpPr>
        <p:spPr>
          <a:xfrm>
            <a:off x="481888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Chaco forest loss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481888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Predicted by 2030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502920" y="24323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INSIGHTS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658368" y="2688336"/>
            <a:ext cx="5989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</a:rPr>
              <a:t>Since 2017 </a:t>
            </a:r>
            <a:r>
              <a:rPr lang="en-AE" sz="1200">
                <a:solidFill>
                  <a:srgbClr val="4A4F54"/>
                </a:solidFill>
                <a:latin typeface="Montserrat" pitchFamily="34" charset="0"/>
              </a:rPr>
              <a:t>Federación por la Autodeterminación de los Pueblos Indígenas —(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</a:rPr>
              <a:t>FAPI) has digitally mapped indigenous lands across the Chaco and Eastern Forest regions — home to 19 distinct peoples.</a:t>
            </a:r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Cattle ranching is the dominant driver — beef exports, leather, pasture expansion — but deforestation claims 1,000+ ha/day at the forest margin.</a:t>
            </a:r>
            <a:endParaRPr lang="en-US" sz="120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Strains: INDI acquires only 47% of entitled land; EU import limits and traceability demands squeeze earnings. The weakness is enforcement, not demand.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502920" y="4663440"/>
            <a:ext cx="6172200" cy="1591056"/>
          </a:xfrm>
          <a:prstGeom prst="rect">
            <a:avLst/>
          </a:prstGeom>
          <a:solidFill>
            <a:srgbClr val="F4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2920" y="4663440"/>
            <a:ext cx="45720" cy="1591056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4944" y="47548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POTENTIAL INTERVENTIONS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713232" y="502920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932688" y="502920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Forest4Life: strengthen fire management and buffer zones in key reserves.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713232" y="539496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932688" y="539496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Wildlife corridors: GPS collars, fencing, water separation for conflict zones.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713232" y="576072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932688" y="576072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Diversify: ecotourism, sustainable ranching, conservation finance.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6903720" y="12070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Land under wildlife management (%)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6903720" y="146304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SINASIP / MADES pattern (est.)</a:t>
            </a:r>
            <a:endParaRPr lang="en-US" sz="1200"/>
          </a:p>
        </p:txBody>
      </p:sp>
      <p:sp>
        <p:nvSpPr>
          <p:cNvPr id="34" name="Shape 31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UNEP-WCMC 2025 · Guyra Paraguay · World Land Trust · EU Forest4Life</a:t>
            </a:r>
            <a:endParaRPr lang="en-US" sz="1200"/>
          </a:p>
        </p:txBody>
      </p:sp>
      <p:sp>
        <p:nvSpPr>
          <p:cNvPr id="36" name="Text 33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13 / 23</a:t>
            </a:r>
            <a:endParaRPr lang="en-US" sz="1200"/>
          </a:p>
        </p:txBody>
      </p:sp>
      <p:sp>
        <p:nvSpPr>
          <p:cNvPr id="33" name="ALTO PARAGUAY"/>
          <p:cNvSpPr/>
          <p:nvPr/>
        </p:nvSpPr>
        <p:spPr>
          <a:xfrm>
            <a:off x="7940272" y="1719071"/>
            <a:ext cx="1525949" cy="1259453"/>
          </a:xfrm>
          <a:custGeom>
            <a:avLst/>
            <a:gdLst/>
            <a:ahLst/>
            <a:cxnLst/>
            <a:rect l="l" t="t" r="r" b="b"/>
            <a:pathLst>
              <a:path w="1525949" h="1259453">
                <a:moveTo>
                  <a:pt x="1461182" y="1133786"/>
                </a:moveTo>
                <a:lnTo>
                  <a:pt x="1455257" y="1113883"/>
                </a:lnTo>
                <a:lnTo>
                  <a:pt x="1471211" y="1100636"/>
                </a:lnTo>
                <a:lnTo>
                  <a:pt x="1477468" y="1058820"/>
                </a:lnTo>
                <a:lnTo>
                  <a:pt x="1490729" y="1051543"/>
                </a:lnTo>
                <a:lnTo>
                  <a:pt x="1471354" y="1038447"/>
                </a:lnTo>
                <a:lnTo>
                  <a:pt x="1492474" y="1006758"/>
                </a:lnTo>
                <a:lnTo>
                  <a:pt x="1478350" y="994203"/>
                </a:lnTo>
                <a:lnTo>
                  <a:pt x="1501867" y="972621"/>
                </a:lnTo>
                <a:lnTo>
                  <a:pt x="1483406" y="958102"/>
                </a:lnTo>
                <a:lnTo>
                  <a:pt x="1490183" y="931848"/>
                </a:lnTo>
                <a:lnTo>
                  <a:pt x="1470504" y="906228"/>
                </a:lnTo>
                <a:lnTo>
                  <a:pt x="1512781" y="829107"/>
                </a:lnTo>
                <a:lnTo>
                  <a:pt x="1487754" y="806959"/>
                </a:lnTo>
                <a:lnTo>
                  <a:pt x="1513051" y="785320"/>
                </a:lnTo>
                <a:lnTo>
                  <a:pt x="1507455" y="712165"/>
                </a:lnTo>
                <a:lnTo>
                  <a:pt x="1525949" y="669659"/>
                </a:lnTo>
                <a:lnTo>
                  <a:pt x="1508860" y="672153"/>
                </a:lnTo>
                <a:lnTo>
                  <a:pt x="1485590" y="653356"/>
                </a:lnTo>
                <a:lnTo>
                  <a:pt x="1512637" y="626403"/>
                </a:lnTo>
                <a:lnTo>
                  <a:pt x="1496857" y="607842"/>
                </a:lnTo>
                <a:lnTo>
                  <a:pt x="1472823" y="609288"/>
                </a:lnTo>
                <a:lnTo>
                  <a:pt x="1482470" y="590771"/>
                </a:lnTo>
                <a:lnTo>
                  <a:pt x="1508010" y="591610"/>
                </a:lnTo>
                <a:lnTo>
                  <a:pt x="1506933" y="582175"/>
                </a:lnTo>
                <a:lnTo>
                  <a:pt x="1487712" y="557322"/>
                </a:lnTo>
                <a:lnTo>
                  <a:pt x="1463541" y="572498"/>
                </a:lnTo>
                <a:lnTo>
                  <a:pt x="1469698" y="549222"/>
                </a:lnTo>
                <a:lnTo>
                  <a:pt x="1454039" y="536959"/>
                </a:lnTo>
                <a:lnTo>
                  <a:pt x="1460360" y="516323"/>
                </a:lnTo>
                <a:lnTo>
                  <a:pt x="1451380" y="496847"/>
                </a:lnTo>
                <a:lnTo>
                  <a:pt x="1458979" y="464578"/>
                </a:lnTo>
                <a:lnTo>
                  <a:pt x="1426280" y="436506"/>
                </a:lnTo>
                <a:lnTo>
                  <a:pt x="1423857" y="392301"/>
                </a:lnTo>
                <a:lnTo>
                  <a:pt x="1398610" y="393440"/>
                </a:lnTo>
                <a:lnTo>
                  <a:pt x="1413252" y="365883"/>
                </a:lnTo>
                <a:lnTo>
                  <a:pt x="1396072" y="358012"/>
                </a:lnTo>
                <a:lnTo>
                  <a:pt x="1406971" y="336615"/>
                </a:lnTo>
                <a:lnTo>
                  <a:pt x="1378913" y="269029"/>
                </a:lnTo>
                <a:lnTo>
                  <a:pt x="1383449" y="232549"/>
                </a:lnTo>
                <a:lnTo>
                  <a:pt x="1397346" y="218139"/>
                </a:lnTo>
                <a:lnTo>
                  <a:pt x="1370944" y="196779"/>
                </a:lnTo>
                <a:lnTo>
                  <a:pt x="1061480" y="0"/>
                </a:lnTo>
                <a:lnTo>
                  <a:pt x="723234" y="2108"/>
                </a:lnTo>
                <a:lnTo>
                  <a:pt x="490040" y="67485"/>
                </a:lnTo>
                <a:lnTo>
                  <a:pt x="69315" y="139428"/>
                </a:lnTo>
                <a:lnTo>
                  <a:pt x="0" y="324088"/>
                </a:lnTo>
                <a:lnTo>
                  <a:pt x="75789" y="327105"/>
                </a:lnTo>
                <a:lnTo>
                  <a:pt x="112431" y="356863"/>
                </a:lnTo>
                <a:lnTo>
                  <a:pt x="759672" y="543449"/>
                </a:lnTo>
                <a:lnTo>
                  <a:pt x="756927" y="608923"/>
                </a:lnTo>
                <a:lnTo>
                  <a:pt x="801019" y="708427"/>
                </a:lnTo>
                <a:lnTo>
                  <a:pt x="801517" y="774834"/>
                </a:lnTo>
                <a:lnTo>
                  <a:pt x="820843" y="833427"/>
                </a:lnTo>
                <a:lnTo>
                  <a:pt x="762316" y="874486"/>
                </a:lnTo>
                <a:lnTo>
                  <a:pt x="732320" y="1120648"/>
                </a:lnTo>
                <a:lnTo>
                  <a:pt x="931900" y="1121468"/>
                </a:lnTo>
                <a:lnTo>
                  <a:pt x="1011764" y="1158489"/>
                </a:lnTo>
                <a:lnTo>
                  <a:pt x="1359349" y="1171305"/>
                </a:lnTo>
                <a:lnTo>
                  <a:pt x="1389587" y="1240189"/>
                </a:lnTo>
                <a:lnTo>
                  <a:pt x="1521952" y="1259453"/>
                </a:lnTo>
                <a:lnTo>
                  <a:pt x="1500004" y="1207915"/>
                </a:lnTo>
                <a:lnTo>
                  <a:pt x="1475780" y="1209521"/>
                </a:lnTo>
                <a:lnTo>
                  <a:pt x="1474892" y="1152688"/>
                </a:lnTo>
                <a:lnTo>
                  <a:pt x="1461182" y="1133786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LTO PARANA"/>
          <p:cNvSpPr/>
          <p:nvPr/>
        </p:nvSpPr>
        <p:spPr>
          <a:xfrm>
            <a:off x="10309688" y="3821280"/>
            <a:ext cx="448032" cy="721804"/>
          </a:xfrm>
          <a:custGeom>
            <a:avLst/>
            <a:gdLst/>
            <a:ahLst/>
            <a:cxnLst/>
            <a:rect l="l" t="t" r="r" b="b"/>
            <a:pathLst>
              <a:path w="448032" h="721804">
                <a:moveTo>
                  <a:pt x="46326" y="438261"/>
                </a:moveTo>
                <a:lnTo>
                  <a:pt x="56009" y="464751"/>
                </a:lnTo>
                <a:lnTo>
                  <a:pt x="27357" y="488060"/>
                </a:lnTo>
                <a:lnTo>
                  <a:pt x="0" y="616357"/>
                </a:lnTo>
                <a:lnTo>
                  <a:pt x="52426" y="616988"/>
                </a:lnTo>
                <a:lnTo>
                  <a:pt x="58752" y="631915"/>
                </a:lnTo>
                <a:lnTo>
                  <a:pt x="75663" y="613447"/>
                </a:lnTo>
                <a:lnTo>
                  <a:pt x="91271" y="634772"/>
                </a:lnTo>
                <a:lnTo>
                  <a:pt x="109511" y="632907"/>
                </a:lnTo>
                <a:lnTo>
                  <a:pt x="111579" y="649359"/>
                </a:lnTo>
                <a:lnTo>
                  <a:pt x="93426" y="653229"/>
                </a:lnTo>
                <a:lnTo>
                  <a:pt x="84786" y="671899"/>
                </a:lnTo>
                <a:lnTo>
                  <a:pt x="119097" y="716812"/>
                </a:lnTo>
                <a:lnTo>
                  <a:pt x="151579" y="701228"/>
                </a:lnTo>
                <a:lnTo>
                  <a:pt x="179448" y="716172"/>
                </a:lnTo>
                <a:lnTo>
                  <a:pt x="191054" y="707683"/>
                </a:lnTo>
                <a:lnTo>
                  <a:pt x="223311" y="714421"/>
                </a:lnTo>
                <a:lnTo>
                  <a:pt x="222952" y="702537"/>
                </a:lnTo>
                <a:lnTo>
                  <a:pt x="236107" y="710498"/>
                </a:lnTo>
                <a:lnTo>
                  <a:pt x="237564" y="691325"/>
                </a:lnTo>
                <a:lnTo>
                  <a:pt x="242589" y="698548"/>
                </a:lnTo>
                <a:lnTo>
                  <a:pt x="251414" y="688198"/>
                </a:lnTo>
                <a:lnTo>
                  <a:pt x="306672" y="721804"/>
                </a:lnTo>
                <a:lnTo>
                  <a:pt x="311123" y="713268"/>
                </a:lnTo>
                <a:lnTo>
                  <a:pt x="316892" y="721097"/>
                </a:lnTo>
                <a:lnTo>
                  <a:pt x="314433" y="710502"/>
                </a:lnTo>
                <a:lnTo>
                  <a:pt x="326576" y="720552"/>
                </a:lnTo>
                <a:lnTo>
                  <a:pt x="344837" y="708120"/>
                </a:lnTo>
                <a:lnTo>
                  <a:pt x="326518" y="680928"/>
                </a:lnTo>
                <a:lnTo>
                  <a:pt x="337451" y="655003"/>
                </a:lnTo>
                <a:lnTo>
                  <a:pt x="324008" y="616996"/>
                </a:lnTo>
                <a:lnTo>
                  <a:pt x="349539" y="608449"/>
                </a:lnTo>
                <a:lnTo>
                  <a:pt x="345134" y="583363"/>
                </a:lnTo>
                <a:lnTo>
                  <a:pt x="358187" y="550618"/>
                </a:lnTo>
                <a:lnTo>
                  <a:pt x="332073" y="489944"/>
                </a:lnTo>
                <a:lnTo>
                  <a:pt x="360475" y="480318"/>
                </a:lnTo>
                <a:lnTo>
                  <a:pt x="346354" y="395845"/>
                </a:lnTo>
                <a:lnTo>
                  <a:pt x="421552" y="277540"/>
                </a:lnTo>
                <a:lnTo>
                  <a:pt x="406812" y="237977"/>
                </a:lnTo>
                <a:lnTo>
                  <a:pt x="428299" y="133291"/>
                </a:lnTo>
                <a:lnTo>
                  <a:pt x="448032" y="93794"/>
                </a:lnTo>
                <a:lnTo>
                  <a:pt x="422316" y="82383"/>
                </a:lnTo>
                <a:lnTo>
                  <a:pt x="408702" y="99532"/>
                </a:lnTo>
                <a:lnTo>
                  <a:pt x="368399" y="86383"/>
                </a:lnTo>
                <a:lnTo>
                  <a:pt x="332790" y="96436"/>
                </a:lnTo>
                <a:lnTo>
                  <a:pt x="332927" y="77367"/>
                </a:lnTo>
                <a:lnTo>
                  <a:pt x="316398" y="86804"/>
                </a:lnTo>
                <a:lnTo>
                  <a:pt x="289399" y="69785"/>
                </a:lnTo>
                <a:lnTo>
                  <a:pt x="264090" y="79914"/>
                </a:lnTo>
                <a:lnTo>
                  <a:pt x="242355" y="62011"/>
                </a:lnTo>
                <a:lnTo>
                  <a:pt x="236684" y="39567"/>
                </a:lnTo>
                <a:lnTo>
                  <a:pt x="165902" y="27078"/>
                </a:lnTo>
                <a:lnTo>
                  <a:pt x="154919" y="1473"/>
                </a:lnTo>
                <a:lnTo>
                  <a:pt x="147303" y="0"/>
                </a:lnTo>
                <a:lnTo>
                  <a:pt x="145720" y="21386"/>
                </a:lnTo>
                <a:lnTo>
                  <a:pt x="102358" y="20816"/>
                </a:lnTo>
                <a:lnTo>
                  <a:pt x="74580" y="150191"/>
                </a:lnTo>
                <a:lnTo>
                  <a:pt x="81017" y="199488"/>
                </a:lnTo>
                <a:lnTo>
                  <a:pt x="100185" y="227914"/>
                </a:lnTo>
                <a:lnTo>
                  <a:pt x="132894" y="229699"/>
                </a:lnTo>
                <a:lnTo>
                  <a:pt x="146569" y="253043"/>
                </a:lnTo>
                <a:lnTo>
                  <a:pt x="201133" y="290943"/>
                </a:lnTo>
                <a:lnTo>
                  <a:pt x="194188" y="303759"/>
                </a:lnTo>
                <a:lnTo>
                  <a:pt x="217728" y="313488"/>
                </a:lnTo>
                <a:lnTo>
                  <a:pt x="217985" y="340630"/>
                </a:lnTo>
                <a:lnTo>
                  <a:pt x="233304" y="360813"/>
                </a:lnTo>
                <a:lnTo>
                  <a:pt x="201635" y="368844"/>
                </a:lnTo>
                <a:lnTo>
                  <a:pt x="185920" y="339809"/>
                </a:lnTo>
                <a:lnTo>
                  <a:pt x="150839" y="344134"/>
                </a:lnTo>
                <a:lnTo>
                  <a:pt x="96974" y="314314"/>
                </a:lnTo>
                <a:lnTo>
                  <a:pt x="82621" y="348168"/>
                </a:lnTo>
                <a:lnTo>
                  <a:pt x="64036" y="358971"/>
                </a:lnTo>
                <a:lnTo>
                  <a:pt x="46326" y="43826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MAMBAY"/>
          <p:cNvSpPr/>
          <p:nvPr/>
        </p:nvSpPr>
        <p:spPr>
          <a:xfrm>
            <a:off x="9835405" y="2847877"/>
            <a:ext cx="491502" cy="711361"/>
          </a:xfrm>
          <a:custGeom>
            <a:avLst/>
            <a:gdLst/>
            <a:ahLst/>
            <a:cxnLst/>
            <a:rect l="l" t="t" r="r" b="b"/>
            <a:pathLst>
              <a:path w="491502" h="711361">
                <a:moveTo>
                  <a:pt x="190336" y="515056"/>
                </a:moveTo>
                <a:lnTo>
                  <a:pt x="246237" y="500548"/>
                </a:lnTo>
                <a:lnTo>
                  <a:pt x="244579" y="560040"/>
                </a:lnTo>
                <a:lnTo>
                  <a:pt x="256705" y="604180"/>
                </a:lnTo>
                <a:lnTo>
                  <a:pt x="264774" y="620631"/>
                </a:lnTo>
                <a:lnTo>
                  <a:pt x="284533" y="619948"/>
                </a:lnTo>
                <a:lnTo>
                  <a:pt x="288965" y="608336"/>
                </a:lnTo>
                <a:lnTo>
                  <a:pt x="315211" y="646126"/>
                </a:lnTo>
                <a:lnTo>
                  <a:pt x="317012" y="675828"/>
                </a:lnTo>
                <a:lnTo>
                  <a:pt x="300722" y="711361"/>
                </a:lnTo>
                <a:lnTo>
                  <a:pt x="345795" y="707705"/>
                </a:lnTo>
                <a:lnTo>
                  <a:pt x="412584" y="643875"/>
                </a:lnTo>
                <a:lnTo>
                  <a:pt x="456050" y="639567"/>
                </a:lnTo>
                <a:lnTo>
                  <a:pt x="476646" y="593508"/>
                </a:lnTo>
                <a:lnTo>
                  <a:pt x="470135" y="568189"/>
                </a:lnTo>
                <a:lnTo>
                  <a:pt x="491502" y="528335"/>
                </a:lnTo>
                <a:lnTo>
                  <a:pt x="472464" y="503300"/>
                </a:lnTo>
                <a:lnTo>
                  <a:pt x="484514" y="455078"/>
                </a:lnTo>
                <a:lnTo>
                  <a:pt x="477454" y="437946"/>
                </a:lnTo>
                <a:lnTo>
                  <a:pt x="457340" y="435735"/>
                </a:lnTo>
                <a:lnTo>
                  <a:pt x="431416" y="315438"/>
                </a:lnTo>
                <a:lnTo>
                  <a:pt x="449226" y="280855"/>
                </a:lnTo>
                <a:lnTo>
                  <a:pt x="450553" y="235289"/>
                </a:lnTo>
                <a:lnTo>
                  <a:pt x="404471" y="182712"/>
                </a:lnTo>
                <a:lnTo>
                  <a:pt x="401404" y="125424"/>
                </a:lnTo>
                <a:lnTo>
                  <a:pt x="385680" y="124900"/>
                </a:lnTo>
                <a:lnTo>
                  <a:pt x="361780" y="83307"/>
                </a:lnTo>
                <a:lnTo>
                  <a:pt x="229106" y="82415"/>
                </a:lnTo>
                <a:lnTo>
                  <a:pt x="171571" y="38508"/>
                </a:lnTo>
                <a:lnTo>
                  <a:pt x="160872" y="0"/>
                </a:lnTo>
                <a:lnTo>
                  <a:pt x="140539" y="761"/>
                </a:lnTo>
                <a:lnTo>
                  <a:pt x="118440" y="8723"/>
                </a:lnTo>
                <a:lnTo>
                  <a:pt x="100180" y="49405"/>
                </a:lnTo>
                <a:lnTo>
                  <a:pt x="70370" y="76453"/>
                </a:lnTo>
                <a:lnTo>
                  <a:pt x="45565" y="57704"/>
                </a:lnTo>
                <a:lnTo>
                  <a:pt x="39264" y="77114"/>
                </a:lnTo>
                <a:lnTo>
                  <a:pt x="29382" y="65324"/>
                </a:lnTo>
                <a:lnTo>
                  <a:pt x="18359" y="75338"/>
                </a:lnTo>
                <a:lnTo>
                  <a:pt x="12186" y="68002"/>
                </a:lnTo>
                <a:lnTo>
                  <a:pt x="0" y="89694"/>
                </a:lnTo>
                <a:lnTo>
                  <a:pt x="80561" y="117806"/>
                </a:lnTo>
                <a:lnTo>
                  <a:pt x="40624" y="155653"/>
                </a:lnTo>
                <a:lnTo>
                  <a:pt x="32501" y="190103"/>
                </a:lnTo>
                <a:lnTo>
                  <a:pt x="36920" y="233804"/>
                </a:lnTo>
                <a:lnTo>
                  <a:pt x="59675" y="262697"/>
                </a:lnTo>
                <a:lnTo>
                  <a:pt x="65815" y="294801"/>
                </a:lnTo>
                <a:lnTo>
                  <a:pt x="41975" y="311571"/>
                </a:lnTo>
                <a:lnTo>
                  <a:pt x="43647" y="336943"/>
                </a:lnTo>
                <a:lnTo>
                  <a:pt x="60056" y="326881"/>
                </a:lnTo>
                <a:lnTo>
                  <a:pt x="85268" y="339983"/>
                </a:lnTo>
                <a:lnTo>
                  <a:pt x="99128" y="334336"/>
                </a:lnTo>
                <a:lnTo>
                  <a:pt x="119478" y="287126"/>
                </a:lnTo>
                <a:lnTo>
                  <a:pt x="142556" y="285051"/>
                </a:lnTo>
                <a:lnTo>
                  <a:pt x="163949" y="258953"/>
                </a:lnTo>
                <a:lnTo>
                  <a:pt x="197712" y="248460"/>
                </a:lnTo>
                <a:lnTo>
                  <a:pt x="260410" y="403171"/>
                </a:lnTo>
                <a:lnTo>
                  <a:pt x="254474" y="424173"/>
                </a:lnTo>
                <a:lnTo>
                  <a:pt x="240399" y="423096"/>
                </a:lnTo>
                <a:lnTo>
                  <a:pt x="239342" y="440133"/>
                </a:lnTo>
                <a:lnTo>
                  <a:pt x="229980" y="440636"/>
                </a:lnTo>
                <a:lnTo>
                  <a:pt x="232410" y="466901"/>
                </a:lnTo>
                <a:lnTo>
                  <a:pt x="204700" y="479658"/>
                </a:lnTo>
                <a:lnTo>
                  <a:pt x="190336" y="515056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SUNCION"/>
          <p:cNvSpPr/>
          <p:nvPr/>
        </p:nvSpPr>
        <p:spPr>
          <a:xfrm>
            <a:off x="9522069" y="4124327"/>
            <a:ext cx="52024" cy="63411"/>
          </a:xfrm>
          <a:custGeom>
            <a:avLst/>
            <a:gdLst/>
            <a:ahLst/>
            <a:cxnLst/>
            <a:rect l="l" t="t" r="r" b="b"/>
            <a:pathLst>
              <a:path w="52024" h="63411">
                <a:moveTo>
                  <a:pt x="9892" y="63411"/>
                </a:moveTo>
                <a:lnTo>
                  <a:pt x="20101" y="35905"/>
                </a:lnTo>
                <a:lnTo>
                  <a:pt x="30693" y="47625"/>
                </a:lnTo>
                <a:lnTo>
                  <a:pt x="40376" y="38902"/>
                </a:lnTo>
                <a:lnTo>
                  <a:pt x="52024" y="7302"/>
                </a:lnTo>
                <a:lnTo>
                  <a:pt x="35001" y="0"/>
                </a:lnTo>
                <a:lnTo>
                  <a:pt x="0" y="22743"/>
                </a:lnTo>
                <a:lnTo>
                  <a:pt x="9892" y="6341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OQUERON"/>
          <p:cNvSpPr/>
          <p:nvPr/>
        </p:nvSpPr>
        <p:spPr>
          <a:xfrm>
            <a:off x="7671706" y="2043159"/>
            <a:ext cx="1230129" cy="1538800"/>
          </a:xfrm>
          <a:custGeom>
            <a:avLst/>
            <a:gdLst/>
            <a:ahLst/>
            <a:cxnLst/>
            <a:rect l="l" t="t" r="r" b="b"/>
            <a:pathLst>
              <a:path w="1230129" h="1538800">
                <a:moveTo>
                  <a:pt x="1218545" y="805364"/>
                </a:moveTo>
                <a:lnTo>
                  <a:pt x="1000886" y="796560"/>
                </a:lnTo>
                <a:lnTo>
                  <a:pt x="1030882" y="550398"/>
                </a:lnTo>
                <a:lnTo>
                  <a:pt x="1089409" y="509339"/>
                </a:lnTo>
                <a:lnTo>
                  <a:pt x="1070083" y="450746"/>
                </a:lnTo>
                <a:lnTo>
                  <a:pt x="1069585" y="384339"/>
                </a:lnTo>
                <a:lnTo>
                  <a:pt x="1025493" y="284835"/>
                </a:lnTo>
                <a:lnTo>
                  <a:pt x="1028238" y="219361"/>
                </a:lnTo>
                <a:lnTo>
                  <a:pt x="380997" y="32775"/>
                </a:lnTo>
                <a:lnTo>
                  <a:pt x="344355" y="3017"/>
                </a:lnTo>
                <a:lnTo>
                  <a:pt x="268566" y="0"/>
                </a:lnTo>
                <a:lnTo>
                  <a:pt x="140496" y="192036"/>
                </a:lnTo>
                <a:lnTo>
                  <a:pt x="142244" y="392747"/>
                </a:lnTo>
                <a:lnTo>
                  <a:pt x="0" y="876392"/>
                </a:lnTo>
                <a:lnTo>
                  <a:pt x="1629" y="895962"/>
                </a:lnTo>
                <a:lnTo>
                  <a:pt x="30590" y="905954"/>
                </a:lnTo>
                <a:lnTo>
                  <a:pt x="38861" y="926023"/>
                </a:lnTo>
                <a:lnTo>
                  <a:pt x="63301" y="926813"/>
                </a:lnTo>
                <a:lnTo>
                  <a:pt x="99150" y="968973"/>
                </a:lnTo>
                <a:lnTo>
                  <a:pt x="109069" y="957402"/>
                </a:lnTo>
                <a:lnTo>
                  <a:pt x="113756" y="969427"/>
                </a:lnTo>
                <a:lnTo>
                  <a:pt x="133276" y="968298"/>
                </a:lnTo>
                <a:lnTo>
                  <a:pt x="129504" y="984874"/>
                </a:lnTo>
                <a:lnTo>
                  <a:pt x="156571" y="997084"/>
                </a:lnTo>
                <a:lnTo>
                  <a:pt x="142326" y="1018572"/>
                </a:lnTo>
                <a:lnTo>
                  <a:pt x="164285" y="1038163"/>
                </a:lnTo>
                <a:lnTo>
                  <a:pt x="162652" y="1059834"/>
                </a:lnTo>
                <a:lnTo>
                  <a:pt x="217777" y="1114695"/>
                </a:lnTo>
                <a:lnTo>
                  <a:pt x="228674" y="1150075"/>
                </a:lnTo>
                <a:lnTo>
                  <a:pt x="239837" y="1150874"/>
                </a:lnTo>
                <a:lnTo>
                  <a:pt x="236770" y="1177259"/>
                </a:lnTo>
                <a:lnTo>
                  <a:pt x="326602" y="1244181"/>
                </a:lnTo>
                <a:lnTo>
                  <a:pt x="338316" y="1277232"/>
                </a:lnTo>
                <a:lnTo>
                  <a:pt x="421929" y="1320785"/>
                </a:lnTo>
                <a:lnTo>
                  <a:pt x="416310" y="1329857"/>
                </a:lnTo>
                <a:lnTo>
                  <a:pt x="429001" y="1351255"/>
                </a:lnTo>
                <a:lnTo>
                  <a:pt x="480252" y="1361040"/>
                </a:lnTo>
                <a:lnTo>
                  <a:pt x="528476" y="1404143"/>
                </a:lnTo>
                <a:lnTo>
                  <a:pt x="543400" y="1398239"/>
                </a:lnTo>
                <a:lnTo>
                  <a:pt x="578959" y="1428591"/>
                </a:lnTo>
                <a:lnTo>
                  <a:pt x="574161" y="1446185"/>
                </a:lnTo>
                <a:lnTo>
                  <a:pt x="614563" y="1507526"/>
                </a:lnTo>
                <a:lnTo>
                  <a:pt x="635877" y="1507622"/>
                </a:lnTo>
                <a:lnTo>
                  <a:pt x="667951" y="1532636"/>
                </a:lnTo>
                <a:lnTo>
                  <a:pt x="688520" y="1529399"/>
                </a:lnTo>
                <a:lnTo>
                  <a:pt x="684784" y="1538800"/>
                </a:lnTo>
                <a:lnTo>
                  <a:pt x="700859" y="1533863"/>
                </a:lnTo>
                <a:lnTo>
                  <a:pt x="691377" y="1499624"/>
                </a:lnTo>
                <a:lnTo>
                  <a:pt x="732209" y="1466521"/>
                </a:lnTo>
                <a:lnTo>
                  <a:pt x="732350" y="1419802"/>
                </a:lnTo>
                <a:lnTo>
                  <a:pt x="759697" y="1427432"/>
                </a:lnTo>
                <a:lnTo>
                  <a:pt x="770978" y="1411738"/>
                </a:lnTo>
                <a:lnTo>
                  <a:pt x="908048" y="1395753"/>
                </a:lnTo>
                <a:lnTo>
                  <a:pt x="948949" y="1379527"/>
                </a:lnTo>
                <a:lnTo>
                  <a:pt x="998893" y="1207059"/>
                </a:lnTo>
                <a:lnTo>
                  <a:pt x="992696" y="1106271"/>
                </a:lnTo>
                <a:lnTo>
                  <a:pt x="1075741" y="987422"/>
                </a:lnTo>
                <a:lnTo>
                  <a:pt x="1077447" y="963743"/>
                </a:lnTo>
                <a:lnTo>
                  <a:pt x="1090468" y="963753"/>
                </a:lnTo>
                <a:lnTo>
                  <a:pt x="1090604" y="947932"/>
                </a:lnTo>
                <a:lnTo>
                  <a:pt x="1122422" y="947933"/>
                </a:lnTo>
                <a:lnTo>
                  <a:pt x="1117548" y="923998"/>
                </a:lnTo>
                <a:lnTo>
                  <a:pt x="1126827" y="910611"/>
                </a:lnTo>
                <a:lnTo>
                  <a:pt x="1230129" y="843536"/>
                </a:lnTo>
                <a:lnTo>
                  <a:pt x="1218545" y="805364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AAGUAZU"/>
          <p:cNvSpPr/>
          <p:nvPr/>
        </p:nvSpPr>
        <p:spPr>
          <a:xfrm>
            <a:off x="9824434" y="3816906"/>
            <a:ext cx="718558" cy="503772"/>
          </a:xfrm>
          <a:custGeom>
            <a:avLst/>
            <a:gdLst/>
            <a:ahLst/>
            <a:cxnLst/>
            <a:rect l="l" t="t" r="r" b="b"/>
            <a:pathLst>
              <a:path w="718558" h="503772">
                <a:moveTo>
                  <a:pt x="108244" y="215578"/>
                </a:moveTo>
                <a:lnTo>
                  <a:pt x="109287" y="283969"/>
                </a:lnTo>
                <a:lnTo>
                  <a:pt x="87959" y="284254"/>
                </a:lnTo>
                <a:lnTo>
                  <a:pt x="71184" y="325085"/>
                </a:lnTo>
                <a:lnTo>
                  <a:pt x="87714" y="347094"/>
                </a:lnTo>
                <a:lnTo>
                  <a:pt x="109404" y="340728"/>
                </a:lnTo>
                <a:lnTo>
                  <a:pt x="70107" y="382971"/>
                </a:lnTo>
                <a:lnTo>
                  <a:pt x="0" y="426422"/>
                </a:lnTo>
                <a:lnTo>
                  <a:pt x="71313" y="503772"/>
                </a:lnTo>
                <a:lnTo>
                  <a:pt x="119636" y="470109"/>
                </a:lnTo>
                <a:lnTo>
                  <a:pt x="158252" y="466399"/>
                </a:lnTo>
                <a:lnTo>
                  <a:pt x="173915" y="445938"/>
                </a:lnTo>
                <a:lnTo>
                  <a:pt x="343009" y="470881"/>
                </a:lnTo>
                <a:lnTo>
                  <a:pt x="395247" y="498246"/>
                </a:lnTo>
                <a:lnTo>
                  <a:pt x="431965" y="491674"/>
                </a:lnTo>
                <a:lnTo>
                  <a:pt x="442290" y="478365"/>
                </a:lnTo>
                <a:lnTo>
                  <a:pt x="469144" y="483391"/>
                </a:lnTo>
                <a:lnTo>
                  <a:pt x="512208" y="428979"/>
                </a:lnTo>
                <a:lnTo>
                  <a:pt x="531580" y="442635"/>
                </a:lnTo>
                <a:lnTo>
                  <a:pt x="549290" y="363345"/>
                </a:lnTo>
                <a:lnTo>
                  <a:pt x="567875" y="352542"/>
                </a:lnTo>
                <a:lnTo>
                  <a:pt x="585648" y="317672"/>
                </a:lnTo>
                <a:lnTo>
                  <a:pt x="636093" y="348508"/>
                </a:lnTo>
                <a:lnTo>
                  <a:pt x="673040" y="345166"/>
                </a:lnTo>
                <a:lnTo>
                  <a:pt x="686889" y="373218"/>
                </a:lnTo>
                <a:lnTo>
                  <a:pt x="718558" y="365187"/>
                </a:lnTo>
                <a:lnTo>
                  <a:pt x="703239" y="345004"/>
                </a:lnTo>
                <a:lnTo>
                  <a:pt x="702982" y="317862"/>
                </a:lnTo>
                <a:lnTo>
                  <a:pt x="679442" y="308133"/>
                </a:lnTo>
                <a:lnTo>
                  <a:pt x="686387" y="295317"/>
                </a:lnTo>
                <a:lnTo>
                  <a:pt x="631823" y="257417"/>
                </a:lnTo>
                <a:lnTo>
                  <a:pt x="618148" y="234073"/>
                </a:lnTo>
                <a:lnTo>
                  <a:pt x="585439" y="232288"/>
                </a:lnTo>
                <a:lnTo>
                  <a:pt x="566271" y="203862"/>
                </a:lnTo>
                <a:lnTo>
                  <a:pt x="559834" y="154565"/>
                </a:lnTo>
                <a:lnTo>
                  <a:pt x="578081" y="101538"/>
                </a:lnTo>
                <a:lnTo>
                  <a:pt x="577684" y="41232"/>
                </a:lnTo>
                <a:lnTo>
                  <a:pt x="596619" y="20142"/>
                </a:lnTo>
                <a:lnTo>
                  <a:pt x="631465" y="25483"/>
                </a:lnTo>
                <a:lnTo>
                  <a:pt x="638414" y="12697"/>
                </a:lnTo>
                <a:lnTo>
                  <a:pt x="622970" y="0"/>
                </a:lnTo>
                <a:lnTo>
                  <a:pt x="596112" y="832"/>
                </a:lnTo>
                <a:lnTo>
                  <a:pt x="573746" y="20027"/>
                </a:lnTo>
                <a:lnTo>
                  <a:pt x="562567" y="11426"/>
                </a:lnTo>
                <a:lnTo>
                  <a:pt x="552514" y="30199"/>
                </a:lnTo>
                <a:lnTo>
                  <a:pt x="518782" y="30792"/>
                </a:lnTo>
                <a:lnTo>
                  <a:pt x="510027" y="43015"/>
                </a:lnTo>
                <a:lnTo>
                  <a:pt x="499068" y="20205"/>
                </a:lnTo>
                <a:lnTo>
                  <a:pt x="484576" y="21560"/>
                </a:lnTo>
                <a:lnTo>
                  <a:pt x="466438" y="69316"/>
                </a:lnTo>
                <a:lnTo>
                  <a:pt x="429648" y="83567"/>
                </a:lnTo>
                <a:lnTo>
                  <a:pt x="418852" y="104422"/>
                </a:lnTo>
                <a:lnTo>
                  <a:pt x="428972" y="129098"/>
                </a:lnTo>
                <a:lnTo>
                  <a:pt x="421207" y="147581"/>
                </a:lnTo>
                <a:lnTo>
                  <a:pt x="403503" y="143558"/>
                </a:lnTo>
                <a:lnTo>
                  <a:pt x="375370" y="160502"/>
                </a:lnTo>
                <a:lnTo>
                  <a:pt x="324842" y="149774"/>
                </a:lnTo>
                <a:lnTo>
                  <a:pt x="307949" y="180307"/>
                </a:lnTo>
                <a:lnTo>
                  <a:pt x="285080" y="189392"/>
                </a:lnTo>
                <a:lnTo>
                  <a:pt x="271377" y="181506"/>
                </a:lnTo>
                <a:lnTo>
                  <a:pt x="264376" y="191729"/>
                </a:lnTo>
                <a:lnTo>
                  <a:pt x="223383" y="121884"/>
                </a:lnTo>
                <a:lnTo>
                  <a:pt x="214695" y="138838"/>
                </a:lnTo>
                <a:lnTo>
                  <a:pt x="244837" y="192520"/>
                </a:lnTo>
                <a:lnTo>
                  <a:pt x="173831" y="180990"/>
                </a:lnTo>
                <a:lnTo>
                  <a:pt x="124979" y="218232"/>
                </a:lnTo>
                <a:lnTo>
                  <a:pt x="108244" y="215578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AAZAPA"/>
          <p:cNvSpPr/>
          <p:nvPr/>
        </p:nvSpPr>
        <p:spPr>
          <a:xfrm>
            <a:off x="9827088" y="4245778"/>
            <a:ext cx="594733" cy="515055"/>
          </a:xfrm>
          <a:custGeom>
            <a:avLst/>
            <a:gdLst/>
            <a:ahLst/>
            <a:cxnLst/>
            <a:rect l="l" t="t" r="r" b="b"/>
            <a:pathLst>
              <a:path w="594733" h="515055">
                <a:moveTo>
                  <a:pt x="81538" y="271983"/>
                </a:moveTo>
                <a:lnTo>
                  <a:pt x="77856" y="285294"/>
                </a:lnTo>
                <a:lnTo>
                  <a:pt x="60030" y="290212"/>
                </a:lnTo>
                <a:lnTo>
                  <a:pt x="32701" y="363696"/>
                </a:lnTo>
                <a:lnTo>
                  <a:pt x="0" y="412678"/>
                </a:lnTo>
                <a:lnTo>
                  <a:pt x="15368" y="423412"/>
                </a:lnTo>
                <a:lnTo>
                  <a:pt x="15956" y="445524"/>
                </a:lnTo>
                <a:lnTo>
                  <a:pt x="78830" y="463148"/>
                </a:lnTo>
                <a:lnTo>
                  <a:pt x="69296" y="484506"/>
                </a:lnTo>
                <a:lnTo>
                  <a:pt x="77159" y="494489"/>
                </a:lnTo>
                <a:lnTo>
                  <a:pt x="133021" y="515055"/>
                </a:lnTo>
                <a:lnTo>
                  <a:pt x="218657" y="475929"/>
                </a:lnTo>
                <a:lnTo>
                  <a:pt x="249987" y="480079"/>
                </a:lnTo>
                <a:lnTo>
                  <a:pt x="248091" y="463447"/>
                </a:lnTo>
                <a:lnTo>
                  <a:pt x="272047" y="447087"/>
                </a:lnTo>
                <a:lnTo>
                  <a:pt x="278139" y="417924"/>
                </a:lnTo>
                <a:lnTo>
                  <a:pt x="294630" y="405271"/>
                </a:lnTo>
                <a:lnTo>
                  <a:pt x="304224" y="414829"/>
                </a:lnTo>
                <a:lnTo>
                  <a:pt x="310409" y="401274"/>
                </a:lnTo>
                <a:lnTo>
                  <a:pt x="348544" y="401190"/>
                </a:lnTo>
                <a:lnTo>
                  <a:pt x="387916" y="350104"/>
                </a:lnTo>
                <a:lnTo>
                  <a:pt x="433244" y="338263"/>
                </a:lnTo>
                <a:lnTo>
                  <a:pt x="465770" y="362270"/>
                </a:lnTo>
                <a:lnTo>
                  <a:pt x="478017" y="341937"/>
                </a:lnTo>
                <a:lnTo>
                  <a:pt x="502087" y="335001"/>
                </a:lnTo>
                <a:lnTo>
                  <a:pt x="498756" y="317898"/>
                </a:lnTo>
                <a:lnTo>
                  <a:pt x="541728" y="318762"/>
                </a:lnTo>
                <a:lnTo>
                  <a:pt x="553561" y="302134"/>
                </a:lnTo>
                <a:lnTo>
                  <a:pt x="560238" y="235642"/>
                </a:lnTo>
                <a:lnTo>
                  <a:pt x="594733" y="216468"/>
                </a:lnTo>
                <a:lnTo>
                  <a:pt x="558263" y="188949"/>
                </a:lnTo>
                <a:lnTo>
                  <a:pt x="541352" y="207417"/>
                </a:lnTo>
                <a:lnTo>
                  <a:pt x="535026" y="192490"/>
                </a:lnTo>
                <a:lnTo>
                  <a:pt x="482600" y="191859"/>
                </a:lnTo>
                <a:lnTo>
                  <a:pt x="509957" y="63562"/>
                </a:lnTo>
                <a:lnTo>
                  <a:pt x="538609" y="40253"/>
                </a:lnTo>
                <a:lnTo>
                  <a:pt x="527981" y="9471"/>
                </a:lnTo>
                <a:lnTo>
                  <a:pt x="509781" y="0"/>
                </a:lnTo>
                <a:lnTo>
                  <a:pt x="487825" y="39417"/>
                </a:lnTo>
                <a:lnTo>
                  <a:pt x="450880" y="51569"/>
                </a:lnTo>
                <a:lnTo>
                  <a:pt x="434854" y="88615"/>
                </a:lnTo>
                <a:lnTo>
                  <a:pt x="403924" y="78789"/>
                </a:lnTo>
                <a:lnTo>
                  <a:pt x="406027" y="101897"/>
                </a:lnTo>
                <a:lnTo>
                  <a:pt x="372150" y="112698"/>
                </a:lnTo>
                <a:lnTo>
                  <a:pt x="348092" y="142856"/>
                </a:lnTo>
                <a:lnTo>
                  <a:pt x="325094" y="133562"/>
                </a:lnTo>
                <a:lnTo>
                  <a:pt x="297482" y="148861"/>
                </a:lnTo>
                <a:lnTo>
                  <a:pt x="278555" y="200872"/>
                </a:lnTo>
                <a:lnTo>
                  <a:pt x="248400" y="218799"/>
                </a:lnTo>
                <a:lnTo>
                  <a:pt x="211021" y="183445"/>
                </a:lnTo>
                <a:lnTo>
                  <a:pt x="184490" y="203769"/>
                </a:lnTo>
                <a:lnTo>
                  <a:pt x="162700" y="202771"/>
                </a:lnTo>
                <a:lnTo>
                  <a:pt x="165755" y="249059"/>
                </a:lnTo>
                <a:lnTo>
                  <a:pt x="116680" y="241590"/>
                </a:lnTo>
                <a:lnTo>
                  <a:pt x="110517" y="268776"/>
                </a:lnTo>
                <a:lnTo>
                  <a:pt x="81538" y="271983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ANINDEYU"/>
          <p:cNvSpPr/>
          <p:nvPr/>
        </p:nvSpPr>
        <p:spPr>
          <a:xfrm>
            <a:off x="10078433" y="3435036"/>
            <a:ext cx="711596" cy="510968"/>
          </a:xfrm>
          <a:custGeom>
            <a:avLst/>
            <a:gdLst/>
            <a:ahLst/>
            <a:cxnLst/>
            <a:rect l="l" t="t" r="r" b="b"/>
            <a:pathLst>
              <a:path w="711596" h="510968">
                <a:moveTo>
                  <a:pt x="174973" y="510968"/>
                </a:moveTo>
                <a:lnTo>
                  <a:pt x="164853" y="486292"/>
                </a:lnTo>
                <a:lnTo>
                  <a:pt x="175649" y="465437"/>
                </a:lnTo>
                <a:lnTo>
                  <a:pt x="212439" y="451186"/>
                </a:lnTo>
                <a:lnTo>
                  <a:pt x="230577" y="403430"/>
                </a:lnTo>
                <a:lnTo>
                  <a:pt x="245069" y="402075"/>
                </a:lnTo>
                <a:lnTo>
                  <a:pt x="256028" y="424885"/>
                </a:lnTo>
                <a:lnTo>
                  <a:pt x="342113" y="382702"/>
                </a:lnTo>
                <a:lnTo>
                  <a:pt x="386174" y="387717"/>
                </a:lnTo>
                <a:lnTo>
                  <a:pt x="400870" y="414847"/>
                </a:lnTo>
                <a:lnTo>
                  <a:pt x="467939" y="425811"/>
                </a:lnTo>
                <a:lnTo>
                  <a:pt x="473610" y="448255"/>
                </a:lnTo>
                <a:lnTo>
                  <a:pt x="495345" y="466158"/>
                </a:lnTo>
                <a:lnTo>
                  <a:pt x="520654" y="456029"/>
                </a:lnTo>
                <a:lnTo>
                  <a:pt x="547653" y="473048"/>
                </a:lnTo>
                <a:lnTo>
                  <a:pt x="564182" y="463611"/>
                </a:lnTo>
                <a:lnTo>
                  <a:pt x="564045" y="482680"/>
                </a:lnTo>
                <a:lnTo>
                  <a:pt x="599654" y="472627"/>
                </a:lnTo>
                <a:lnTo>
                  <a:pt x="639957" y="485776"/>
                </a:lnTo>
                <a:lnTo>
                  <a:pt x="653571" y="468627"/>
                </a:lnTo>
                <a:lnTo>
                  <a:pt x="679287" y="480038"/>
                </a:lnTo>
                <a:lnTo>
                  <a:pt x="690181" y="441456"/>
                </a:lnTo>
                <a:lnTo>
                  <a:pt x="683293" y="395538"/>
                </a:lnTo>
                <a:lnTo>
                  <a:pt x="711596" y="336956"/>
                </a:lnTo>
                <a:lnTo>
                  <a:pt x="679172" y="255039"/>
                </a:lnTo>
                <a:lnTo>
                  <a:pt x="710642" y="215465"/>
                </a:lnTo>
                <a:lnTo>
                  <a:pt x="665244" y="187789"/>
                </a:lnTo>
                <a:lnTo>
                  <a:pt x="644416" y="154524"/>
                </a:lnTo>
                <a:lnTo>
                  <a:pt x="558892" y="117102"/>
                </a:lnTo>
                <a:lnTo>
                  <a:pt x="545601" y="138207"/>
                </a:lnTo>
                <a:lnTo>
                  <a:pt x="476578" y="152607"/>
                </a:lnTo>
                <a:lnTo>
                  <a:pt x="457904" y="179775"/>
                </a:lnTo>
                <a:lnTo>
                  <a:pt x="436448" y="175953"/>
                </a:lnTo>
                <a:lnTo>
                  <a:pt x="412822" y="190319"/>
                </a:lnTo>
                <a:lnTo>
                  <a:pt x="396088" y="177740"/>
                </a:lnTo>
                <a:lnTo>
                  <a:pt x="350879" y="198662"/>
                </a:lnTo>
                <a:lnTo>
                  <a:pt x="322988" y="178979"/>
                </a:lnTo>
                <a:lnTo>
                  <a:pt x="309120" y="190924"/>
                </a:lnTo>
                <a:lnTo>
                  <a:pt x="286474" y="182642"/>
                </a:lnTo>
                <a:lnTo>
                  <a:pt x="270174" y="159419"/>
                </a:lnTo>
                <a:lnTo>
                  <a:pt x="267306" y="119925"/>
                </a:lnTo>
                <a:lnTo>
                  <a:pt x="276080" y="108148"/>
                </a:lnTo>
                <a:lnTo>
                  <a:pt x="271445" y="80865"/>
                </a:lnTo>
                <a:lnTo>
                  <a:pt x="282713" y="72760"/>
                </a:lnTo>
                <a:lnTo>
                  <a:pt x="262442" y="63726"/>
                </a:lnTo>
                <a:lnTo>
                  <a:pt x="261845" y="48729"/>
                </a:lnTo>
                <a:lnTo>
                  <a:pt x="236280" y="42285"/>
                </a:lnTo>
                <a:lnTo>
                  <a:pt x="242626" y="19892"/>
                </a:lnTo>
                <a:lnTo>
                  <a:pt x="233945" y="0"/>
                </a:lnTo>
                <a:lnTo>
                  <a:pt x="212995" y="52430"/>
                </a:lnTo>
                <a:lnTo>
                  <a:pt x="169556" y="56716"/>
                </a:lnTo>
                <a:lnTo>
                  <a:pt x="102767" y="120546"/>
                </a:lnTo>
                <a:lnTo>
                  <a:pt x="54035" y="121200"/>
                </a:lnTo>
                <a:lnTo>
                  <a:pt x="72668" y="204813"/>
                </a:lnTo>
                <a:lnTo>
                  <a:pt x="58976" y="202058"/>
                </a:lnTo>
                <a:lnTo>
                  <a:pt x="10098" y="239841"/>
                </a:lnTo>
                <a:lnTo>
                  <a:pt x="0" y="286859"/>
                </a:lnTo>
                <a:lnTo>
                  <a:pt x="17117" y="315303"/>
                </a:lnTo>
                <a:lnTo>
                  <a:pt x="18567" y="349543"/>
                </a:lnTo>
                <a:lnTo>
                  <a:pt x="54549" y="371922"/>
                </a:lnTo>
                <a:lnTo>
                  <a:pt x="123795" y="502014"/>
                </a:lnTo>
                <a:lnTo>
                  <a:pt x="174973" y="510968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ENTRAL"/>
          <p:cNvSpPr/>
          <p:nvPr/>
        </p:nvSpPr>
        <p:spPr>
          <a:xfrm>
            <a:off x="9463326" y="4072661"/>
            <a:ext cx="234912" cy="376394"/>
          </a:xfrm>
          <a:custGeom>
            <a:avLst/>
            <a:gdLst/>
            <a:ahLst/>
            <a:cxnLst/>
            <a:rect l="l" t="t" r="r" b="b"/>
            <a:pathLst>
              <a:path w="234912" h="376394">
                <a:moveTo>
                  <a:pt x="68635" y="115077"/>
                </a:moveTo>
                <a:lnTo>
                  <a:pt x="99791" y="141724"/>
                </a:lnTo>
                <a:lnTo>
                  <a:pt x="92857" y="189941"/>
                </a:lnTo>
                <a:lnTo>
                  <a:pt x="77211" y="210794"/>
                </a:lnTo>
                <a:lnTo>
                  <a:pt x="56587" y="203491"/>
                </a:lnTo>
                <a:lnTo>
                  <a:pt x="56600" y="228128"/>
                </a:lnTo>
                <a:lnTo>
                  <a:pt x="32097" y="224398"/>
                </a:lnTo>
                <a:lnTo>
                  <a:pt x="22141" y="243245"/>
                </a:lnTo>
                <a:lnTo>
                  <a:pt x="35324" y="253595"/>
                </a:lnTo>
                <a:lnTo>
                  <a:pt x="0" y="269357"/>
                </a:lnTo>
                <a:lnTo>
                  <a:pt x="6813" y="301354"/>
                </a:lnTo>
                <a:lnTo>
                  <a:pt x="27570" y="271853"/>
                </a:lnTo>
                <a:lnTo>
                  <a:pt x="31963" y="300440"/>
                </a:lnTo>
                <a:lnTo>
                  <a:pt x="84030" y="312112"/>
                </a:lnTo>
                <a:lnTo>
                  <a:pt x="78787" y="323827"/>
                </a:lnTo>
                <a:lnTo>
                  <a:pt x="115240" y="347635"/>
                </a:lnTo>
                <a:lnTo>
                  <a:pt x="108663" y="360335"/>
                </a:lnTo>
                <a:lnTo>
                  <a:pt x="122076" y="356754"/>
                </a:lnTo>
                <a:lnTo>
                  <a:pt x="121611" y="376394"/>
                </a:lnTo>
                <a:lnTo>
                  <a:pt x="152668" y="321326"/>
                </a:lnTo>
                <a:lnTo>
                  <a:pt x="133291" y="267378"/>
                </a:lnTo>
                <a:lnTo>
                  <a:pt x="152473" y="242397"/>
                </a:lnTo>
                <a:lnTo>
                  <a:pt x="150655" y="223160"/>
                </a:lnTo>
                <a:lnTo>
                  <a:pt x="179839" y="207985"/>
                </a:lnTo>
                <a:lnTo>
                  <a:pt x="188870" y="142153"/>
                </a:lnTo>
                <a:lnTo>
                  <a:pt x="218680" y="134940"/>
                </a:lnTo>
                <a:lnTo>
                  <a:pt x="234912" y="110783"/>
                </a:lnTo>
                <a:lnTo>
                  <a:pt x="197231" y="104176"/>
                </a:lnTo>
                <a:lnTo>
                  <a:pt x="179740" y="80070"/>
                </a:lnTo>
                <a:lnTo>
                  <a:pt x="181899" y="54997"/>
                </a:lnTo>
                <a:lnTo>
                  <a:pt x="121298" y="0"/>
                </a:lnTo>
                <a:lnTo>
                  <a:pt x="93744" y="51666"/>
                </a:lnTo>
                <a:lnTo>
                  <a:pt x="111138" y="59420"/>
                </a:lnTo>
                <a:lnTo>
                  <a:pt x="105390" y="80991"/>
                </a:lnTo>
                <a:lnTo>
                  <a:pt x="89436" y="99291"/>
                </a:lnTo>
                <a:lnTo>
                  <a:pt x="78565" y="87819"/>
                </a:lnTo>
                <a:lnTo>
                  <a:pt x="68635" y="115077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ONCEPCION"/>
          <p:cNvSpPr/>
          <p:nvPr/>
        </p:nvSpPr>
        <p:spPr>
          <a:xfrm>
            <a:off x="9401454" y="2851322"/>
            <a:ext cx="692679" cy="578121"/>
          </a:xfrm>
          <a:custGeom>
            <a:avLst/>
            <a:gdLst/>
            <a:ahLst/>
            <a:cxnLst/>
            <a:rect l="l" t="t" r="r" b="b"/>
            <a:pathLst>
              <a:path w="692679" h="578121">
                <a:moveTo>
                  <a:pt x="433951" y="86249"/>
                </a:moveTo>
                <a:lnTo>
                  <a:pt x="418632" y="83297"/>
                </a:lnTo>
                <a:lnTo>
                  <a:pt x="411453" y="65972"/>
                </a:lnTo>
                <a:lnTo>
                  <a:pt x="404383" y="74276"/>
                </a:lnTo>
                <a:lnTo>
                  <a:pt x="370605" y="56457"/>
                </a:lnTo>
                <a:lnTo>
                  <a:pt x="338563" y="68067"/>
                </a:lnTo>
                <a:lnTo>
                  <a:pt x="293143" y="50856"/>
                </a:lnTo>
                <a:lnTo>
                  <a:pt x="279987" y="67352"/>
                </a:lnTo>
                <a:lnTo>
                  <a:pt x="260741" y="54886"/>
                </a:lnTo>
                <a:lnTo>
                  <a:pt x="250157" y="65969"/>
                </a:lnTo>
                <a:lnTo>
                  <a:pt x="230081" y="60417"/>
                </a:lnTo>
                <a:lnTo>
                  <a:pt x="217934" y="46432"/>
                </a:lnTo>
                <a:lnTo>
                  <a:pt x="153508" y="37345"/>
                </a:lnTo>
                <a:lnTo>
                  <a:pt x="141870" y="4616"/>
                </a:lnTo>
                <a:lnTo>
                  <a:pt x="106257" y="3112"/>
                </a:lnTo>
                <a:lnTo>
                  <a:pt x="94323" y="20833"/>
                </a:lnTo>
                <a:lnTo>
                  <a:pt x="70292" y="27528"/>
                </a:lnTo>
                <a:lnTo>
                  <a:pt x="61344" y="15045"/>
                </a:lnTo>
                <a:lnTo>
                  <a:pt x="48238" y="21990"/>
                </a:lnTo>
                <a:lnTo>
                  <a:pt x="23434" y="15128"/>
                </a:lnTo>
                <a:lnTo>
                  <a:pt x="19132" y="0"/>
                </a:lnTo>
                <a:lnTo>
                  <a:pt x="0" y="1535"/>
                </a:lnTo>
                <a:lnTo>
                  <a:pt x="13551" y="19621"/>
                </a:lnTo>
                <a:lnTo>
                  <a:pt x="15338" y="78610"/>
                </a:lnTo>
                <a:lnTo>
                  <a:pt x="37850" y="74619"/>
                </a:lnTo>
                <a:lnTo>
                  <a:pt x="42889" y="99758"/>
                </a:lnTo>
                <a:lnTo>
                  <a:pt x="65280" y="119628"/>
                </a:lnTo>
                <a:lnTo>
                  <a:pt x="47448" y="135425"/>
                </a:lnTo>
                <a:lnTo>
                  <a:pt x="61465" y="197630"/>
                </a:lnTo>
                <a:lnTo>
                  <a:pt x="82059" y="227127"/>
                </a:lnTo>
                <a:lnTo>
                  <a:pt x="31090" y="233457"/>
                </a:lnTo>
                <a:lnTo>
                  <a:pt x="22718" y="263496"/>
                </a:lnTo>
                <a:lnTo>
                  <a:pt x="43774" y="291764"/>
                </a:lnTo>
                <a:lnTo>
                  <a:pt x="67984" y="298270"/>
                </a:lnTo>
                <a:lnTo>
                  <a:pt x="75684" y="321974"/>
                </a:lnTo>
                <a:lnTo>
                  <a:pt x="63834" y="337156"/>
                </a:lnTo>
                <a:lnTo>
                  <a:pt x="84443" y="359960"/>
                </a:lnTo>
                <a:lnTo>
                  <a:pt x="76098" y="383808"/>
                </a:lnTo>
                <a:lnTo>
                  <a:pt x="104915" y="409670"/>
                </a:lnTo>
                <a:lnTo>
                  <a:pt x="134287" y="409911"/>
                </a:lnTo>
                <a:lnTo>
                  <a:pt x="137581" y="443906"/>
                </a:lnTo>
                <a:lnTo>
                  <a:pt x="185864" y="484980"/>
                </a:lnTo>
                <a:lnTo>
                  <a:pt x="174998" y="512349"/>
                </a:lnTo>
                <a:lnTo>
                  <a:pt x="201887" y="565147"/>
                </a:lnTo>
                <a:lnTo>
                  <a:pt x="234641" y="578121"/>
                </a:lnTo>
                <a:lnTo>
                  <a:pt x="442045" y="543979"/>
                </a:lnTo>
                <a:lnTo>
                  <a:pt x="461493" y="554477"/>
                </a:lnTo>
                <a:lnTo>
                  <a:pt x="545604" y="556805"/>
                </a:lnTo>
                <a:lnTo>
                  <a:pt x="563850" y="537512"/>
                </a:lnTo>
                <a:lnTo>
                  <a:pt x="585700" y="542497"/>
                </a:lnTo>
                <a:lnTo>
                  <a:pt x="609873" y="525470"/>
                </a:lnTo>
                <a:lnTo>
                  <a:pt x="634169" y="500503"/>
                </a:lnTo>
                <a:lnTo>
                  <a:pt x="641924" y="472510"/>
                </a:lnTo>
                <a:lnTo>
                  <a:pt x="666361" y="463456"/>
                </a:lnTo>
                <a:lnTo>
                  <a:pt x="659823" y="449106"/>
                </a:lnTo>
                <a:lnTo>
                  <a:pt x="672094" y="421689"/>
                </a:lnTo>
                <a:lnTo>
                  <a:pt x="688754" y="420219"/>
                </a:lnTo>
                <a:lnTo>
                  <a:pt x="692679" y="389134"/>
                </a:lnTo>
                <a:lnTo>
                  <a:pt x="631403" y="244742"/>
                </a:lnTo>
                <a:lnTo>
                  <a:pt x="597900" y="255508"/>
                </a:lnTo>
                <a:lnTo>
                  <a:pt x="576507" y="281606"/>
                </a:lnTo>
                <a:lnTo>
                  <a:pt x="553429" y="283681"/>
                </a:lnTo>
                <a:lnTo>
                  <a:pt x="533079" y="330891"/>
                </a:lnTo>
                <a:lnTo>
                  <a:pt x="519219" y="336538"/>
                </a:lnTo>
                <a:lnTo>
                  <a:pt x="494007" y="323436"/>
                </a:lnTo>
                <a:lnTo>
                  <a:pt x="476761" y="332453"/>
                </a:lnTo>
                <a:lnTo>
                  <a:pt x="475926" y="308126"/>
                </a:lnTo>
                <a:lnTo>
                  <a:pt x="499766" y="291356"/>
                </a:lnTo>
                <a:lnTo>
                  <a:pt x="493626" y="259252"/>
                </a:lnTo>
                <a:lnTo>
                  <a:pt x="470871" y="230359"/>
                </a:lnTo>
                <a:lnTo>
                  <a:pt x="466452" y="186658"/>
                </a:lnTo>
                <a:lnTo>
                  <a:pt x="474575" y="152208"/>
                </a:lnTo>
                <a:lnTo>
                  <a:pt x="514512" y="114361"/>
                </a:lnTo>
                <a:lnTo>
                  <a:pt x="433951" y="86249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ORDILLERA"/>
          <p:cNvSpPr/>
          <p:nvPr/>
        </p:nvSpPr>
        <p:spPr>
          <a:xfrm>
            <a:off x="9592858" y="3970042"/>
            <a:ext cx="340980" cy="333730"/>
          </a:xfrm>
          <a:custGeom>
            <a:avLst/>
            <a:gdLst/>
            <a:ahLst/>
            <a:cxnLst/>
            <a:rect l="l" t="t" r="r" b="b"/>
            <a:pathLst>
              <a:path w="340980" h="333730">
                <a:moveTo>
                  <a:pt x="77807" y="32729"/>
                </a:moveTo>
                <a:lnTo>
                  <a:pt x="64721" y="36325"/>
                </a:lnTo>
                <a:lnTo>
                  <a:pt x="36602" y="89663"/>
                </a:lnTo>
                <a:lnTo>
                  <a:pt x="0" y="105549"/>
                </a:lnTo>
                <a:lnTo>
                  <a:pt x="53857" y="159706"/>
                </a:lnTo>
                <a:lnTo>
                  <a:pt x="51537" y="186640"/>
                </a:lnTo>
                <a:lnTo>
                  <a:pt x="69907" y="208392"/>
                </a:lnTo>
                <a:lnTo>
                  <a:pt x="101427" y="206478"/>
                </a:lnTo>
                <a:lnTo>
                  <a:pt x="144705" y="299631"/>
                </a:lnTo>
                <a:lnTo>
                  <a:pt x="211840" y="291992"/>
                </a:lnTo>
                <a:lnTo>
                  <a:pt x="198924" y="328140"/>
                </a:lnTo>
                <a:lnTo>
                  <a:pt x="223425" y="333730"/>
                </a:lnTo>
                <a:lnTo>
                  <a:pt x="250208" y="316344"/>
                </a:lnTo>
                <a:lnTo>
                  <a:pt x="281666" y="331386"/>
                </a:lnTo>
                <a:lnTo>
                  <a:pt x="231760" y="271970"/>
                </a:lnTo>
                <a:lnTo>
                  <a:pt x="301683" y="229835"/>
                </a:lnTo>
                <a:lnTo>
                  <a:pt x="340980" y="187592"/>
                </a:lnTo>
                <a:lnTo>
                  <a:pt x="319290" y="193958"/>
                </a:lnTo>
                <a:lnTo>
                  <a:pt x="302760" y="171949"/>
                </a:lnTo>
                <a:lnTo>
                  <a:pt x="319535" y="131118"/>
                </a:lnTo>
                <a:lnTo>
                  <a:pt x="340863" y="130833"/>
                </a:lnTo>
                <a:lnTo>
                  <a:pt x="339820" y="62442"/>
                </a:lnTo>
                <a:lnTo>
                  <a:pt x="320382" y="54603"/>
                </a:lnTo>
                <a:lnTo>
                  <a:pt x="295102" y="10338"/>
                </a:lnTo>
                <a:lnTo>
                  <a:pt x="277149" y="21210"/>
                </a:lnTo>
                <a:lnTo>
                  <a:pt x="196714" y="0"/>
                </a:lnTo>
                <a:lnTo>
                  <a:pt x="173462" y="54942"/>
                </a:lnTo>
                <a:lnTo>
                  <a:pt x="158310" y="56646"/>
                </a:lnTo>
                <a:lnTo>
                  <a:pt x="161276" y="69682"/>
                </a:lnTo>
                <a:lnTo>
                  <a:pt x="138896" y="71232"/>
                </a:lnTo>
                <a:lnTo>
                  <a:pt x="106454" y="43455"/>
                </a:lnTo>
                <a:lnTo>
                  <a:pt x="99420" y="52898"/>
                </a:lnTo>
                <a:lnTo>
                  <a:pt x="79830" y="44230"/>
                </a:lnTo>
                <a:lnTo>
                  <a:pt x="77807" y="32729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UAIRA"/>
          <p:cNvSpPr/>
          <p:nvPr/>
        </p:nvSpPr>
        <p:spPr>
          <a:xfrm>
            <a:off x="9864552" y="4262474"/>
            <a:ext cx="414292" cy="256374"/>
          </a:xfrm>
          <a:custGeom>
            <a:avLst/>
            <a:gdLst/>
            <a:ahLst/>
            <a:cxnLst/>
            <a:rect l="l" t="t" r="r" b="b"/>
            <a:pathLst>
              <a:path w="414292" h="256374">
                <a:moveTo>
                  <a:pt x="414292" y="34651"/>
                </a:moveTo>
                <a:lnTo>
                  <a:pt x="355129" y="52678"/>
                </a:lnTo>
                <a:lnTo>
                  <a:pt x="302891" y="25313"/>
                </a:lnTo>
                <a:lnTo>
                  <a:pt x="160168" y="0"/>
                </a:lnTo>
                <a:lnTo>
                  <a:pt x="126614" y="3497"/>
                </a:lnTo>
                <a:lnTo>
                  <a:pt x="100211" y="29095"/>
                </a:lnTo>
                <a:lnTo>
                  <a:pt x="79451" y="24571"/>
                </a:lnTo>
                <a:lnTo>
                  <a:pt x="28950" y="54870"/>
                </a:lnTo>
                <a:lnTo>
                  <a:pt x="21622" y="80004"/>
                </a:lnTo>
                <a:lnTo>
                  <a:pt x="30464" y="115783"/>
                </a:lnTo>
                <a:lnTo>
                  <a:pt x="51636" y="141985"/>
                </a:lnTo>
                <a:lnTo>
                  <a:pt x="52109" y="167923"/>
                </a:lnTo>
                <a:lnTo>
                  <a:pt x="0" y="156928"/>
                </a:lnTo>
                <a:lnTo>
                  <a:pt x="17090" y="188380"/>
                </a:lnTo>
                <a:lnTo>
                  <a:pt x="13623" y="230741"/>
                </a:lnTo>
                <a:lnTo>
                  <a:pt x="45176" y="256374"/>
                </a:lnTo>
                <a:lnTo>
                  <a:pt x="53710" y="246499"/>
                </a:lnTo>
                <a:lnTo>
                  <a:pt x="73053" y="252080"/>
                </a:lnTo>
                <a:lnTo>
                  <a:pt x="79216" y="224894"/>
                </a:lnTo>
                <a:lnTo>
                  <a:pt x="128291" y="232363"/>
                </a:lnTo>
                <a:lnTo>
                  <a:pt x="125236" y="186075"/>
                </a:lnTo>
                <a:lnTo>
                  <a:pt x="147026" y="187073"/>
                </a:lnTo>
                <a:lnTo>
                  <a:pt x="173557" y="166749"/>
                </a:lnTo>
                <a:lnTo>
                  <a:pt x="214055" y="200989"/>
                </a:lnTo>
                <a:lnTo>
                  <a:pt x="241091" y="184176"/>
                </a:lnTo>
                <a:lnTo>
                  <a:pt x="260018" y="132165"/>
                </a:lnTo>
                <a:lnTo>
                  <a:pt x="287630" y="116866"/>
                </a:lnTo>
                <a:lnTo>
                  <a:pt x="310628" y="126160"/>
                </a:lnTo>
                <a:lnTo>
                  <a:pt x="334686" y="96002"/>
                </a:lnTo>
                <a:lnTo>
                  <a:pt x="368563" y="85201"/>
                </a:lnTo>
                <a:lnTo>
                  <a:pt x="366460" y="62093"/>
                </a:lnTo>
                <a:lnTo>
                  <a:pt x="397390" y="71919"/>
                </a:lnTo>
                <a:lnTo>
                  <a:pt x="414292" y="3465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TAPUA"/>
          <p:cNvSpPr/>
          <p:nvPr/>
        </p:nvSpPr>
        <p:spPr>
          <a:xfrm>
            <a:off x="9813551" y="4476408"/>
            <a:ext cx="831735" cy="607413"/>
          </a:xfrm>
          <a:custGeom>
            <a:avLst/>
            <a:gdLst/>
            <a:ahLst/>
            <a:cxnLst/>
            <a:rect l="l" t="t" r="r" b="b"/>
            <a:pathLst>
              <a:path w="831735" h="607413">
                <a:moveTo>
                  <a:pt x="84056" y="256821"/>
                </a:moveTo>
                <a:lnTo>
                  <a:pt x="92988" y="427078"/>
                </a:lnTo>
                <a:lnTo>
                  <a:pt x="65147" y="463338"/>
                </a:lnTo>
                <a:lnTo>
                  <a:pt x="81795" y="504947"/>
                </a:lnTo>
                <a:lnTo>
                  <a:pt x="0" y="534992"/>
                </a:lnTo>
                <a:lnTo>
                  <a:pt x="49947" y="569522"/>
                </a:lnTo>
                <a:lnTo>
                  <a:pt x="70930" y="550930"/>
                </a:lnTo>
                <a:lnTo>
                  <a:pt x="109884" y="545384"/>
                </a:lnTo>
                <a:lnTo>
                  <a:pt x="149918" y="593056"/>
                </a:lnTo>
                <a:lnTo>
                  <a:pt x="183134" y="607413"/>
                </a:lnTo>
                <a:lnTo>
                  <a:pt x="219048" y="561886"/>
                </a:lnTo>
                <a:lnTo>
                  <a:pt x="220270" y="534383"/>
                </a:lnTo>
                <a:lnTo>
                  <a:pt x="292547" y="492745"/>
                </a:lnTo>
                <a:lnTo>
                  <a:pt x="370445" y="506071"/>
                </a:lnTo>
                <a:lnTo>
                  <a:pt x="393527" y="540040"/>
                </a:lnTo>
                <a:lnTo>
                  <a:pt x="428868" y="547409"/>
                </a:lnTo>
                <a:lnTo>
                  <a:pt x="481220" y="500022"/>
                </a:lnTo>
                <a:lnTo>
                  <a:pt x="486386" y="466833"/>
                </a:lnTo>
                <a:lnTo>
                  <a:pt x="470331" y="441687"/>
                </a:lnTo>
                <a:lnTo>
                  <a:pt x="491800" y="432432"/>
                </a:lnTo>
                <a:lnTo>
                  <a:pt x="494444" y="410749"/>
                </a:lnTo>
                <a:lnTo>
                  <a:pt x="532650" y="409271"/>
                </a:lnTo>
                <a:lnTo>
                  <a:pt x="535723" y="377018"/>
                </a:lnTo>
                <a:lnTo>
                  <a:pt x="561102" y="353684"/>
                </a:lnTo>
                <a:lnTo>
                  <a:pt x="603425" y="342344"/>
                </a:lnTo>
                <a:lnTo>
                  <a:pt x="624030" y="355156"/>
                </a:lnTo>
                <a:lnTo>
                  <a:pt x="648908" y="348464"/>
                </a:lnTo>
                <a:lnTo>
                  <a:pt x="648988" y="312714"/>
                </a:lnTo>
                <a:lnTo>
                  <a:pt x="680857" y="286043"/>
                </a:lnTo>
                <a:lnTo>
                  <a:pt x="715872" y="280808"/>
                </a:lnTo>
                <a:lnTo>
                  <a:pt x="722857" y="238653"/>
                </a:lnTo>
                <a:lnTo>
                  <a:pt x="770548" y="233741"/>
                </a:lnTo>
                <a:lnTo>
                  <a:pt x="781311" y="211440"/>
                </a:lnTo>
                <a:lnTo>
                  <a:pt x="775410" y="178729"/>
                </a:lnTo>
                <a:lnTo>
                  <a:pt x="810731" y="143295"/>
                </a:lnTo>
                <a:lnTo>
                  <a:pt x="831735" y="88020"/>
                </a:lnTo>
                <a:lnTo>
                  <a:pt x="815141" y="54922"/>
                </a:lnTo>
                <a:lnTo>
                  <a:pt x="812783" y="66216"/>
                </a:lnTo>
                <a:lnTo>
                  <a:pt x="789158" y="63561"/>
                </a:lnTo>
                <a:lnTo>
                  <a:pt x="774028" y="40807"/>
                </a:lnTo>
                <a:lnTo>
                  <a:pt x="766266" y="48383"/>
                </a:lnTo>
                <a:lnTo>
                  <a:pt x="747606" y="33071"/>
                </a:lnTo>
                <a:lnTo>
                  <a:pt x="738726" y="43420"/>
                </a:lnTo>
                <a:lnTo>
                  <a:pt x="733701" y="36197"/>
                </a:lnTo>
                <a:lnTo>
                  <a:pt x="732244" y="55370"/>
                </a:lnTo>
                <a:lnTo>
                  <a:pt x="719089" y="47409"/>
                </a:lnTo>
                <a:lnTo>
                  <a:pt x="719448" y="59293"/>
                </a:lnTo>
                <a:lnTo>
                  <a:pt x="687191" y="52555"/>
                </a:lnTo>
                <a:lnTo>
                  <a:pt x="675585" y="61044"/>
                </a:lnTo>
                <a:lnTo>
                  <a:pt x="648985" y="46072"/>
                </a:lnTo>
                <a:lnTo>
                  <a:pt x="603651" y="58003"/>
                </a:lnTo>
                <a:lnTo>
                  <a:pt x="580923" y="16771"/>
                </a:lnTo>
                <a:lnTo>
                  <a:pt x="583116" y="0"/>
                </a:lnTo>
                <a:lnTo>
                  <a:pt x="571711" y="10402"/>
                </a:lnTo>
                <a:lnTo>
                  <a:pt x="567098" y="71504"/>
                </a:lnTo>
                <a:lnTo>
                  <a:pt x="555265" y="88132"/>
                </a:lnTo>
                <a:lnTo>
                  <a:pt x="512293" y="87268"/>
                </a:lnTo>
                <a:lnTo>
                  <a:pt x="515624" y="104371"/>
                </a:lnTo>
                <a:lnTo>
                  <a:pt x="491554" y="111307"/>
                </a:lnTo>
                <a:lnTo>
                  <a:pt x="479307" y="131640"/>
                </a:lnTo>
                <a:lnTo>
                  <a:pt x="446781" y="107633"/>
                </a:lnTo>
                <a:lnTo>
                  <a:pt x="401453" y="119474"/>
                </a:lnTo>
                <a:lnTo>
                  <a:pt x="362081" y="170560"/>
                </a:lnTo>
                <a:lnTo>
                  <a:pt x="323946" y="170644"/>
                </a:lnTo>
                <a:lnTo>
                  <a:pt x="317761" y="184199"/>
                </a:lnTo>
                <a:lnTo>
                  <a:pt x="308167" y="174641"/>
                </a:lnTo>
                <a:lnTo>
                  <a:pt x="291676" y="187294"/>
                </a:lnTo>
                <a:lnTo>
                  <a:pt x="285584" y="216457"/>
                </a:lnTo>
                <a:lnTo>
                  <a:pt x="261628" y="232817"/>
                </a:lnTo>
                <a:lnTo>
                  <a:pt x="261431" y="250734"/>
                </a:lnTo>
                <a:lnTo>
                  <a:pt x="232251" y="245282"/>
                </a:lnTo>
                <a:lnTo>
                  <a:pt x="146447" y="284434"/>
                </a:lnTo>
                <a:lnTo>
                  <a:pt x="84056" y="25682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MISIONES"/>
          <p:cNvSpPr/>
          <p:nvPr/>
        </p:nvSpPr>
        <p:spPr>
          <a:xfrm>
            <a:off x="9494381" y="4591633"/>
            <a:ext cx="412158" cy="448714"/>
          </a:xfrm>
          <a:custGeom>
            <a:avLst/>
            <a:gdLst/>
            <a:ahLst/>
            <a:cxnLst/>
            <a:rect l="l" t="t" r="r" b="b"/>
            <a:pathLst>
              <a:path w="412158" h="448714">
                <a:moveTo>
                  <a:pt x="332747" y="66740"/>
                </a:moveTo>
                <a:lnTo>
                  <a:pt x="310167" y="34476"/>
                </a:lnTo>
                <a:lnTo>
                  <a:pt x="291266" y="42783"/>
                </a:lnTo>
                <a:lnTo>
                  <a:pt x="292968" y="29355"/>
                </a:lnTo>
                <a:lnTo>
                  <a:pt x="276830" y="14250"/>
                </a:lnTo>
                <a:lnTo>
                  <a:pt x="241325" y="0"/>
                </a:lnTo>
                <a:lnTo>
                  <a:pt x="212910" y="14334"/>
                </a:lnTo>
                <a:lnTo>
                  <a:pt x="195258" y="48998"/>
                </a:lnTo>
                <a:lnTo>
                  <a:pt x="183230" y="45419"/>
                </a:lnTo>
                <a:lnTo>
                  <a:pt x="190064" y="65658"/>
                </a:lnTo>
                <a:lnTo>
                  <a:pt x="177770" y="85528"/>
                </a:lnTo>
                <a:lnTo>
                  <a:pt x="123592" y="98372"/>
                </a:lnTo>
                <a:lnTo>
                  <a:pt x="109672" y="78703"/>
                </a:lnTo>
                <a:lnTo>
                  <a:pt x="87901" y="76952"/>
                </a:lnTo>
                <a:lnTo>
                  <a:pt x="86832" y="65362"/>
                </a:lnTo>
                <a:lnTo>
                  <a:pt x="54325" y="63072"/>
                </a:lnTo>
                <a:lnTo>
                  <a:pt x="25386" y="37062"/>
                </a:lnTo>
                <a:lnTo>
                  <a:pt x="29643" y="22448"/>
                </a:lnTo>
                <a:lnTo>
                  <a:pt x="12961" y="19190"/>
                </a:lnTo>
                <a:lnTo>
                  <a:pt x="10263" y="4701"/>
                </a:lnTo>
                <a:lnTo>
                  <a:pt x="0" y="9606"/>
                </a:lnTo>
                <a:lnTo>
                  <a:pt x="38318" y="167617"/>
                </a:lnTo>
                <a:lnTo>
                  <a:pt x="116935" y="276915"/>
                </a:lnTo>
                <a:lnTo>
                  <a:pt x="208631" y="296719"/>
                </a:lnTo>
                <a:lnTo>
                  <a:pt x="149176" y="421287"/>
                </a:lnTo>
                <a:lnTo>
                  <a:pt x="190094" y="441978"/>
                </a:lnTo>
                <a:lnTo>
                  <a:pt x="253620" y="448714"/>
                </a:lnTo>
                <a:lnTo>
                  <a:pt x="301734" y="419243"/>
                </a:lnTo>
                <a:lnTo>
                  <a:pt x="353835" y="414624"/>
                </a:lnTo>
                <a:lnTo>
                  <a:pt x="400938" y="389795"/>
                </a:lnTo>
                <a:lnTo>
                  <a:pt x="384317" y="348113"/>
                </a:lnTo>
                <a:lnTo>
                  <a:pt x="412158" y="311853"/>
                </a:lnTo>
                <a:lnTo>
                  <a:pt x="401993" y="140205"/>
                </a:lnTo>
                <a:lnTo>
                  <a:pt x="411802" y="117790"/>
                </a:lnTo>
                <a:lnTo>
                  <a:pt x="348663" y="99669"/>
                </a:lnTo>
                <a:lnTo>
                  <a:pt x="348075" y="77557"/>
                </a:lnTo>
                <a:lnTo>
                  <a:pt x="332747" y="6674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ARAGUARI"/>
          <p:cNvSpPr/>
          <p:nvPr/>
        </p:nvSpPr>
        <p:spPr>
          <a:xfrm>
            <a:off x="9492061" y="4196411"/>
            <a:ext cx="424600" cy="493594"/>
          </a:xfrm>
          <a:custGeom>
            <a:avLst/>
            <a:gdLst/>
            <a:ahLst/>
            <a:cxnLst/>
            <a:rect l="l" t="t" r="r" b="b"/>
            <a:pathLst>
              <a:path w="424600" h="493594">
                <a:moveTo>
                  <a:pt x="206144" y="0"/>
                </a:moveTo>
                <a:lnTo>
                  <a:pt x="160135" y="18403"/>
                </a:lnTo>
                <a:lnTo>
                  <a:pt x="151104" y="84235"/>
                </a:lnTo>
                <a:lnTo>
                  <a:pt x="124974" y="94535"/>
                </a:lnTo>
                <a:lnTo>
                  <a:pt x="123738" y="118647"/>
                </a:lnTo>
                <a:lnTo>
                  <a:pt x="104556" y="143628"/>
                </a:lnTo>
                <a:lnTo>
                  <a:pt x="124300" y="195295"/>
                </a:lnTo>
                <a:lnTo>
                  <a:pt x="92876" y="252644"/>
                </a:lnTo>
                <a:lnTo>
                  <a:pt x="101039" y="309532"/>
                </a:lnTo>
                <a:lnTo>
                  <a:pt x="93819" y="302783"/>
                </a:lnTo>
                <a:lnTo>
                  <a:pt x="62593" y="317657"/>
                </a:lnTo>
                <a:lnTo>
                  <a:pt x="25741" y="366732"/>
                </a:lnTo>
                <a:lnTo>
                  <a:pt x="19555" y="394711"/>
                </a:lnTo>
                <a:lnTo>
                  <a:pt x="9594" y="386074"/>
                </a:lnTo>
                <a:lnTo>
                  <a:pt x="0" y="397297"/>
                </a:lnTo>
                <a:lnTo>
                  <a:pt x="31963" y="417670"/>
                </a:lnTo>
                <a:lnTo>
                  <a:pt x="27706" y="432284"/>
                </a:lnTo>
                <a:lnTo>
                  <a:pt x="56645" y="458294"/>
                </a:lnTo>
                <a:lnTo>
                  <a:pt x="89152" y="460584"/>
                </a:lnTo>
                <a:lnTo>
                  <a:pt x="90221" y="472174"/>
                </a:lnTo>
                <a:lnTo>
                  <a:pt x="111992" y="473925"/>
                </a:lnTo>
                <a:lnTo>
                  <a:pt x="125912" y="493594"/>
                </a:lnTo>
                <a:lnTo>
                  <a:pt x="180090" y="480750"/>
                </a:lnTo>
                <a:lnTo>
                  <a:pt x="192384" y="460880"/>
                </a:lnTo>
                <a:lnTo>
                  <a:pt x="185550" y="440641"/>
                </a:lnTo>
                <a:lnTo>
                  <a:pt x="197578" y="444220"/>
                </a:lnTo>
                <a:lnTo>
                  <a:pt x="215230" y="409556"/>
                </a:lnTo>
                <a:lnTo>
                  <a:pt x="243645" y="395222"/>
                </a:lnTo>
                <a:lnTo>
                  <a:pt x="279150" y="409472"/>
                </a:lnTo>
                <a:lnTo>
                  <a:pt x="295288" y="424577"/>
                </a:lnTo>
                <a:lnTo>
                  <a:pt x="293586" y="438005"/>
                </a:lnTo>
                <a:lnTo>
                  <a:pt x="312487" y="429698"/>
                </a:lnTo>
                <a:lnTo>
                  <a:pt x="335255" y="461918"/>
                </a:lnTo>
                <a:lnTo>
                  <a:pt x="367728" y="413063"/>
                </a:lnTo>
                <a:lnTo>
                  <a:pt x="395057" y="339579"/>
                </a:lnTo>
                <a:lnTo>
                  <a:pt x="416677" y="323238"/>
                </a:lnTo>
                <a:lnTo>
                  <a:pt x="386114" y="296804"/>
                </a:lnTo>
                <a:lnTo>
                  <a:pt x="389581" y="254443"/>
                </a:lnTo>
                <a:lnTo>
                  <a:pt x="372491" y="222991"/>
                </a:lnTo>
                <a:lnTo>
                  <a:pt x="424600" y="233986"/>
                </a:lnTo>
                <a:lnTo>
                  <a:pt x="424127" y="208048"/>
                </a:lnTo>
                <a:lnTo>
                  <a:pt x="402955" y="181846"/>
                </a:lnTo>
                <a:lnTo>
                  <a:pt x="394113" y="146067"/>
                </a:lnTo>
                <a:lnTo>
                  <a:pt x="401441" y="120933"/>
                </a:lnTo>
                <a:lnTo>
                  <a:pt x="351005" y="89975"/>
                </a:lnTo>
                <a:lnTo>
                  <a:pt x="324222" y="107361"/>
                </a:lnTo>
                <a:lnTo>
                  <a:pt x="299721" y="101771"/>
                </a:lnTo>
                <a:lnTo>
                  <a:pt x="312637" y="65623"/>
                </a:lnTo>
                <a:lnTo>
                  <a:pt x="245502" y="73262"/>
                </a:lnTo>
                <a:lnTo>
                  <a:pt x="230248" y="50679"/>
                </a:lnTo>
                <a:lnTo>
                  <a:pt x="229660" y="21849"/>
                </a:lnTo>
                <a:lnTo>
                  <a:pt x="206144" y="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PRESIDENTE HAYES"/>
          <p:cNvSpPr/>
          <p:nvPr/>
        </p:nvSpPr>
        <p:spPr>
          <a:xfrm>
            <a:off x="8363083" y="2848523"/>
            <a:ext cx="1352121" cy="1328228"/>
          </a:xfrm>
          <a:custGeom>
            <a:avLst/>
            <a:gdLst/>
            <a:ahLst/>
            <a:cxnLst/>
            <a:rect l="l" t="t" r="r" b="b"/>
            <a:pathLst>
              <a:path w="1352121" h="1328228">
                <a:moveTo>
                  <a:pt x="1193987" y="1275804"/>
                </a:moveTo>
                <a:lnTo>
                  <a:pt x="1216033" y="1225724"/>
                </a:lnTo>
                <a:lnTo>
                  <a:pt x="1266377" y="1211182"/>
                </a:lnTo>
                <a:lnTo>
                  <a:pt x="1297648" y="1154295"/>
                </a:lnTo>
                <a:lnTo>
                  <a:pt x="1326080" y="1155312"/>
                </a:lnTo>
                <a:lnTo>
                  <a:pt x="1296035" y="1119091"/>
                </a:lnTo>
                <a:lnTo>
                  <a:pt x="1321347" y="1086465"/>
                </a:lnTo>
                <a:lnTo>
                  <a:pt x="1321986" y="1063090"/>
                </a:lnTo>
                <a:lnTo>
                  <a:pt x="1344590" y="1059243"/>
                </a:lnTo>
                <a:lnTo>
                  <a:pt x="1349097" y="1030315"/>
                </a:lnTo>
                <a:lnTo>
                  <a:pt x="1335205" y="1010411"/>
                </a:lnTo>
                <a:lnTo>
                  <a:pt x="1347573" y="993848"/>
                </a:lnTo>
                <a:lnTo>
                  <a:pt x="1335346" y="976173"/>
                </a:lnTo>
                <a:lnTo>
                  <a:pt x="1352121" y="961705"/>
                </a:lnTo>
                <a:lnTo>
                  <a:pt x="1330941" y="873292"/>
                </a:lnTo>
                <a:lnTo>
                  <a:pt x="1303579" y="837949"/>
                </a:lnTo>
                <a:lnTo>
                  <a:pt x="1330477" y="814435"/>
                </a:lnTo>
                <a:lnTo>
                  <a:pt x="1309443" y="796624"/>
                </a:lnTo>
                <a:lnTo>
                  <a:pt x="1329057" y="781571"/>
                </a:lnTo>
                <a:lnTo>
                  <a:pt x="1318086" y="773234"/>
                </a:lnTo>
                <a:lnTo>
                  <a:pt x="1322203" y="760175"/>
                </a:lnTo>
                <a:lnTo>
                  <a:pt x="1294526" y="742356"/>
                </a:lnTo>
                <a:lnTo>
                  <a:pt x="1313361" y="729144"/>
                </a:lnTo>
                <a:lnTo>
                  <a:pt x="1304974" y="716120"/>
                </a:lnTo>
                <a:lnTo>
                  <a:pt x="1313665" y="693432"/>
                </a:lnTo>
                <a:lnTo>
                  <a:pt x="1304250" y="687151"/>
                </a:lnTo>
                <a:lnTo>
                  <a:pt x="1312201" y="672713"/>
                </a:lnTo>
                <a:lnTo>
                  <a:pt x="1251797" y="639385"/>
                </a:lnTo>
                <a:lnTo>
                  <a:pt x="1231560" y="591744"/>
                </a:lnTo>
                <a:lnTo>
                  <a:pt x="1240015" y="555510"/>
                </a:lnTo>
                <a:lnTo>
                  <a:pt x="1213369" y="515148"/>
                </a:lnTo>
                <a:lnTo>
                  <a:pt x="1224235" y="487779"/>
                </a:lnTo>
                <a:lnTo>
                  <a:pt x="1175952" y="446705"/>
                </a:lnTo>
                <a:lnTo>
                  <a:pt x="1172658" y="412710"/>
                </a:lnTo>
                <a:lnTo>
                  <a:pt x="1143286" y="412469"/>
                </a:lnTo>
                <a:lnTo>
                  <a:pt x="1114469" y="386607"/>
                </a:lnTo>
                <a:lnTo>
                  <a:pt x="1122814" y="362759"/>
                </a:lnTo>
                <a:lnTo>
                  <a:pt x="1102205" y="339955"/>
                </a:lnTo>
                <a:lnTo>
                  <a:pt x="1114055" y="324773"/>
                </a:lnTo>
                <a:lnTo>
                  <a:pt x="1106355" y="301069"/>
                </a:lnTo>
                <a:lnTo>
                  <a:pt x="1082145" y="294563"/>
                </a:lnTo>
                <a:lnTo>
                  <a:pt x="1058785" y="259438"/>
                </a:lnTo>
                <a:lnTo>
                  <a:pt x="1069461" y="236256"/>
                </a:lnTo>
                <a:lnTo>
                  <a:pt x="1120461" y="234238"/>
                </a:lnTo>
                <a:lnTo>
                  <a:pt x="1099836" y="200429"/>
                </a:lnTo>
                <a:lnTo>
                  <a:pt x="1089429" y="130303"/>
                </a:lnTo>
                <a:lnTo>
                  <a:pt x="966776" y="110737"/>
                </a:lnTo>
                <a:lnTo>
                  <a:pt x="936538" y="41853"/>
                </a:lnTo>
                <a:lnTo>
                  <a:pt x="588953" y="29037"/>
                </a:lnTo>
                <a:lnTo>
                  <a:pt x="527168" y="0"/>
                </a:lnTo>
                <a:lnTo>
                  <a:pt x="538752" y="38172"/>
                </a:lnTo>
                <a:lnTo>
                  <a:pt x="435450" y="105247"/>
                </a:lnTo>
                <a:lnTo>
                  <a:pt x="426171" y="118634"/>
                </a:lnTo>
                <a:lnTo>
                  <a:pt x="431045" y="142569"/>
                </a:lnTo>
                <a:lnTo>
                  <a:pt x="399227" y="142568"/>
                </a:lnTo>
                <a:lnTo>
                  <a:pt x="399091" y="158389"/>
                </a:lnTo>
                <a:lnTo>
                  <a:pt x="386070" y="158379"/>
                </a:lnTo>
                <a:lnTo>
                  <a:pt x="384364" y="182058"/>
                </a:lnTo>
                <a:lnTo>
                  <a:pt x="301319" y="300907"/>
                </a:lnTo>
                <a:lnTo>
                  <a:pt x="307516" y="401695"/>
                </a:lnTo>
                <a:lnTo>
                  <a:pt x="257572" y="574163"/>
                </a:lnTo>
                <a:lnTo>
                  <a:pt x="216671" y="590389"/>
                </a:lnTo>
                <a:lnTo>
                  <a:pt x="79601" y="606374"/>
                </a:lnTo>
                <a:lnTo>
                  <a:pt x="68320" y="622068"/>
                </a:lnTo>
                <a:lnTo>
                  <a:pt x="40973" y="614438"/>
                </a:lnTo>
                <a:lnTo>
                  <a:pt x="42326" y="657255"/>
                </a:lnTo>
                <a:lnTo>
                  <a:pt x="0" y="694260"/>
                </a:lnTo>
                <a:lnTo>
                  <a:pt x="4488" y="719032"/>
                </a:lnTo>
                <a:lnTo>
                  <a:pt x="34513" y="740509"/>
                </a:lnTo>
                <a:lnTo>
                  <a:pt x="72953" y="745513"/>
                </a:lnTo>
                <a:lnTo>
                  <a:pt x="74155" y="762071"/>
                </a:lnTo>
                <a:lnTo>
                  <a:pt x="127826" y="769849"/>
                </a:lnTo>
                <a:lnTo>
                  <a:pt x="154926" y="793363"/>
                </a:lnTo>
                <a:lnTo>
                  <a:pt x="194836" y="799716"/>
                </a:lnTo>
                <a:lnTo>
                  <a:pt x="266957" y="783385"/>
                </a:lnTo>
                <a:lnTo>
                  <a:pt x="292644" y="792545"/>
                </a:lnTo>
                <a:lnTo>
                  <a:pt x="487195" y="914719"/>
                </a:lnTo>
                <a:lnTo>
                  <a:pt x="507420" y="945592"/>
                </a:lnTo>
                <a:lnTo>
                  <a:pt x="525178" y="951171"/>
                </a:lnTo>
                <a:lnTo>
                  <a:pt x="533517" y="975476"/>
                </a:lnTo>
                <a:lnTo>
                  <a:pt x="616299" y="1030206"/>
                </a:lnTo>
                <a:lnTo>
                  <a:pt x="674082" y="1048176"/>
                </a:lnTo>
                <a:lnTo>
                  <a:pt x="735442" y="1092813"/>
                </a:lnTo>
                <a:lnTo>
                  <a:pt x="765526" y="1093571"/>
                </a:lnTo>
                <a:lnTo>
                  <a:pt x="785401" y="1116765"/>
                </a:lnTo>
                <a:lnTo>
                  <a:pt x="822452" y="1112562"/>
                </a:lnTo>
                <a:lnTo>
                  <a:pt x="859542" y="1128678"/>
                </a:lnTo>
                <a:lnTo>
                  <a:pt x="911709" y="1185088"/>
                </a:lnTo>
                <a:lnTo>
                  <a:pt x="952124" y="1155419"/>
                </a:lnTo>
                <a:lnTo>
                  <a:pt x="1010198" y="1203456"/>
                </a:lnTo>
                <a:lnTo>
                  <a:pt x="1033571" y="1199203"/>
                </a:lnTo>
                <a:lnTo>
                  <a:pt x="1039182" y="1218180"/>
                </a:lnTo>
                <a:lnTo>
                  <a:pt x="1087337" y="1218043"/>
                </a:lnTo>
                <a:lnTo>
                  <a:pt x="1096477" y="1238340"/>
                </a:lnTo>
                <a:lnTo>
                  <a:pt x="1127555" y="1256701"/>
                </a:lnTo>
                <a:lnTo>
                  <a:pt x="1125318" y="1274205"/>
                </a:lnTo>
                <a:lnTo>
                  <a:pt x="1158369" y="1328228"/>
                </a:lnTo>
                <a:lnTo>
                  <a:pt x="1158986" y="1298547"/>
                </a:lnTo>
                <a:lnTo>
                  <a:pt x="1193987" y="1275804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AN PEDRO"/>
          <p:cNvSpPr/>
          <p:nvPr/>
        </p:nvSpPr>
        <p:spPr>
          <a:xfrm>
            <a:off x="9594643" y="3348276"/>
            <a:ext cx="658763" cy="692998"/>
          </a:xfrm>
          <a:custGeom>
            <a:avLst/>
            <a:gdLst/>
            <a:ahLst/>
            <a:cxnLst/>
            <a:rect l="l" t="t" r="r" b="b"/>
            <a:pathLst>
              <a:path w="658763" h="692998">
                <a:moveTo>
                  <a:pt x="9849" y="68234"/>
                </a:moveTo>
                <a:lnTo>
                  <a:pt x="0" y="91991"/>
                </a:lnTo>
                <a:lnTo>
                  <a:pt x="20237" y="139632"/>
                </a:lnTo>
                <a:lnTo>
                  <a:pt x="80641" y="172960"/>
                </a:lnTo>
                <a:lnTo>
                  <a:pt x="72690" y="187398"/>
                </a:lnTo>
                <a:lnTo>
                  <a:pt x="82105" y="193679"/>
                </a:lnTo>
                <a:lnTo>
                  <a:pt x="73414" y="216367"/>
                </a:lnTo>
                <a:lnTo>
                  <a:pt x="81801" y="229391"/>
                </a:lnTo>
                <a:lnTo>
                  <a:pt x="62966" y="242603"/>
                </a:lnTo>
                <a:lnTo>
                  <a:pt x="90643" y="260422"/>
                </a:lnTo>
                <a:lnTo>
                  <a:pt x="86526" y="273481"/>
                </a:lnTo>
                <a:lnTo>
                  <a:pt x="97497" y="281818"/>
                </a:lnTo>
                <a:lnTo>
                  <a:pt x="77883" y="296871"/>
                </a:lnTo>
                <a:lnTo>
                  <a:pt x="98917" y="314682"/>
                </a:lnTo>
                <a:lnTo>
                  <a:pt x="72019" y="338196"/>
                </a:lnTo>
                <a:lnTo>
                  <a:pt x="99381" y="373539"/>
                </a:lnTo>
                <a:lnTo>
                  <a:pt x="120561" y="461952"/>
                </a:lnTo>
                <a:lnTo>
                  <a:pt x="103786" y="476420"/>
                </a:lnTo>
                <a:lnTo>
                  <a:pt x="116013" y="494095"/>
                </a:lnTo>
                <a:lnTo>
                  <a:pt x="103645" y="510658"/>
                </a:lnTo>
                <a:lnTo>
                  <a:pt x="117537" y="530562"/>
                </a:lnTo>
                <a:lnTo>
                  <a:pt x="113030" y="559490"/>
                </a:lnTo>
                <a:lnTo>
                  <a:pt x="90426" y="563337"/>
                </a:lnTo>
                <a:lnTo>
                  <a:pt x="89787" y="586712"/>
                </a:lnTo>
                <a:lnTo>
                  <a:pt x="64475" y="619338"/>
                </a:lnTo>
                <a:lnTo>
                  <a:pt x="95455" y="649246"/>
                </a:lnTo>
                <a:lnTo>
                  <a:pt x="91049" y="659089"/>
                </a:lnTo>
                <a:lnTo>
                  <a:pt x="76022" y="654495"/>
                </a:lnTo>
                <a:lnTo>
                  <a:pt x="78045" y="665996"/>
                </a:lnTo>
                <a:lnTo>
                  <a:pt x="97635" y="674664"/>
                </a:lnTo>
                <a:lnTo>
                  <a:pt x="104484" y="665151"/>
                </a:lnTo>
                <a:lnTo>
                  <a:pt x="137111" y="692998"/>
                </a:lnTo>
                <a:lnTo>
                  <a:pt x="159878" y="691356"/>
                </a:lnTo>
                <a:lnTo>
                  <a:pt x="156525" y="678412"/>
                </a:lnTo>
                <a:lnTo>
                  <a:pt x="171677" y="676708"/>
                </a:lnTo>
                <a:lnTo>
                  <a:pt x="194929" y="621766"/>
                </a:lnTo>
                <a:lnTo>
                  <a:pt x="275364" y="642976"/>
                </a:lnTo>
                <a:lnTo>
                  <a:pt x="293317" y="632104"/>
                </a:lnTo>
                <a:lnTo>
                  <a:pt x="319027" y="676778"/>
                </a:lnTo>
                <a:lnTo>
                  <a:pt x="354770" y="686862"/>
                </a:lnTo>
                <a:lnTo>
                  <a:pt x="403622" y="649620"/>
                </a:lnTo>
                <a:lnTo>
                  <a:pt x="474628" y="661150"/>
                </a:lnTo>
                <a:lnTo>
                  <a:pt x="444486" y="607468"/>
                </a:lnTo>
                <a:lnTo>
                  <a:pt x="453174" y="590514"/>
                </a:lnTo>
                <a:lnTo>
                  <a:pt x="494167" y="660359"/>
                </a:lnTo>
                <a:lnTo>
                  <a:pt x="501168" y="650136"/>
                </a:lnTo>
                <a:lnTo>
                  <a:pt x="514871" y="658022"/>
                </a:lnTo>
                <a:lnTo>
                  <a:pt x="537740" y="648937"/>
                </a:lnTo>
                <a:lnTo>
                  <a:pt x="554633" y="618404"/>
                </a:lnTo>
                <a:lnTo>
                  <a:pt x="605161" y="629132"/>
                </a:lnTo>
                <a:lnTo>
                  <a:pt x="633294" y="612188"/>
                </a:lnTo>
                <a:lnTo>
                  <a:pt x="653240" y="614817"/>
                </a:lnTo>
                <a:lnTo>
                  <a:pt x="658763" y="597728"/>
                </a:lnTo>
                <a:lnTo>
                  <a:pt x="607585" y="588774"/>
                </a:lnTo>
                <a:lnTo>
                  <a:pt x="538339" y="458682"/>
                </a:lnTo>
                <a:lnTo>
                  <a:pt x="502357" y="436303"/>
                </a:lnTo>
                <a:lnTo>
                  <a:pt x="500907" y="402063"/>
                </a:lnTo>
                <a:lnTo>
                  <a:pt x="484087" y="378872"/>
                </a:lnTo>
                <a:lnTo>
                  <a:pt x="493888" y="326601"/>
                </a:lnTo>
                <a:lnTo>
                  <a:pt x="542766" y="288818"/>
                </a:lnTo>
                <a:lnTo>
                  <a:pt x="556458" y="291573"/>
                </a:lnTo>
                <a:lnTo>
                  <a:pt x="537611" y="207439"/>
                </a:lnTo>
                <a:lnTo>
                  <a:pt x="557808" y="174839"/>
                </a:lnTo>
                <a:lnTo>
                  <a:pt x="539922" y="117471"/>
                </a:lnTo>
                <a:lnTo>
                  <a:pt x="529727" y="107937"/>
                </a:lnTo>
                <a:lnTo>
                  <a:pt x="525295" y="119549"/>
                </a:lnTo>
                <a:lnTo>
                  <a:pt x="505536" y="120232"/>
                </a:lnTo>
                <a:lnTo>
                  <a:pt x="497467" y="103781"/>
                </a:lnTo>
                <a:lnTo>
                  <a:pt x="485341" y="59641"/>
                </a:lnTo>
                <a:lnTo>
                  <a:pt x="486882" y="0"/>
                </a:lnTo>
                <a:lnTo>
                  <a:pt x="439229" y="8108"/>
                </a:lnTo>
                <a:lnTo>
                  <a:pt x="392754" y="45420"/>
                </a:lnTo>
                <a:lnTo>
                  <a:pt x="375736" y="38322"/>
                </a:lnTo>
                <a:lnTo>
                  <a:pt x="352415" y="59851"/>
                </a:lnTo>
                <a:lnTo>
                  <a:pt x="268304" y="57523"/>
                </a:lnTo>
                <a:lnTo>
                  <a:pt x="248856" y="47025"/>
                </a:lnTo>
                <a:lnTo>
                  <a:pt x="41452" y="81167"/>
                </a:lnTo>
                <a:lnTo>
                  <a:pt x="9849" y="68234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ÑEEMBUCU"/>
          <p:cNvSpPr/>
          <p:nvPr/>
        </p:nvSpPr>
        <p:spPr>
          <a:xfrm>
            <a:off x="9152941" y="4344509"/>
            <a:ext cx="550071" cy="679428"/>
          </a:xfrm>
          <a:custGeom>
            <a:avLst/>
            <a:gdLst/>
            <a:ahLst/>
            <a:cxnLst/>
            <a:rect l="l" t="t" r="r" b="b"/>
            <a:pathLst>
              <a:path w="550071" h="679428">
                <a:moveTo>
                  <a:pt x="341440" y="256730"/>
                </a:moveTo>
                <a:lnTo>
                  <a:pt x="344730" y="239241"/>
                </a:lnTo>
                <a:lnTo>
                  <a:pt x="356274" y="247140"/>
                </a:lnTo>
                <a:lnTo>
                  <a:pt x="365099" y="237813"/>
                </a:lnTo>
                <a:lnTo>
                  <a:pt x="364861" y="218634"/>
                </a:lnTo>
                <a:lnTo>
                  <a:pt x="401713" y="169559"/>
                </a:lnTo>
                <a:lnTo>
                  <a:pt x="432939" y="154685"/>
                </a:lnTo>
                <a:lnTo>
                  <a:pt x="438694" y="163138"/>
                </a:lnTo>
                <a:lnTo>
                  <a:pt x="435541" y="141585"/>
                </a:lnTo>
                <a:lnTo>
                  <a:pt x="443703" y="140316"/>
                </a:lnTo>
                <a:lnTo>
                  <a:pt x="432727" y="85256"/>
                </a:lnTo>
                <a:lnTo>
                  <a:pt x="419123" y="88794"/>
                </a:lnTo>
                <a:lnTo>
                  <a:pt x="425625" y="75787"/>
                </a:lnTo>
                <a:lnTo>
                  <a:pt x="392558" y="56013"/>
                </a:lnTo>
                <a:lnTo>
                  <a:pt x="394415" y="40264"/>
                </a:lnTo>
                <a:lnTo>
                  <a:pt x="340068" y="26706"/>
                </a:lnTo>
                <a:lnTo>
                  <a:pt x="337896" y="0"/>
                </a:lnTo>
                <a:lnTo>
                  <a:pt x="322725" y="12087"/>
                </a:lnTo>
                <a:lnTo>
                  <a:pt x="324128" y="27019"/>
                </a:lnTo>
                <a:lnTo>
                  <a:pt x="296662" y="39444"/>
                </a:lnTo>
                <a:lnTo>
                  <a:pt x="305172" y="58538"/>
                </a:lnTo>
                <a:lnTo>
                  <a:pt x="285087" y="77572"/>
                </a:lnTo>
                <a:lnTo>
                  <a:pt x="299881" y="96468"/>
                </a:lnTo>
                <a:lnTo>
                  <a:pt x="239582" y="136463"/>
                </a:lnTo>
                <a:lnTo>
                  <a:pt x="212638" y="141007"/>
                </a:lnTo>
                <a:lnTo>
                  <a:pt x="202893" y="169046"/>
                </a:lnTo>
                <a:lnTo>
                  <a:pt x="186715" y="167977"/>
                </a:lnTo>
                <a:lnTo>
                  <a:pt x="206996" y="187366"/>
                </a:lnTo>
                <a:lnTo>
                  <a:pt x="185008" y="201775"/>
                </a:lnTo>
                <a:lnTo>
                  <a:pt x="186636" y="234235"/>
                </a:lnTo>
                <a:lnTo>
                  <a:pt x="163480" y="255629"/>
                </a:lnTo>
                <a:lnTo>
                  <a:pt x="178854" y="278444"/>
                </a:lnTo>
                <a:lnTo>
                  <a:pt x="160009" y="284909"/>
                </a:lnTo>
                <a:lnTo>
                  <a:pt x="174849" y="355837"/>
                </a:lnTo>
                <a:lnTo>
                  <a:pt x="149509" y="356182"/>
                </a:lnTo>
                <a:lnTo>
                  <a:pt x="153488" y="399372"/>
                </a:lnTo>
                <a:lnTo>
                  <a:pt x="112922" y="425164"/>
                </a:lnTo>
                <a:lnTo>
                  <a:pt x="125972" y="445892"/>
                </a:lnTo>
                <a:lnTo>
                  <a:pt x="60586" y="469227"/>
                </a:lnTo>
                <a:lnTo>
                  <a:pt x="71624" y="495879"/>
                </a:lnTo>
                <a:lnTo>
                  <a:pt x="53280" y="500911"/>
                </a:lnTo>
                <a:lnTo>
                  <a:pt x="56651" y="525005"/>
                </a:lnTo>
                <a:lnTo>
                  <a:pt x="40290" y="513964"/>
                </a:lnTo>
                <a:lnTo>
                  <a:pt x="39333" y="542883"/>
                </a:lnTo>
                <a:lnTo>
                  <a:pt x="4506" y="552220"/>
                </a:lnTo>
                <a:lnTo>
                  <a:pt x="0" y="574481"/>
                </a:lnTo>
                <a:lnTo>
                  <a:pt x="24200" y="591309"/>
                </a:lnTo>
                <a:lnTo>
                  <a:pt x="19016" y="623792"/>
                </a:lnTo>
                <a:lnTo>
                  <a:pt x="147586" y="603369"/>
                </a:lnTo>
                <a:lnTo>
                  <a:pt x="181888" y="611994"/>
                </a:lnTo>
                <a:lnTo>
                  <a:pt x="236313" y="604286"/>
                </a:lnTo>
                <a:lnTo>
                  <a:pt x="279748" y="620782"/>
                </a:lnTo>
                <a:lnTo>
                  <a:pt x="293775" y="612062"/>
                </a:lnTo>
                <a:lnTo>
                  <a:pt x="312185" y="633823"/>
                </a:lnTo>
                <a:lnTo>
                  <a:pt x="364322" y="637951"/>
                </a:lnTo>
                <a:lnTo>
                  <a:pt x="432827" y="679428"/>
                </a:lnTo>
                <a:lnTo>
                  <a:pt x="490616" y="668411"/>
                </a:lnTo>
                <a:lnTo>
                  <a:pt x="550071" y="543843"/>
                </a:lnTo>
                <a:lnTo>
                  <a:pt x="458375" y="524039"/>
                </a:lnTo>
                <a:lnTo>
                  <a:pt x="379758" y="414741"/>
                </a:lnTo>
                <a:lnTo>
                  <a:pt x="341440" y="25673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Legend swatch 1"/>
          <p:cNvSpPr/>
          <p:nvPr/>
        </p:nvSpPr>
        <p:spPr>
          <a:xfrm>
            <a:off x="6967728" y="5138928"/>
            <a:ext cx="164592" cy="164592"/>
          </a:xfrm>
          <a:prstGeom prst="rect">
            <a:avLst/>
          </a:prstGeom>
          <a:solidFill>
            <a:srgbClr val="6E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Legend label 1"/>
          <p:cNvSpPr txBox="1"/>
          <p:nvPr/>
        </p:nvSpPr>
        <p:spPr>
          <a:xfrm>
            <a:off x="7223759" y="5097780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High: &gt;15% wildlife mgmt (est.)</a:t>
            </a:r>
          </a:p>
        </p:txBody>
      </p:sp>
      <p:sp>
        <p:nvSpPr>
          <p:cNvPr id="56" name="Legend swatch 2"/>
          <p:cNvSpPr/>
          <p:nvPr/>
        </p:nvSpPr>
        <p:spPr>
          <a:xfrm>
            <a:off x="6967728" y="5495544"/>
            <a:ext cx="164592" cy="164592"/>
          </a:xfrm>
          <a:prstGeom prst="rect">
            <a:avLst/>
          </a:prstGeom>
          <a:solidFill>
            <a:srgbClr val="AD8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Legend label 2"/>
          <p:cNvSpPr txBox="1"/>
          <p:nvPr/>
        </p:nvSpPr>
        <p:spPr>
          <a:xfrm>
            <a:off x="7223759" y="5454396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Medium: 5-15% wildlife mgmt (est.)</a:t>
            </a:r>
          </a:p>
        </p:txBody>
      </p:sp>
      <p:sp>
        <p:nvSpPr>
          <p:cNvPr id="58" name="Legend swatch 3"/>
          <p:cNvSpPr/>
          <p:nvPr/>
        </p:nvSpPr>
        <p:spPr>
          <a:xfrm>
            <a:off x="6967728" y="5852160"/>
            <a:ext cx="164592" cy="164592"/>
          </a:xfrm>
          <a:prstGeom prst="rect">
            <a:avLst/>
          </a:prstGeom>
          <a:solidFill>
            <a:srgbClr val="E7D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Legend label 3"/>
          <p:cNvSpPr txBox="1"/>
          <p:nvPr/>
        </p:nvSpPr>
        <p:spPr>
          <a:xfrm>
            <a:off x="7223759" y="5811012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Low: &lt;5% wildlife mgmt (est.)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 · INFRASTRUCTURE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Infrastructure — hydropower surplus but rising domestic demand; grid upgrades urgent</a:t>
            </a:r>
            <a:endParaRPr lang="en-US" sz="1700"/>
          </a:p>
        </p:txBody>
      </p:sp>
      <p:sp>
        <p:nvSpPr>
          <p:cNvPr id="4" name="Shape 2"/>
          <p:cNvSpPr/>
          <p:nvPr/>
        </p:nvSpPr>
        <p:spPr>
          <a:xfrm>
            <a:off x="512064" y="1005840"/>
            <a:ext cx="50292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99.5%</a:t>
            </a:r>
            <a:endParaRPr lang="en-US" sz="1900"/>
          </a:p>
        </p:txBody>
      </p:sp>
      <p:sp>
        <p:nvSpPr>
          <p:cNvPr id="8" name="Text 6"/>
          <p:cNvSpPr/>
          <p:nvPr/>
        </p:nvSpPr>
        <p:spPr>
          <a:xfrm>
            <a:off x="61264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Electricity access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61264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Rural gaps in Chaco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0604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1576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</a:t>
            </a:r>
            <a:endParaRPr lang="en-US" sz="1900"/>
          </a:p>
        </p:txBody>
      </p:sp>
      <p:sp>
        <p:nvSpPr>
          <p:cNvPr id="13" name="Text 11"/>
          <p:cNvSpPr/>
          <p:nvPr/>
        </p:nvSpPr>
        <p:spPr>
          <a:xfrm>
            <a:off x="271576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Renewable share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271576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Itaipú + Yacyretá hydro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470916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916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1888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+26%</a:t>
            </a:r>
            <a:endParaRPr lang="en-US" sz="1900"/>
          </a:p>
        </p:txBody>
      </p:sp>
      <p:sp>
        <p:nvSpPr>
          <p:cNvPr id="18" name="Text 16"/>
          <p:cNvSpPr/>
          <p:nvPr/>
        </p:nvSpPr>
        <p:spPr>
          <a:xfrm>
            <a:off x="481888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Itaipú supply 2025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481888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Record 25,500 GWh to ANDE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502920" y="24323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INSIGHTS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658368" y="2688336"/>
            <a:ext cx="5989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Paraguay produces 100% renewable electricity from hydropower but domestic demand is rising fast, straining surplus.</a:t>
            </a:r>
            <a:endParaRPr lang="en-US" sz="120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Itaipú provides ~90% of electricity consumed and sets record supply to ANDE in 2025; new Brazil deal enables market sales.</a:t>
            </a:r>
            <a:endParaRPr lang="en-US" sz="120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Grid ageing and 31% distribution losses require $5bn investment by 2030 to avoid blackouts.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502920" y="4663440"/>
            <a:ext cx="6172200" cy="1591056"/>
          </a:xfrm>
          <a:prstGeom prst="rect">
            <a:avLst/>
          </a:prstGeom>
          <a:solidFill>
            <a:srgbClr val="F4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2920" y="4663440"/>
            <a:ext cx="45720" cy="1591056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4944" y="47548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POTENTIAL INTERVENTIONS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713232" y="502920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932688" y="502920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Grid modernisation: reduce 31% distribution losses.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713232" y="539496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932688" y="539496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Off-grid solar for remote Chaco communities.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713232" y="576072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932688" y="576072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Diversify generation mix: solar, biomass complement hydro.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6903720" y="12070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Electricity access (%)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6903720" y="146304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WB Tracking SDG7 pattern (est.)</a:t>
            </a:r>
            <a:endParaRPr lang="en-US" sz="1200"/>
          </a:p>
        </p:txBody>
      </p:sp>
      <p:sp>
        <p:nvSpPr>
          <p:cNvPr id="34" name="Shape 31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World Bank/ESMAP · ANDE · Itaipú · Energy Policy 2024</a:t>
            </a:r>
            <a:endParaRPr lang="en-US" sz="1200"/>
          </a:p>
        </p:txBody>
      </p:sp>
      <p:sp>
        <p:nvSpPr>
          <p:cNvPr id="36" name="Text 33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14 / 23</a:t>
            </a:r>
            <a:endParaRPr lang="en-US" sz="1200"/>
          </a:p>
        </p:txBody>
      </p:sp>
      <p:sp>
        <p:nvSpPr>
          <p:cNvPr id="33" name="ALTO PARAGUAY"/>
          <p:cNvSpPr/>
          <p:nvPr/>
        </p:nvSpPr>
        <p:spPr>
          <a:xfrm>
            <a:off x="7940272" y="1719071"/>
            <a:ext cx="1525949" cy="1259453"/>
          </a:xfrm>
          <a:custGeom>
            <a:avLst/>
            <a:gdLst/>
            <a:ahLst/>
            <a:cxnLst/>
            <a:rect l="l" t="t" r="r" b="b"/>
            <a:pathLst>
              <a:path w="1525949" h="1259453">
                <a:moveTo>
                  <a:pt x="1461182" y="1133786"/>
                </a:moveTo>
                <a:lnTo>
                  <a:pt x="1455257" y="1113883"/>
                </a:lnTo>
                <a:lnTo>
                  <a:pt x="1471211" y="1100636"/>
                </a:lnTo>
                <a:lnTo>
                  <a:pt x="1477468" y="1058820"/>
                </a:lnTo>
                <a:lnTo>
                  <a:pt x="1490729" y="1051543"/>
                </a:lnTo>
                <a:lnTo>
                  <a:pt x="1471354" y="1038447"/>
                </a:lnTo>
                <a:lnTo>
                  <a:pt x="1492474" y="1006758"/>
                </a:lnTo>
                <a:lnTo>
                  <a:pt x="1478350" y="994203"/>
                </a:lnTo>
                <a:lnTo>
                  <a:pt x="1501867" y="972621"/>
                </a:lnTo>
                <a:lnTo>
                  <a:pt x="1483406" y="958102"/>
                </a:lnTo>
                <a:lnTo>
                  <a:pt x="1490183" y="931848"/>
                </a:lnTo>
                <a:lnTo>
                  <a:pt x="1470504" y="906228"/>
                </a:lnTo>
                <a:lnTo>
                  <a:pt x="1512781" y="829107"/>
                </a:lnTo>
                <a:lnTo>
                  <a:pt x="1487754" y="806959"/>
                </a:lnTo>
                <a:lnTo>
                  <a:pt x="1513051" y="785320"/>
                </a:lnTo>
                <a:lnTo>
                  <a:pt x="1507455" y="712165"/>
                </a:lnTo>
                <a:lnTo>
                  <a:pt x="1525949" y="669659"/>
                </a:lnTo>
                <a:lnTo>
                  <a:pt x="1508860" y="672153"/>
                </a:lnTo>
                <a:lnTo>
                  <a:pt x="1485590" y="653356"/>
                </a:lnTo>
                <a:lnTo>
                  <a:pt x="1512637" y="626403"/>
                </a:lnTo>
                <a:lnTo>
                  <a:pt x="1496857" y="607842"/>
                </a:lnTo>
                <a:lnTo>
                  <a:pt x="1472823" y="609288"/>
                </a:lnTo>
                <a:lnTo>
                  <a:pt x="1482470" y="590771"/>
                </a:lnTo>
                <a:lnTo>
                  <a:pt x="1508010" y="591610"/>
                </a:lnTo>
                <a:lnTo>
                  <a:pt x="1506933" y="582175"/>
                </a:lnTo>
                <a:lnTo>
                  <a:pt x="1487712" y="557322"/>
                </a:lnTo>
                <a:lnTo>
                  <a:pt x="1463541" y="572498"/>
                </a:lnTo>
                <a:lnTo>
                  <a:pt x="1469698" y="549222"/>
                </a:lnTo>
                <a:lnTo>
                  <a:pt x="1454039" y="536959"/>
                </a:lnTo>
                <a:lnTo>
                  <a:pt x="1460360" y="516323"/>
                </a:lnTo>
                <a:lnTo>
                  <a:pt x="1451380" y="496847"/>
                </a:lnTo>
                <a:lnTo>
                  <a:pt x="1458979" y="464578"/>
                </a:lnTo>
                <a:lnTo>
                  <a:pt x="1426280" y="436506"/>
                </a:lnTo>
                <a:lnTo>
                  <a:pt x="1423857" y="392301"/>
                </a:lnTo>
                <a:lnTo>
                  <a:pt x="1398610" y="393440"/>
                </a:lnTo>
                <a:lnTo>
                  <a:pt x="1413252" y="365883"/>
                </a:lnTo>
                <a:lnTo>
                  <a:pt x="1396072" y="358012"/>
                </a:lnTo>
                <a:lnTo>
                  <a:pt x="1406971" y="336615"/>
                </a:lnTo>
                <a:lnTo>
                  <a:pt x="1378913" y="269029"/>
                </a:lnTo>
                <a:lnTo>
                  <a:pt x="1383449" y="232549"/>
                </a:lnTo>
                <a:lnTo>
                  <a:pt x="1397346" y="218139"/>
                </a:lnTo>
                <a:lnTo>
                  <a:pt x="1370944" y="196779"/>
                </a:lnTo>
                <a:lnTo>
                  <a:pt x="1061480" y="0"/>
                </a:lnTo>
                <a:lnTo>
                  <a:pt x="723234" y="2108"/>
                </a:lnTo>
                <a:lnTo>
                  <a:pt x="490040" y="67485"/>
                </a:lnTo>
                <a:lnTo>
                  <a:pt x="69315" y="139428"/>
                </a:lnTo>
                <a:lnTo>
                  <a:pt x="0" y="324088"/>
                </a:lnTo>
                <a:lnTo>
                  <a:pt x="75789" y="327105"/>
                </a:lnTo>
                <a:lnTo>
                  <a:pt x="112431" y="356863"/>
                </a:lnTo>
                <a:lnTo>
                  <a:pt x="759672" y="543449"/>
                </a:lnTo>
                <a:lnTo>
                  <a:pt x="756927" y="608923"/>
                </a:lnTo>
                <a:lnTo>
                  <a:pt x="801019" y="708427"/>
                </a:lnTo>
                <a:lnTo>
                  <a:pt x="801517" y="774834"/>
                </a:lnTo>
                <a:lnTo>
                  <a:pt x="820843" y="833427"/>
                </a:lnTo>
                <a:lnTo>
                  <a:pt x="762316" y="874486"/>
                </a:lnTo>
                <a:lnTo>
                  <a:pt x="732320" y="1120648"/>
                </a:lnTo>
                <a:lnTo>
                  <a:pt x="931900" y="1121468"/>
                </a:lnTo>
                <a:lnTo>
                  <a:pt x="1011764" y="1158489"/>
                </a:lnTo>
                <a:lnTo>
                  <a:pt x="1359349" y="1171305"/>
                </a:lnTo>
                <a:lnTo>
                  <a:pt x="1389587" y="1240189"/>
                </a:lnTo>
                <a:lnTo>
                  <a:pt x="1521952" y="1259453"/>
                </a:lnTo>
                <a:lnTo>
                  <a:pt x="1500004" y="1207915"/>
                </a:lnTo>
                <a:lnTo>
                  <a:pt x="1475780" y="1209521"/>
                </a:lnTo>
                <a:lnTo>
                  <a:pt x="1474892" y="1152688"/>
                </a:lnTo>
                <a:lnTo>
                  <a:pt x="1461182" y="113378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LTO PARANA"/>
          <p:cNvSpPr/>
          <p:nvPr/>
        </p:nvSpPr>
        <p:spPr>
          <a:xfrm>
            <a:off x="10309688" y="3821280"/>
            <a:ext cx="448032" cy="721804"/>
          </a:xfrm>
          <a:custGeom>
            <a:avLst/>
            <a:gdLst/>
            <a:ahLst/>
            <a:cxnLst/>
            <a:rect l="l" t="t" r="r" b="b"/>
            <a:pathLst>
              <a:path w="448032" h="721804">
                <a:moveTo>
                  <a:pt x="46326" y="438261"/>
                </a:moveTo>
                <a:lnTo>
                  <a:pt x="56009" y="464751"/>
                </a:lnTo>
                <a:lnTo>
                  <a:pt x="27357" y="488060"/>
                </a:lnTo>
                <a:lnTo>
                  <a:pt x="0" y="616357"/>
                </a:lnTo>
                <a:lnTo>
                  <a:pt x="52426" y="616988"/>
                </a:lnTo>
                <a:lnTo>
                  <a:pt x="58752" y="631915"/>
                </a:lnTo>
                <a:lnTo>
                  <a:pt x="75663" y="613447"/>
                </a:lnTo>
                <a:lnTo>
                  <a:pt x="91271" y="634772"/>
                </a:lnTo>
                <a:lnTo>
                  <a:pt x="109511" y="632907"/>
                </a:lnTo>
                <a:lnTo>
                  <a:pt x="111579" y="649359"/>
                </a:lnTo>
                <a:lnTo>
                  <a:pt x="93426" y="653229"/>
                </a:lnTo>
                <a:lnTo>
                  <a:pt x="84786" y="671899"/>
                </a:lnTo>
                <a:lnTo>
                  <a:pt x="119097" y="716812"/>
                </a:lnTo>
                <a:lnTo>
                  <a:pt x="151579" y="701228"/>
                </a:lnTo>
                <a:lnTo>
                  <a:pt x="179448" y="716172"/>
                </a:lnTo>
                <a:lnTo>
                  <a:pt x="191054" y="707683"/>
                </a:lnTo>
                <a:lnTo>
                  <a:pt x="223311" y="714421"/>
                </a:lnTo>
                <a:lnTo>
                  <a:pt x="222952" y="702537"/>
                </a:lnTo>
                <a:lnTo>
                  <a:pt x="236107" y="710498"/>
                </a:lnTo>
                <a:lnTo>
                  <a:pt x="237564" y="691325"/>
                </a:lnTo>
                <a:lnTo>
                  <a:pt x="242589" y="698548"/>
                </a:lnTo>
                <a:lnTo>
                  <a:pt x="251414" y="688198"/>
                </a:lnTo>
                <a:lnTo>
                  <a:pt x="306672" y="721804"/>
                </a:lnTo>
                <a:lnTo>
                  <a:pt x="311123" y="713268"/>
                </a:lnTo>
                <a:lnTo>
                  <a:pt x="316892" y="721097"/>
                </a:lnTo>
                <a:lnTo>
                  <a:pt x="314433" y="710502"/>
                </a:lnTo>
                <a:lnTo>
                  <a:pt x="326576" y="720552"/>
                </a:lnTo>
                <a:lnTo>
                  <a:pt x="344837" y="708120"/>
                </a:lnTo>
                <a:lnTo>
                  <a:pt x="326518" y="680928"/>
                </a:lnTo>
                <a:lnTo>
                  <a:pt x="337451" y="655003"/>
                </a:lnTo>
                <a:lnTo>
                  <a:pt x="324008" y="616996"/>
                </a:lnTo>
                <a:lnTo>
                  <a:pt x="349539" y="608449"/>
                </a:lnTo>
                <a:lnTo>
                  <a:pt x="345134" y="583363"/>
                </a:lnTo>
                <a:lnTo>
                  <a:pt x="358187" y="550618"/>
                </a:lnTo>
                <a:lnTo>
                  <a:pt x="332073" y="489944"/>
                </a:lnTo>
                <a:lnTo>
                  <a:pt x="360475" y="480318"/>
                </a:lnTo>
                <a:lnTo>
                  <a:pt x="346354" y="395845"/>
                </a:lnTo>
                <a:lnTo>
                  <a:pt x="421552" y="277540"/>
                </a:lnTo>
                <a:lnTo>
                  <a:pt x="406812" y="237977"/>
                </a:lnTo>
                <a:lnTo>
                  <a:pt x="428299" y="133291"/>
                </a:lnTo>
                <a:lnTo>
                  <a:pt x="448032" y="93794"/>
                </a:lnTo>
                <a:lnTo>
                  <a:pt x="422316" y="82383"/>
                </a:lnTo>
                <a:lnTo>
                  <a:pt x="408702" y="99532"/>
                </a:lnTo>
                <a:lnTo>
                  <a:pt x="368399" y="86383"/>
                </a:lnTo>
                <a:lnTo>
                  <a:pt x="332790" y="96436"/>
                </a:lnTo>
                <a:lnTo>
                  <a:pt x="332927" y="77367"/>
                </a:lnTo>
                <a:lnTo>
                  <a:pt x="316398" y="86804"/>
                </a:lnTo>
                <a:lnTo>
                  <a:pt x="289399" y="69785"/>
                </a:lnTo>
                <a:lnTo>
                  <a:pt x="264090" y="79914"/>
                </a:lnTo>
                <a:lnTo>
                  <a:pt x="242355" y="62011"/>
                </a:lnTo>
                <a:lnTo>
                  <a:pt x="236684" y="39567"/>
                </a:lnTo>
                <a:lnTo>
                  <a:pt x="165902" y="27078"/>
                </a:lnTo>
                <a:lnTo>
                  <a:pt x="154919" y="1473"/>
                </a:lnTo>
                <a:lnTo>
                  <a:pt x="147303" y="0"/>
                </a:lnTo>
                <a:lnTo>
                  <a:pt x="145720" y="21386"/>
                </a:lnTo>
                <a:lnTo>
                  <a:pt x="102358" y="20816"/>
                </a:lnTo>
                <a:lnTo>
                  <a:pt x="74580" y="150191"/>
                </a:lnTo>
                <a:lnTo>
                  <a:pt x="81017" y="199488"/>
                </a:lnTo>
                <a:lnTo>
                  <a:pt x="100185" y="227914"/>
                </a:lnTo>
                <a:lnTo>
                  <a:pt x="132894" y="229699"/>
                </a:lnTo>
                <a:lnTo>
                  <a:pt x="146569" y="253043"/>
                </a:lnTo>
                <a:lnTo>
                  <a:pt x="201133" y="290943"/>
                </a:lnTo>
                <a:lnTo>
                  <a:pt x="194188" y="303759"/>
                </a:lnTo>
                <a:lnTo>
                  <a:pt x="217728" y="313488"/>
                </a:lnTo>
                <a:lnTo>
                  <a:pt x="217985" y="340630"/>
                </a:lnTo>
                <a:lnTo>
                  <a:pt x="233304" y="360813"/>
                </a:lnTo>
                <a:lnTo>
                  <a:pt x="201635" y="368844"/>
                </a:lnTo>
                <a:lnTo>
                  <a:pt x="185920" y="339809"/>
                </a:lnTo>
                <a:lnTo>
                  <a:pt x="150839" y="344134"/>
                </a:lnTo>
                <a:lnTo>
                  <a:pt x="96974" y="314314"/>
                </a:lnTo>
                <a:lnTo>
                  <a:pt x="82621" y="348168"/>
                </a:lnTo>
                <a:lnTo>
                  <a:pt x="64036" y="358971"/>
                </a:lnTo>
                <a:lnTo>
                  <a:pt x="46326" y="438261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MAMBAY"/>
          <p:cNvSpPr/>
          <p:nvPr/>
        </p:nvSpPr>
        <p:spPr>
          <a:xfrm>
            <a:off x="9835405" y="2847877"/>
            <a:ext cx="491502" cy="711361"/>
          </a:xfrm>
          <a:custGeom>
            <a:avLst/>
            <a:gdLst/>
            <a:ahLst/>
            <a:cxnLst/>
            <a:rect l="l" t="t" r="r" b="b"/>
            <a:pathLst>
              <a:path w="491502" h="711361">
                <a:moveTo>
                  <a:pt x="190336" y="515056"/>
                </a:moveTo>
                <a:lnTo>
                  <a:pt x="246237" y="500548"/>
                </a:lnTo>
                <a:lnTo>
                  <a:pt x="244579" y="560040"/>
                </a:lnTo>
                <a:lnTo>
                  <a:pt x="256705" y="604180"/>
                </a:lnTo>
                <a:lnTo>
                  <a:pt x="264774" y="620631"/>
                </a:lnTo>
                <a:lnTo>
                  <a:pt x="284533" y="619948"/>
                </a:lnTo>
                <a:lnTo>
                  <a:pt x="288965" y="608336"/>
                </a:lnTo>
                <a:lnTo>
                  <a:pt x="315211" y="646126"/>
                </a:lnTo>
                <a:lnTo>
                  <a:pt x="317012" y="675828"/>
                </a:lnTo>
                <a:lnTo>
                  <a:pt x="300722" y="711361"/>
                </a:lnTo>
                <a:lnTo>
                  <a:pt x="345795" y="707705"/>
                </a:lnTo>
                <a:lnTo>
                  <a:pt x="412584" y="643875"/>
                </a:lnTo>
                <a:lnTo>
                  <a:pt x="456050" y="639567"/>
                </a:lnTo>
                <a:lnTo>
                  <a:pt x="476646" y="593508"/>
                </a:lnTo>
                <a:lnTo>
                  <a:pt x="470135" y="568189"/>
                </a:lnTo>
                <a:lnTo>
                  <a:pt x="491502" y="528335"/>
                </a:lnTo>
                <a:lnTo>
                  <a:pt x="472464" y="503300"/>
                </a:lnTo>
                <a:lnTo>
                  <a:pt x="484514" y="455078"/>
                </a:lnTo>
                <a:lnTo>
                  <a:pt x="477454" y="437946"/>
                </a:lnTo>
                <a:lnTo>
                  <a:pt x="457340" y="435735"/>
                </a:lnTo>
                <a:lnTo>
                  <a:pt x="431416" y="315438"/>
                </a:lnTo>
                <a:lnTo>
                  <a:pt x="449226" y="280855"/>
                </a:lnTo>
                <a:lnTo>
                  <a:pt x="450553" y="235289"/>
                </a:lnTo>
                <a:lnTo>
                  <a:pt x="404471" y="182712"/>
                </a:lnTo>
                <a:lnTo>
                  <a:pt x="401404" y="125424"/>
                </a:lnTo>
                <a:lnTo>
                  <a:pt x="385680" y="124900"/>
                </a:lnTo>
                <a:lnTo>
                  <a:pt x="361780" y="83307"/>
                </a:lnTo>
                <a:lnTo>
                  <a:pt x="229106" y="82415"/>
                </a:lnTo>
                <a:lnTo>
                  <a:pt x="171571" y="38508"/>
                </a:lnTo>
                <a:lnTo>
                  <a:pt x="160872" y="0"/>
                </a:lnTo>
                <a:lnTo>
                  <a:pt x="140539" y="761"/>
                </a:lnTo>
                <a:lnTo>
                  <a:pt x="118440" y="8723"/>
                </a:lnTo>
                <a:lnTo>
                  <a:pt x="100180" y="49405"/>
                </a:lnTo>
                <a:lnTo>
                  <a:pt x="70370" y="76453"/>
                </a:lnTo>
                <a:lnTo>
                  <a:pt x="45565" y="57704"/>
                </a:lnTo>
                <a:lnTo>
                  <a:pt x="39264" y="77114"/>
                </a:lnTo>
                <a:lnTo>
                  <a:pt x="29382" y="65324"/>
                </a:lnTo>
                <a:lnTo>
                  <a:pt x="18359" y="75338"/>
                </a:lnTo>
                <a:lnTo>
                  <a:pt x="12186" y="68002"/>
                </a:lnTo>
                <a:lnTo>
                  <a:pt x="0" y="89694"/>
                </a:lnTo>
                <a:lnTo>
                  <a:pt x="80561" y="117806"/>
                </a:lnTo>
                <a:lnTo>
                  <a:pt x="40624" y="155653"/>
                </a:lnTo>
                <a:lnTo>
                  <a:pt x="32501" y="190103"/>
                </a:lnTo>
                <a:lnTo>
                  <a:pt x="36920" y="233804"/>
                </a:lnTo>
                <a:lnTo>
                  <a:pt x="59675" y="262697"/>
                </a:lnTo>
                <a:lnTo>
                  <a:pt x="65815" y="294801"/>
                </a:lnTo>
                <a:lnTo>
                  <a:pt x="41975" y="311571"/>
                </a:lnTo>
                <a:lnTo>
                  <a:pt x="43647" y="336943"/>
                </a:lnTo>
                <a:lnTo>
                  <a:pt x="60056" y="326881"/>
                </a:lnTo>
                <a:lnTo>
                  <a:pt x="85268" y="339983"/>
                </a:lnTo>
                <a:lnTo>
                  <a:pt x="99128" y="334336"/>
                </a:lnTo>
                <a:lnTo>
                  <a:pt x="119478" y="287126"/>
                </a:lnTo>
                <a:lnTo>
                  <a:pt x="142556" y="285051"/>
                </a:lnTo>
                <a:lnTo>
                  <a:pt x="163949" y="258953"/>
                </a:lnTo>
                <a:lnTo>
                  <a:pt x="197712" y="248460"/>
                </a:lnTo>
                <a:lnTo>
                  <a:pt x="260410" y="403171"/>
                </a:lnTo>
                <a:lnTo>
                  <a:pt x="254474" y="424173"/>
                </a:lnTo>
                <a:lnTo>
                  <a:pt x="240399" y="423096"/>
                </a:lnTo>
                <a:lnTo>
                  <a:pt x="239342" y="440133"/>
                </a:lnTo>
                <a:lnTo>
                  <a:pt x="229980" y="440636"/>
                </a:lnTo>
                <a:lnTo>
                  <a:pt x="232410" y="466901"/>
                </a:lnTo>
                <a:lnTo>
                  <a:pt x="204700" y="479658"/>
                </a:lnTo>
                <a:lnTo>
                  <a:pt x="190336" y="51505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SUNCION"/>
          <p:cNvSpPr/>
          <p:nvPr/>
        </p:nvSpPr>
        <p:spPr>
          <a:xfrm>
            <a:off x="9522069" y="4124327"/>
            <a:ext cx="52024" cy="63411"/>
          </a:xfrm>
          <a:custGeom>
            <a:avLst/>
            <a:gdLst/>
            <a:ahLst/>
            <a:cxnLst/>
            <a:rect l="l" t="t" r="r" b="b"/>
            <a:pathLst>
              <a:path w="52024" h="63411">
                <a:moveTo>
                  <a:pt x="9892" y="63411"/>
                </a:moveTo>
                <a:lnTo>
                  <a:pt x="20101" y="35905"/>
                </a:lnTo>
                <a:lnTo>
                  <a:pt x="30693" y="47625"/>
                </a:lnTo>
                <a:lnTo>
                  <a:pt x="40376" y="38902"/>
                </a:lnTo>
                <a:lnTo>
                  <a:pt x="52024" y="7302"/>
                </a:lnTo>
                <a:lnTo>
                  <a:pt x="35001" y="0"/>
                </a:lnTo>
                <a:lnTo>
                  <a:pt x="0" y="22743"/>
                </a:lnTo>
                <a:lnTo>
                  <a:pt x="9892" y="63411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OQUERON"/>
          <p:cNvSpPr/>
          <p:nvPr/>
        </p:nvSpPr>
        <p:spPr>
          <a:xfrm>
            <a:off x="7671706" y="2043159"/>
            <a:ext cx="1230129" cy="1538800"/>
          </a:xfrm>
          <a:custGeom>
            <a:avLst/>
            <a:gdLst/>
            <a:ahLst/>
            <a:cxnLst/>
            <a:rect l="l" t="t" r="r" b="b"/>
            <a:pathLst>
              <a:path w="1230129" h="1538800">
                <a:moveTo>
                  <a:pt x="1218545" y="805364"/>
                </a:moveTo>
                <a:lnTo>
                  <a:pt x="1000886" y="796560"/>
                </a:lnTo>
                <a:lnTo>
                  <a:pt x="1030882" y="550398"/>
                </a:lnTo>
                <a:lnTo>
                  <a:pt x="1089409" y="509339"/>
                </a:lnTo>
                <a:lnTo>
                  <a:pt x="1070083" y="450746"/>
                </a:lnTo>
                <a:lnTo>
                  <a:pt x="1069585" y="384339"/>
                </a:lnTo>
                <a:lnTo>
                  <a:pt x="1025493" y="284835"/>
                </a:lnTo>
                <a:lnTo>
                  <a:pt x="1028238" y="219361"/>
                </a:lnTo>
                <a:lnTo>
                  <a:pt x="380997" y="32775"/>
                </a:lnTo>
                <a:lnTo>
                  <a:pt x="344355" y="3017"/>
                </a:lnTo>
                <a:lnTo>
                  <a:pt x="268566" y="0"/>
                </a:lnTo>
                <a:lnTo>
                  <a:pt x="140496" y="192036"/>
                </a:lnTo>
                <a:lnTo>
                  <a:pt x="142244" y="392747"/>
                </a:lnTo>
                <a:lnTo>
                  <a:pt x="0" y="876392"/>
                </a:lnTo>
                <a:lnTo>
                  <a:pt x="1629" y="895962"/>
                </a:lnTo>
                <a:lnTo>
                  <a:pt x="30590" y="905954"/>
                </a:lnTo>
                <a:lnTo>
                  <a:pt x="38861" y="926023"/>
                </a:lnTo>
                <a:lnTo>
                  <a:pt x="63301" y="926813"/>
                </a:lnTo>
                <a:lnTo>
                  <a:pt x="99150" y="968973"/>
                </a:lnTo>
                <a:lnTo>
                  <a:pt x="109069" y="957402"/>
                </a:lnTo>
                <a:lnTo>
                  <a:pt x="113756" y="969427"/>
                </a:lnTo>
                <a:lnTo>
                  <a:pt x="133276" y="968298"/>
                </a:lnTo>
                <a:lnTo>
                  <a:pt x="129504" y="984874"/>
                </a:lnTo>
                <a:lnTo>
                  <a:pt x="156571" y="997084"/>
                </a:lnTo>
                <a:lnTo>
                  <a:pt x="142326" y="1018572"/>
                </a:lnTo>
                <a:lnTo>
                  <a:pt x="164285" y="1038163"/>
                </a:lnTo>
                <a:lnTo>
                  <a:pt x="162652" y="1059834"/>
                </a:lnTo>
                <a:lnTo>
                  <a:pt x="217777" y="1114695"/>
                </a:lnTo>
                <a:lnTo>
                  <a:pt x="228674" y="1150075"/>
                </a:lnTo>
                <a:lnTo>
                  <a:pt x="239837" y="1150874"/>
                </a:lnTo>
                <a:lnTo>
                  <a:pt x="236770" y="1177259"/>
                </a:lnTo>
                <a:lnTo>
                  <a:pt x="326602" y="1244181"/>
                </a:lnTo>
                <a:lnTo>
                  <a:pt x="338316" y="1277232"/>
                </a:lnTo>
                <a:lnTo>
                  <a:pt x="421929" y="1320785"/>
                </a:lnTo>
                <a:lnTo>
                  <a:pt x="416310" y="1329857"/>
                </a:lnTo>
                <a:lnTo>
                  <a:pt x="429001" y="1351255"/>
                </a:lnTo>
                <a:lnTo>
                  <a:pt x="480252" y="1361040"/>
                </a:lnTo>
                <a:lnTo>
                  <a:pt x="528476" y="1404143"/>
                </a:lnTo>
                <a:lnTo>
                  <a:pt x="543400" y="1398239"/>
                </a:lnTo>
                <a:lnTo>
                  <a:pt x="578959" y="1428591"/>
                </a:lnTo>
                <a:lnTo>
                  <a:pt x="574161" y="1446185"/>
                </a:lnTo>
                <a:lnTo>
                  <a:pt x="614563" y="1507526"/>
                </a:lnTo>
                <a:lnTo>
                  <a:pt x="635877" y="1507622"/>
                </a:lnTo>
                <a:lnTo>
                  <a:pt x="667951" y="1532636"/>
                </a:lnTo>
                <a:lnTo>
                  <a:pt x="688520" y="1529399"/>
                </a:lnTo>
                <a:lnTo>
                  <a:pt x="684784" y="1538800"/>
                </a:lnTo>
                <a:lnTo>
                  <a:pt x="700859" y="1533863"/>
                </a:lnTo>
                <a:lnTo>
                  <a:pt x="691377" y="1499624"/>
                </a:lnTo>
                <a:lnTo>
                  <a:pt x="732209" y="1466521"/>
                </a:lnTo>
                <a:lnTo>
                  <a:pt x="732350" y="1419802"/>
                </a:lnTo>
                <a:lnTo>
                  <a:pt x="759697" y="1427432"/>
                </a:lnTo>
                <a:lnTo>
                  <a:pt x="770978" y="1411738"/>
                </a:lnTo>
                <a:lnTo>
                  <a:pt x="908048" y="1395753"/>
                </a:lnTo>
                <a:lnTo>
                  <a:pt x="948949" y="1379527"/>
                </a:lnTo>
                <a:lnTo>
                  <a:pt x="998893" y="1207059"/>
                </a:lnTo>
                <a:lnTo>
                  <a:pt x="992696" y="1106271"/>
                </a:lnTo>
                <a:lnTo>
                  <a:pt x="1075741" y="987422"/>
                </a:lnTo>
                <a:lnTo>
                  <a:pt x="1077447" y="963743"/>
                </a:lnTo>
                <a:lnTo>
                  <a:pt x="1090468" y="963753"/>
                </a:lnTo>
                <a:lnTo>
                  <a:pt x="1090604" y="947932"/>
                </a:lnTo>
                <a:lnTo>
                  <a:pt x="1122422" y="947933"/>
                </a:lnTo>
                <a:lnTo>
                  <a:pt x="1117548" y="923998"/>
                </a:lnTo>
                <a:lnTo>
                  <a:pt x="1126827" y="910611"/>
                </a:lnTo>
                <a:lnTo>
                  <a:pt x="1230129" y="843536"/>
                </a:lnTo>
                <a:lnTo>
                  <a:pt x="1218545" y="805364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AAGUAZU"/>
          <p:cNvSpPr/>
          <p:nvPr/>
        </p:nvSpPr>
        <p:spPr>
          <a:xfrm>
            <a:off x="9824434" y="3816906"/>
            <a:ext cx="718558" cy="503772"/>
          </a:xfrm>
          <a:custGeom>
            <a:avLst/>
            <a:gdLst/>
            <a:ahLst/>
            <a:cxnLst/>
            <a:rect l="l" t="t" r="r" b="b"/>
            <a:pathLst>
              <a:path w="718558" h="503772">
                <a:moveTo>
                  <a:pt x="108244" y="215578"/>
                </a:moveTo>
                <a:lnTo>
                  <a:pt x="109287" y="283969"/>
                </a:lnTo>
                <a:lnTo>
                  <a:pt x="87959" y="284254"/>
                </a:lnTo>
                <a:lnTo>
                  <a:pt x="71184" y="325085"/>
                </a:lnTo>
                <a:lnTo>
                  <a:pt x="87714" y="347094"/>
                </a:lnTo>
                <a:lnTo>
                  <a:pt x="109404" y="340728"/>
                </a:lnTo>
                <a:lnTo>
                  <a:pt x="70107" y="382971"/>
                </a:lnTo>
                <a:lnTo>
                  <a:pt x="0" y="426422"/>
                </a:lnTo>
                <a:lnTo>
                  <a:pt x="71313" y="503772"/>
                </a:lnTo>
                <a:lnTo>
                  <a:pt x="119636" y="470109"/>
                </a:lnTo>
                <a:lnTo>
                  <a:pt x="158252" y="466399"/>
                </a:lnTo>
                <a:lnTo>
                  <a:pt x="173915" y="445938"/>
                </a:lnTo>
                <a:lnTo>
                  <a:pt x="343009" y="470881"/>
                </a:lnTo>
                <a:lnTo>
                  <a:pt x="395247" y="498246"/>
                </a:lnTo>
                <a:lnTo>
                  <a:pt x="431965" y="491674"/>
                </a:lnTo>
                <a:lnTo>
                  <a:pt x="442290" y="478365"/>
                </a:lnTo>
                <a:lnTo>
                  <a:pt x="469144" y="483391"/>
                </a:lnTo>
                <a:lnTo>
                  <a:pt x="512208" y="428979"/>
                </a:lnTo>
                <a:lnTo>
                  <a:pt x="531580" y="442635"/>
                </a:lnTo>
                <a:lnTo>
                  <a:pt x="549290" y="363345"/>
                </a:lnTo>
                <a:lnTo>
                  <a:pt x="567875" y="352542"/>
                </a:lnTo>
                <a:lnTo>
                  <a:pt x="585648" y="317672"/>
                </a:lnTo>
                <a:lnTo>
                  <a:pt x="636093" y="348508"/>
                </a:lnTo>
                <a:lnTo>
                  <a:pt x="673040" y="345166"/>
                </a:lnTo>
                <a:lnTo>
                  <a:pt x="686889" y="373218"/>
                </a:lnTo>
                <a:lnTo>
                  <a:pt x="718558" y="365187"/>
                </a:lnTo>
                <a:lnTo>
                  <a:pt x="703239" y="345004"/>
                </a:lnTo>
                <a:lnTo>
                  <a:pt x="702982" y="317862"/>
                </a:lnTo>
                <a:lnTo>
                  <a:pt x="679442" y="308133"/>
                </a:lnTo>
                <a:lnTo>
                  <a:pt x="686387" y="295317"/>
                </a:lnTo>
                <a:lnTo>
                  <a:pt x="631823" y="257417"/>
                </a:lnTo>
                <a:lnTo>
                  <a:pt x="618148" y="234073"/>
                </a:lnTo>
                <a:lnTo>
                  <a:pt x="585439" y="232288"/>
                </a:lnTo>
                <a:lnTo>
                  <a:pt x="566271" y="203862"/>
                </a:lnTo>
                <a:lnTo>
                  <a:pt x="559834" y="154565"/>
                </a:lnTo>
                <a:lnTo>
                  <a:pt x="578081" y="101538"/>
                </a:lnTo>
                <a:lnTo>
                  <a:pt x="577684" y="41232"/>
                </a:lnTo>
                <a:lnTo>
                  <a:pt x="596619" y="20142"/>
                </a:lnTo>
                <a:lnTo>
                  <a:pt x="631465" y="25483"/>
                </a:lnTo>
                <a:lnTo>
                  <a:pt x="638414" y="12697"/>
                </a:lnTo>
                <a:lnTo>
                  <a:pt x="622970" y="0"/>
                </a:lnTo>
                <a:lnTo>
                  <a:pt x="596112" y="832"/>
                </a:lnTo>
                <a:lnTo>
                  <a:pt x="573746" y="20027"/>
                </a:lnTo>
                <a:lnTo>
                  <a:pt x="562567" y="11426"/>
                </a:lnTo>
                <a:lnTo>
                  <a:pt x="552514" y="30199"/>
                </a:lnTo>
                <a:lnTo>
                  <a:pt x="518782" y="30792"/>
                </a:lnTo>
                <a:lnTo>
                  <a:pt x="510027" y="43015"/>
                </a:lnTo>
                <a:lnTo>
                  <a:pt x="499068" y="20205"/>
                </a:lnTo>
                <a:lnTo>
                  <a:pt x="484576" y="21560"/>
                </a:lnTo>
                <a:lnTo>
                  <a:pt x="466438" y="69316"/>
                </a:lnTo>
                <a:lnTo>
                  <a:pt x="429648" y="83567"/>
                </a:lnTo>
                <a:lnTo>
                  <a:pt x="418852" y="104422"/>
                </a:lnTo>
                <a:lnTo>
                  <a:pt x="428972" y="129098"/>
                </a:lnTo>
                <a:lnTo>
                  <a:pt x="421207" y="147581"/>
                </a:lnTo>
                <a:lnTo>
                  <a:pt x="403503" y="143558"/>
                </a:lnTo>
                <a:lnTo>
                  <a:pt x="375370" y="160502"/>
                </a:lnTo>
                <a:lnTo>
                  <a:pt x="324842" y="149774"/>
                </a:lnTo>
                <a:lnTo>
                  <a:pt x="307949" y="180307"/>
                </a:lnTo>
                <a:lnTo>
                  <a:pt x="285080" y="189392"/>
                </a:lnTo>
                <a:lnTo>
                  <a:pt x="271377" y="181506"/>
                </a:lnTo>
                <a:lnTo>
                  <a:pt x="264376" y="191729"/>
                </a:lnTo>
                <a:lnTo>
                  <a:pt x="223383" y="121884"/>
                </a:lnTo>
                <a:lnTo>
                  <a:pt x="214695" y="138838"/>
                </a:lnTo>
                <a:lnTo>
                  <a:pt x="244837" y="192520"/>
                </a:lnTo>
                <a:lnTo>
                  <a:pt x="173831" y="180990"/>
                </a:lnTo>
                <a:lnTo>
                  <a:pt x="124979" y="218232"/>
                </a:lnTo>
                <a:lnTo>
                  <a:pt x="108244" y="215578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AAZAPA"/>
          <p:cNvSpPr/>
          <p:nvPr/>
        </p:nvSpPr>
        <p:spPr>
          <a:xfrm>
            <a:off x="9827088" y="4245778"/>
            <a:ext cx="594733" cy="515055"/>
          </a:xfrm>
          <a:custGeom>
            <a:avLst/>
            <a:gdLst/>
            <a:ahLst/>
            <a:cxnLst/>
            <a:rect l="l" t="t" r="r" b="b"/>
            <a:pathLst>
              <a:path w="594733" h="515055">
                <a:moveTo>
                  <a:pt x="81538" y="271983"/>
                </a:moveTo>
                <a:lnTo>
                  <a:pt x="77856" y="285294"/>
                </a:lnTo>
                <a:lnTo>
                  <a:pt x="60030" y="290212"/>
                </a:lnTo>
                <a:lnTo>
                  <a:pt x="32701" y="363696"/>
                </a:lnTo>
                <a:lnTo>
                  <a:pt x="0" y="412678"/>
                </a:lnTo>
                <a:lnTo>
                  <a:pt x="15368" y="423412"/>
                </a:lnTo>
                <a:lnTo>
                  <a:pt x="15956" y="445524"/>
                </a:lnTo>
                <a:lnTo>
                  <a:pt x="78830" y="463148"/>
                </a:lnTo>
                <a:lnTo>
                  <a:pt x="69296" y="484506"/>
                </a:lnTo>
                <a:lnTo>
                  <a:pt x="77159" y="494489"/>
                </a:lnTo>
                <a:lnTo>
                  <a:pt x="133021" y="515055"/>
                </a:lnTo>
                <a:lnTo>
                  <a:pt x="218657" y="475929"/>
                </a:lnTo>
                <a:lnTo>
                  <a:pt x="249987" y="480079"/>
                </a:lnTo>
                <a:lnTo>
                  <a:pt x="248091" y="463447"/>
                </a:lnTo>
                <a:lnTo>
                  <a:pt x="272047" y="447087"/>
                </a:lnTo>
                <a:lnTo>
                  <a:pt x="278139" y="417924"/>
                </a:lnTo>
                <a:lnTo>
                  <a:pt x="294630" y="405271"/>
                </a:lnTo>
                <a:lnTo>
                  <a:pt x="304224" y="414829"/>
                </a:lnTo>
                <a:lnTo>
                  <a:pt x="310409" y="401274"/>
                </a:lnTo>
                <a:lnTo>
                  <a:pt x="348544" y="401190"/>
                </a:lnTo>
                <a:lnTo>
                  <a:pt x="387916" y="350104"/>
                </a:lnTo>
                <a:lnTo>
                  <a:pt x="433244" y="338263"/>
                </a:lnTo>
                <a:lnTo>
                  <a:pt x="465770" y="362270"/>
                </a:lnTo>
                <a:lnTo>
                  <a:pt x="478017" y="341937"/>
                </a:lnTo>
                <a:lnTo>
                  <a:pt x="502087" y="335001"/>
                </a:lnTo>
                <a:lnTo>
                  <a:pt x="498756" y="317898"/>
                </a:lnTo>
                <a:lnTo>
                  <a:pt x="541728" y="318762"/>
                </a:lnTo>
                <a:lnTo>
                  <a:pt x="553561" y="302134"/>
                </a:lnTo>
                <a:lnTo>
                  <a:pt x="560238" y="235642"/>
                </a:lnTo>
                <a:lnTo>
                  <a:pt x="594733" y="216468"/>
                </a:lnTo>
                <a:lnTo>
                  <a:pt x="558263" y="188949"/>
                </a:lnTo>
                <a:lnTo>
                  <a:pt x="541352" y="207417"/>
                </a:lnTo>
                <a:lnTo>
                  <a:pt x="535026" y="192490"/>
                </a:lnTo>
                <a:lnTo>
                  <a:pt x="482600" y="191859"/>
                </a:lnTo>
                <a:lnTo>
                  <a:pt x="509957" y="63562"/>
                </a:lnTo>
                <a:lnTo>
                  <a:pt x="538609" y="40253"/>
                </a:lnTo>
                <a:lnTo>
                  <a:pt x="527981" y="9471"/>
                </a:lnTo>
                <a:lnTo>
                  <a:pt x="509781" y="0"/>
                </a:lnTo>
                <a:lnTo>
                  <a:pt x="487825" y="39417"/>
                </a:lnTo>
                <a:lnTo>
                  <a:pt x="450880" y="51569"/>
                </a:lnTo>
                <a:lnTo>
                  <a:pt x="434854" y="88615"/>
                </a:lnTo>
                <a:lnTo>
                  <a:pt x="403924" y="78789"/>
                </a:lnTo>
                <a:lnTo>
                  <a:pt x="406027" y="101897"/>
                </a:lnTo>
                <a:lnTo>
                  <a:pt x="372150" y="112698"/>
                </a:lnTo>
                <a:lnTo>
                  <a:pt x="348092" y="142856"/>
                </a:lnTo>
                <a:lnTo>
                  <a:pt x="325094" y="133562"/>
                </a:lnTo>
                <a:lnTo>
                  <a:pt x="297482" y="148861"/>
                </a:lnTo>
                <a:lnTo>
                  <a:pt x="278555" y="200872"/>
                </a:lnTo>
                <a:lnTo>
                  <a:pt x="248400" y="218799"/>
                </a:lnTo>
                <a:lnTo>
                  <a:pt x="211021" y="183445"/>
                </a:lnTo>
                <a:lnTo>
                  <a:pt x="184490" y="203769"/>
                </a:lnTo>
                <a:lnTo>
                  <a:pt x="162700" y="202771"/>
                </a:lnTo>
                <a:lnTo>
                  <a:pt x="165755" y="249059"/>
                </a:lnTo>
                <a:lnTo>
                  <a:pt x="116680" y="241590"/>
                </a:lnTo>
                <a:lnTo>
                  <a:pt x="110517" y="268776"/>
                </a:lnTo>
                <a:lnTo>
                  <a:pt x="81538" y="271983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ANINDEYU"/>
          <p:cNvSpPr/>
          <p:nvPr/>
        </p:nvSpPr>
        <p:spPr>
          <a:xfrm>
            <a:off x="10078433" y="3435036"/>
            <a:ext cx="711596" cy="510968"/>
          </a:xfrm>
          <a:custGeom>
            <a:avLst/>
            <a:gdLst/>
            <a:ahLst/>
            <a:cxnLst/>
            <a:rect l="l" t="t" r="r" b="b"/>
            <a:pathLst>
              <a:path w="711596" h="510968">
                <a:moveTo>
                  <a:pt x="174973" y="510968"/>
                </a:moveTo>
                <a:lnTo>
                  <a:pt x="164853" y="486292"/>
                </a:lnTo>
                <a:lnTo>
                  <a:pt x="175649" y="465437"/>
                </a:lnTo>
                <a:lnTo>
                  <a:pt x="212439" y="451186"/>
                </a:lnTo>
                <a:lnTo>
                  <a:pt x="230577" y="403430"/>
                </a:lnTo>
                <a:lnTo>
                  <a:pt x="245069" y="402075"/>
                </a:lnTo>
                <a:lnTo>
                  <a:pt x="256028" y="424885"/>
                </a:lnTo>
                <a:lnTo>
                  <a:pt x="342113" y="382702"/>
                </a:lnTo>
                <a:lnTo>
                  <a:pt x="386174" y="387717"/>
                </a:lnTo>
                <a:lnTo>
                  <a:pt x="400870" y="414847"/>
                </a:lnTo>
                <a:lnTo>
                  <a:pt x="467939" y="425811"/>
                </a:lnTo>
                <a:lnTo>
                  <a:pt x="473610" y="448255"/>
                </a:lnTo>
                <a:lnTo>
                  <a:pt x="495345" y="466158"/>
                </a:lnTo>
                <a:lnTo>
                  <a:pt x="520654" y="456029"/>
                </a:lnTo>
                <a:lnTo>
                  <a:pt x="547653" y="473048"/>
                </a:lnTo>
                <a:lnTo>
                  <a:pt x="564182" y="463611"/>
                </a:lnTo>
                <a:lnTo>
                  <a:pt x="564045" y="482680"/>
                </a:lnTo>
                <a:lnTo>
                  <a:pt x="599654" y="472627"/>
                </a:lnTo>
                <a:lnTo>
                  <a:pt x="639957" y="485776"/>
                </a:lnTo>
                <a:lnTo>
                  <a:pt x="653571" y="468627"/>
                </a:lnTo>
                <a:lnTo>
                  <a:pt x="679287" y="480038"/>
                </a:lnTo>
                <a:lnTo>
                  <a:pt x="690181" y="441456"/>
                </a:lnTo>
                <a:lnTo>
                  <a:pt x="683293" y="395538"/>
                </a:lnTo>
                <a:lnTo>
                  <a:pt x="711596" y="336956"/>
                </a:lnTo>
                <a:lnTo>
                  <a:pt x="679172" y="255039"/>
                </a:lnTo>
                <a:lnTo>
                  <a:pt x="710642" y="215465"/>
                </a:lnTo>
                <a:lnTo>
                  <a:pt x="665244" y="187789"/>
                </a:lnTo>
                <a:lnTo>
                  <a:pt x="644416" y="154524"/>
                </a:lnTo>
                <a:lnTo>
                  <a:pt x="558892" y="117102"/>
                </a:lnTo>
                <a:lnTo>
                  <a:pt x="545601" y="138207"/>
                </a:lnTo>
                <a:lnTo>
                  <a:pt x="476578" y="152607"/>
                </a:lnTo>
                <a:lnTo>
                  <a:pt x="457904" y="179775"/>
                </a:lnTo>
                <a:lnTo>
                  <a:pt x="436448" y="175953"/>
                </a:lnTo>
                <a:lnTo>
                  <a:pt x="412822" y="190319"/>
                </a:lnTo>
                <a:lnTo>
                  <a:pt x="396088" y="177740"/>
                </a:lnTo>
                <a:lnTo>
                  <a:pt x="350879" y="198662"/>
                </a:lnTo>
                <a:lnTo>
                  <a:pt x="322988" y="178979"/>
                </a:lnTo>
                <a:lnTo>
                  <a:pt x="309120" y="190924"/>
                </a:lnTo>
                <a:lnTo>
                  <a:pt x="286474" y="182642"/>
                </a:lnTo>
                <a:lnTo>
                  <a:pt x="270174" y="159419"/>
                </a:lnTo>
                <a:lnTo>
                  <a:pt x="267306" y="119925"/>
                </a:lnTo>
                <a:lnTo>
                  <a:pt x="276080" y="108148"/>
                </a:lnTo>
                <a:lnTo>
                  <a:pt x="271445" y="80865"/>
                </a:lnTo>
                <a:lnTo>
                  <a:pt x="282713" y="72760"/>
                </a:lnTo>
                <a:lnTo>
                  <a:pt x="262442" y="63726"/>
                </a:lnTo>
                <a:lnTo>
                  <a:pt x="261845" y="48729"/>
                </a:lnTo>
                <a:lnTo>
                  <a:pt x="236280" y="42285"/>
                </a:lnTo>
                <a:lnTo>
                  <a:pt x="242626" y="19892"/>
                </a:lnTo>
                <a:lnTo>
                  <a:pt x="233945" y="0"/>
                </a:lnTo>
                <a:lnTo>
                  <a:pt x="212995" y="52430"/>
                </a:lnTo>
                <a:lnTo>
                  <a:pt x="169556" y="56716"/>
                </a:lnTo>
                <a:lnTo>
                  <a:pt x="102767" y="120546"/>
                </a:lnTo>
                <a:lnTo>
                  <a:pt x="54035" y="121200"/>
                </a:lnTo>
                <a:lnTo>
                  <a:pt x="72668" y="204813"/>
                </a:lnTo>
                <a:lnTo>
                  <a:pt x="58976" y="202058"/>
                </a:lnTo>
                <a:lnTo>
                  <a:pt x="10098" y="239841"/>
                </a:lnTo>
                <a:lnTo>
                  <a:pt x="0" y="286859"/>
                </a:lnTo>
                <a:lnTo>
                  <a:pt x="17117" y="315303"/>
                </a:lnTo>
                <a:lnTo>
                  <a:pt x="18567" y="349543"/>
                </a:lnTo>
                <a:lnTo>
                  <a:pt x="54549" y="371922"/>
                </a:lnTo>
                <a:lnTo>
                  <a:pt x="123795" y="502014"/>
                </a:lnTo>
                <a:lnTo>
                  <a:pt x="174973" y="510968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ENTRAL"/>
          <p:cNvSpPr/>
          <p:nvPr/>
        </p:nvSpPr>
        <p:spPr>
          <a:xfrm>
            <a:off x="9463326" y="4072661"/>
            <a:ext cx="234912" cy="376394"/>
          </a:xfrm>
          <a:custGeom>
            <a:avLst/>
            <a:gdLst/>
            <a:ahLst/>
            <a:cxnLst/>
            <a:rect l="l" t="t" r="r" b="b"/>
            <a:pathLst>
              <a:path w="234912" h="376394">
                <a:moveTo>
                  <a:pt x="68635" y="115077"/>
                </a:moveTo>
                <a:lnTo>
                  <a:pt x="99791" y="141724"/>
                </a:lnTo>
                <a:lnTo>
                  <a:pt x="92857" y="189941"/>
                </a:lnTo>
                <a:lnTo>
                  <a:pt x="77211" y="210794"/>
                </a:lnTo>
                <a:lnTo>
                  <a:pt x="56587" y="203491"/>
                </a:lnTo>
                <a:lnTo>
                  <a:pt x="56600" y="228128"/>
                </a:lnTo>
                <a:lnTo>
                  <a:pt x="32097" y="224398"/>
                </a:lnTo>
                <a:lnTo>
                  <a:pt x="22141" y="243245"/>
                </a:lnTo>
                <a:lnTo>
                  <a:pt x="35324" y="253595"/>
                </a:lnTo>
                <a:lnTo>
                  <a:pt x="0" y="269357"/>
                </a:lnTo>
                <a:lnTo>
                  <a:pt x="6813" y="301354"/>
                </a:lnTo>
                <a:lnTo>
                  <a:pt x="27570" y="271853"/>
                </a:lnTo>
                <a:lnTo>
                  <a:pt x="31963" y="300440"/>
                </a:lnTo>
                <a:lnTo>
                  <a:pt x="84030" y="312112"/>
                </a:lnTo>
                <a:lnTo>
                  <a:pt x="78787" y="323827"/>
                </a:lnTo>
                <a:lnTo>
                  <a:pt x="115240" y="347635"/>
                </a:lnTo>
                <a:lnTo>
                  <a:pt x="108663" y="360335"/>
                </a:lnTo>
                <a:lnTo>
                  <a:pt x="122076" y="356754"/>
                </a:lnTo>
                <a:lnTo>
                  <a:pt x="121611" y="376394"/>
                </a:lnTo>
                <a:lnTo>
                  <a:pt x="152668" y="321326"/>
                </a:lnTo>
                <a:lnTo>
                  <a:pt x="133291" y="267378"/>
                </a:lnTo>
                <a:lnTo>
                  <a:pt x="152473" y="242397"/>
                </a:lnTo>
                <a:lnTo>
                  <a:pt x="150655" y="223160"/>
                </a:lnTo>
                <a:lnTo>
                  <a:pt x="179839" y="207985"/>
                </a:lnTo>
                <a:lnTo>
                  <a:pt x="188870" y="142153"/>
                </a:lnTo>
                <a:lnTo>
                  <a:pt x="218680" y="134940"/>
                </a:lnTo>
                <a:lnTo>
                  <a:pt x="234912" y="110783"/>
                </a:lnTo>
                <a:lnTo>
                  <a:pt x="197231" y="104176"/>
                </a:lnTo>
                <a:lnTo>
                  <a:pt x="179740" y="80070"/>
                </a:lnTo>
                <a:lnTo>
                  <a:pt x="181899" y="54997"/>
                </a:lnTo>
                <a:lnTo>
                  <a:pt x="121298" y="0"/>
                </a:lnTo>
                <a:lnTo>
                  <a:pt x="93744" y="51666"/>
                </a:lnTo>
                <a:lnTo>
                  <a:pt x="111138" y="59420"/>
                </a:lnTo>
                <a:lnTo>
                  <a:pt x="105390" y="80991"/>
                </a:lnTo>
                <a:lnTo>
                  <a:pt x="89436" y="99291"/>
                </a:lnTo>
                <a:lnTo>
                  <a:pt x="78565" y="87819"/>
                </a:lnTo>
                <a:lnTo>
                  <a:pt x="68635" y="115077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ONCEPCION"/>
          <p:cNvSpPr/>
          <p:nvPr/>
        </p:nvSpPr>
        <p:spPr>
          <a:xfrm>
            <a:off x="9401454" y="2851322"/>
            <a:ext cx="692679" cy="578121"/>
          </a:xfrm>
          <a:custGeom>
            <a:avLst/>
            <a:gdLst/>
            <a:ahLst/>
            <a:cxnLst/>
            <a:rect l="l" t="t" r="r" b="b"/>
            <a:pathLst>
              <a:path w="692679" h="578121">
                <a:moveTo>
                  <a:pt x="433951" y="86249"/>
                </a:moveTo>
                <a:lnTo>
                  <a:pt x="418632" y="83297"/>
                </a:lnTo>
                <a:lnTo>
                  <a:pt x="411453" y="65972"/>
                </a:lnTo>
                <a:lnTo>
                  <a:pt x="404383" y="74276"/>
                </a:lnTo>
                <a:lnTo>
                  <a:pt x="370605" y="56457"/>
                </a:lnTo>
                <a:lnTo>
                  <a:pt x="338563" y="68067"/>
                </a:lnTo>
                <a:lnTo>
                  <a:pt x="293143" y="50856"/>
                </a:lnTo>
                <a:lnTo>
                  <a:pt x="279987" y="67352"/>
                </a:lnTo>
                <a:lnTo>
                  <a:pt x="260741" y="54886"/>
                </a:lnTo>
                <a:lnTo>
                  <a:pt x="250157" y="65969"/>
                </a:lnTo>
                <a:lnTo>
                  <a:pt x="230081" y="60417"/>
                </a:lnTo>
                <a:lnTo>
                  <a:pt x="217934" y="46432"/>
                </a:lnTo>
                <a:lnTo>
                  <a:pt x="153508" y="37345"/>
                </a:lnTo>
                <a:lnTo>
                  <a:pt x="141870" y="4616"/>
                </a:lnTo>
                <a:lnTo>
                  <a:pt x="106257" y="3112"/>
                </a:lnTo>
                <a:lnTo>
                  <a:pt x="94323" y="20833"/>
                </a:lnTo>
                <a:lnTo>
                  <a:pt x="70292" y="27528"/>
                </a:lnTo>
                <a:lnTo>
                  <a:pt x="61344" y="15045"/>
                </a:lnTo>
                <a:lnTo>
                  <a:pt x="48238" y="21990"/>
                </a:lnTo>
                <a:lnTo>
                  <a:pt x="23434" y="15128"/>
                </a:lnTo>
                <a:lnTo>
                  <a:pt x="19132" y="0"/>
                </a:lnTo>
                <a:lnTo>
                  <a:pt x="0" y="1535"/>
                </a:lnTo>
                <a:lnTo>
                  <a:pt x="13551" y="19621"/>
                </a:lnTo>
                <a:lnTo>
                  <a:pt x="15338" y="78610"/>
                </a:lnTo>
                <a:lnTo>
                  <a:pt x="37850" y="74619"/>
                </a:lnTo>
                <a:lnTo>
                  <a:pt x="42889" y="99758"/>
                </a:lnTo>
                <a:lnTo>
                  <a:pt x="65280" y="119628"/>
                </a:lnTo>
                <a:lnTo>
                  <a:pt x="47448" y="135425"/>
                </a:lnTo>
                <a:lnTo>
                  <a:pt x="61465" y="197630"/>
                </a:lnTo>
                <a:lnTo>
                  <a:pt x="82059" y="227127"/>
                </a:lnTo>
                <a:lnTo>
                  <a:pt x="31090" y="233457"/>
                </a:lnTo>
                <a:lnTo>
                  <a:pt x="22718" y="263496"/>
                </a:lnTo>
                <a:lnTo>
                  <a:pt x="43774" y="291764"/>
                </a:lnTo>
                <a:lnTo>
                  <a:pt x="67984" y="298270"/>
                </a:lnTo>
                <a:lnTo>
                  <a:pt x="75684" y="321974"/>
                </a:lnTo>
                <a:lnTo>
                  <a:pt x="63834" y="337156"/>
                </a:lnTo>
                <a:lnTo>
                  <a:pt x="84443" y="359960"/>
                </a:lnTo>
                <a:lnTo>
                  <a:pt x="76098" y="383808"/>
                </a:lnTo>
                <a:lnTo>
                  <a:pt x="104915" y="409670"/>
                </a:lnTo>
                <a:lnTo>
                  <a:pt x="134287" y="409911"/>
                </a:lnTo>
                <a:lnTo>
                  <a:pt x="137581" y="443906"/>
                </a:lnTo>
                <a:lnTo>
                  <a:pt x="185864" y="484980"/>
                </a:lnTo>
                <a:lnTo>
                  <a:pt x="174998" y="512349"/>
                </a:lnTo>
                <a:lnTo>
                  <a:pt x="201887" y="565147"/>
                </a:lnTo>
                <a:lnTo>
                  <a:pt x="234641" y="578121"/>
                </a:lnTo>
                <a:lnTo>
                  <a:pt x="442045" y="543979"/>
                </a:lnTo>
                <a:lnTo>
                  <a:pt x="461493" y="554477"/>
                </a:lnTo>
                <a:lnTo>
                  <a:pt x="545604" y="556805"/>
                </a:lnTo>
                <a:lnTo>
                  <a:pt x="563850" y="537512"/>
                </a:lnTo>
                <a:lnTo>
                  <a:pt x="585700" y="542497"/>
                </a:lnTo>
                <a:lnTo>
                  <a:pt x="609873" y="525470"/>
                </a:lnTo>
                <a:lnTo>
                  <a:pt x="634169" y="500503"/>
                </a:lnTo>
                <a:lnTo>
                  <a:pt x="641924" y="472510"/>
                </a:lnTo>
                <a:lnTo>
                  <a:pt x="666361" y="463456"/>
                </a:lnTo>
                <a:lnTo>
                  <a:pt x="659823" y="449106"/>
                </a:lnTo>
                <a:lnTo>
                  <a:pt x="672094" y="421689"/>
                </a:lnTo>
                <a:lnTo>
                  <a:pt x="688754" y="420219"/>
                </a:lnTo>
                <a:lnTo>
                  <a:pt x="692679" y="389134"/>
                </a:lnTo>
                <a:lnTo>
                  <a:pt x="631403" y="244742"/>
                </a:lnTo>
                <a:lnTo>
                  <a:pt x="597900" y="255508"/>
                </a:lnTo>
                <a:lnTo>
                  <a:pt x="576507" y="281606"/>
                </a:lnTo>
                <a:lnTo>
                  <a:pt x="553429" y="283681"/>
                </a:lnTo>
                <a:lnTo>
                  <a:pt x="533079" y="330891"/>
                </a:lnTo>
                <a:lnTo>
                  <a:pt x="519219" y="336538"/>
                </a:lnTo>
                <a:lnTo>
                  <a:pt x="494007" y="323436"/>
                </a:lnTo>
                <a:lnTo>
                  <a:pt x="476761" y="332453"/>
                </a:lnTo>
                <a:lnTo>
                  <a:pt x="475926" y="308126"/>
                </a:lnTo>
                <a:lnTo>
                  <a:pt x="499766" y="291356"/>
                </a:lnTo>
                <a:lnTo>
                  <a:pt x="493626" y="259252"/>
                </a:lnTo>
                <a:lnTo>
                  <a:pt x="470871" y="230359"/>
                </a:lnTo>
                <a:lnTo>
                  <a:pt x="466452" y="186658"/>
                </a:lnTo>
                <a:lnTo>
                  <a:pt x="474575" y="152208"/>
                </a:lnTo>
                <a:lnTo>
                  <a:pt x="514512" y="114361"/>
                </a:lnTo>
                <a:lnTo>
                  <a:pt x="433951" y="86249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ORDILLERA"/>
          <p:cNvSpPr/>
          <p:nvPr/>
        </p:nvSpPr>
        <p:spPr>
          <a:xfrm>
            <a:off x="9592858" y="3970042"/>
            <a:ext cx="340980" cy="333730"/>
          </a:xfrm>
          <a:custGeom>
            <a:avLst/>
            <a:gdLst/>
            <a:ahLst/>
            <a:cxnLst/>
            <a:rect l="l" t="t" r="r" b="b"/>
            <a:pathLst>
              <a:path w="340980" h="333730">
                <a:moveTo>
                  <a:pt x="77807" y="32729"/>
                </a:moveTo>
                <a:lnTo>
                  <a:pt x="64721" y="36325"/>
                </a:lnTo>
                <a:lnTo>
                  <a:pt x="36602" y="89663"/>
                </a:lnTo>
                <a:lnTo>
                  <a:pt x="0" y="105549"/>
                </a:lnTo>
                <a:lnTo>
                  <a:pt x="53857" y="159706"/>
                </a:lnTo>
                <a:lnTo>
                  <a:pt x="51537" y="186640"/>
                </a:lnTo>
                <a:lnTo>
                  <a:pt x="69907" y="208392"/>
                </a:lnTo>
                <a:lnTo>
                  <a:pt x="101427" y="206478"/>
                </a:lnTo>
                <a:lnTo>
                  <a:pt x="144705" y="299631"/>
                </a:lnTo>
                <a:lnTo>
                  <a:pt x="211840" y="291992"/>
                </a:lnTo>
                <a:lnTo>
                  <a:pt x="198924" y="328140"/>
                </a:lnTo>
                <a:lnTo>
                  <a:pt x="223425" y="333730"/>
                </a:lnTo>
                <a:lnTo>
                  <a:pt x="250208" y="316344"/>
                </a:lnTo>
                <a:lnTo>
                  <a:pt x="281666" y="331386"/>
                </a:lnTo>
                <a:lnTo>
                  <a:pt x="231760" y="271970"/>
                </a:lnTo>
                <a:lnTo>
                  <a:pt x="301683" y="229835"/>
                </a:lnTo>
                <a:lnTo>
                  <a:pt x="340980" y="187592"/>
                </a:lnTo>
                <a:lnTo>
                  <a:pt x="319290" y="193958"/>
                </a:lnTo>
                <a:lnTo>
                  <a:pt x="302760" y="171949"/>
                </a:lnTo>
                <a:lnTo>
                  <a:pt x="319535" y="131118"/>
                </a:lnTo>
                <a:lnTo>
                  <a:pt x="340863" y="130833"/>
                </a:lnTo>
                <a:lnTo>
                  <a:pt x="339820" y="62442"/>
                </a:lnTo>
                <a:lnTo>
                  <a:pt x="320382" y="54603"/>
                </a:lnTo>
                <a:lnTo>
                  <a:pt x="295102" y="10338"/>
                </a:lnTo>
                <a:lnTo>
                  <a:pt x="277149" y="21210"/>
                </a:lnTo>
                <a:lnTo>
                  <a:pt x="196714" y="0"/>
                </a:lnTo>
                <a:lnTo>
                  <a:pt x="173462" y="54942"/>
                </a:lnTo>
                <a:lnTo>
                  <a:pt x="158310" y="56646"/>
                </a:lnTo>
                <a:lnTo>
                  <a:pt x="161276" y="69682"/>
                </a:lnTo>
                <a:lnTo>
                  <a:pt x="138896" y="71232"/>
                </a:lnTo>
                <a:lnTo>
                  <a:pt x="106454" y="43455"/>
                </a:lnTo>
                <a:lnTo>
                  <a:pt x="99420" y="52898"/>
                </a:lnTo>
                <a:lnTo>
                  <a:pt x="79830" y="44230"/>
                </a:lnTo>
                <a:lnTo>
                  <a:pt x="77807" y="32729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UAIRA"/>
          <p:cNvSpPr/>
          <p:nvPr/>
        </p:nvSpPr>
        <p:spPr>
          <a:xfrm>
            <a:off x="9864552" y="4262474"/>
            <a:ext cx="414292" cy="256374"/>
          </a:xfrm>
          <a:custGeom>
            <a:avLst/>
            <a:gdLst/>
            <a:ahLst/>
            <a:cxnLst/>
            <a:rect l="l" t="t" r="r" b="b"/>
            <a:pathLst>
              <a:path w="414292" h="256374">
                <a:moveTo>
                  <a:pt x="414292" y="34651"/>
                </a:moveTo>
                <a:lnTo>
                  <a:pt x="355129" y="52678"/>
                </a:lnTo>
                <a:lnTo>
                  <a:pt x="302891" y="25313"/>
                </a:lnTo>
                <a:lnTo>
                  <a:pt x="160168" y="0"/>
                </a:lnTo>
                <a:lnTo>
                  <a:pt x="126614" y="3497"/>
                </a:lnTo>
                <a:lnTo>
                  <a:pt x="100211" y="29095"/>
                </a:lnTo>
                <a:lnTo>
                  <a:pt x="79451" y="24571"/>
                </a:lnTo>
                <a:lnTo>
                  <a:pt x="28950" y="54870"/>
                </a:lnTo>
                <a:lnTo>
                  <a:pt x="21622" y="80004"/>
                </a:lnTo>
                <a:lnTo>
                  <a:pt x="30464" y="115783"/>
                </a:lnTo>
                <a:lnTo>
                  <a:pt x="51636" y="141985"/>
                </a:lnTo>
                <a:lnTo>
                  <a:pt x="52109" y="167923"/>
                </a:lnTo>
                <a:lnTo>
                  <a:pt x="0" y="156928"/>
                </a:lnTo>
                <a:lnTo>
                  <a:pt x="17090" y="188380"/>
                </a:lnTo>
                <a:lnTo>
                  <a:pt x="13623" y="230741"/>
                </a:lnTo>
                <a:lnTo>
                  <a:pt x="45176" y="256374"/>
                </a:lnTo>
                <a:lnTo>
                  <a:pt x="53710" y="246499"/>
                </a:lnTo>
                <a:lnTo>
                  <a:pt x="73053" y="252080"/>
                </a:lnTo>
                <a:lnTo>
                  <a:pt x="79216" y="224894"/>
                </a:lnTo>
                <a:lnTo>
                  <a:pt x="128291" y="232363"/>
                </a:lnTo>
                <a:lnTo>
                  <a:pt x="125236" y="186075"/>
                </a:lnTo>
                <a:lnTo>
                  <a:pt x="147026" y="187073"/>
                </a:lnTo>
                <a:lnTo>
                  <a:pt x="173557" y="166749"/>
                </a:lnTo>
                <a:lnTo>
                  <a:pt x="214055" y="200989"/>
                </a:lnTo>
                <a:lnTo>
                  <a:pt x="241091" y="184176"/>
                </a:lnTo>
                <a:lnTo>
                  <a:pt x="260018" y="132165"/>
                </a:lnTo>
                <a:lnTo>
                  <a:pt x="287630" y="116866"/>
                </a:lnTo>
                <a:lnTo>
                  <a:pt x="310628" y="126160"/>
                </a:lnTo>
                <a:lnTo>
                  <a:pt x="334686" y="96002"/>
                </a:lnTo>
                <a:lnTo>
                  <a:pt x="368563" y="85201"/>
                </a:lnTo>
                <a:lnTo>
                  <a:pt x="366460" y="62093"/>
                </a:lnTo>
                <a:lnTo>
                  <a:pt x="397390" y="71919"/>
                </a:lnTo>
                <a:lnTo>
                  <a:pt x="414292" y="34651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TAPUA"/>
          <p:cNvSpPr/>
          <p:nvPr/>
        </p:nvSpPr>
        <p:spPr>
          <a:xfrm>
            <a:off x="9813551" y="4476408"/>
            <a:ext cx="831735" cy="607413"/>
          </a:xfrm>
          <a:custGeom>
            <a:avLst/>
            <a:gdLst/>
            <a:ahLst/>
            <a:cxnLst/>
            <a:rect l="l" t="t" r="r" b="b"/>
            <a:pathLst>
              <a:path w="831735" h="607413">
                <a:moveTo>
                  <a:pt x="84056" y="256821"/>
                </a:moveTo>
                <a:lnTo>
                  <a:pt x="92988" y="427078"/>
                </a:lnTo>
                <a:lnTo>
                  <a:pt x="65147" y="463338"/>
                </a:lnTo>
                <a:lnTo>
                  <a:pt x="81795" y="504947"/>
                </a:lnTo>
                <a:lnTo>
                  <a:pt x="0" y="534992"/>
                </a:lnTo>
                <a:lnTo>
                  <a:pt x="49947" y="569522"/>
                </a:lnTo>
                <a:lnTo>
                  <a:pt x="70930" y="550930"/>
                </a:lnTo>
                <a:lnTo>
                  <a:pt x="109884" y="545384"/>
                </a:lnTo>
                <a:lnTo>
                  <a:pt x="149918" y="593056"/>
                </a:lnTo>
                <a:lnTo>
                  <a:pt x="183134" y="607413"/>
                </a:lnTo>
                <a:lnTo>
                  <a:pt x="219048" y="561886"/>
                </a:lnTo>
                <a:lnTo>
                  <a:pt x="220270" y="534383"/>
                </a:lnTo>
                <a:lnTo>
                  <a:pt x="292547" y="492745"/>
                </a:lnTo>
                <a:lnTo>
                  <a:pt x="370445" y="506071"/>
                </a:lnTo>
                <a:lnTo>
                  <a:pt x="393527" y="540040"/>
                </a:lnTo>
                <a:lnTo>
                  <a:pt x="428868" y="547409"/>
                </a:lnTo>
                <a:lnTo>
                  <a:pt x="481220" y="500022"/>
                </a:lnTo>
                <a:lnTo>
                  <a:pt x="486386" y="466833"/>
                </a:lnTo>
                <a:lnTo>
                  <a:pt x="470331" y="441687"/>
                </a:lnTo>
                <a:lnTo>
                  <a:pt x="491800" y="432432"/>
                </a:lnTo>
                <a:lnTo>
                  <a:pt x="494444" y="410749"/>
                </a:lnTo>
                <a:lnTo>
                  <a:pt x="532650" y="409271"/>
                </a:lnTo>
                <a:lnTo>
                  <a:pt x="535723" y="377018"/>
                </a:lnTo>
                <a:lnTo>
                  <a:pt x="561102" y="353684"/>
                </a:lnTo>
                <a:lnTo>
                  <a:pt x="603425" y="342344"/>
                </a:lnTo>
                <a:lnTo>
                  <a:pt x="624030" y="355156"/>
                </a:lnTo>
                <a:lnTo>
                  <a:pt x="648908" y="348464"/>
                </a:lnTo>
                <a:lnTo>
                  <a:pt x="648988" y="312714"/>
                </a:lnTo>
                <a:lnTo>
                  <a:pt x="680857" y="286043"/>
                </a:lnTo>
                <a:lnTo>
                  <a:pt x="715872" y="280808"/>
                </a:lnTo>
                <a:lnTo>
                  <a:pt x="722857" y="238653"/>
                </a:lnTo>
                <a:lnTo>
                  <a:pt x="770548" y="233741"/>
                </a:lnTo>
                <a:lnTo>
                  <a:pt x="781311" y="211440"/>
                </a:lnTo>
                <a:lnTo>
                  <a:pt x="775410" y="178729"/>
                </a:lnTo>
                <a:lnTo>
                  <a:pt x="810731" y="143295"/>
                </a:lnTo>
                <a:lnTo>
                  <a:pt x="831735" y="88020"/>
                </a:lnTo>
                <a:lnTo>
                  <a:pt x="815141" y="54922"/>
                </a:lnTo>
                <a:lnTo>
                  <a:pt x="812783" y="66216"/>
                </a:lnTo>
                <a:lnTo>
                  <a:pt x="789158" y="63561"/>
                </a:lnTo>
                <a:lnTo>
                  <a:pt x="774028" y="40807"/>
                </a:lnTo>
                <a:lnTo>
                  <a:pt x="766266" y="48383"/>
                </a:lnTo>
                <a:lnTo>
                  <a:pt x="747606" y="33071"/>
                </a:lnTo>
                <a:lnTo>
                  <a:pt x="738726" y="43420"/>
                </a:lnTo>
                <a:lnTo>
                  <a:pt x="733701" y="36197"/>
                </a:lnTo>
                <a:lnTo>
                  <a:pt x="732244" y="55370"/>
                </a:lnTo>
                <a:lnTo>
                  <a:pt x="719089" y="47409"/>
                </a:lnTo>
                <a:lnTo>
                  <a:pt x="719448" y="59293"/>
                </a:lnTo>
                <a:lnTo>
                  <a:pt x="687191" y="52555"/>
                </a:lnTo>
                <a:lnTo>
                  <a:pt x="675585" y="61044"/>
                </a:lnTo>
                <a:lnTo>
                  <a:pt x="648985" y="46072"/>
                </a:lnTo>
                <a:lnTo>
                  <a:pt x="603651" y="58003"/>
                </a:lnTo>
                <a:lnTo>
                  <a:pt x="580923" y="16771"/>
                </a:lnTo>
                <a:lnTo>
                  <a:pt x="583116" y="0"/>
                </a:lnTo>
                <a:lnTo>
                  <a:pt x="571711" y="10402"/>
                </a:lnTo>
                <a:lnTo>
                  <a:pt x="567098" y="71504"/>
                </a:lnTo>
                <a:lnTo>
                  <a:pt x="555265" y="88132"/>
                </a:lnTo>
                <a:lnTo>
                  <a:pt x="512293" y="87268"/>
                </a:lnTo>
                <a:lnTo>
                  <a:pt x="515624" y="104371"/>
                </a:lnTo>
                <a:lnTo>
                  <a:pt x="491554" y="111307"/>
                </a:lnTo>
                <a:lnTo>
                  <a:pt x="479307" y="131640"/>
                </a:lnTo>
                <a:lnTo>
                  <a:pt x="446781" y="107633"/>
                </a:lnTo>
                <a:lnTo>
                  <a:pt x="401453" y="119474"/>
                </a:lnTo>
                <a:lnTo>
                  <a:pt x="362081" y="170560"/>
                </a:lnTo>
                <a:lnTo>
                  <a:pt x="323946" y="170644"/>
                </a:lnTo>
                <a:lnTo>
                  <a:pt x="317761" y="184199"/>
                </a:lnTo>
                <a:lnTo>
                  <a:pt x="308167" y="174641"/>
                </a:lnTo>
                <a:lnTo>
                  <a:pt x="291676" y="187294"/>
                </a:lnTo>
                <a:lnTo>
                  <a:pt x="285584" y="216457"/>
                </a:lnTo>
                <a:lnTo>
                  <a:pt x="261628" y="232817"/>
                </a:lnTo>
                <a:lnTo>
                  <a:pt x="261431" y="250734"/>
                </a:lnTo>
                <a:lnTo>
                  <a:pt x="232251" y="245282"/>
                </a:lnTo>
                <a:lnTo>
                  <a:pt x="146447" y="284434"/>
                </a:lnTo>
                <a:lnTo>
                  <a:pt x="84056" y="256821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MISIONES"/>
          <p:cNvSpPr/>
          <p:nvPr/>
        </p:nvSpPr>
        <p:spPr>
          <a:xfrm>
            <a:off x="9494381" y="4591633"/>
            <a:ext cx="412158" cy="448714"/>
          </a:xfrm>
          <a:custGeom>
            <a:avLst/>
            <a:gdLst/>
            <a:ahLst/>
            <a:cxnLst/>
            <a:rect l="l" t="t" r="r" b="b"/>
            <a:pathLst>
              <a:path w="412158" h="448714">
                <a:moveTo>
                  <a:pt x="332747" y="66740"/>
                </a:moveTo>
                <a:lnTo>
                  <a:pt x="310167" y="34476"/>
                </a:lnTo>
                <a:lnTo>
                  <a:pt x="291266" y="42783"/>
                </a:lnTo>
                <a:lnTo>
                  <a:pt x="292968" y="29355"/>
                </a:lnTo>
                <a:lnTo>
                  <a:pt x="276830" y="14250"/>
                </a:lnTo>
                <a:lnTo>
                  <a:pt x="241325" y="0"/>
                </a:lnTo>
                <a:lnTo>
                  <a:pt x="212910" y="14334"/>
                </a:lnTo>
                <a:lnTo>
                  <a:pt x="195258" y="48998"/>
                </a:lnTo>
                <a:lnTo>
                  <a:pt x="183230" y="45419"/>
                </a:lnTo>
                <a:lnTo>
                  <a:pt x="190064" y="65658"/>
                </a:lnTo>
                <a:lnTo>
                  <a:pt x="177770" y="85528"/>
                </a:lnTo>
                <a:lnTo>
                  <a:pt x="123592" y="98372"/>
                </a:lnTo>
                <a:lnTo>
                  <a:pt x="109672" y="78703"/>
                </a:lnTo>
                <a:lnTo>
                  <a:pt x="87901" y="76952"/>
                </a:lnTo>
                <a:lnTo>
                  <a:pt x="86832" y="65362"/>
                </a:lnTo>
                <a:lnTo>
                  <a:pt x="54325" y="63072"/>
                </a:lnTo>
                <a:lnTo>
                  <a:pt x="25386" y="37062"/>
                </a:lnTo>
                <a:lnTo>
                  <a:pt x="29643" y="22448"/>
                </a:lnTo>
                <a:lnTo>
                  <a:pt x="12961" y="19190"/>
                </a:lnTo>
                <a:lnTo>
                  <a:pt x="10263" y="4701"/>
                </a:lnTo>
                <a:lnTo>
                  <a:pt x="0" y="9606"/>
                </a:lnTo>
                <a:lnTo>
                  <a:pt x="38318" y="167617"/>
                </a:lnTo>
                <a:lnTo>
                  <a:pt x="116935" y="276915"/>
                </a:lnTo>
                <a:lnTo>
                  <a:pt x="208631" y="296719"/>
                </a:lnTo>
                <a:lnTo>
                  <a:pt x="149176" y="421287"/>
                </a:lnTo>
                <a:lnTo>
                  <a:pt x="190094" y="441978"/>
                </a:lnTo>
                <a:lnTo>
                  <a:pt x="253620" y="448714"/>
                </a:lnTo>
                <a:lnTo>
                  <a:pt x="301734" y="419243"/>
                </a:lnTo>
                <a:lnTo>
                  <a:pt x="353835" y="414624"/>
                </a:lnTo>
                <a:lnTo>
                  <a:pt x="400938" y="389795"/>
                </a:lnTo>
                <a:lnTo>
                  <a:pt x="384317" y="348113"/>
                </a:lnTo>
                <a:lnTo>
                  <a:pt x="412158" y="311853"/>
                </a:lnTo>
                <a:lnTo>
                  <a:pt x="401993" y="140205"/>
                </a:lnTo>
                <a:lnTo>
                  <a:pt x="411802" y="117790"/>
                </a:lnTo>
                <a:lnTo>
                  <a:pt x="348663" y="99669"/>
                </a:lnTo>
                <a:lnTo>
                  <a:pt x="348075" y="77557"/>
                </a:lnTo>
                <a:lnTo>
                  <a:pt x="332747" y="6674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ARAGUARI"/>
          <p:cNvSpPr/>
          <p:nvPr/>
        </p:nvSpPr>
        <p:spPr>
          <a:xfrm>
            <a:off x="9492061" y="4196411"/>
            <a:ext cx="424600" cy="493594"/>
          </a:xfrm>
          <a:custGeom>
            <a:avLst/>
            <a:gdLst/>
            <a:ahLst/>
            <a:cxnLst/>
            <a:rect l="l" t="t" r="r" b="b"/>
            <a:pathLst>
              <a:path w="424600" h="493594">
                <a:moveTo>
                  <a:pt x="206144" y="0"/>
                </a:moveTo>
                <a:lnTo>
                  <a:pt x="160135" y="18403"/>
                </a:lnTo>
                <a:lnTo>
                  <a:pt x="151104" y="84235"/>
                </a:lnTo>
                <a:lnTo>
                  <a:pt x="124974" y="94535"/>
                </a:lnTo>
                <a:lnTo>
                  <a:pt x="123738" y="118647"/>
                </a:lnTo>
                <a:lnTo>
                  <a:pt x="104556" y="143628"/>
                </a:lnTo>
                <a:lnTo>
                  <a:pt x="124300" y="195295"/>
                </a:lnTo>
                <a:lnTo>
                  <a:pt x="92876" y="252644"/>
                </a:lnTo>
                <a:lnTo>
                  <a:pt x="101039" y="309532"/>
                </a:lnTo>
                <a:lnTo>
                  <a:pt x="93819" y="302783"/>
                </a:lnTo>
                <a:lnTo>
                  <a:pt x="62593" y="317657"/>
                </a:lnTo>
                <a:lnTo>
                  <a:pt x="25741" y="366732"/>
                </a:lnTo>
                <a:lnTo>
                  <a:pt x="19555" y="394711"/>
                </a:lnTo>
                <a:lnTo>
                  <a:pt x="9594" y="386074"/>
                </a:lnTo>
                <a:lnTo>
                  <a:pt x="0" y="397297"/>
                </a:lnTo>
                <a:lnTo>
                  <a:pt x="31963" y="417670"/>
                </a:lnTo>
                <a:lnTo>
                  <a:pt x="27706" y="432284"/>
                </a:lnTo>
                <a:lnTo>
                  <a:pt x="56645" y="458294"/>
                </a:lnTo>
                <a:lnTo>
                  <a:pt x="89152" y="460584"/>
                </a:lnTo>
                <a:lnTo>
                  <a:pt x="90221" y="472174"/>
                </a:lnTo>
                <a:lnTo>
                  <a:pt x="111992" y="473925"/>
                </a:lnTo>
                <a:lnTo>
                  <a:pt x="125912" y="493594"/>
                </a:lnTo>
                <a:lnTo>
                  <a:pt x="180090" y="480750"/>
                </a:lnTo>
                <a:lnTo>
                  <a:pt x="192384" y="460880"/>
                </a:lnTo>
                <a:lnTo>
                  <a:pt x="185550" y="440641"/>
                </a:lnTo>
                <a:lnTo>
                  <a:pt x="197578" y="444220"/>
                </a:lnTo>
                <a:lnTo>
                  <a:pt x="215230" y="409556"/>
                </a:lnTo>
                <a:lnTo>
                  <a:pt x="243645" y="395222"/>
                </a:lnTo>
                <a:lnTo>
                  <a:pt x="279150" y="409472"/>
                </a:lnTo>
                <a:lnTo>
                  <a:pt x="295288" y="424577"/>
                </a:lnTo>
                <a:lnTo>
                  <a:pt x="293586" y="438005"/>
                </a:lnTo>
                <a:lnTo>
                  <a:pt x="312487" y="429698"/>
                </a:lnTo>
                <a:lnTo>
                  <a:pt x="335255" y="461918"/>
                </a:lnTo>
                <a:lnTo>
                  <a:pt x="367728" y="413063"/>
                </a:lnTo>
                <a:lnTo>
                  <a:pt x="395057" y="339579"/>
                </a:lnTo>
                <a:lnTo>
                  <a:pt x="416677" y="323238"/>
                </a:lnTo>
                <a:lnTo>
                  <a:pt x="386114" y="296804"/>
                </a:lnTo>
                <a:lnTo>
                  <a:pt x="389581" y="254443"/>
                </a:lnTo>
                <a:lnTo>
                  <a:pt x="372491" y="222991"/>
                </a:lnTo>
                <a:lnTo>
                  <a:pt x="424600" y="233986"/>
                </a:lnTo>
                <a:lnTo>
                  <a:pt x="424127" y="208048"/>
                </a:lnTo>
                <a:lnTo>
                  <a:pt x="402955" y="181846"/>
                </a:lnTo>
                <a:lnTo>
                  <a:pt x="394113" y="146067"/>
                </a:lnTo>
                <a:lnTo>
                  <a:pt x="401441" y="120933"/>
                </a:lnTo>
                <a:lnTo>
                  <a:pt x="351005" y="89975"/>
                </a:lnTo>
                <a:lnTo>
                  <a:pt x="324222" y="107361"/>
                </a:lnTo>
                <a:lnTo>
                  <a:pt x="299721" y="101771"/>
                </a:lnTo>
                <a:lnTo>
                  <a:pt x="312637" y="65623"/>
                </a:lnTo>
                <a:lnTo>
                  <a:pt x="245502" y="73262"/>
                </a:lnTo>
                <a:lnTo>
                  <a:pt x="230248" y="50679"/>
                </a:lnTo>
                <a:lnTo>
                  <a:pt x="229660" y="21849"/>
                </a:lnTo>
                <a:lnTo>
                  <a:pt x="206144" y="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PRESIDENTE HAYES"/>
          <p:cNvSpPr/>
          <p:nvPr/>
        </p:nvSpPr>
        <p:spPr>
          <a:xfrm>
            <a:off x="8363083" y="2848523"/>
            <a:ext cx="1352121" cy="1328228"/>
          </a:xfrm>
          <a:custGeom>
            <a:avLst/>
            <a:gdLst/>
            <a:ahLst/>
            <a:cxnLst/>
            <a:rect l="l" t="t" r="r" b="b"/>
            <a:pathLst>
              <a:path w="1352121" h="1328228">
                <a:moveTo>
                  <a:pt x="1193987" y="1275804"/>
                </a:moveTo>
                <a:lnTo>
                  <a:pt x="1216033" y="1225724"/>
                </a:lnTo>
                <a:lnTo>
                  <a:pt x="1266377" y="1211182"/>
                </a:lnTo>
                <a:lnTo>
                  <a:pt x="1297648" y="1154295"/>
                </a:lnTo>
                <a:lnTo>
                  <a:pt x="1326080" y="1155312"/>
                </a:lnTo>
                <a:lnTo>
                  <a:pt x="1296035" y="1119091"/>
                </a:lnTo>
                <a:lnTo>
                  <a:pt x="1321347" y="1086465"/>
                </a:lnTo>
                <a:lnTo>
                  <a:pt x="1321986" y="1063090"/>
                </a:lnTo>
                <a:lnTo>
                  <a:pt x="1344590" y="1059243"/>
                </a:lnTo>
                <a:lnTo>
                  <a:pt x="1349097" y="1030315"/>
                </a:lnTo>
                <a:lnTo>
                  <a:pt x="1335205" y="1010411"/>
                </a:lnTo>
                <a:lnTo>
                  <a:pt x="1347573" y="993848"/>
                </a:lnTo>
                <a:lnTo>
                  <a:pt x="1335346" y="976173"/>
                </a:lnTo>
                <a:lnTo>
                  <a:pt x="1352121" y="961705"/>
                </a:lnTo>
                <a:lnTo>
                  <a:pt x="1330941" y="873292"/>
                </a:lnTo>
                <a:lnTo>
                  <a:pt x="1303579" y="837949"/>
                </a:lnTo>
                <a:lnTo>
                  <a:pt x="1330477" y="814435"/>
                </a:lnTo>
                <a:lnTo>
                  <a:pt x="1309443" y="796624"/>
                </a:lnTo>
                <a:lnTo>
                  <a:pt x="1329057" y="781571"/>
                </a:lnTo>
                <a:lnTo>
                  <a:pt x="1318086" y="773234"/>
                </a:lnTo>
                <a:lnTo>
                  <a:pt x="1322203" y="760175"/>
                </a:lnTo>
                <a:lnTo>
                  <a:pt x="1294526" y="742356"/>
                </a:lnTo>
                <a:lnTo>
                  <a:pt x="1313361" y="729144"/>
                </a:lnTo>
                <a:lnTo>
                  <a:pt x="1304974" y="716120"/>
                </a:lnTo>
                <a:lnTo>
                  <a:pt x="1313665" y="693432"/>
                </a:lnTo>
                <a:lnTo>
                  <a:pt x="1304250" y="687151"/>
                </a:lnTo>
                <a:lnTo>
                  <a:pt x="1312201" y="672713"/>
                </a:lnTo>
                <a:lnTo>
                  <a:pt x="1251797" y="639385"/>
                </a:lnTo>
                <a:lnTo>
                  <a:pt x="1231560" y="591744"/>
                </a:lnTo>
                <a:lnTo>
                  <a:pt x="1240015" y="555510"/>
                </a:lnTo>
                <a:lnTo>
                  <a:pt x="1213369" y="515148"/>
                </a:lnTo>
                <a:lnTo>
                  <a:pt x="1224235" y="487779"/>
                </a:lnTo>
                <a:lnTo>
                  <a:pt x="1175952" y="446705"/>
                </a:lnTo>
                <a:lnTo>
                  <a:pt x="1172658" y="412710"/>
                </a:lnTo>
                <a:lnTo>
                  <a:pt x="1143286" y="412469"/>
                </a:lnTo>
                <a:lnTo>
                  <a:pt x="1114469" y="386607"/>
                </a:lnTo>
                <a:lnTo>
                  <a:pt x="1122814" y="362759"/>
                </a:lnTo>
                <a:lnTo>
                  <a:pt x="1102205" y="339955"/>
                </a:lnTo>
                <a:lnTo>
                  <a:pt x="1114055" y="324773"/>
                </a:lnTo>
                <a:lnTo>
                  <a:pt x="1106355" y="301069"/>
                </a:lnTo>
                <a:lnTo>
                  <a:pt x="1082145" y="294563"/>
                </a:lnTo>
                <a:lnTo>
                  <a:pt x="1058785" y="259438"/>
                </a:lnTo>
                <a:lnTo>
                  <a:pt x="1069461" y="236256"/>
                </a:lnTo>
                <a:lnTo>
                  <a:pt x="1120461" y="234238"/>
                </a:lnTo>
                <a:lnTo>
                  <a:pt x="1099836" y="200429"/>
                </a:lnTo>
                <a:lnTo>
                  <a:pt x="1089429" y="130303"/>
                </a:lnTo>
                <a:lnTo>
                  <a:pt x="966776" y="110737"/>
                </a:lnTo>
                <a:lnTo>
                  <a:pt x="936538" y="41853"/>
                </a:lnTo>
                <a:lnTo>
                  <a:pt x="588953" y="29037"/>
                </a:lnTo>
                <a:lnTo>
                  <a:pt x="527168" y="0"/>
                </a:lnTo>
                <a:lnTo>
                  <a:pt x="538752" y="38172"/>
                </a:lnTo>
                <a:lnTo>
                  <a:pt x="435450" y="105247"/>
                </a:lnTo>
                <a:lnTo>
                  <a:pt x="426171" y="118634"/>
                </a:lnTo>
                <a:lnTo>
                  <a:pt x="431045" y="142569"/>
                </a:lnTo>
                <a:lnTo>
                  <a:pt x="399227" y="142568"/>
                </a:lnTo>
                <a:lnTo>
                  <a:pt x="399091" y="158389"/>
                </a:lnTo>
                <a:lnTo>
                  <a:pt x="386070" y="158379"/>
                </a:lnTo>
                <a:lnTo>
                  <a:pt x="384364" y="182058"/>
                </a:lnTo>
                <a:lnTo>
                  <a:pt x="301319" y="300907"/>
                </a:lnTo>
                <a:lnTo>
                  <a:pt x="307516" y="401695"/>
                </a:lnTo>
                <a:lnTo>
                  <a:pt x="257572" y="574163"/>
                </a:lnTo>
                <a:lnTo>
                  <a:pt x="216671" y="590389"/>
                </a:lnTo>
                <a:lnTo>
                  <a:pt x="79601" y="606374"/>
                </a:lnTo>
                <a:lnTo>
                  <a:pt x="68320" y="622068"/>
                </a:lnTo>
                <a:lnTo>
                  <a:pt x="40973" y="614438"/>
                </a:lnTo>
                <a:lnTo>
                  <a:pt x="42326" y="657255"/>
                </a:lnTo>
                <a:lnTo>
                  <a:pt x="0" y="694260"/>
                </a:lnTo>
                <a:lnTo>
                  <a:pt x="4488" y="719032"/>
                </a:lnTo>
                <a:lnTo>
                  <a:pt x="34513" y="740509"/>
                </a:lnTo>
                <a:lnTo>
                  <a:pt x="72953" y="745513"/>
                </a:lnTo>
                <a:lnTo>
                  <a:pt x="74155" y="762071"/>
                </a:lnTo>
                <a:lnTo>
                  <a:pt x="127826" y="769849"/>
                </a:lnTo>
                <a:lnTo>
                  <a:pt x="154926" y="793363"/>
                </a:lnTo>
                <a:lnTo>
                  <a:pt x="194836" y="799716"/>
                </a:lnTo>
                <a:lnTo>
                  <a:pt x="266957" y="783385"/>
                </a:lnTo>
                <a:lnTo>
                  <a:pt x="292644" y="792545"/>
                </a:lnTo>
                <a:lnTo>
                  <a:pt x="487195" y="914719"/>
                </a:lnTo>
                <a:lnTo>
                  <a:pt x="507420" y="945592"/>
                </a:lnTo>
                <a:lnTo>
                  <a:pt x="525178" y="951171"/>
                </a:lnTo>
                <a:lnTo>
                  <a:pt x="533517" y="975476"/>
                </a:lnTo>
                <a:lnTo>
                  <a:pt x="616299" y="1030206"/>
                </a:lnTo>
                <a:lnTo>
                  <a:pt x="674082" y="1048176"/>
                </a:lnTo>
                <a:lnTo>
                  <a:pt x="735442" y="1092813"/>
                </a:lnTo>
                <a:lnTo>
                  <a:pt x="765526" y="1093571"/>
                </a:lnTo>
                <a:lnTo>
                  <a:pt x="785401" y="1116765"/>
                </a:lnTo>
                <a:lnTo>
                  <a:pt x="822452" y="1112562"/>
                </a:lnTo>
                <a:lnTo>
                  <a:pt x="859542" y="1128678"/>
                </a:lnTo>
                <a:lnTo>
                  <a:pt x="911709" y="1185088"/>
                </a:lnTo>
                <a:lnTo>
                  <a:pt x="952124" y="1155419"/>
                </a:lnTo>
                <a:lnTo>
                  <a:pt x="1010198" y="1203456"/>
                </a:lnTo>
                <a:lnTo>
                  <a:pt x="1033571" y="1199203"/>
                </a:lnTo>
                <a:lnTo>
                  <a:pt x="1039182" y="1218180"/>
                </a:lnTo>
                <a:lnTo>
                  <a:pt x="1087337" y="1218043"/>
                </a:lnTo>
                <a:lnTo>
                  <a:pt x="1096477" y="1238340"/>
                </a:lnTo>
                <a:lnTo>
                  <a:pt x="1127555" y="1256701"/>
                </a:lnTo>
                <a:lnTo>
                  <a:pt x="1125318" y="1274205"/>
                </a:lnTo>
                <a:lnTo>
                  <a:pt x="1158369" y="1328228"/>
                </a:lnTo>
                <a:lnTo>
                  <a:pt x="1158986" y="1298547"/>
                </a:lnTo>
                <a:lnTo>
                  <a:pt x="1193987" y="1275804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AN PEDRO"/>
          <p:cNvSpPr/>
          <p:nvPr/>
        </p:nvSpPr>
        <p:spPr>
          <a:xfrm>
            <a:off x="9594643" y="3348276"/>
            <a:ext cx="658763" cy="692998"/>
          </a:xfrm>
          <a:custGeom>
            <a:avLst/>
            <a:gdLst/>
            <a:ahLst/>
            <a:cxnLst/>
            <a:rect l="l" t="t" r="r" b="b"/>
            <a:pathLst>
              <a:path w="658763" h="692998">
                <a:moveTo>
                  <a:pt x="9849" y="68234"/>
                </a:moveTo>
                <a:lnTo>
                  <a:pt x="0" y="91991"/>
                </a:lnTo>
                <a:lnTo>
                  <a:pt x="20237" y="139632"/>
                </a:lnTo>
                <a:lnTo>
                  <a:pt x="80641" y="172960"/>
                </a:lnTo>
                <a:lnTo>
                  <a:pt x="72690" y="187398"/>
                </a:lnTo>
                <a:lnTo>
                  <a:pt x="82105" y="193679"/>
                </a:lnTo>
                <a:lnTo>
                  <a:pt x="73414" y="216367"/>
                </a:lnTo>
                <a:lnTo>
                  <a:pt x="81801" y="229391"/>
                </a:lnTo>
                <a:lnTo>
                  <a:pt x="62966" y="242603"/>
                </a:lnTo>
                <a:lnTo>
                  <a:pt x="90643" y="260422"/>
                </a:lnTo>
                <a:lnTo>
                  <a:pt x="86526" y="273481"/>
                </a:lnTo>
                <a:lnTo>
                  <a:pt x="97497" y="281818"/>
                </a:lnTo>
                <a:lnTo>
                  <a:pt x="77883" y="296871"/>
                </a:lnTo>
                <a:lnTo>
                  <a:pt x="98917" y="314682"/>
                </a:lnTo>
                <a:lnTo>
                  <a:pt x="72019" y="338196"/>
                </a:lnTo>
                <a:lnTo>
                  <a:pt x="99381" y="373539"/>
                </a:lnTo>
                <a:lnTo>
                  <a:pt x="120561" y="461952"/>
                </a:lnTo>
                <a:lnTo>
                  <a:pt x="103786" y="476420"/>
                </a:lnTo>
                <a:lnTo>
                  <a:pt x="116013" y="494095"/>
                </a:lnTo>
                <a:lnTo>
                  <a:pt x="103645" y="510658"/>
                </a:lnTo>
                <a:lnTo>
                  <a:pt x="117537" y="530562"/>
                </a:lnTo>
                <a:lnTo>
                  <a:pt x="113030" y="559490"/>
                </a:lnTo>
                <a:lnTo>
                  <a:pt x="90426" y="563337"/>
                </a:lnTo>
                <a:lnTo>
                  <a:pt x="89787" y="586712"/>
                </a:lnTo>
                <a:lnTo>
                  <a:pt x="64475" y="619338"/>
                </a:lnTo>
                <a:lnTo>
                  <a:pt x="95455" y="649246"/>
                </a:lnTo>
                <a:lnTo>
                  <a:pt x="91049" y="659089"/>
                </a:lnTo>
                <a:lnTo>
                  <a:pt x="76022" y="654495"/>
                </a:lnTo>
                <a:lnTo>
                  <a:pt x="78045" y="665996"/>
                </a:lnTo>
                <a:lnTo>
                  <a:pt x="97635" y="674664"/>
                </a:lnTo>
                <a:lnTo>
                  <a:pt x="104484" y="665151"/>
                </a:lnTo>
                <a:lnTo>
                  <a:pt x="137111" y="692998"/>
                </a:lnTo>
                <a:lnTo>
                  <a:pt x="159878" y="691356"/>
                </a:lnTo>
                <a:lnTo>
                  <a:pt x="156525" y="678412"/>
                </a:lnTo>
                <a:lnTo>
                  <a:pt x="171677" y="676708"/>
                </a:lnTo>
                <a:lnTo>
                  <a:pt x="194929" y="621766"/>
                </a:lnTo>
                <a:lnTo>
                  <a:pt x="275364" y="642976"/>
                </a:lnTo>
                <a:lnTo>
                  <a:pt x="293317" y="632104"/>
                </a:lnTo>
                <a:lnTo>
                  <a:pt x="319027" y="676778"/>
                </a:lnTo>
                <a:lnTo>
                  <a:pt x="354770" y="686862"/>
                </a:lnTo>
                <a:lnTo>
                  <a:pt x="403622" y="649620"/>
                </a:lnTo>
                <a:lnTo>
                  <a:pt x="474628" y="661150"/>
                </a:lnTo>
                <a:lnTo>
                  <a:pt x="444486" y="607468"/>
                </a:lnTo>
                <a:lnTo>
                  <a:pt x="453174" y="590514"/>
                </a:lnTo>
                <a:lnTo>
                  <a:pt x="494167" y="660359"/>
                </a:lnTo>
                <a:lnTo>
                  <a:pt x="501168" y="650136"/>
                </a:lnTo>
                <a:lnTo>
                  <a:pt x="514871" y="658022"/>
                </a:lnTo>
                <a:lnTo>
                  <a:pt x="537740" y="648937"/>
                </a:lnTo>
                <a:lnTo>
                  <a:pt x="554633" y="618404"/>
                </a:lnTo>
                <a:lnTo>
                  <a:pt x="605161" y="629132"/>
                </a:lnTo>
                <a:lnTo>
                  <a:pt x="633294" y="612188"/>
                </a:lnTo>
                <a:lnTo>
                  <a:pt x="653240" y="614817"/>
                </a:lnTo>
                <a:lnTo>
                  <a:pt x="658763" y="597728"/>
                </a:lnTo>
                <a:lnTo>
                  <a:pt x="607585" y="588774"/>
                </a:lnTo>
                <a:lnTo>
                  <a:pt x="538339" y="458682"/>
                </a:lnTo>
                <a:lnTo>
                  <a:pt x="502357" y="436303"/>
                </a:lnTo>
                <a:lnTo>
                  <a:pt x="500907" y="402063"/>
                </a:lnTo>
                <a:lnTo>
                  <a:pt x="484087" y="378872"/>
                </a:lnTo>
                <a:lnTo>
                  <a:pt x="493888" y="326601"/>
                </a:lnTo>
                <a:lnTo>
                  <a:pt x="542766" y="288818"/>
                </a:lnTo>
                <a:lnTo>
                  <a:pt x="556458" y="291573"/>
                </a:lnTo>
                <a:lnTo>
                  <a:pt x="537611" y="207439"/>
                </a:lnTo>
                <a:lnTo>
                  <a:pt x="557808" y="174839"/>
                </a:lnTo>
                <a:lnTo>
                  <a:pt x="539922" y="117471"/>
                </a:lnTo>
                <a:lnTo>
                  <a:pt x="529727" y="107937"/>
                </a:lnTo>
                <a:lnTo>
                  <a:pt x="525295" y="119549"/>
                </a:lnTo>
                <a:lnTo>
                  <a:pt x="505536" y="120232"/>
                </a:lnTo>
                <a:lnTo>
                  <a:pt x="497467" y="103781"/>
                </a:lnTo>
                <a:lnTo>
                  <a:pt x="485341" y="59641"/>
                </a:lnTo>
                <a:lnTo>
                  <a:pt x="486882" y="0"/>
                </a:lnTo>
                <a:lnTo>
                  <a:pt x="439229" y="8108"/>
                </a:lnTo>
                <a:lnTo>
                  <a:pt x="392754" y="45420"/>
                </a:lnTo>
                <a:lnTo>
                  <a:pt x="375736" y="38322"/>
                </a:lnTo>
                <a:lnTo>
                  <a:pt x="352415" y="59851"/>
                </a:lnTo>
                <a:lnTo>
                  <a:pt x="268304" y="57523"/>
                </a:lnTo>
                <a:lnTo>
                  <a:pt x="248856" y="47025"/>
                </a:lnTo>
                <a:lnTo>
                  <a:pt x="41452" y="81167"/>
                </a:lnTo>
                <a:lnTo>
                  <a:pt x="9849" y="68234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ÑEEMBUCU"/>
          <p:cNvSpPr/>
          <p:nvPr/>
        </p:nvSpPr>
        <p:spPr>
          <a:xfrm>
            <a:off x="9152941" y="4344509"/>
            <a:ext cx="550071" cy="679428"/>
          </a:xfrm>
          <a:custGeom>
            <a:avLst/>
            <a:gdLst/>
            <a:ahLst/>
            <a:cxnLst/>
            <a:rect l="l" t="t" r="r" b="b"/>
            <a:pathLst>
              <a:path w="550071" h="679428">
                <a:moveTo>
                  <a:pt x="341440" y="256730"/>
                </a:moveTo>
                <a:lnTo>
                  <a:pt x="344730" y="239241"/>
                </a:lnTo>
                <a:lnTo>
                  <a:pt x="356274" y="247140"/>
                </a:lnTo>
                <a:lnTo>
                  <a:pt x="365099" y="237813"/>
                </a:lnTo>
                <a:lnTo>
                  <a:pt x="364861" y="218634"/>
                </a:lnTo>
                <a:lnTo>
                  <a:pt x="401713" y="169559"/>
                </a:lnTo>
                <a:lnTo>
                  <a:pt x="432939" y="154685"/>
                </a:lnTo>
                <a:lnTo>
                  <a:pt x="438694" y="163138"/>
                </a:lnTo>
                <a:lnTo>
                  <a:pt x="435541" y="141585"/>
                </a:lnTo>
                <a:lnTo>
                  <a:pt x="443703" y="140316"/>
                </a:lnTo>
                <a:lnTo>
                  <a:pt x="432727" y="85256"/>
                </a:lnTo>
                <a:lnTo>
                  <a:pt x="419123" y="88794"/>
                </a:lnTo>
                <a:lnTo>
                  <a:pt x="425625" y="75787"/>
                </a:lnTo>
                <a:lnTo>
                  <a:pt x="392558" y="56013"/>
                </a:lnTo>
                <a:lnTo>
                  <a:pt x="394415" y="40264"/>
                </a:lnTo>
                <a:lnTo>
                  <a:pt x="340068" y="26706"/>
                </a:lnTo>
                <a:lnTo>
                  <a:pt x="337896" y="0"/>
                </a:lnTo>
                <a:lnTo>
                  <a:pt x="322725" y="12087"/>
                </a:lnTo>
                <a:lnTo>
                  <a:pt x="324128" y="27019"/>
                </a:lnTo>
                <a:lnTo>
                  <a:pt x="296662" y="39444"/>
                </a:lnTo>
                <a:lnTo>
                  <a:pt x="305172" y="58538"/>
                </a:lnTo>
                <a:lnTo>
                  <a:pt x="285087" y="77572"/>
                </a:lnTo>
                <a:lnTo>
                  <a:pt x="299881" y="96468"/>
                </a:lnTo>
                <a:lnTo>
                  <a:pt x="239582" y="136463"/>
                </a:lnTo>
                <a:lnTo>
                  <a:pt x="212638" y="141007"/>
                </a:lnTo>
                <a:lnTo>
                  <a:pt x="202893" y="169046"/>
                </a:lnTo>
                <a:lnTo>
                  <a:pt x="186715" y="167977"/>
                </a:lnTo>
                <a:lnTo>
                  <a:pt x="206996" y="187366"/>
                </a:lnTo>
                <a:lnTo>
                  <a:pt x="185008" y="201775"/>
                </a:lnTo>
                <a:lnTo>
                  <a:pt x="186636" y="234235"/>
                </a:lnTo>
                <a:lnTo>
                  <a:pt x="163480" y="255629"/>
                </a:lnTo>
                <a:lnTo>
                  <a:pt x="178854" y="278444"/>
                </a:lnTo>
                <a:lnTo>
                  <a:pt x="160009" y="284909"/>
                </a:lnTo>
                <a:lnTo>
                  <a:pt x="174849" y="355837"/>
                </a:lnTo>
                <a:lnTo>
                  <a:pt x="149509" y="356182"/>
                </a:lnTo>
                <a:lnTo>
                  <a:pt x="153488" y="399372"/>
                </a:lnTo>
                <a:lnTo>
                  <a:pt x="112922" y="425164"/>
                </a:lnTo>
                <a:lnTo>
                  <a:pt x="125972" y="445892"/>
                </a:lnTo>
                <a:lnTo>
                  <a:pt x="60586" y="469227"/>
                </a:lnTo>
                <a:lnTo>
                  <a:pt x="71624" y="495879"/>
                </a:lnTo>
                <a:lnTo>
                  <a:pt x="53280" y="500911"/>
                </a:lnTo>
                <a:lnTo>
                  <a:pt x="56651" y="525005"/>
                </a:lnTo>
                <a:lnTo>
                  <a:pt x="40290" y="513964"/>
                </a:lnTo>
                <a:lnTo>
                  <a:pt x="39333" y="542883"/>
                </a:lnTo>
                <a:lnTo>
                  <a:pt x="4506" y="552220"/>
                </a:lnTo>
                <a:lnTo>
                  <a:pt x="0" y="574481"/>
                </a:lnTo>
                <a:lnTo>
                  <a:pt x="24200" y="591309"/>
                </a:lnTo>
                <a:lnTo>
                  <a:pt x="19016" y="623792"/>
                </a:lnTo>
                <a:lnTo>
                  <a:pt x="147586" y="603369"/>
                </a:lnTo>
                <a:lnTo>
                  <a:pt x="181888" y="611994"/>
                </a:lnTo>
                <a:lnTo>
                  <a:pt x="236313" y="604286"/>
                </a:lnTo>
                <a:lnTo>
                  <a:pt x="279748" y="620782"/>
                </a:lnTo>
                <a:lnTo>
                  <a:pt x="293775" y="612062"/>
                </a:lnTo>
                <a:lnTo>
                  <a:pt x="312185" y="633823"/>
                </a:lnTo>
                <a:lnTo>
                  <a:pt x="364322" y="637951"/>
                </a:lnTo>
                <a:lnTo>
                  <a:pt x="432827" y="679428"/>
                </a:lnTo>
                <a:lnTo>
                  <a:pt x="490616" y="668411"/>
                </a:lnTo>
                <a:lnTo>
                  <a:pt x="550071" y="543843"/>
                </a:lnTo>
                <a:lnTo>
                  <a:pt x="458375" y="524039"/>
                </a:lnTo>
                <a:lnTo>
                  <a:pt x="379758" y="414741"/>
                </a:lnTo>
                <a:lnTo>
                  <a:pt x="341440" y="25673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Legend swatch 1"/>
          <p:cNvSpPr/>
          <p:nvPr/>
        </p:nvSpPr>
        <p:spPr>
          <a:xfrm>
            <a:off x="6967728" y="5138928"/>
            <a:ext cx="164592" cy="164592"/>
          </a:xfrm>
          <a:prstGeom prst="rect">
            <a:avLst/>
          </a:prstGeom>
          <a:solidFill>
            <a:srgbClr val="6E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Legend label 1"/>
          <p:cNvSpPr txBox="1"/>
          <p:nvPr/>
        </p:nvSpPr>
        <p:spPr>
          <a:xfrm>
            <a:off x="7223759" y="5097780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High: &gt;98% electricity access (est.)</a:t>
            </a:r>
          </a:p>
        </p:txBody>
      </p:sp>
      <p:sp>
        <p:nvSpPr>
          <p:cNvPr id="56" name="Legend swatch 2"/>
          <p:cNvSpPr/>
          <p:nvPr/>
        </p:nvSpPr>
        <p:spPr>
          <a:xfrm>
            <a:off x="6967728" y="5495544"/>
            <a:ext cx="164592" cy="164592"/>
          </a:xfrm>
          <a:prstGeom prst="rect">
            <a:avLst/>
          </a:prstGeom>
          <a:solidFill>
            <a:srgbClr val="AD8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Legend label 2"/>
          <p:cNvSpPr txBox="1"/>
          <p:nvPr/>
        </p:nvSpPr>
        <p:spPr>
          <a:xfrm>
            <a:off x="7223759" y="5454396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Medium: 90-98% access (est.)</a:t>
            </a:r>
          </a:p>
        </p:txBody>
      </p:sp>
      <p:sp>
        <p:nvSpPr>
          <p:cNvPr id="58" name="Legend swatch 3"/>
          <p:cNvSpPr/>
          <p:nvPr/>
        </p:nvSpPr>
        <p:spPr>
          <a:xfrm>
            <a:off x="6967728" y="5852160"/>
            <a:ext cx="164592" cy="164592"/>
          </a:xfrm>
          <a:prstGeom prst="rect">
            <a:avLst/>
          </a:prstGeom>
          <a:solidFill>
            <a:srgbClr val="E7D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Legend label 3"/>
          <p:cNvSpPr txBox="1"/>
          <p:nvPr/>
        </p:nvSpPr>
        <p:spPr>
          <a:xfrm>
            <a:off x="7223759" y="5811012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Low: &lt;90% electricity access (est.)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· WASH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WASH — near-universal basic water but groundwater quality issues in the Chaco</a:t>
            </a:r>
            <a:endParaRPr lang="en-US" sz="1700"/>
          </a:p>
        </p:txBody>
      </p:sp>
      <p:sp>
        <p:nvSpPr>
          <p:cNvPr id="4" name="Shape 2"/>
          <p:cNvSpPr/>
          <p:nvPr/>
        </p:nvSpPr>
        <p:spPr>
          <a:xfrm>
            <a:off x="512064" y="1005840"/>
            <a:ext cx="50292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&lt;1%</a:t>
            </a:r>
            <a:endParaRPr lang="en-US" sz="1900"/>
          </a:p>
        </p:txBody>
      </p:sp>
      <p:sp>
        <p:nvSpPr>
          <p:cNvPr id="8" name="Text 6"/>
          <p:cNvSpPr/>
          <p:nvPr/>
        </p:nvSpPr>
        <p:spPr>
          <a:xfrm>
            <a:off x="61264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 defecation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61264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LAC region eliminated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0604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1576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~64%</a:t>
            </a:r>
            <a:endParaRPr lang="en-US" sz="1900"/>
          </a:p>
        </p:txBody>
      </p:sp>
      <p:sp>
        <p:nvSpPr>
          <p:cNvPr id="13" name="Text 11"/>
          <p:cNvSpPr/>
          <p:nvPr/>
        </p:nvSpPr>
        <p:spPr>
          <a:xfrm>
            <a:off x="271576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Safely managed water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271576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JMP · basic ~100%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470916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916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1888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~96%</a:t>
            </a:r>
            <a:endParaRPr lang="en-US" sz="1900"/>
          </a:p>
        </p:txBody>
      </p:sp>
      <p:sp>
        <p:nvSpPr>
          <p:cNvPr id="18" name="Text 16"/>
          <p:cNvSpPr/>
          <p:nvPr/>
        </p:nvSpPr>
        <p:spPr>
          <a:xfrm>
            <a:off x="481888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Basic sanitation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481888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JMP 2024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502920" y="24323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INSIGHTS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658368" y="2688336"/>
            <a:ext cx="5989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 defecation is nearly eliminated (&lt;1%) in Latin America including Paraguay; basic water coverage ~100%.</a:t>
            </a:r>
            <a:endParaRPr lang="en-US" sz="120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Chaco faces droughts and poor-quality groundwater affecting indigenous communities; climate risk high.</a:t>
            </a:r>
            <a:endParaRPr lang="en-US" sz="120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Safely managed water (~64%) and sanitation (~59%) still lag basic coverage; rural-urban gaps persist.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502920" y="4663440"/>
            <a:ext cx="6172200" cy="1591056"/>
          </a:xfrm>
          <a:prstGeom prst="rect">
            <a:avLst/>
          </a:prstGeom>
          <a:solidFill>
            <a:srgbClr val="F4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2920" y="4663440"/>
            <a:ext cx="45720" cy="1591056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4944" y="47548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POTENTIAL INTERVENTIONS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713232" y="502920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932688" y="502920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Climate-resilient water supply in Chaco indigenous communities.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713232" y="539496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932688" y="539496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Upgrade basic to safely managed services in rural areas.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713232" y="576072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932688" y="576072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Urban utility efficiency: reduce non-revenue water.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6903720" y="12070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Without basic water (%)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6903720" y="146304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JMP WHO/UNICEF pattern (est.)</a:t>
            </a:r>
            <a:endParaRPr lang="en-US" sz="1200"/>
          </a:p>
        </p:txBody>
      </p:sp>
      <p:sp>
        <p:nvSpPr>
          <p:cNvPr id="34" name="Shape 31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WHO/UNICEF JMP 2025 · UNICEF Paraguay · World Bank</a:t>
            </a:r>
            <a:endParaRPr lang="en-US" sz="1200"/>
          </a:p>
        </p:txBody>
      </p:sp>
      <p:sp>
        <p:nvSpPr>
          <p:cNvPr id="36" name="Text 33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15 / 23</a:t>
            </a:r>
            <a:endParaRPr lang="en-US" sz="1200"/>
          </a:p>
        </p:txBody>
      </p:sp>
      <p:sp>
        <p:nvSpPr>
          <p:cNvPr id="33" name="ALTO PARAGUAY"/>
          <p:cNvSpPr/>
          <p:nvPr/>
        </p:nvSpPr>
        <p:spPr>
          <a:xfrm>
            <a:off x="7940272" y="1719071"/>
            <a:ext cx="1525949" cy="1259453"/>
          </a:xfrm>
          <a:custGeom>
            <a:avLst/>
            <a:gdLst/>
            <a:ahLst/>
            <a:cxnLst/>
            <a:rect l="l" t="t" r="r" b="b"/>
            <a:pathLst>
              <a:path w="1525949" h="1259453">
                <a:moveTo>
                  <a:pt x="1461182" y="1133786"/>
                </a:moveTo>
                <a:lnTo>
                  <a:pt x="1455257" y="1113883"/>
                </a:lnTo>
                <a:lnTo>
                  <a:pt x="1471211" y="1100636"/>
                </a:lnTo>
                <a:lnTo>
                  <a:pt x="1477468" y="1058820"/>
                </a:lnTo>
                <a:lnTo>
                  <a:pt x="1490729" y="1051543"/>
                </a:lnTo>
                <a:lnTo>
                  <a:pt x="1471354" y="1038447"/>
                </a:lnTo>
                <a:lnTo>
                  <a:pt x="1492474" y="1006758"/>
                </a:lnTo>
                <a:lnTo>
                  <a:pt x="1478350" y="994203"/>
                </a:lnTo>
                <a:lnTo>
                  <a:pt x="1501867" y="972621"/>
                </a:lnTo>
                <a:lnTo>
                  <a:pt x="1483406" y="958102"/>
                </a:lnTo>
                <a:lnTo>
                  <a:pt x="1490183" y="931848"/>
                </a:lnTo>
                <a:lnTo>
                  <a:pt x="1470504" y="906228"/>
                </a:lnTo>
                <a:lnTo>
                  <a:pt x="1512781" y="829107"/>
                </a:lnTo>
                <a:lnTo>
                  <a:pt x="1487754" y="806959"/>
                </a:lnTo>
                <a:lnTo>
                  <a:pt x="1513051" y="785320"/>
                </a:lnTo>
                <a:lnTo>
                  <a:pt x="1507455" y="712165"/>
                </a:lnTo>
                <a:lnTo>
                  <a:pt x="1525949" y="669659"/>
                </a:lnTo>
                <a:lnTo>
                  <a:pt x="1508860" y="672153"/>
                </a:lnTo>
                <a:lnTo>
                  <a:pt x="1485590" y="653356"/>
                </a:lnTo>
                <a:lnTo>
                  <a:pt x="1512637" y="626403"/>
                </a:lnTo>
                <a:lnTo>
                  <a:pt x="1496857" y="607842"/>
                </a:lnTo>
                <a:lnTo>
                  <a:pt x="1472823" y="609288"/>
                </a:lnTo>
                <a:lnTo>
                  <a:pt x="1482470" y="590771"/>
                </a:lnTo>
                <a:lnTo>
                  <a:pt x="1508010" y="591610"/>
                </a:lnTo>
                <a:lnTo>
                  <a:pt x="1506933" y="582175"/>
                </a:lnTo>
                <a:lnTo>
                  <a:pt x="1487712" y="557322"/>
                </a:lnTo>
                <a:lnTo>
                  <a:pt x="1463541" y="572498"/>
                </a:lnTo>
                <a:lnTo>
                  <a:pt x="1469698" y="549222"/>
                </a:lnTo>
                <a:lnTo>
                  <a:pt x="1454039" y="536959"/>
                </a:lnTo>
                <a:lnTo>
                  <a:pt x="1460360" y="516323"/>
                </a:lnTo>
                <a:lnTo>
                  <a:pt x="1451380" y="496847"/>
                </a:lnTo>
                <a:lnTo>
                  <a:pt x="1458979" y="464578"/>
                </a:lnTo>
                <a:lnTo>
                  <a:pt x="1426280" y="436506"/>
                </a:lnTo>
                <a:lnTo>
                  <a:pt x="1423857" y="392301"/>
                </a:lnTo>
                <a:lnTo>
                  <a:pt x="1398610" y="393440"/>
                </a:lnTo>
                <a:lnTo>
                  <a:pt x="1413252" y="365883"/>
                </a:lnTo>
                <a:lnTo>
                  <a:pt x="1396072" y="358012"/>
                </a:lnTo>
                <a:lnTo>
                  <a:pt x="1406971" y="336615"/>
                </a:lnTo>
                <a:lnTo>
                  <a:pt x="1378913" y="269029"/>
                </a:lnTo>
                <a:lnTo>
                  <a:pt x="1383449" y="232549"/>
                </a:lnTo>
                <a:lnTo>
                  <a:pt x="1397346" y="218139"/>
                </a:lnTo>
                <a:lnTo>
                  <a:pt x="1370944" y="196779"/>
                </a:lnTo>
                <a:lnTo>
                  <a:pt x="1061480" y="0"/>
                </a:lnTo>
                <a:lnTo>
                  <a:pt x="723234" y="2108"/>
                </a:lnTo>
                <a:lnTo>
                  <a:pt x="490040" y="67485"/>
                </a:lnTo>
                <a:lnTo>
                  <a:pt x="69315" y="139428"/>
                </a:lnTo>
                <a:lnTo>
                  <a:pt x="0" y="324088"/>
                </a:lnTo>
                <a:lnTo>
                  <a:pt x="75789" y="327105"/>
                </a:lnTo>
                <a:lnTo>
                  <a:pt x="112431" y="356863"/>
                </a:lnTo>
                <a:lnTo>
                  <a:pt x="759672" y="543449"/>
                </a:lnTo>
                <a:lnTo>
                  <a:pt x="756927" y="608923"/>
                </a:lnTo>
                <a:lnTo>
                  <a:pt x="801019" y="708427"/>
                </a:lnTo>
                <a:lnTo>
                  <a:pt x="801517" y="774834"/>
                </a:lnTo>
                <a:lnTo>
                  <a:pt x="820843" y="833427"/>
                </a:lnTo>
                <a:lnTo>
                  <a:pt x="762316" y="874486"/>
                </a:lnTo>
                <a:lnTo>
                  <a:pt x="732320" y="1120648"/>
                </a:lnTo>
                <a:lnTo>
                  <a:pt x="931900" y="1121468"/>
                </a:lnTo>
                <a:lnTo>
                  <a:pt x="1011764" y="1158489"/>
                </a:lnTo>
                <a:lnTo>
                  <a:pt x="1359349" y="1171305"/>
                </a:lnTo>
                <a:lnTo>
                  <a:pt x="1389587" y="1240189"/>
                </a:lnTo>
                <a:lnTo>
                  <a:pt x="1521952" y="1259453"/>
                </a:lnTo>
                <a:lnTo>
                  <a:pt x="1500004" y="1207915"/>
                </a:lnTo>
                <a:lnTo>
                  <a:pt x="1475780" y="1209521"/>
                </a:lnTo>
                <a:lnTo>
                  <a:pt x="1474892" y="1152688"/>
                </a:lnTo>
                <a:lnTo>
                  <a:pt x="1461182" y="1133786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LTO PARANA"/>
          <p:cNvSpPr/>
          <p:nvPr/>
        </p:nvSpPr>
        <p:spPr>
          <a:xfrm>
            <a:off x="10309688" y="3821280"/>
            <a:ext cx="448032" cy="721804"/>
          </a:xfrm>
          <a:custGeom>
            <a:avLst/>
            <a:gdLst/>
            <a:ahLst/>
            <a:cxnLst/>
            <a:rect l="l" t="t" r="r" b="b"/>
            <a:pathLst>
              <a:path w="448032" h="721804">
                <a:moveTo>
                  <a:pt x="46326" y="438261"/>
                </a:moveTo>
                <a:lnTo>
                  <a:pt x="56009" y="464751"/>
                </a:lnTo>
                <a:lnTo>
                  <a:pt x="27357" y="488060"/>
                </a:lnTo>
                <a:lnTo>
                  <a:pt x="0" y="616357"/>
                </a:lnTo>
                <a:lnTo>
                  <a:pt x="52426" y="616988"/>
                </a:lnTo>
                <a:lnTo>
                  <a:pt x="58752" y="631915"/>
                </a:lnTo>
                <a:lnTo>
                  <a:pt x="75663" y="613447"/>
                </a:lnTo>
                <a:lnTo>
                  <a:pt x="91271" y="634772"/>
                </a:lnTo>
                <a:lnTo>
                  <a:pt x="109511" y="632907"/>
                </a:lnTo>
                <a:lnTo>
                  <a:pt x="111579" y="649359"/>
                </a:lnTo>
                <a:lnTo>
                  <a:pt x="93426" y="653229"/>
                </a:lnTo>
                <a:lnTo>
                  <a:pt x="84786" y="671899"/>
                </a:lnTo>
                <a:lnTo>
                  <a:pt x="119097" y="716812"/>
                </a:lnTo>
                <a:lnTo>
                  <a:pt x="151579" y="701228"/>
                </a:lnTo>
                <a:lnTo>
                  <a:pt x="179448" y="716172"/>
                </a:lnTo>
                <a:lnTo>
                  <a:pt x="191054" y="707683"/>
                </a:lnTo>
                <a:lnTo>
                  <a:pt x="223311" y="714421"/>
                </a:lnTo>
                <a:lnTo>
                  <a:pt x="222952" y="702537"/>
                </a:lnTo>
                <a:lnTo>
                  <a:pt x="236107" y="710498"/>
                </a:lnTo>
                <a:lnTo>
                  <a:pt x="237564" y="691325"/>
                </a:lnTo>
                <a:lnTo>
                  <a:pt x="242589" y="698548"/>
                </a:lnTo>
                <a:lnTo>
                  <a:pt x="251414" y="688198"/>
                </a:lnTo>
                <a:lnTo>
                  <a:pt x="306672" y="721804"/>
                </a:lnTo>
                <a:lnTo>
                  <a:pt x="311123" y="713268"/>
                </a:lnTo>
                <a:lnTo>
                  <a:pt x="316892" y="721097"/>
                </a:lnTo>
                <a:lnTo>
                  <a:pt x="314433" y="710502"/>
                </a:lnTo>
                <a:lnTo>
                  <a:pt x="326576" y="720552"/>
                </a:lnTo>
                <a:lnTo>
                  <a:pt x="344837" y="708120"/>
                </a:lnTo>
                <a:lnTo>
                  <a:pt x="326518" y="680928"/>
                </a:lnTo>
                <a:lnTo>
                  <a:pt x="337451" y="655003"/>
                </a:lnTo>
                <a:lnTo>
                  <a:pt x="324008" y="616996"/>
                </a:lnTo>
                <a:lnTo>
                  <a:pt x="349539" y="608449"/>
                </a:lnTo>
                <a:lnTo>
                  <a:pt x="345134" y="583363"/>
                </a:lnTo>
                <a:lnTo>
                  <a:pt x="358187" y="550618"/>
                </a:lnTo>
                <a:lnTo>
                  <a:pt x="332073" y="489944"/>
                </a:lnTo>
                <a:lnTo>
                  <a:pt x="360475" y="480318"/>
                </a:lnTo>
                <a:lnTo>
                  <a:pt x="346354" y="395845"/>
                </a:lnTo>
                <a:lnTo>
                  <a:pt x="421552" y="277540"/>
                </a:lnTo>
                <a:lnTo>
                  <a:pt x="406812" y="237977"/>
                </a:lnTo>
                <a:lnTo>
                  <a:pt x="428299" y="133291"/>
                </a:lnTo>
                <a:lnTo>
                  <a:pt x="448032" y="93794"/>
                </a:lnTo>
                <a:lnTo>
                  <a:pt x="422316" y="82383"/>
                </a:lnTo>
                <a:lnTo>
                  <a:pt x="408702" y="99532"/>
                </a:lnTo>
                <a:lnTo>
                  <a:pt x="368399" y="86383"/>
                </a:lnTo>
                <a:lnTo>
                  <a:pt x="332790" y="96436"/>
                </a:lnTo>
                <a:lnTo>
                  <a:pt x="332927" y="77367"/>
                </a:lnTo>
                <a:lnTo>
                  <a:pt x="316398" y="86804"/>
                </a:lnTo>
                <a:lnTo>
                  <a:pt x="289399" y="69785"/>
                </a:lnTo>
                <a:lnTo>
                  <a:pt x="264090" y="79914"/>
                </a:lnTo>
                <a:lnTo>
                  <a:pt x="242355" y="62011"/>
                </a:lnTo>
                <a:lnTo>
                  <a:pt x="236684" y="39567"/>
                </a:lnTo>
                <a:lnTo>
                  <a:pt x="165902" y="27078"/>
                </a:lnTo>
                <a:lnTo>
                  <a:pt x="154919" y="1473"/>
                </a:lnTo>
                <a:lnTo>
                  <a:pt x="147303" y="0"/>
                </a:lnTo>
                <a:lnTo>
                  <a:pt x="145720" y="21386"/>
                </a:lnTo>
                <a:lnTo>
                  <a:pt x="102358" y="20816"/>
                </a:lnTo>
                <a:lnTo>
                  <a:pt x="74580" y="150191"/>
                </a:lnTo>
                <a:lnTo>
                  <a:pt x="81017" y="199488"/>
                </a:lnTo>
                <a:lnTo>
                  <a:pt x="100185" y="227914"/>
                </a:lnTo>
                <a:lnTo>
                  <a:pt x="132894" y="229699"/>
                </a:lnTo>
                <a:lnTo>
                  <a:pt x="146569" y="253043"/>
                </a:lnTo>
                <a:lnTo>
                  <a:pt x="201133" y="290943"/>
                </a:lnTo>
                <a:lnTo>
                  <a:pt x="194188" y="303759"/>
                </a:lnTo>
                <a:lnTo>
                  <a:pt x="217728" y="313488"/>
                </a:lnTo>
                <a:lnTo>
                  <a:pt x="217985" y="340630"/>
                </a:lnTo>
                <a:lnTo>
                  <a:pt x="233304" y="360813"/>
                </a:lnTo>
                <a:lnTo>
                  <a:pt x="201635" y="368844"/>
                </a:lnTo>
                <a:lnTo>
                  <a:pt x="185920" y="339809"/>
                </a:lnTo>
                <a:lnTo>
                  <a:pt x="150839" y="344134"/>
                </a:lnTo>
                <a:lnTo>
                  <a:pt x="96974" y="314314"/>
                </a:lnTo>
                <a:lnTo>
                  <a:pt x="82621" y="348168"/>
                </a:lnTo>
                <a:lnTo>
                  <a:pt x="64036" y="358971"/>
                </a:lnTo>
                <a:lnTo>
                  <a:pt x="46326" y="43826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MAMBAY"/>
          <p:cNvSpPr/>
          <p:nvPr/>
        </p:nvSpPr>
        <p:spPr>
          <a:xfrm>
            <a:off x="9835405" y="2847877"/>
            <a:ext cx="491502" cy="711361"/>
          </a:xfrm>
          <a:custGeom>
            <a:avLst/>
            <a:gdLst/>
            <a:ahLst/>
            <a:cxnLst/>
            <a:rect l="l" t="t" r="r" b="b"/>
            <a:pathLst>
              <a:path w="491502" h="711361">
                <a:moveTo>
                  <a:pt x="190336" y="515056"/>
                </a:moveTo>
                <a:lnTo>
                  <a:pt x="246237" y="500548"/>
                </a:lnTo>
                <a:lnTo>
                  <a:pt x="244579" y="560040"/>
                </a:lnTo>
                <a:lnTo>
                  <a:pt x="256705" y="604180"/>
                </a:lnTo>
                <a:lnTo>
                  <a:pt x="264774" y="620631"/>
                </a:lnTo>
                <a:lnTo>
                  <a:pt x="284533" y="619948"/>
                </a:lnTo>
                <a:lnTo>
                  <a:pt x="288965" y="608336"/>
                </a:lnTo>
                <a:lnTo>
                  <a:pt x="315211" y="646126"/>
                </a:lnTo>
                <a:lnTo>
                  <a:pt x="317012" y="675828"/>
                </a:lnTo>
                <a:lnTo>
                  <a:pt x="300722" y="711361"/>
                </a:lnTo>
                <a:lnTo>
                  <a:pt x="345795" y="707705"/>
                </a:lnTo>
                <a:lnTo>
                  <a:pt x="412584" y="643875"/>
                </a:lnTo>
                <a:lnTo>
                  <a:pt x="456050" y="639567"/>
                </a:lnTo>
                <a:lnTo>
                  <a:pt x="476646" y="593508"/>
                </a:lnTo>
                <a:lnTo>
                  <a:pt x="470135" y="568189"/>
                </a:lnTo>
                <a:lnTo>
                  <a:pt x="491502" y="528335"/>
                </a:lnTo>
                <a:lnTo>
                  <a:pt x="472464" y="503300"/>
                </a:lnTo>
                <a:lnTo>
                  <a:pt x="484514" y="455078"/>
                </a:lnTo>
                <a:lnTo>
                  <a:pt x="477454" y="437946"/>
                </a:lnTo>
                <a:lnTo>
                  <a:pt x="457340" y="435735"/>
                </a:lnTo>
                <a:lnTo>
                  <a:pt x="431416" y="315438"/>
                </a:lnTo>
                <a:lnTo>
                  <a:pt x="449226" y="280855"/>
                </a:lnTo>
                <a:lnTo>
                  <a:pt x="450553" y="235289"/>
                </a:lnTo>
                <a:lnTo>
                  <a:pt x="404471" y="182712"/>
                </a:lnTo>
                <a:lnTo>
                  <a:pt x="401404" y="125424"/>
                </a:lnTo>
                <a:lnTo>
                  <a:pt x="385680" y="124900"/>
                </a:lnTo>
                <a:lnTo>
                  <a:pt x="361780" y="83307"/>
                </a:lnTo>
                <a:lnTo>
                  <a:pt x="229106" y="82415"/>
                </a:lnTo>
                <a:lnTo>
                  <a:pt x="171571" y="38508"/>
                </a:lnTo>
                <a:lnTo>
                  <a:pt x="160872" y="0"/>
                </a:lnTo>
                <a:lnTo>
                  <a:pt x="140539" y="761"/>
                </a:lnTo>
                <a:lnTo>
                  <a:pt x="118440" y="8723"/>
                </a:lnTo>
                <a:lnTo>
                  <a:pt x="100180" y="49405"/>
                </a:lnTo>
                <a:lnTo>
                  <a:pt x="70370" y="76453"/>
                </a:lnTo>
                <a:lnTo>
                  <a:pt x="45565" y="57704"/>
                </a:lnTo>
                <a:lnTo>
                  <a:pt x="39264" y="77114"/>
                </a:lnTo>
                <a:lnTo>
                  <a:pt x="29382" y="65324"/>
                </a:lnTo>
                <a:lnTo>
                  <a:pt x="18359" y="75338"/>
                </a:lnTo>
                <a:lnTo>
                  <a:pt x="12186" y="68002"/>
                </a:lnTo>
                <a:lnTo>
                  <a:pt x="0" y="89694"/>
                </a:lnTo>
                <a:lnTo>
                  <a:pt x="80561" y="117806"/>
                </a:lnTo>
                <a:lnTo>
                  <a:pt x="40624" y="155653"/>
                </a:lnTo>
                <a:lnTo>
                  <a:pt x="32501" y="190103"/>
                </a:lnTo>
                <a:lnTo>
                  <a:pt x="36920" y="233804"/>
                </a:lnTo>
                <a:lnTo>
                  <a:pt x="59675" y="262697"/>
                </a:lnTo>
                <a:lnTo>
                  <a:pt x="65815" y="294801"/>
                </a:lnTo>
                <a:lnTo>
                  <a:pt x="41975" y="311571"/>
                </a:lnTo>
                <a:lnTo>
                  <a:pt x="43647" y="336943"/>
                </a:lnTo>
                <a:lnTo>
                  <a:pt x="60056" y="326881"/>
                </a:lnTo>
                <a:lnTo>
                  <a:pt x="85268" y="339983"/>
                </a:lnTo>
                <a:lnTo>
                  <a:pt x="99128" y="334336"/>
                </a:lnTo>
                <a:lnTo>
                  <a:pt x="119478" y="287126"/>
                </a:lnTo>
                <a:lnTo>
                  <a:pt x="142556" y="285051"/>
                </a:lnTo>
                <a:lnTo>
                  <a:pt x="163949" y="258953"/>
                </a:lnTo>
                <a:lnTo>
                  <a:pt x="197712" y="248460"/>
                </a:lnTo>
                <a:lnTo>
                  <a:pt x="260410" y="403171"/>
                </a:lnTo>
                <a:lnTo>
                  <a:pt x="254474" y="424173"/>
                </a:lnTo>
                <a:lnTo>
                  <a:pt x="240399" y="423096"/>
                </a:lnTo>
                <a:lnTo>
                  <a:pt x="239342" y="440133"/>
                </a:lnTo>
                <a:lnTo>
                  <a:pt x="229980" y="440636"/>
                </a:lnTo>
                <a:lnTo>
                  <a:pt x="232410" y="466901"/>
                </a:lnTo>
                <a:lnTo>
                  <a:pt x="204700" y="479658"/>
                </a:lnTo>
                <a:lnTo>
                  <a:pt x="190336" y="515056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SUNCION"/>
          <p:cNvSpPr/>
          <p:nvPr/>
        </p:nvSpPr>
        <p:spPr>
          <a:xfrm>
            <a:off x="9522069" y="4124327"/>
            <a:ext cx="52024" cy="63411"/>
          </a:xfrm>
          <a:custGeom>
            <a:avLst/>
            <a:gdLst/>
            <a:ahLst/>
            <a:cxnLst/>
            <a:rect l="l" t="t" r="r" b="b"/>
            <a:pathLst>
              <a:path w="52024" h="63411">
                <a:moveTo>
                  <a:pt x="9892" y="63411"/>
                </a:moveTo>
                <a:lnTo>
                  <a:pt x="20101" y="35905"/>
                </a:lnTo>
                <a:lnTo>
                  <a:pt x="30693" y="47625"/>
                </a:lnTo>
                <a:lnTo>
                  <a:pt x="40376" y="38902"/>
                </a:lnTo>
                <a:lnTo>
                  <a:pt x="52024" y="7302"/>
                </a:lnTo>
                <a:lnTo>
                  <a:pt x="35001" y="0"/>
                </a:lnTo>
                <a:lnTo>
                  <a:pt x="0" y="22743"/>
                </a:lnTo>
                <a:lnTo>
                  <a:pt x="9892" y="6341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OQUERON"/>
          <p:cNvSpPr/>
          <p:nvPr/>
        </p:nvSpPr>
        <p:spPr>
          <a:xfrm>
            <a:off x="7671706" y="2043159"/>
            <a:ext cx="1230129" cy="1538800"/>
          </a:xfrm>
          <a:custGeom>
            <a:avLst/>
            <a:gdLst/>
            <a:ahLst/>
            <a:cxnLst/>
            <a:rect l="l" t="t" r="r" b="b"/>
            <a:pathLst>
              <a:path w="1230129" h="1538800">
                <a:moveTo>
                  <a:pt x="1218545" y="805364"/>
                </a:moveTo>
                <a:lnTo>
                  <a:pt x="1000886" y="796560"/>
                </a:lnTo>
                <a:lnTo>
                  <a:pt x="1030882" y="550398"/>
                </a:lnTo>
                <a:lnTo>
                  <a:pt x="1089409" y="509339"/>
                </a:lnTo>
                <a:lnTo>
                  <a:pt x="1070083" y="450746"/>
                </a:lnTo>
                <a:lnTo>
                  <a:pt x="1069585" y="384339"/>
                </a:lnTo>
                <a:lnTo>
                  <a:pt x="1025493" y="284835"/>
                </a:lnTo>
                <a:lnTo>
                  <a:pt x="1028238" y="219361"/>
                </a:lnTo>
                <a:lnTo>
                  <a:pt x="380997" y="32775"/>
                </a:lnTo>
                <a:lnTo>
                  <a:pt x="344355" y="3017"/>
                </a:lnTo>
                <a:lnTo>
                  <a:pt x="268566" y="0"/>
                </a:lnTo>
                <a:lnTo>
                  <a:pt x="140496" y="192036"/>
                </a:lnTo>
                <a:lnTo>
                  <a:pt x="142244" y="392747"/>
                </a:lnTo>
                <a:lnTo>
                  <a:pt x="0" y="876392"/>
                </a:lnTo>
                <a:lnTo>
                  <a:pt x="1629" y="895962"/>
                </a:lnTo>
                <a:lnTo>
                  <a:pt x="30590" y="905954"/>
                </a:lnTo>
                <a:lnTo>
                  <a:pt x="38861" y="926023"/>
                </a:lnTo>
                <a:lnTo>
                  <a:pt x="63301" y="926813"/>
                </a:lnTo>
                <a:lnTo>
                  <a:pt x="99150" y="968973"/>
                </a:lnTo>
                <a:lnTo>
                  <a:pt x="109069" y="957402"/>
                </a:lnTo>
                <a:lnTo>
                  <a:pt x="113756" y="969427"/>
                </a:lnTo>
                <a:lnTo>
                  <a:pt x="133276" y="968298"/>
                </a:lnTo>
                <a:lnTo>
                  <a:pt x="129504" y="984874"/>
                </a:lnTo>
                <a:lnTo>
                  <a:pt x="156571" y="997084"/>
                </a:lnTo>
                <a:lnTo>
                  <a:pt x="142326" y="1018572"/>
                </a:lnTo>
                <a:lnTo>
                  <a:pt x="164285" y="1038163"/>
                </a:lnTo>
                <a:lnTo>
                  <a:pt x="162652" y="1059834"/>
                </a:lnTo>
                <a:lnTo>
                  <a:pt x="217777" y="1114695"/>
                </a:lnTo>
                <a:lnTo>
                  <a:pt x="228674" y="1150075"/>
                </a:lnTo>
                <a:lnTo>
                  <a:pt x="239837" y="1150874"/>
                </a:lnTo>
                <a:lnTo>
                  <a:pt x="236770" y="1177259"/>
                </a:lnTo>
                <a:lnTo>
                  <a:pt x="326602" y="1244181"/>
                </a:lnTo>
                <a:lnTo>
                  <a:pt x="338316" y="1277232"/>
                </a:lnTo>
                <a:lnTo>
                  <a:pt x="421929" y="1320785"/>
                </a:lnTo>
                <a:lnTo>
                  <a:pt x="416310" y="1329857"/>
                </a:lnTo>
                <a:lnTo>
                  <a:pt x="429001" y="1351255"/>
                </a:lnTo>
                <a:lnTo>
                  <a:pt x="480252" y="1361040"/>
                </a:lnTo>
                <a:lnTo>
                  <a:pt x="528476" y="1404143"/>
                </a:lnTo>
                <a:lnTo>
                  <a:pt x="543400" y="1398239"/>
                </a:lnTo>
                <a:lnTo>
                  <a:pt x="578959" y="1428591"/>
                </a:lnTo>
                <a:lnTo>
                  <a:pt x="574161" y="1446185"/>
                </a:lnTo>
                <a:lnTo>
                  <a:pt x="614563" y="1507526"/>
                </a:lnTo>
                <a:lnTo>
                  <a:pt x="635877" y="1507622"/>
                </a:lnTo>
                <a:lnTo>
                  <a:pt x="667951" y="1532636"/>
                </a:lnTo>
                <a:lnTo>
                  <a:pt x="688520" y="1529399"/>
                </a:lnTo>
                <a:lnTo>
                  <a:pt x="684784" y="1538800"/>
                </a:lnTo>
                <a:lnTo>
                  <a:pt x="700859" y="1533863"/>
                </a:lnTo>
                <a:lnTo>
                  <a:pt x="691377" y="1499624"/>
                </a:lnTo>
                <a:lnTo>
                  <a:pt x="732209" y="1466521"/>
                </a:lnTo>
                <a:lnTo>
                  <a:pt x="732350" y="1419802"/>
                </a:lnTo>
                <a:lnTo>
                  <a:pt x="759697" y="1427432"/>
                </a:lnTo>
                <a:lnTo>
                  <a:pt x="770978" y="1411738"/>
                </a:lnTo>
                <a:lnTo>
                  <a:pt x="908048" y="1395753"/>
                </a:lnTo>
                <a:lnTo>
                  <a:pt x="948949" y="1379527"/>
                </a:lnTo>
                <a:lnTo>
                  <a:pt x="998893" y="1207059"/>
                </a:lnTo>
                <a:lnTo>
                  <a:pt x="992696" y="1106271"/>
                </a:lnTo>
                <a:lnTo>
                  <a:pt x="1075741" y="987422"/>
                </a:lnTo>
                <a:lnTo>
                  <a:pt x="1077447" y="963743"/>
                </a:lnTo>
                <a:lnTo>
                  <a:pt x="1090468" y="963753"/>
                </a:lnTo>
                <a:lnTo>
                  <a:pt x="1090604" y="947932"/>
                </a:lnTo>
                <a:lnTo>
                  <a:pt x="1122422" y="947933"/>
                </a:lnTo>
                <a:lnTo>
                  <a:pt x="1117548" y="923998"/>
                </a:lnTo>
                <a:lnTo>
                  <a:pt x="1126827" y="910611"/>
                </a:lnTo>
                <a:lnTo>
                  <a:pt x="1230129" y="843536"/>
                </a:lnTo>
                <a:lnTo>
                  <a:pt x="1218545" y="805364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AAGUAZU"/>
          <p:cNvSpPr/>
          <p:nvPr/>
        </p:nvSpPr>
        <p:spPr>
          <a:xfrm>
            <a:off x="9824434" y="3816906"/>
            <a:ext cx="718558" cy="503772"/>
          </a:xfrm>
          <a:custGeom>
            <a:avLst/>
            <a:gdLst/>
            <a:ahLst/>
            <a:cxnLst/>
            <a:rect l="l" t="t" r="r" b="b"/>
            <a:pathLst>
              <a:path w="718558" h="503772">
                <a:moveTo>
                  <a:pt x="108244" y="215578"/>
                </a:moveTo>
                <a:lnTo>
                  <a:pt x="109287" y="283969"/>
                </a:lnTo>
                <a:lnTo>
                  <a:pt x="87959" y="284254"/>
                </a:lnTo>
                <a:lnTo>
                  <a:pt x="71184" y="325085"/>
                </a:lnTo>
                <a:lnTo>
                  <a:pt x="87714" y="347094"/>
                </a:lnTo>
                <a:lnTo>
                  <a:pt x="109404" y="340728"/>
                </a:lnTo>
                <a:lnTo>
                  <a:pt x="70107" y="382971"/>
                </a:lnTo>
                <a:lnTo>
                  <a:pt x="0" y="426422"/>
                </a:lnTo>
                <a:lnTo>
                  <a:pt x="71313" y="503772"/>
                </a:lnTo>
                <a:lnTo>
                  <a:pt x="119636" y="470109"/>
                </a:lnTo>
                <a:lnTo>
                  <a:pt x="158252" y="466399"/>
                </a:lnTo>
                <a:lnTo>
                  <a:pt x="173915" y="445938"/>
                </a:lnTo>
                <a:lnTo>
                  <a:pt x="343009" y="470881"/>
                </a:lnTo>
                <a:lnTo>
                  <a:pt x="395247" y="498246"/>
                </a:lnTo>
                <a:lnTo>
                  <a:pt x="431965" y="491674"/>
                </a:lnTo>
                <a:lnTo>
                  <a:pt x="442290" y="478365"/>
                </a:lnTo>
                <a:lnTo>
                  <a:pt x="469144" y="483391"/>
                </a:lnTo>
                <a:lnTo>
                  <a:pt x="512208" y="428979"/>
                </a:lnTo>
                <a:lnTo>
                  <a:pt x="531580" y="442635"/>
                </a:lnTo>
                <a:lnTo>
                  <a:pt x="549290" y="363345"/>
                </a:lnTo>
                <a:lnTo>
                  <a:pt x="567875" y="352542"/>
                </a:lnTo>
                <a:lnTo>
                  <a:pt x="585648" y="317672"/>
                </a:lnTo>
                <a:lnTo>
                  <a:pt x="636093" y="348508"/>
                </a:lnTo>
                <a:lnTo>
                  <a:pt x="673040" y="345166"/>
                </a:lnTo>
                <a:lnTo>
                  <a:pt x="686889" y="373218"/>
                </a:lnTo>
                <a:lnTo>
                  <a:pt x="718558" y="365187"/>
                </a:lnTo>
                <a:lnTo>
                  <a:pt x="703239" y="345004"/>
                </a:lnTo>
                <a:lnTo>
                  <a:pt x="702982" y="317862"/>
                </a:lnTo>
                <a:lnTo>
                  <a:pt x="679442" y="308133"/>
                </a:lnTo>
                <a:lnTo>
                  <a:pt x="686387" y="295317"/>
                </a:lnTo>
                <a:lnTo>
                  <a:pt x="631823" y="257417"/>
                </a:lnTo>
                <a:lnTo>
                  <a:pt x="618148" y="234073"/>
                </a:lnTo>
                <a:lnTo>
                  <a:pt x="585439" y="232288"/>
                </a:lnTo>
                <a:lnTo>
                  <a:pt x="566271" y="203862"/>
                </a:lnTo>
                <a:lnTo>
                  <a:pt x="559834" y="154565"/>
                </a:lnTo>
                <a:lnTo>
                  <a:pt x="578081" y="101538"/>
                </a:lnTo>
                <a:lnTo>
                  <a:pt x="577684" y="41232"/>
                </a:lnTo>
                <a:lnTo>
                  <a:pt x="596619" y="20142"/>
                </a:lnTo>
                <a:lnTo>
                  <a:pt x="631465" y="25483"/>
                </a:lnTo>
                <a:lnTo>
                  <a:pt x="638414" y="12697"/>
                </a:lnTo>
                <a:lnTo>
                  <a:pt x="622970" y="0"/>
                </a:lnTo>
                <a:lnTo>
                  <a:pt x="596112" y="832"/>
                </a:lnTo>
                <a:lnTo>
                  <a:pt x="573746" y="20027"/>
                </a:lnTo>
                <a:lnTo>
                  <a:pt x="562567" y="11426"/>
                </a:lnTo>
                <a:lnTo>
                  <a:pt x="552514" y="30199"/>
                </a:lnTo>
                <a:lnTo>
                  <a:pt x="518782" y="30792"/>
                </a:lnTo>
                <a:lnTo>
                  <a:pt x="510027" y="43015"/>
                </a:lnTo>
                <a:lnTo>
                  <a:pt x="499068" y="20205"/>
                </a:lnTo>
                <a:lnTo>
                  <a:pt x="484576" y="21560"/>
                </a:lnTo>
                <a:lnTo>
                  <a:pt x="466438" y="69316"/>
                </a:lnTo>
                <a:lnTo>
                  <a:pt x="429648" y="83567"/>
                </a:lnTo>
                <a:lnTo>
                  <a:pt x="418852" y="104422"/>
                </a:lnTo>
                <a:lnTo>
                  <a:pt x="428972" y="129098"/>
                </a:lnTo>
                <a:lnTo>
                  <a:pt x="421207" y="147581"/>
                </a:lnTo>
                <a:lnTo>
                  <a:pt x="403503" y="143558"/>
                </a:lnTo>
                <a:lnTo>
                  <a:pt x="375370" y="160502"/>
                </a:lnTo>
                <a:lnTo>
                  <a:pt x="324842" y="149774"/>
                </a:lnTo>
                <a:lnTo>
                  <a:pt x="307949" y="180307"/>
                </a:lnTo>
                <a:lnTo>
                  <a:pt x="285080" y="189392"/>
                </a:lnTo>
                <a:lnTo>
                  <a:pt x="271377" y="181506"/>
                </a:lnTo>
                <a:lnTo>
                  <a:pt x="264376" y="191729"/>
                </a:lnTo>
                <a:lnTo>
                  <a:pt x="223383" y="121884"/>
                </a:lnTo>
                <a:lnTo>
                  <a:pt x="214695" y="138838"/>
                </a:lnTo>
                <a:lnTo>
                  <a:pt x="244837" y="192520"/>
                </a:lnTo>
                <a:lnTo>
                  <a:pt x="173831" y="180990"/>
                </a:lnTo>
                <a:lnTo>
                  <a:pt x="124979" y="218232"/>
                </a:lnTo>
                <a:lnTo>
                  <a:pt x="108244" y="215578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AAZAPA"/>
          <p:cNvSpPr/>
          <p:nvPr/>
        </p:nvSpPr>
        <p:spPr>
          <a:xfrm>
            <a:off x="9827088" y="4245778"/>
            <a:ext cx="594733" cy="515055"/>
          </a:xfrm>
          <a:custGeom>
            <a:avLst/>
            <a:gdLst/>
            <a:ahLst/>
            <a:cxnLst/>
            <a:rect l="l" t="t" r="r" b="b"/>
            <a:pathLst>
              <a:path w="594733" h="515055">
                <a:moveTo>
                  <a:pt x="81538" y="271983"/>
                </a:moveTo>
                <a:lnTo>
                  <a:pt x="77856" y="285294"/>
                </a:lnTo>
                <a:lnTo>
                  <a:pt x="60030" y="290212"/>
                </a:lnTo>
                <a:lnTo>
                  <a:pt x="32701" y="363696"/>
                </a:lnTo>
                <a:lnTo>
                  <a:pt x="0" y="412678"/>
                </a:lnTo>
                <a:lnTo>
                  <a:pt x="15368" y="423412"/>
                </a:lnTo>
                <a:lnTo>
                  <a:pt x="15956" y="445524"/>
                </a:lnTo>
                <a:lnTo>
                  <a:pt x="78830" y="463148"/>
                </a:lnTo>
                <a:lnTo>
                  <a:pt x="69296" y="484506"/>
                </a:lnTo>
                <a:lnTo>
                  <a:pt x="77159" y="494489"/>
                </a:lnTo>
                <a:lnTo>
                  <a:pt x="133021" y="515055"/>
                </a:lnTo>
                <a:lnTo>
                  <a:pt x="218657" y="475929"/>
                </a:lnTo>
                <a:lnTo>
                  <a:pt x="249987" y="480079"/>
                </a:lnTo>
                <a:lnTo>
                  <a:pt x="248091" y="463447"/>
                </a:lnTo>
                <a:lnTo>
                  <a:pt x="272047" y="447087"/>
                </a:lnTo>
                <a:lnTo>
                  <a:pt x="278139" y="417924"/>
                </a:lnTo>
                <a:lnTo>
                  <a:pt x="294630" y="405271"/>
                </a:lnTo>
                <a:lnTo>
                  <a:pt x="304224" y="414829"/>
                </a:lnTo>
                <a:lnTo>
                  <a:pt x="310409" y="401274"/>
                </a:lnTo>
                <a:lnTo>
                  <a:pt x="348544" y="401190"/>
                </a:lnTo>
                <a:lnTo>
                  <a:pt x="387916" y="350104"/>
                </a:lnTo>
                <a:lnTo>
                  <a:pt x="433244" y="338263"/>
                </a:lnTo>
                <a:lnTo>
                  <a:pt x="465770" y="362270"/>
                </a:lnTo>
                <a:lnTo>
                  <a:pt x="478017" y="341937"/>
                </a:lnTo>
                <a:lnTo>
                  <a:pt x="502087" y="335001"/>
                </a:lnTo>
                <a:lnTo>
                  <a:pt x="498756" y="317898"/>
                </a:lnTo>
                <a:lnTo>
                  <a:pt x="541728" y="318762"/>
                </a:lnTo>
                <a:lnTo>
                  <a:pt x="553561" y="302134"/>
                </a:lnTo>
                <a:lnTo>
                  <a:pt x="560238" y="235642"/>
                </a:lnTo>
                <a:lnTo>
                  <a:pt x="594733" y="216468"/>
                </a:lnTo>
                <a:lnTo>
                  <a:pt x="558263" y="188949"/>
                </a:lnTo>
                <a:lnTo>
                  <a:pt x="541352" y="207417"/>
                </a:lnTo>
                <a:lnTo>
                  <a:pt x="535026" y="192490"/>
                </a:lnTo>
                <a:lnTo>
                  <a:pt x="482600" y="191859"/>
                </a:lnTo>
                <a:lnTo>
                  <a:pt x="509957" y="63562"/>
                </a:lnTo>
                <a:lnTo>
                  <a:pt x="538609" y="40253"/>
                </a:lnTo>
                <a:lnTo>
                  <a:pt x="527981" y="9471"/>
                </a:lnTo>
                <a:lnTo>
                  <a:pt x="509781" y="0"/>
                </a:lnTo>
                <a:lnTo>
                  <a:pt x="487825" y="39417"/>
                </a:lnTo>
                <a:lnTo>
                  <a:pt x="450880" y="51569"/>
                </a:lnTo>
                <a:lnTo>
                  <a:pt x="434854" y="88615"/>
                </a:lnTo>
                <a:lnTo>
                  <a:pt x="403924" y="78789"/>
                </a:lnTo>
                <a:lnTo>
                  <a:pt x="406027" y="101897"/>
                </a:lnTo>
                <a:lnTo>
                  <a:pt x="372150" y="112698"/>
                </a:lnTo>
                <a:lnTo>
                  <a:pt x="348092" y="142856"/>
                </a:lnTo>
                <a:lnTo>
                  <a:pt x="325094" y="133562"/>
                </a:lnTo>
                <a:lnTo>
                  <a:pt x="297482" y="148861"/>
                </a:lnTo>
                <a:lnTo>
                  <a:pt x="278555" y="200872"/>
                </a:lnTo>
                <a:lnTo>
                  <a:pt x="248400" y="218799"/>
                </a:lnTo>
                <a:lnTo>
                  <a:pt x="211021" y="183445"/>
                </a:lnTo>
                <a:lnTo>
                  <a:pt x="184490" y="203769"/>
                </a:lnTo>
                <a:lnTo>
                  <a:pt x="162700" y="202771"/>
                </a:lnTo>
                <a:lnTo>
                  <a:pt x="165755" y="249059"/>
                </a:lnTo>
                <a:lnTo>
                  <a:pt x="116680" y="241590"/>
                </a:lnTo>
                <a:lnTo>
                  <a:pt x="110517" y="268776"/>
                </a:lnTo>
                <a:lnTo>
                  <a:pt x="81538" y="271983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ANINDEYU"/>
          <p:cNvSpPr/>
          <p:nvPr/>
        </p:nvSpPr>
        <p:spPr>
          <a:xfrm>
            <a:off x="10078433" y="3435036"/>
            <a:ext cx="711596" cy="510968"/>
          </a:xfrm>
          <a:custGeom>
            <a:avLst/>
            <a:gdLst/>
            <a:ahLst/>
            <a:cxnLst/>
            <a:rect l="l" t="t" r="r" b="b"/>
            <a:pathLst>
              <a:path w="711596" h="510968">
                <a:moveTo>
                  <a:pt x="174973" y="510968"/>
                </a:moveTo>
                <a:lnTo>
                  <a:pt x="164853" y="486292"/>
                </a:lnTo>
                <a:lnTo>
                  <a:pt x="175649" y="465437"/>
                </a:lnTo>
                <a:lnTo>
                  <a:pt x="212439" y="451186"/>
                </a:lnTo>
                <a:lnTo>
                  <a:pt x="230577" y="403430"/>
                </a:lnTo>
                <a:lnTo>
                  <a:pt x="245069" y="402075"/>
                </a:lnTo>
                <a:lnTo>
                  <a:pt x="256028" y="424885"/>
                </a:lnTo>
                <a:lnTo>
                  <a:pt x="342113" y="382702"/>
                </a:lnTo>
                <a:lnTo>
                  <a:pt x="386174" y="387717"/>
                </a:lnTo>
                <a:lnTo>
                  <a:pt x="400870" y="414847"/>
                </a:lnTo>
                <a:lnTo>
                  <a:pt x="467939" y="425811"/>
                </a:lnTo>
                <a:lnTo>
                  <a:pt x="473610" y="448255"/>
                </a:lnTo>
                <a:lnTo>
                  <a:pt x="495345" y="466158"/>
                </a:lnTo>
                <a:lnTo>
                  <a:pt x="520654" y="456029"/>
                </a:lnTo>
                <a:lnTo>
                  <a:pt x="547653" y="473048"/>
                </a:lnTo>
                <a:lnTo>
                  <a:pt x="564182" y="463611"/>
                </a:lnTo>
                <a:lnTo>
                  <a:pt x="564045" y="482680"/>
                </a:lnTo>
                <a:lnTo>
                  <a:pt x="599654" y="472627"/>
                </a:lnTo>
                <a:lnTo>
                  <a:pt x="639957" y="485776"/>
                </a:lnTo>
                <a:lnTo>
                  <a:pt x="653571" y="468627"/>
                </a:lnTo>
                <a:lnTo>
                  <a:pt x="679287" y="480038"/>
                </a:lnTo>
                <a:lnTo>
                  <a:pt x="690181" y="441456"/>
                </a:lnTo>
                <a:lnTo>
                  <a:pt x="683293" y="395538"/>
                </a:lnTo>
                <a:lnTo>
                  <a:pt x="711596" y="336956"/>
                </a:lnTo>
                <a:lnTo>
                  <a:pt x="679172" y="255039"/>
                </a:lnTo>
                <a:lnTo>
                  <a:pt x="710642" y="215465"/>
                </a:lnTo>
                <a:lnTo>
                  <a:pt x="665244" y="187789"/>
                </a:lnTo>
                <a:lnTo>
                  <a:pt x="644416" y="154524"/>
                </a:lnTo>
                <a:lnTo>
                  <a:pt x="558892" y="117102"/>
                </a:lnTo>
                <a:lnTo>
                  <a:pt x="545601" y="138207"/>
                </a:lnTo>
                <a:lnTo>
                  <a:pt x="476578" y="152607"/>
                </a:lnTo>
                <a:lnTo>
                  <a:pt x="457904" y="179775"/>
                </a:lnTo>
                <a:lnTo>
                  <a:pt x="436448" y="175953"/>
                </a:lnTo>
                <a:lnTo>
                  <a:pt x="412822" y="190319"/>
                </a:lnTo>
                <a:lnTo>
                  <a:pt x="396088" y="177740"/>
                </a:lnTo>
                <a:lnTo>
                  <a:pt x="350879" y="198662"/>
                </a:lnTo>
                <a:lnTo>
                  <a:pt x="322988" y="178979"/>
                </a:lnTo>
                <a:lnTo>
                  <a:pt x="309120" y="190924"/>
                </a:lnTo>
                <a:lnTo>
                  <a:pt x="286474" y="182642"/>
                </a:lnTo>
                <a:lnTo>
                  <a:pt x="270174" y="159419"/>
                </a:lnTo>
                <a:lnTo>
                  <a:pt x="267306" y="119925"/>
                </a:lnTo>
                <a:lnTo>
                  <a:pt x="276080" y="108148"/>
                </a:lnTo>
                <a:lnTo>
                  <a:pt x="271445" y="80865"/>
                </a:lnTo>
                <a:lnTo>
                  <a:pt x="282713" y="72760"/>
                </a:lnTo>
                <a:lnTo>
                  <a:pt x="262442" y="63726"/>
                </a:lnTo>
                <a:lnTo>
                  <a:pt x="261845" y="48729"/>
                </a:lnTo>
                <a:lnTo>
                  <a:pt x="236280" y="42285"/>
                </a:lnTo>
                <a:lnTo>
                  <a:pt x="242626" y="19892"/>
                </a:lnTo>
                <a:lnTo>
                  <a:pt x="233945" y="0"/>
                </a:lnTo>
                <a:lnTo>
                  <a:pt x="212995" y="52430"/>
                </a:lnTo>
                <a:lnTo>
                  <a:pt x="169556" y="56716"/>
                </a:lnTo>
                <a:lnTo>
                  <a:pt x="102767" y="120546"/>
                </a:lnTo>
                <a:lnTo>
                  <a:pt x="54035" y="121200"/>
                </a:lnTo>
                <a:lnTo>
                  <a:pt x="72668" y="204813"/>
                </a:lnTo>
                <a:lnTo>
                  <a:pt x="58976" y="202058"/>
                </a:lnTo>
                <a:lnTo>
                  <a:pt x="10098" y="239841"/>
                </a:lnTo>
                <a:lnTo>
                  <a:pt x="0" y="286859"/>
                </a:lnTo>
                <a:lnTo>
                  <a:pt x="17117" y="315303"/>
                </a:lnTo>
                <a:lnTo>
                  <a:pt x="18567" y="349543"/>
                </a:lnTo>
                <a:lnTo>
                  <a:pt x="54549" y="371922"/>
                </a:lnTo>
                <a:lnTo>
                  <a:pt x="123795" y="502014"/>
                </a:lnTo>
                <a:lnTo>
                  <a:pt x="174973" y="510968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ENTRAL"/>
          <p:cNvSpPr/>
          <p:nvPr/>
        </p:nvSpPr>
        <p:spPr>
          <a:xfrm>
            <a:off x="9463326" y="4072661"/>
            <a:ext cx="234912" cy="376394"/>
          </a:xfrm>
          <a:custGeom>
            <a:avLst/>
            <a:gdLst/>
            <a:ahLst/>
            <a:cxnLst/>
            <a:rect l="l" t="t" r="r" b="b"/>
            <a:pathLst>
              <a:path w="234912" h="376394">
                <a:moveTo>
                  <a:pt x="68635" y="115077"/>
                </a:moveTo>
                <a:lnTo>
                  <a:pt x="99791" y="141724"/>
                </a:lnTo>
                <a:lnTo>
                  <a:pt x="92857" y="189941"/>
                </a:lnTo>
                <a:lnTo>
                  <a:pt x="77211" y="210794"/>
                </a:lnTo>
                <a:lnTo>
                  <a:pt x="56587" y="203491"/>
                </a:lnTo>
                <a:lnTo>
                  <a:pt x="56600" y="228128"/>
                </a:lnTo>
                <a:lnTo>
                  <a:pt x="32097" y="224398"/>
                </a:lnTo>
                <a:lnTo>
                  <a:pt x="22141" y="243245"/>
                </a:lnTo>
                <a:lnTo>
                  <a:pt x="35324" y="253595"/>
                </a:lnTo>
                <a:lnTo>
                  <a:pt x="0" y="269357"/>
                </a:lnTo>
                <a:lnTo>
                  <a:pt x="6813" y="301354"/>
                </a:lnTo>
                <a:lnTo>
                  <a:pt x="27570" y="271853"/>
                </a:lnTo>
                <a:lnTo>
                  <a:pt x="31963" y="300440"/>
                </a:lnTo>
                <a:lnTo>
                  <a:pt x="84030" y="312112"/>
                </a:lnTo>
                <a:lnTo>
                  <a:pt x="78787" y="323827"/>
                </a:lnTo>
                <a:lnTo>
                  <a:pt x="115240" y="347635"/>
                </a:lnTo>
                <a:lnTo>
                  <a:pt x="108663" y="360335"/>
                </a:lnTo>
                <a:lnTo>
                  <a:pt x="122076" y="356754"/>
                </a:lnTo>
                <a:lnTo>
                  <a:pt x="121611" y="376394"/>
                </a:lnTo>
                <a:lnTo>
                  <a:pt x="152668" y="321326"/>
                </a:lnTo>
                <a:lnTo>
                  <a:pt x="133291" y="267378"/>
                </a:lnTo>
                <a:lnTo>
                  <a:pt x="152473" y="242397"/>
                </a:lnTo>
                <a:lnTo>
                  <a:pt x="150655" y="223160"/>
                </a:lnTo>
                <a:lnTo>
                  <a:pt x="179839" y="207985"/>
                </a:lnTo>
                <a:lnTo>
                  <a:pt x="188870" y="142153"/>
                </a:lnTo>
                <a:lnTo>
                  <a:pt x="218680" y="134940"/>
                </a:lnTo>
                <a:lnTo>
                  <a:pt x="234912" y="110783"/>
                </a:lnTo>
                <a:lnTo>
                  <a:pt x="197231" y="104176"/>
                </a:lnTo>
                <a:lnTo>
                  <a:pt x="179740" y="80070"/>
                </a:lnTo>
                <a:lnTo>
                  <a:pt x="181899" y="54997"/>
                </a:lnTo>
                <a:lnTo>
                  <a:pt x="121298" y="0"/>
                </a:lnTo>
                <a:lnTo>
                  <a:pt x="93744" y="51666"/>
                </a:lnTo>
                <a:lnTo>
                  <a:pt x="111138" y="59420"/>
                </a:lnTo>
                <a:lnTo>
                  <a:pt x="105390" y="80991"/>
                </a:lnTo>
                <a:lnTo>
                  <a:pt x="89436" y="99291"/>
                </a:lnTo>
                <a:lnTo>
                  <a:pt x="78565" y="87819"/>
                </a:lnTo>
                <a:lnTo>
                  <a:pt x="68635" y="115077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ONCEPCION"/>
          <p:cNvSpPr/>
          <p:nvPr/>
        </p:nvSpPr>
        <p:spPr>
          <a:xfrm>
            <a:off x="9401454" y="2851322"/>
            <a:ext cx="692679" cy="578121"/>
          </a:xfrm>
          <a:custGeom>
            <a:avLst/>
            <a:gdLst/>
            <a:ahLst/>
            <a:cxnLst/>
            <a:rect l="l" t="t" r="r" b="b"/>
            <a:pathLst>
              <a:path w="692679" h="578121">
                <a:moveTo>
                  <a:pt x="433951" y="86249"/>
                </a:moveTo>
                <a:lnTo>
                  <a:pt x="418632" y="83297"/>
                </a:lnTo>
                <a:lnTo>
                  <a:pt x="411453" y="65972"/>
                </a:lnTo>
                <a:lnTo>
                  <a:pt x="404383" y="74276"/>
                </a:lnTo>
                <a:lnTo>
                  <a:pt x="370605" y="56457"/>
                </a:lnTo>
                <a:lnTo>
                  <a:pt x="338563" y="68067"/>
                </a:lnTo>
                <a:lnTo>
                  <a:pt x="293143" y="50856"/>
                </a:lnTo>
                <a:lnTo>
                  <a:pt x="279987" y="67352"/>
                </a:lnTo>
                <a:lnTo>
                  <a:pt x="260741" y="54886"/>
                </a:lnTo>
                <a:lnTo>
                  <a:pt x="250157" y="65969"/>
                </a:lnTo>
                <a:lnTo>
                  <a:pt x="230081" y="60417"/>
                </a:lnTo>
                <a:lnTo>
                  <a:pt x="217934" y="46432"/>
                </a:lnTo>
                <a:lnTo>
                  <a:pt x="153508" y="37345"/>
                </a:lnTo>
                <a:lnTo>
                  <a:pt x="141870" y="4616"/>
                </a:lnTo>
                <a:lnTo>
                  <a:pt x="106257" y="3112"/>
                </a:lnTo>
                <a:lnTo>
                  <a:pt x="94323" y="20833"/>
                </a:lnTo>
                <a:lnTo>
                  <a:pt x="70292" y="27528"/>
                </a:lnTo>
                <a:lnTo>
                  <a:pt x="61344" y="15045"/>
                </a:lnTo>
                <a:lnTo>
                  <a:pt x="48238" y="21990"/>
                </a:lnTo>
                <a:lnTo>
                  <a:pt x="23434" y="15128"/>
                </a:lnTo>
                <a:lnTo>
                  <a:pt x="19132" y="0"/>
                </a:lnTo>
                <a:lnTo>
                  <a:pt x="0" y="1535"/>
                </a:lnTo>
                <a:lnTo>
                  <a:pt x="13551" y="19621"/>
                </a:lnTo>
                <a:lnTo>
                  <a:pt x="15338" y="78610"/>
                </a:lnTo>
                <a:lnTo>
                  <a:pt x="37850" y="74619"/>
                </a:lnTo>
                <a:lnTo>
                  <a:pt x="42889" y="99758"/>
                </a:lnTo>
                <a:lnTo>
                  <a:pt x="65280" y="119628"/>
                </a:lnTo>
                <a:lnTo>
                  <a:pt x="47448" y="135425"/>
                </a:lnTo>
                <a:lnTo>
                  <a:pt x="61465" y="197630"/>
                </a:lnTo>
                <a:lnTo>
                  <a:pt x="82059" y="227127"/>
                </a:lnTo>
                <a:lnTo>
                  <a:pt x="31090" y="233457"/>
                </a:lnTo>
                <a:lnTo>
                  <a:pt x="22718" y="263496"/>
                </a:lnTo>
                <a:lnTo>
                  <a:pt x="43774" y="291764"/>
                </a:lnTo>
                <a:lnTo>
                  <a:pt x="67984" y="298270"/>
                </a:lnTo>
                <a:lnTo>
                  <a:pt x="75684" y="321974"/>
                </a:lnTo>
                <a:lnTo>
                  <a:pt x="63834" y="337156"/>
                </a:lnTo>
                <a:lnTo>
                  <a:pt x="84443" y="359960"/>
                </a:lnTo>
                <a:lnTo>
                  <a:pt x="76098" y="383808"/>
                </a:lnTo>
                <a:lnTo>
                  <a:pt x="104915" y="409670"/>
                </a:lnTo>
                <a:lnTo>
                  <a:pt x="134287" y="409911"/>
                </a:lnTo>
                <a:lnTo>
                  <a:pt x="137581" y="443906"/>
                </a:lnTo>
                <a:lnTo>
                  <a:pt x="185864" y="484980"/>
                </a:lnTo>
                <a:lnTo>
                  <a:pt x="174998" y="512349"/>
                </a:lnTo>
                <a:lnTo>
                  <a:pt x="201887" y="565147"/>
                </a:lnTo>
                <a:lnTo>
                  <a:pt x="234641" y="578121"/>
                </a:lnTo>
                <a:lnTo>
                  <a:pt x="442045" y="543979"/>
                </a:lnTo>
                <a:lnTo>
                  <a:pt x="461493" y="554477"/>
                </a:lnTo>
                <a:lnTo>
                  <a:pt x="545604" y="556805"/>
                </a:lnTo>
                <a:lnTo>
                  <a:pt x="563850" y="537512"/>
                </a:lnTo>
                <a:lnTo>
                  <a:pt x="585700" y="542497"/>
                </a:lnTo>
                <a:lnTo>
                  <a:pt x="609873" y="525470"/>
                </a:lnTo>
                <a:lnTo>
                  <a:pt x="634169" y="500503"/>
                </a:lnTo>
                <a:lnTo>
                  <a:pt x="641924" y="472510"/>
                </a:lnTo>
                <a:lnTo>
                  <a:pt x="666361" y="463456"/>
                </a:lnTo>
                <a:lnTo>
                  <a:pt x="659823" y="449106"/>
                </a:lnTo>
                <a:lnTo>
                  <a:pt x="672094" y="421689"/>
                </a:lnTo>
                <a:lnTo>
                  <a:pt x="688754" y="420219"/>
                </a:lnTo>
                <a:lnTo>
                  <a:pt x="692679" y="389134"/>
                </a:lnTo>
                <a:lnTo>
                  <a:pt x="631403" y="244742"/>
                </a:lnTo>
                <a:lnTo>
                  <a:pt x="597900" y="255508"/>
                </a:lnTo>
                <a:lnTo>
                  <a:pt x="576507" y="281606"/>
                </a:lnTo>
                <a:lnTo>
                  <a:pt x="553429" y="283681"/>
                </a:lnTo>
                <a:lnTo>
                  <a:pt x="533079" y="330891"/>
                </a:lnTo>
                <a:lnTo>
                  <a:pt x="519219" y="336538"/>
                </a:lnTo>
                <a:lnTo>
                  <a:pt x="494007" y="323436"/>
                </a:lnTo>
                <a:lnTo>
                  <a:pt x="476761" y="332453"/>
                </a:lnTo>
                <a:lnTo>
                  <a:pt x="475926" y="308126"/>
                </a:lnTo>
                <a:lnTo>
                  <a:pt x="499766" y="291356"/>
                </a:lnTo>
                <a:lnTo>
                  <a:pt x="493626" y="259252"/>
                </a:lnTo>
                <a:lnTo>
                  <a:pt x="470871" y="230359"/>
                </a:lnTo>
                <a:lnTo>
                  <a:pt x="466452" y="186658"/>
                </a:lnTo>
                <a:lnTo>
                  <a:pt x="474575" y="152208"/>
                </a:lnTo>
                <a:lnTo>
                  <a:pt x="514512" y="114361"/>
                </a:lnTo>
                <a:lnTo>
                  <a:pt x="433951" y="86249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ORDILLERA"/>
          <p:cNvSpPr/>
          <p:nvPr/>
        </p:nvSpPr>
        <p:spPr>
          <a:xfrm>
            <a:off x="9592858" y="3970042"/>
            <a:ext cx="340980" cy="333730"/>
          </a:xfrm>
          <a:custGeom>
            <a:avLst/>
            <a:gdLst/>
            <a:ahLst/>
            <a:cxnLst/>
            <a:rect l="l" t="t" r="r" b="b"/>
            <a:pathLst>
              <a:path w="340980" h="333730">
                <a:moveTo>
                  <a:pt x="77807" y="32729"/>
                </a:moveTo>
                <a:lnTo>
                  <a:pt x="64721" y="36325"/>
                </a:lnTo>
                <a:lnTo>
                  <a:pt x="36602" y="89663"/>
                </a:lnTo>
                <a:lnTo>
                  <a:pt x="0" y="105549"/>
                </a:lnTo>
                <a:lnTo>
                  <a:pt x="53857" y="159706"/>
                </a:lnTo>
                <a:lnTo>
                  <a:pt x="51537" y="186640"/>
                </a:lnTo>
                <a:lnTo>
                  <a:pt x="69907" y="208392"/>
                </a:lnTo>
                <a:lnTo>
                  <a:pt x="101427" y="206478"/>
                </a:lnTo>
                <a:lnTo>
                  <a:pt x="144705" y="299631"/>
                </a:lnTo>
                <a:lnTo>
                  <a:pt x="211840" y="291992"/>
                </a:lnTo>
                <a:lnTo>
                  <a:pt x="198924" y="328140"/>
                </a:lnTo>
                <a:lnTo>
                  <a:pt x="223425" y="333730"/>
                </a:lnTo>
                <a:lnTo>
                  <a:pt x="250208" y="316344"/>
                </a:lnTo>
                <a:lnTo>
                  <a:pt x="281666" y="331386"/>
                </a:lnTo>
                <a:lnTo>
                  <a:pt x="231760" y="271970"/>
                </a:lnTo>
                <a:lnTo>
                  <a:pt x="301683" y="229835"/>
                </a:lnTo>
                <a:lnTo>
                  <a:pt x="340980" y="187592"/>
                </a:lnTo>
                <a:lnTo>
                  <a:pt x="319290" y="193958"/>
                </a:lnTo>
                <a:lnTo>
                  <a:pt x="302760" y="171949"/>
                </a:lnTo>
                <a:lnTo>
                  <a:pt x="319535" y="131118"/>
                </a:lnTo>
                <a:lnTo>
                  <a:pt x="340863" y="130833"/>
                </a:lnTo>
                <a:lnTo>
                  <a:pt x="339820" y="62442"/>
                </a:lnTo>
                <a:lnTo>
                  <a:pt x="320382" y="54603"/>
                </a:lnTo>
                <a:lnTo>
                  <a:pt x="295102" y="10338"/>
                </a:lnTo>
                <a:lnTo>
                  <a:pt x="277149" y="21210"/>
                </a:lnTo>
                <a:lnTo>
                  <a:pt x="196714" y="0"/>
                </a:lnTo>
                <a:lnTo>
                  <a:pt x="173462" y="54942"/>
                </a:lnTo>
                <a:lnTo>
                  <a:pt x="158310" y="56646"/>
                </a:lnTo>
                <a:lnTo>
                  <a:pt x="161276" y="69682"/>
                </a:lnTo>
                <a:lnTo>
                  <a:pt x="138896" y="71232"/>
                </a:lnTo>
                <a:lnTo>
                  <a:pt x="106454" y="43455"/>
                </a:lnTo>
                <a:lnTo>
                  <a:pt x="99420" y="52898"/>
                </a:lnTo>
                <a:lnTo>
                  <a:pt x="79830" y="44230"/>
                </a:lnTo>
                <a:lnTo>
                  <a:pt x="77807" y="32729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UAIRA"/>
          <p:cNvSpPr/>
          <p:nvPr/>
        </p:nvSpPr>
        <p:spPr>
          <a:xfrm>
            <a:off x="9864552" y="4262474"/>
            <a:ext cx="414292" cy="256374"/>
          </a:xfrm>
          <a:custGeom>
            <a:avLst/>
            <a:gdLst/>
            <a:ahLst/>
            <a:cxnLst/>
            <a:rect l="l" t="t" r="r" b="b"/>
            <a:pathLst>
              <a:path w="414292" h="256374">
                <a:moveTo>
                  <a:pt x="414292" y="34651"/>
                </a:moveTo>
                <a:lnTo>
                  <a:pt x="355129" y="52678"/>
                </a:lnTo>
                <a:lnTo>
                  <a:pt x="302891" y="25313"/>
                </a:lnTo>
                <a:lnTo>
                  <a:pt x="160168" y="0"/>
                </a:lnTo>
                <a:lnTo>
                  <a:pt x="126614" y="3497"/>
                </a:lnTo>
                <a:lnTo>
                  <a:pt x="100211" y="29095"/>
                </a:lnTo>
                <a:lnTo>
                  <a:pt x="79451" y="24571"/>
                </a:lnTo>
                <a:lnTo>
                  <a:pt x="28950" y="54870"/>
                </a:lnTo>
                <a:lnTo>
                  <a:pt x="21622" y="80004"/>
                </a:lnTo>
                <a:lnTo>
                  <a:pt x="30464" y="115783"/>
                </a:lnTo>
                <a:lnTo>
                  <a:pt x="51636" y="141985"/>
                </a:lnTo>
                <a:lnTo>
                  <a:pt x="52109" y="167923"/>
                </a:lnTo>
                <a:lnTo>
                  <a:pt x="0" y="156928"/>
                </a:lnTo>
                <a:lnTo>
                  <a:pt x="17090" y="188380"/>
                </a:lnTo>
                <a:lnTo>
                  <a:pt x="13623" y="230741"/>
                </a:lnTo>
                <a:lnTo>
                  <a:pt x="45176" y="256374"/>
                </a:lnTo>
                <a:lnTo>
                  <a:pt x="53710" y="246499"/>
                </a:lnTo>
                <a:lnTo>
                  <a:pt x="73053" y="252080"/>
                </a:lnTo>
                <a:lnTo>
                  <a:pt x="79216" y="224894"/>
                </a:lnTo>
                <a:lnTo>
                  <a:pt x="128291" y="232363"/>
                </a:lnTo>
                <a:lnTo>
                  <a:pt x="125236" y="186075"/>
                </a:lnTo>
                <a:lnTo>
                  <a:pt x="147026" y="187073"/>
                </a:lnTo>
                <a:lnTo>
                  <a:pt x="173557" y="166749"/>
                </a:lnTo>
                <a:lnTo>
                  <a:pt x="214055" y="200989"/>
                </a:lnTo>
                <a:lnTo>
                  <a:pt x="241091" y="184176"/>
                </a:lnTo>
                <a:lnTo>
                  <a:pt x="260018" y="132165"/>
                </a:lnTo>
                <a:lnTo>
                  <a:pt x="287630" y="116866"/>
                </a:lnTo>
                <a:lnTo>
                  <a:pt x="310628" y="126160"/>
                </a:lnTo>
                <a:lnTo>
                  <a:pt x="334686" y="96002"/>
                </a:lnTo>
                <a:lnTo>
                  <a:pt x="368563" y="85201"/>
                </a:lnTo>
                <a:lnTo>
                  <a:pt x="366460" y="62093"/>
                </a:lnTo>
                <a:lnTo>
                  <a:pt x="397390" y="71919"/>
                </a:lnTo>
                <a:lnTo>
                  <a:pt x="414292" y="3465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TAPUA"/>
          <p:cNvSpPr/>
          <p:nvPr/>
        </p:nvSpPr>
        <p:spPr>
          <a:xfrm>
            <a:off x="9813551" y="4476408"/>
            <a:ext cx="831735" cy="607413"/>
          </a:xfrm>
          <a:custGeom>
            <a:avLst/>
            <a:gdLst/>
            <a:ahLst/>
            <a:cxnLst/>
            <a:rect l="l" t="t" r="r" b="b"/>
            <a:pathLst>
              <a:path w="831735" h="607413">
                <a:moveTo>
                  <a:pt x="84056" y="256821"/>
                </a:moveTo>
                <a:lnTo>
                  <a:pt x="92988" y="427078"/>
                </a:lnTo>
                <a:lnTo>
                  <a:pt x="65147" y="463338"/>
                </a:lnTo>
                <a:lnTo>
                  <a:pt x="81795" y="504947"/>
                </a:lnTo>
                <a:lnTo>
                  <a:pt x="0" y="534992"/>
                </a:lnTo>
                <a:lnTo>
                  <a:pt x="49947" y="569522"/>
                </a:lnTo>
                <a:lnTo>
                  <a:pt x="70930" y="550930"/>
                </a:lnTo>
                <a:lnTo>
                  <a:pt x="109884" y="545384"/>
                </a:lnTo>
                <a:lnTo>
                  <a:pt x="149918" y="593056"/>
                </a:lnTo>
                <a:lnTo>
                  <a:pt x="183134" y="607413"/>
                </a:lnTo>
                <a:lnTo>
                  <a:pt x="219048" y="561886"/>
                </a:lnTo>
                <a:lnTo>
                  <a:pt x="220270" y="534383"/>
                </a:lnTo>
                <a:lnTo>
                  <a:pt x="292547" y="492745"/>
                </a:lnTo>
                <a:lnTo>
                  <a:pt x="370445" y="506071"/>
                </a:lnTo>
                <a:lnTo>
                  <a:pt x="393527" y="540040"/>
                </a:lnTo>
                <a:lnTo>
                  <a:pt x="428868" y="547409"/>
                </a:lnTo>
                <a:lnTo>
                  <a:pt x="481220" y="500022"/>
                </a:lnTo>
                <a:lnTo>
                  <a:pt x="486386" y="466833"/>
                </a:lnTo>
                <a:lnTo>
                  <a:pt x="470331" y="441687"/>
                </a:lnTo>
                <a:lnTo>
                  <a:pt x="491800" y="432432"/>
                </a:lnTo>
                <a:lnTo>
                  <a:pt x="494444" y="410749"/>
                </a:lnTo>
                <a:lnTo>
                  <a:pt x="532650" y="409271"/>
                </a:lnTo>
                <a:lnTo>
                  <a:pt x="535723" y="377018"/>
                </a:lnTo>
                <a:lnTo>
                  <a:pt x="561102" y="353684"/>
                </a:lnTo>
                <a:lnTo>
                  <a:pt x="603425" y="342344"/>
                </a:lnTo>
                <a:lnTo>
                  <a:pt x="624030" y="355156"/>
                </a:lnTo>
                <a:lnTo>
                  <a:pt x="648908" y="348464"/>
                </a:lnTo>
                <a:lnTo>
                  <a:pt x="648988" y="312714"/>
                </a:lnTo>
                <a:lnTo>
                  <a:pt x="680857" y="286043"/>
                </a:lnTo>
                <a:lnTo>
                  <a:pt x="715872" y="280808"/>
                </a:lnTo>
                <a:lnTo>
                  <a:pt x="722857" y="238653"/>
                </a:lnTo>
                <a:lnTo>
                  <a:pt x="770548" y="233741"/>
                </a:lnTo>
                <a:lnTo>
                  <a:pt x="781311" y="211440"/>
                </a:lnTo>
                <a:lnTo>
                  <a:pt x="775410" y="178729"/>
                </a:lnTo>
                <a:lnTo>
                  <a:pt x="810731" y="143295"/>
                </a:lnTo>
                <a:lnTo>
                  <a:pt x="831735" y="88020"/>
                </a:lnTo>
                <a:lnTo>
                  <a:pt x="815141" y="54922"/>
                </a:lnTo>
                <a:lnTo>
                  <a:pt x="812783" y="66216"/>
                </a:lnTo>
                <a:lnTo>
                  <a:pt x="789158" y="63561"/>
                </a:lnTo>
                <a:lnTo>
                  <a:pt x="774028" y="40807"/>
                </a:lnTo>
                <a:lnTo>
                  <a:pt x="766266" y="48383"/>
                </a:lnTo>
                <a:lnTo>
                  <a:pt x="747606" y="33071"/>
                </a:lnTo>
                <a:lnTo>
                  <a:pt x="738726" y="43420"/>
                </a:lnTo>
                <a:lnTo>
                  <a:pt x="733701" y="36197"/>
                </a:lnTo>
                <a:lnTo>
                  <a:pt x="732244" y="55370"/>
                </a:lnTo>
                <a:lnTo>
                  <a:pt x="719089" y="47409"/>
                </a:lnTo>
                <a:lnTo>
                  <a:pt x="719448" y="59293"/>
                </a:lnTo>
                <a:lnTo>
                  <a:pt x="687191" y="52555"/>
                </a:lnTo>
                <a:lnTo>
                  <a:pt x="675585" y="61044"/>
                </a:lnTo>
                <a:lnTo>
                  <a:pt x="648985" y="46072"/>
                </a:lnTo>
                <a:lnTo>
                  <a:pt x="603651" y="58003"/>
                </a:lnTo>
                <a:lnTo>
                  <a:pt x="580923" y="16771"/>
                </a:lnTo>
                <a:lnTo>
                  <a:pt x="583116" y="0"/>
                </a:lnTo>
                <a:lnTo>
                  <a:pt x="571711" y="10402"/>
                </a:lnTo>
                <a:lnTo>
                  <a:pt x="567098" y="71504"/>
                </a:lnTo>
                <a:lnTo>
                  <a:pt x="555265" y="88132"/>
                </a:lnTo>
                <a:lnTo>
                  <a:pt x="512293" y="87268"/>
                </a:lnTo>
                <a:lnTo>
                  <a:pt x="515624" y="104371"/>
                </a:lnTo>
                <a:lnTo>
                  <a:pt x="491554" y="111307"/>
                </a:lnTo>
                <a:lnTo>
                  <a:pt x="479307" y="131640"/>
                </a:lnTo>
                <a:lnTo>
                  <a:pt x="446781" y="107633"/>
                </a:lnTo>
                <a:lnTo>
                  <a:pt x="401453" y="119474"/>
                </a:lnTo>
                <a:lnTo>
                  <a:pt x="362081" y="170560"/>
                </a:lnTo>
                <a:lnTo>
                  <a:pt x="323946" y="170644"/>
                </a:lnTo>
                <a:lnTo>
                  <a:pt x="317761" y="184199"/>
                </a:lnTo>
                <a:lnTo>
                  <a:pt x="308167" y="174641"/>
                </a:lnTo>
                <a:lnTo>
                  <a:pt x="291676" y="187294"/>
                </a:lnTo>
                <a:lnTo>
                  <a:pt x="285584" y="216457"/>
                </a:lnTo>
                <a:lnTo>
                  <a:pt x="261628" y="232817"/>
                </a:lnTo>
                <a:lnTo>
                  <a:pt x="261431" y="250734"/>
                </a:lnTo>
                <a:lnTo>
                  <a:pt x="232251" y="245282"/>
                </a:lnTo>
                <a:lnTo>
                  <a:pt x="146447" y="284434"/>
                </a:lnTo>
                <a:lnTo>
                  <a:pt x="84056" y="25682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MISIONES"/>
          <p:cNvSpPr/>
          <p:nvPr/>
        </p:nvSpPr>
        <p:spPr>
          <a:xfrm>
            <a:off x="9494381" y="4591633"/>
            <a:ext cx="412158" cy="448714"/>
          </a:xfrm>
          <a:custGeom>
            <a:avLst/>
            <a:gdLst/>
            <a:ahLst/>
            <a:cxnLst/>
            <a:rect l="l" t="t" r="r" b="b"/>
            <a:pathLst>
              <a:path w="412158" h="448714">
                <a:moveTo>
                  <a:pt x="332747" y="66740"/>
                </a:moveTo>
                <a:lnTo>
                  <a:pt x="310167" y="34476"/>
                </a:lnTo>
                <a:lnTo>
                  <a:pt x="291266" y="42783"/>
                </a:lnTo>
                <a:lnTo>
                  <a:pt x="292968" y="29355"/>
                </a:lnTo>
                <a:lnTo>
                  <a:pt x="276830" y="14250"/>
                </a:lnTo>
                <a:lnTo>
                  <a:pt x="241325" y="0"/>
                </a:lnTo>
                <a:lnTo>
                  <a:pt x="212910" y="14334"/>
                </a:lnTo>
                <a:lnTo>
                  <a:pt x="195258" y="48998"/>
                </a:lnTo>
                <a:lnTo>
                  <a:pt x="183230" y="45419"/>
                </a:lnTo>
                <a:lnTo>
                  <a:pt x="190064" y="65658"/>
                </a:lnTo>
                <a:lnTo>
                  <a:pt x="177770" y="85528"/>
                </a:lnTo>
                <a:lnTo>
                  <a:pt x="123592" y="98372"/>
                </a:lnTo>
                <a:lnTo>
                  <a:pt x="109672" y="78703"/>
                </a:lnTo>
                <a:lnTo>
                  <a:pt x="87901" y="76952"/>
                </a:lnTo>
                <a:lnTo>
                  <a:pt x="86832" y="65362"/>
                </a:lnTo>
                <a:lnTo>
                  <a:pt x="54325" y="63072"/>
                </a:lnTo>
                <a:lnTo>
                  <a:pt x="25386" y="37062"/>
                </a:lnTo>
                <a:lnTo>
                  <a:pt x="29643" y="22448"/>
                </a:lnTo>
                <a:lnTo>
                  <a:pt x="12961" y="19190"/>
                </a:lnTo>
                <a:lnTo>
                  <a:pt x="10263" y="4701"/>
                </a:lnTo>
                <a:lnTo>
                  <a:pt x="0" y="9606"/>
                </a:lnTo>
                <a:lnTo>
                  <a:pt x="38318" y="167617"/>
                </a:lnTo>
                <a:lnTo>
                  <a:pt x="116935" y="276915"/>
                </a:lnTo>
                <a:lnTo>
                  <a:pt x="208631" y="296719"/>
                </a:lnTo>
                <a:lnTo>
                  <a:pt x="149176" y="421287"/>
                </a:lnTo>
                <a:lnTo>
                  <a:pt x="190094" y="441978"/>
                </a:lnTo>
                <a:lnTo>
                  <a:pt x="253620" y="448714"/>
                </a:lnTo>
                <a:lnTo>
                  <a:pt x="301734" y="419243"/>
                </a:lnTo>
                <a:lnTo>
                  <a:pt x="353835" y="414624"/>
                </a:lnTo>
                <a:lnTo>
                  <a:pt x="400938" y="389795"/>
                </a:lnTo>
                <a:lnTo>
                  <a:pt x="384317" y="348113"/>
                </a:lnTo>
                <a:lnTo>
                  <a:pt x="412158" y="311853"/>
                </a:lnTo>
                <a:lnTo>
                  <a:pt x="401993" y="140205"/>
                </a:lnTo>
                <a:lnTo>
                  <a:pt x="411802" y="117790"/>
                </a:lnTo>
                <a:lnTo>
                  <a:pt x="348663" y="99669"/>
                </a:lnTo>
                <a:lnTo>
                  <a:pt x="348075" y="77557"/>
                </a:lnTo>
                <a:lnTo>
                  <a:pt x="332747" y="6674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ARAGUARI"/>
          <p:cNvSpPr/>
          <p:nvPr/>
        </p:nvSpPr>
        <p:spPr>
          <a:xfrm>
            <a:off x="9492061" y="4196411"/>
            <a:ext cx="424600" cy="493594"/>
          </a:xfrm>
          <a:custGeom>
            <a:avLst/>
            <a:gdLst/>
            <a:ahLst/>
            <a:cxnLst/>
            <a:rect l="l" t="t" r="r" b="b"/>
            <a:pathLst>
              <a:path w="424600" h="493594">
                <a:moveTo>
                  <a:pt x="206144" y="0"/>
                </a:moveTo>
                <a:lnTo>
                  <a:pt x="160135" y="18403"/>
                </a:lnTo>
                <a:lnTo>
                  <a:pt x="151104" y="84235"/>
                </a:lnTo>
                <a:lnTo>
                  <a:pt x="124974" y="94535"/>
                </a:lnTo>
                <a:lnTo>
                  <a:pt x="123738" y="118647"/>
                </a:lnTo>
                <a:lnTo>
                  <a:pt x="104556" y="143628"/>
                </a:lnTo>
                <a:lnTo>
                  <a:pt x="124300" y="195295"/>
                </a:lnTo>
                <a:lnTo>
                  <a:pt x="92876" y="252644"/>
                </a:lnTo>
                <a:lnTo>
                  <a:pt x="101039" y="309532"/>
                </a:lnTo>
                <a:lnTo>
                  <a:pt x="93819" y="302783"/>
                </a:lnTo>
                <a:lnTo>
                  <a:pt x="62593" y="317657"/>
                </a:lnTo>
                <a:lnTo>
                  <a:pt x="25741" y="366732"/>
                </a:lnTo>
                <a:lnTo>
                  <a:pt x="19555" y="394711"/>
                </a:lnTo>
                <a:lnTo>
                  <a:pt x="9594" y="386074"/>
                </a:lnTo>
                <a:lnTo>
                  <a:pt x="0" y="397297"/>
                </a:lnTo>
                <a:lnTo>
                  <a:pt x="31963" y="417670"/>
                </a:lnTo>
                <a:lnTo>
                  <a:pt x="27706" y="432284"/>
                </a:lnTo>
                <a:lnTo>
                  <a:pt x="56645" y="458294"/>
                </a:lnTo>
                <a:lnTo>
                  <a:pt x="89152" y="460584"/>
                </a:lnTo>
                <a:lnTo>
                  <a:pt x="90221" y="472174"/>
                </a:lnTo>
                <a:lnTo>
                  <a:pt x="111992" y="473925"/>
                </a:lnTo>
                <a:lnTo>
                  <a:pt x="125912" y="493594"/>
                </a:lnTo>
                <a:lnTo>
                  <a:pt x="180090" y="480750"/>
                </a:lnTo>
                <a:lnTo>
                  <a:pt x="192384" y="460880"/>
                </a:lnTo>
                <a:lnTo>
                  <a:pt x="185550" y="440641"/>
                </a:lnTo>
                <a:lnTo>
                  <a:pt x="197578" y="444220"/>
                </a:lnTo>
                <a:lnTo>
                  <a:pt x="215230" y="409556"/>
                </a:lnTo>
                <a:lnTo>
                  <a:pt x="243645" y="395222"/>
                </a:lnTo>
                <a:lnTo>
                  <a:pt x="279150" y="409472"/>
                </a:lnTo>
                <a:lnTo>
                  <a:pt x="295288" y="424577"/>
                </a:lnTo>
                <a:lnTo>
                  <a:pt x="293586" y="438005"/>
                </a:lnTo>
                <a:lnTo>
                  <a:pt x="312487" y="429698"/>
                </a:lnTo>
                <a:lnTo>
                  <a:pt x="335255" y="461918"/>
                </a:lnTo>
                <a:lnTo>
                  <a:pt x="367728" y="413063"/>
                </a:lnTo>
                <a:lnTo>
                  <a:pt x="395057" y="339579"/>
                </a:lnTo>
                <a:lnTo>
                  <a:pt x="416677" y="323238"/>
                </a:lnTo>
                <a:lnTo>
                  <a:pt x="386114" y="296804"/>
                </a:lnTo>
                <a:lnTo>
                  <a:pt x="389581" y="254443"/>
                </a:lnTo>
                <a:lnTo>
                  <a:pt x="372491" y="222991"/>
                </a:lnTo>
                <a:lnTo>
                  <a:pt x="424600" y="233986"/>
                </a:lnTo>
                <a:lnTo>
                  <a:pt x="424127" y="208048"/>
                </a:lnTo>
                <a:lnTo>
                  <a:pt x="402955" y="181846"/>
                </a:lnTo>
                <a:lnTo>
                  <a:pt x="394113" y="146067"/>
                </a:lnTo>
                <a:lnTo>
                  <a:pt x="401441" y="120933"/>
                </a:lnTo>
                <a:lnTo>
                  <a:pt x="351005" y="89975"/>
                </a:lnTo>
                <a:lnTo>
                  <a:pt x="324222" y="107361"/>
                </a:lnTo>
                <a:lnTo>
                  <a:pt x="299721" y="101771"/>
                </a:lnTo>
                <a:lnTo>
                  <a:pt x="312637" y="65623"/>
                </a:lnTo>
                <a:lnTo>
                  <a:pt x="245502" y="73262"/>
                </a:lnTo>
                <a:lnTo>
                  <a:pt x="230248" y="50679"/>
                </a:lnTo>
                <a:lnTo>
                  <a:pt x="229660" y="21849"/>
                </a:lnTo>
                <a:lnTo>
                  <a:pt x="206144" y="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PRESIDENTE HAYES"/>
          <p:cNvSpPr/>
          <p:nvPr/>
        </p:nvSpPr>
        <p:spPr>
          <a:xfrm>
            <a:off x="8363083" y="2848523"/>
            <a:ext cx="1352121" cy="1328228"/>
          </a:xfrm>
          <a:custGeom>
            <a:avLst/>
            <a:gdLst/>
            <a:ahLst/>
            <a:cxnLst/>
            <a:rect l="l" t="t" r="r" b="b"/>
            <a:pathLst>
              <a:path w="1352121" h="1328228">
                <a:moveTo>
                  <a:pt x="1193987" y="1275804"/>
                </a:moveTo>
                <a:lnTo>
                  <a:pt x="1216033" y="1225724"/>
                </a:lnTo>
                <a:lnTo>
                  <a:pt x="1266377" y="1211182"/>
                </a:lnTo>
                <a:lnTo>
                  <a:pt x="1297648" y="1154295"/>
                </a:lnTo>
                <a:lnTo>
                  <a:pt x="1326080" y="1155312"/>
                </a:lnTo>
                <a:lnTo>
                  <a:pt x="1296035" y="1119091"/>
                </a:lnTo>
                <a:lnTo>
                  <a:pt x="1321347" y="1086465"/>
                </a:lnTo>
                <a:lnTo>
                  <a:pt x="1321986" y="1063090"/>
                </a:lnTo>
                <a:lnTo>
                  <a:pt x="1344590" y="1059243"/>
                </a:lnTo>
                <a:lnTo>
                  <a:pt x="1349097" y="1030315"/>
                </a:lnTo>
                <a:lnTo>
                  <a:pt x="1335205" y="1010411"/>
                </a:lnTo>
                <a:lnTo>
                  <a:pt x="1347573" y="993848"/>
                </a:lnTo>
                <a:lnTo>
                  <a:pt x="1335346" y="976173"/>
                </a:lnTo>
                <a:lnTo>
                  <a:pt x="1352121" y="961705"/>
                </a:lnTo>
                <a:lnTo>
                  <a:pt x="1330941" y="873292"/>
                </a:lnTo>
                <a:lnTo>
                  <a:pt x="1303579" y="837949"/>
                </a:lnTo>
                <a:lnTo>
                  <a:pt x="1330477" y="814435"/>
                </a:lnTo>
                <a:lnTo>
                  <a:pt x="1309443" y="796624"/>
                </a:lnTo>
                <a:lnTo>
                  <a:pt x="1329057" y="781571"/>
                </a:lnTo>
                <a:lnTo>
                  <a:pt x="1318086" y="773234"/>
                </a:lnTo>
                <a:lnTo>
                  <a:pt x="1322203" y="760175"/>
                </a:lnTo>
                <a:lnTo>
                  <a:pt x="1294526" y="742356"/>
                </a:lnTo>
                <a:lnTo>
                  <a:pt x="1313361" y="729144"/>
                </a:lnTo>
                <a:lnTo>
                  <a:pt x="1304974" y="716120"/>
                </a:lnTo>
                <a:lnTo>
                  <a:pt x="1313665" y="693432"/>
                </a:lnTo>
                <a:lnTo>
                  <a:pt x="1304250" y="687151"/>
                </a:lnTo>
                <a:lnTo>
                  <a:pt x="1312201" y="672713"/>
                </a:lnTo>
                <a:lnTo>
                  <a:pt x="1251797" y="639385"/>
                </a:lnTo>
                <a:lnTo>
                  <a:pt x="1231560" y="591744"/>
                </a:lnTo>
                <a:lnTo>
                  <a:pt x="1240015" y="555510"/>
                </a:lnTo>
                <a:lnTo>
                  <a:pt x="1213369" y="515148"/>
                </a:lnTo>
                <a:lnTo>
                  <a:pt x="1224235" y="487779"/>
                </a:lnTo>
                <a:lnTo>
                  <a:pt x="1175952" y="446705"/>
                </a:lnTo>
                <a:lnTo>
                  <a:pt x="1172658" y="412710"/>
                </a:lnTo>
                <a:lnTo>
                  <a:pt x="1143286" y="412469"/>
                </a:lnTo>
                <a:lnTo>
                  <a:pt x="1114469" y="386607"/>
                </a:lnTo>
                <a:lnTo>
                  <a:pt x="1122814" y="362759"/>
                </a:lnTo>
                <a:lnTo>
                  <a:pt x="1102205" y="339955"/>
                </a:lnTo>
                <a:lnTo>
                  <a:pt x="1114055" y="324773"/>
                </a:lnTo>
                <a:lnTo>
                  <a:pt x="1106355" y="301069"/>
                </a:lnTo>
                <a:lnTo>
                  <a:pt x="1082145" y="294563"/>
                </a:lnTo>
                <a:lnTo>
                  <a:pt x="1058785" y="259438"/>
                </a:lnTo>
                <a:lnTo>
                  <a:pt x="1069461" y="236256"/>
                </a:lnTo>
                <a:lnTo>
                  <a:pt x="1120461" y="234238"/>
                </a:lnTo>
                <a:lnTo>
                  <a:pt x="1099836" y="200429"/>
                </a:lnTo>
                <a:lnTo>
                  <a:pt x="1089429" y="130303"/>
                </a:lnTo>
                <a:lnTo>
                  <a:pt x="966776" y="110737"/>
                </a:lnTo>
                <a:lnTo>
                  <a:pt x="936538" y="41853"/>
                </a:lnTo>
                <a:lnTo>
                  <a:pt x="588953" y="29037"/>
                </a:lnTo>
                <a:lnTo>
                  <a:pt x="527168" y="0"/>
                </a:lnTo>
                <a:lnTo>
                  <a:pt x="538752" y="38172"/>
                </a:lnTo>
                <a:lnTo>
                  <a:pt x="435450" y="105247"/>
                </a:lnTo>
                <a:lnTo>
                  <a:pt x="426171" y="118634"/>
                </a:lnTo>
                <a:lnTo>
                  <a:pt x="431045" y="142569"/>
                </a:lnTo>
                <a:lnTo>
                  <a:pt x="399227" y="142568"/>
                </a:lnTo>
                <a:lnTo>
                  <a:pt x="399091" y="158389"/>
                </a:lnTo>
                <a:lnTo>
                  <a:pt x="386070" y="158379"/>
                </a:lnTo>
                <a:lnTo>
                  <a:pt x="384364" y="182058"/>
                </a:lnTo>
                <a:lnTo>
                  <a:pt x="301319" y="300907"/>
                </a:lnTo>
                <a:lnTo>
                  <a:pt x="307516" y="401695"/>
                </a:lnTo>
                <a:lnTo>
                  <a:pt x="257572" y="574163"/>
                </a:lnTo>
                <a:lnTo>
                  <a:pt x="216671" y="590389"/>
                </a:lnTo>
                <a:lnTo>
                  <a:pt x="79601" y="606374"/>
                </a:lnTo>
                <a:lnTo>
                  <a:pt x="68320" y="622068"/>
                </a:lnTo>
                <a:lnTo>
                  <a:pt x="40973" y="614438"/>
                </a:lnTo>
                <a:lnTo>
                  <a:pt x="42326" y="657255"/>
                </a:lnTo>
                <a:lnTo>
                  <a:pt x="0" y="694260"/>
                </a:lnTo>
                <a:lnTo>
                  <a:pt x="4488" y="719032"/>
                </a:lnTo>
                <a:lnTo>
                  <a:pt x="34513" y="740509"/>
                </a:lnTo>
                <a:lnTo>
                  <a:pt x="72953" y="745513"/>
                </a:lnTo>
                <a:lnTo>
                  <a:pt x="74155" y="762071"/>
                </a:lnTo>
                <a:lnTo>
                  <a:pt x="127826" y="769849"/>
                </a:lnTo>
                <a:lnTo>
                  <a:pt x="154926" y="793363"/>
                </a:lnTo>
                <a:lnTo>
                  <a:pt x="194836" y="799716"/>
                </a:lnTo>
                <a:lnTo>
                  <a:pt x="266957" y="783385"/>
                </a:lnTo>
                <a:lnTo>
                  <a:pt x="292644" y="792545"/>
                </a:lnTo>
                <a:lnTo>
                  <a:pt x="487195" y="914719"/>
                </a:lnTo>
                <a:lnTo>
                  <a:pt x="507420" y="945592"/>
                </a:lnTo>
                <a:lnTo>
                  <a:pt x="525178" y="951171"/>
                </a:lnTo>
                <a:lnTo>
                  <a:pt x="533517" y="975476"/>
                </a:lnTo>
                <a:lnTo>
                  <a:pt x="616299" y="1030206"/>
                </a:lnTo>
                <a:lnTo>
                  <a:pt x="674082" y="1048176"/>
                </a:lnTo>
                <a:lnTo>
                  <a:pt x="735442" y="1092813"/>
                </a:lnTo>
                <a:lnTo>
                  <a:pt x="765526" y="1093571"/>
                </a:lnTo>
                <a:lnTo>
                  <a:pt x="785401" y="1116765"/>
                </a:lnTo>
                <a:lnTo>
                  <a:pt x="822452" y="1112562"/>
                </a:lnTo>
                <a:lnTo>
                  <a:pt x="859542" y="1128678"/>
                </a:lnTo>
                <a:lnTo>
                  <a:pt x="911709" y="1185088"/>
                </a:lnTo>
                <a:lnTo>
                  <a:pt x="952124" y="1155419"/>
                </a:lnTo>
                <a:lnTo>
                  <a:pt x="1010198" y="1203456"/>
                </a:lnTo>
                <a:lnTo>
                  <a:pt x="1033571" y="1199203"/>
                </a:lnTo>
                <a:lnTo>
                  <a:pt x="1039182" y="1218180"/>
                </a:lnTo>
                <a:lnTo>
                  <a:pt x="1087337" y="1218043"/>
                </a:lnTo>
                <a:lnTo>
                  <a:pt x="1096477" y="1238340"/>
                </a:lnTo>
                <a:lnTo>
                  <a:pt x="1127555" y="1256701"/>
                </a:lnTo>
                <a:lnTo>
                  <a:pt x="1125318" y="1274205"/>
                </a:lnTo>
                <a:lnTo>
                  <a:pt x="1158369" y="1328228"/>
                </a:lnTo>
                <a:lnTo>
                  <a:pt x="1158986" y="1298547"/>
                </a:lnTo>
                <a:lnTo>
                  <a:pt x="1193987" y="1275804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AN PEDRO"/>
          <p:cNvSpPr/>
          <p:nvPr/>
        </p:nvSpPr>
        <p:spPr>
          <a:xfrm>
            <a:off x="9594643" y="3348276"/>
            <a:ext cx="658763" cy="692998"/>
          </a:xfrm>
          <a:custGeom>
            <a:avLst/>
            <a:gdLst/>
            <a:ahLst/>
            <a:cxnLst/>
            <a:rect l="l" t="t" r="r" b="b"/>
            <a:pathLst>
              <a:path w="658763" h="692998">
                <a:moveTo>
                  <a:pt x="9849" y="68234"/>
                </a:moveTo>
                <a:lnTo>
                  <a:pt x="0" y="91991"/>
                </a:lnTo>
                <a:lnTo>
                  <a:pt x="20237" y="139632"/>
                </a:lnTo>
                <a:lnTo>
                  <a:pt x="80641" y="172960"/>
                </a:lnTo>
                <a:lnTo>
                  <a:pt x="72690" y="187398"/>
                </a:lnTo>
                <a:lnTo>
                  <a:pt x="82105" y="193679"/>
                </a:lnTo>
                <a:lnTo>
                  <a:pt x="73414" y="216367"/>
                </a:lnTo>
                <a:lnTo>
                  <a:pt x="81801" y="229391"/>
                </a:lnTo>
                <a:lnTo>
                  <a:pt x="62966" y="242603"/>
                </a:lnTo>
                <a:lnTo>
                  <a:pt x="90643" y="260422"/>
                </a:lnTo>
                <a:lnTo>
                  <a:pt x="86526" y="273481"/>
                </a:lnTo>
                <a:lnTo>
                  <a:pt x="97497" y="281818"/>
                </a:lnTo>
                <a:lnTo>
                  <a:pt x="77883" y="296871"/>
                </a:lnTo>
                <a:lnTo>
                  <a:pt x="98917" y="314682"/>
                </a:lnTo>
                <a:lnTo>
                  <a:pt x="72019" y="338196"/>
                </a:lnTo>
                <a:lnTo>
                  <a:pt x="99381" y="373539"/>
                </a:lnTo>
                <a:lnTo>
                  <a:pt x="120561" y="461952"/>
                </a:lnTo>
                <a:lnTo>
                  <a:pt x="103786" y="476420"/>
                </a:lnTo>
                <a:lnTo>
                  <a:pt x="116013" y="494095"/>
                </a:lnTo>
                <a:lnTo>
                  <a:pt x="103645" y="510658"/>
                </a:lnTo>
                <a:lnTo>
                  <a:pt x="117537" y="530562"/>
                </a:lnTo>
                <a:lnTo>
                  <a:pt x="113030" y="559490"/>
                </a:lnTo>
                <a:lnTo>
                  <a:pt x="90426" y="563337"/>
                </a:lnTo>
                <a:lnTo>
                  <a:pt x="89787" y="586712"/>
                </a:lnTo>
                <a:lnTo>
                  <a:pt x="64475" y="619338"/>
                </a:lnTo>
                <a:lnTo>
                  <a:pt x="95455" y="649246"/>
                </a:lnTo>
                <a:lnTo>
                  <a:pt x="91049" y="659089"/>
                </a:lnTo>
                <a:lnTo>
                  <a:pt x="76022" y="654495"/>
                </a:lnTo>
                <a:lnTo>
                  <a:pt x="78045" y="665996"/>
                </a:lnTo>
                <a:lnTo>
                  <a:pt x="97635" y="674664"/>
                </a:lnTo>
                <a:lnTo>
                  <a:pt x="104484" y="665151"/>
                </a:lnTo>
                <a:lnTo>
                  <a:pt x="137111" y="692998"/>
                </a:lnTo>
                <a:lnTo>
                  <a:pt x="159878" y="691356"/>
                </a:lnTo>
                <a:lnTo>
                  <a:pt x="156525" y="678412"/>
                </a:lnTo>
                <a:lnTo>
                  <a:pt x="171677" y="676708"/>
                </a:lnTo>
                <a:lnTo>
                  <a:pt x="194929" y="621766"/>
                </a:lnTo>
                <a:lnTo>
                  <a:pt x="275364" y="642976"/>
                </a:lnTo>
                <a:lnTo>
                  <a:pt x="293317" y="632104"/>
                </a:lnTo>
                <a:lnTo>
                  <a:pt x="319027" y="676778"/>
                </a:lnTo>
                <a:lnTo>
                  <a:pt x="354770" y="686862"/>
                </a:lnTo>
                <a:lnTo>
                  <a:pt x="403622" y="649620"/>
                </a:lnTo>
                <a:lnTo>
                  <a:pt x="474628" y="661150"/>
                </a:lnTo>
                <a:lnTo>
                  <a:pt x="444486" y="607468"/>
                </a:lnTo>
                <a:lnTo>
                  <a:pt x="453174" y="590514"/>
                </a:lnTo>
                <a:lnTo>
                  <a:pt x="494167" y="660359"/>
                </a:lnTo>
                <a:lnTo>
                  <a:pt x="501168" y="650136"/>
                </a:lnTo>
                <a:lnTo>
                  <a:pt x="514871" y="658022"/>
                </a:lnTo>
                <a:lnTo>
                  <a:pt x="537740" y="648937"/>
                </a:lnTo>
                <a:lnTo>
                  <a:pt x="554633" y="618404"/>
                </a:lnTo>
                <a:lnTo>
                  <a:pt x="605161" y="629132"/>
                </a:lnTo>
                <a:lnTo>
                  <a:pt x="633294" y="612188"/>
                </a:lnTo>
                <a:lnTo>
                  <a:pt x="653240" y="614817"/>
                </a:lnTo>
                <a:lnTo>
                  <a:pt x="658763" y="597728"/>
                </a:lnTo>
                <a:lnTo>
                  <a:pt x="607585" y="588774"/>
                </a:lnTo>
                <a:lnTo>
                  <a:pt x="538339" y="458682"/>
                </a:lnTo>
                <a:lnTo>
                  <a:pt x="502357" y="436303"/>
                </a:lnTo>
                <a:lnTo>
                  <a:pt x="500907" y="402063"/>
                </a:lnTo>
                <a:lnTo>
                  <a:pt x="484087" y="378872"/>
                </a:lnTo>
                <a:lnTo>
                  <a:pt x="493888" y="326601"/>
                </a:lnTo>
                <a:lnTo>
                  <a:pt x="542766" y="288818"/>
                </a:lnTo>
                <a:lnTo>
                  <a:pt x="556458" y="291573"/>
                </a:lnTo>
                <a:lnTo>
                  <a:pt x="537611" y="207439"/>
                </a:lnTo>
                <a:lnTo>
                  <a:pt x="557808" y="174839"/>
                </a:lnTo>
                <a:lnTo>
                  <a:pt x="539922" y="117471"/>
                </a:lnTo>
                <a:lnTo>
                  <a:pt x="529727" y="107937"/>
                </a:lnTo>
                <a:lnTo>
                  <a:pt x="525295" y="119549"/>
                </a:lnTo>
                <a:lnTo>
                  <a:pt x="505536" y="120232"/>
                </a:lnTo>
                <a:lnTo>
                  <a:pt x="497467" y="103781"/>
                </a:lnTo>
                <a:lnTo>
                  <a:pt x="485341" y="59641"/>
                </a:lnTo>
                <a:lnTo>
                  <a:pt x="486882" y="0"/>
                </a:lnTo>
                <a:lnTo>
                  <a:pt x="439229" y="8108"/>
                </a:lnTo>
                <a:lnTo>
                  <a:pt x="392754" y="45420"/>
                </a:lnTo>
                <a:lnTo>
                  <a:pt x="375736" y="38322"/>
                </a:lnTo>
                <a:lnTo>
                  <a:pt x="352415" y="59851"/>
                </a:lnTo>
                <a:lnTo>
                  <a:pt x="268304" y="57523"/>
                </a:lnTo>
                <a:lnTo>
                  <a:pt x="248856" y="47025"/>
                </a:lnTo>
                <a:lnTo>
                  <a:pt x="41452" y="81167"/>
                </a:lnTo>
                <a:lnTo>
                  <a:pt x="9849" y="68234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ÑEEMBUCU"/>
          <p:cNvSpPr/>
          <p:nvPr/>
        </p:nvSpPr>
        <p:spPr>
          <a:xfrm>
            <a:off x="9152941" y="4344509"/>
            <a:ext cx="550071" cy="679428"/>
          </a:xfrm>
          <a:custGeom>
            <a:avLst/>
            <a:gdLst/>
            <a:ahLst/>
            <a:cxnLst/>
            <a:rect l="l" t="t" r="r" b="b"/>
            <a:pathLst>
              <a:path w="550071" h="679428">
                <a:moveTo>
                  <a:pt x="341440" y="256730"/>
                </a:moveTo>
                <a:lnTo>
                  <a:pt x="344730" y="239241"/>
                </a:lnTo>
                <a:lnTo>
                  <a:pt x="356274" y="247140"/>
                </a:lnTo>
                <a:lnTo>
                  <a:pt x="365099" y="237813"/>
                </a:lnTo>
                <a:lnTo>
                  <a:pt x="364861" y="218634"/>
                </a:lnTo>
                <a:lnTo>
                  <a:pt x="401713" y="169559"/>
                </a:lnTo>
                <a:lnTo>
                  <a:pt x="432939" y="154685"/>
                </a:lnTo>
                <a:lnTo>
                  <a:pt x="438694" y="163138"/>
                </a:lnTo>
                <a:lnTo>
                  <a:pt x="435541" y="141585"/>
                </a:lnTo>
                <a:lnTo>
                  <a:pt x="443703" y="140316"/>
                </a:lnTo>
                <a:lnTo>
                  <a:pt x="432727" y="85256"/>
                </a:lnTo>
                <a:lnTo>
                  <a:pt x="419123" y="88794"/>
                </a:lnTo>
                <a:lnTo>
                  <a:pt x="425625" y="75787"/>
                </a:lnTo>
                <a:lnTo>
                  <a:pt x="392558" y="56013"/>
                </a:lnTo>
                <a:lnTo>
                  <a:pt x="394415" y="40264"/>
                </a:lnTo>
                <a:lnTo>
                  <a:pt x="340068" y="26706"/>
                </a:lnTo>
                <a:lnTo>
                  <a:pt x="337896" y="0"/>
                </a:lnTo>
                <a:lnTo>
                  <a:pt x="322725" y="12087"/>
                </a:lnTo>
                <a:lnTo>
                  <a:pt x="324128" y="27019"/>
                </a:lnTo>
                <a:lnTo>
                  <a:pt x="296662" y="39444"/>
                </a:lnTo>
                <a:lnTo>
                  <a:pt x="305172" y="58538"/>
                </a:lnTo>
                <a:lnTo>
                  <a:pt x="285087" y="77572"/>
                </a:lnTo>
                <a:lnTo>
                  <a:pt x="299881" y="96468"/>
                </a:lnTo>
                <a:lnTo>
                  <a:pt x="239582" y="136463"/>
                </a:lnTo>
                <a:lnTo>
                  <a:pt x="212638" y="141007"/>
                </a:lnTo>
                <a:lnTo>
                  <a:pt x="202893" y="169046"/>
                </a:lnTo>
                <a:lnTo>
                  <a:pt x="186715" y="167977"/>
                </a:lnTo>
                <a:lnTo>
                  <a:pt x="206996" y="187366"/>
                </a:lnTo>
                <a:lnTo>
                  <a:pt x="185008" y="201775"/>
                </a:lnTo>
                <a:lnTo>
                  <a:pt x="186636" y="234235"/>
                </a:lnTo>
                <a:lnTo>
                  <a:pt x="163480" y="255629"/>
                </a:lnTo>
                <a:lnTo>
                  <a:pt x="178854" y="278444"/>
                </a:lnTo>
                <a:lnTo>
                  <a:pt x="160009" y="284909"/>
                </a:lnTo>
                <a:lnTo>
                  <a:pt x="174849" y="355837"/>
                </a:lnTo>
                <a:lnTo>
                  <a:pt x="149509" y="356182"/>
                </a:lnTo>
                <a:lnTo>
                  <a:pt x="153488" y="399372"/>
                </a:lnTo>
                <a:lnTo>
                  <a:pt x="112922" y="425164"/>
                </a:lnTo>
                <a:lnTo>
                  <a:pt x="125972" y="445892"/>
                </a:lnTo>
                <a:lnTo>
                  <a:pt x="60586" y="469227"/>
                </a:lnTo>
                <a:lnTo>
                  <a:pt x="71624" y="495879"/>
                </a:lnTo>
                <a:lnTo>
                  <a:pt x="53280" y="500911"/>
                </a:lnTo>
                <a:lnTo>
                  <a:pt x="56651" y="525005"/>
                </a:lnTo>
                <a:lnTo>
                  <a:pt x="40290" y="513964"/>
                </a:lnTo>
                <a:lnTo>
                  <a:pt x="39333" y="542883"/>
                </a:lnTo>
                <a:lnTo>
                  <a:pt x="4506" y="552220"/>
                </a:lnTo>
                <a:lnTo>
                  <a:pt x="0" y="574481"/>
                </a:lnTo>
                <a:lnTo>
                  <a:pt x="24200" y="591309"/>
                </a:lnTo>
                <a:lnTo>
                  <a:pt x="19016" y="623792"/>
                </a:lnTo>
                <a:lnTo>
                  <a:pt x="147586" y="603369"/>
                </a:lnTo>
                <a:lnTo>
                  <a:pt x="181888" y="611994"/>
                </a:lnTo>
                <a:lnTo>
                  <a:pt x="236313" y="604286"/>
                </a:lnTo>
                <a:lnTo>
                  <a:pt x="279748" y="620782"/>
                </a:lnTo>
                <a:lnTo>
                  <a:pt x="293775" y="612062"/>
                </a:lnTo>
                <a:lnTo>
                  <a:pt x="312185" y="633823"/>
                </a:lnTo>
                <a:lnTo>
                  <a:pt x="364322" y="637951"/>
                </a:lnTo>
                <a:lnTo>
                  <a:pt x="432827" y="679428"/>
                </a:lnTo>
                <a:lnTo>
                  <a:pt x="490616" y="668411"/>
                </a:lnTo>
                <a:lnTo>
                  <a:pt x="550071" y="543843"/>
                </a:lnTo>
                <a:lnTo>
                  <a:pt x="458375" y="524039"/>
                </a:lnTo>
                <a:lnTo>
                  <a:pt x="379758" y="414741"/>
                </a:lnTo>
                <a:lnTo>
                  <a:pt x="341440" y="25673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Legend swatch 1"/>
          <p:cNvSpPr/>
          <p:nvPr/>
        </p:nvSpPr>
        <p:spPr>
          <a:xfrm>
            <a:off x="6967728" y="5138928"/>
            <a:ext cx="164592" cy="164592"/>
          </a:xfrm>
          <a:prstGeom prst="rect">
            <a:avLst/>
          </a:prstGeom>
          <a:solidFill>
            <a:srgbClr val="6E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Legend label 1"/>
          <p:cNvSpPr txBox="1"/>
          <p:nvPr/>
        </p:nvSpPr>
        <p:spPr>
          <a:xfrm>
            <a:off x="7223759" y="5097780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High: &gt;30% without basic water (est.)</a:t>
            </a:r>
          </a:p>
        </p:txBody>
      </p:sp>
      <p:sp>
        <p:nvSpPr>
          <p:cNvPr id="56" name="Legend swatch 2"/>
          <p:cNvSpPr/>
          <p:nvPr/>
        </p:nvSpPr>
        <p:spPr>
          <a:xfrm>
            <a:off x="6967728" y="5495544"/>
            <a:ext cx="164592" cy="164592"/>
          </a:xfrm>
          <a:prstGeom prst="rect">
            <a:avLst/>
          </a:prstGeom>
          <a:solidFill>
            <a:srgbClr val="AD8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Legend label 2"/>
          <p:cNvSpPr txBox="1"/>
          <p:nvPr/>
        </p:nvSpPr>
        <p:spPr>
          <a:xfrm>
            <a:off x="7223759" y="5454396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Medium: 10-30% without water (est.)</a:t>
            </a:r>
          </a:p>
        </p:txBody>
      </p:sp>
      <p:sp>
        <p:nvSpPr>
          <p:cNvPr id="58" name="Legend swatch 3"/>
          <p:cNvSpPr/>
          <p:nvPr/>
        </p:nvSpPr>
        <p:spPr>
          <a:xfrm>
            <a:off x="6967728" y="5852160"/>
            <a:ext cx="164592" cy="164592"/>
          </a:xfrm>
          <a:prstGeom prst="rect">
            <a:avLst/>
          </a:prstGeom>
          <a:solidFill>
            <a:srgbClr val="E7D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Legend label 3"/>
          <p:cNvSpPr txBox="1"/>
          <p:nvPr/>
        </p:nvSpPr>
        <p:spPr>
          <a:xfrm>
            <a:off x="7223759" y="5811012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Low: &lt;10% without basic water (est.)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33F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606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SECTION 03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475488" y="2926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UAE Projects</a:t>
            </a:r>
            <a:endParaRPr lang="en-US" sz="3600"/>
          </a:p>
        </p:txBody>
      </p:sp>
      <p:sp>
        <p:nvSpPr>
          <p:cNvPr id="4" name="Shape 2"/>
          <p:cNvSpPr/>
          <p:nvPr/>
        </p:nvSpPr>
        <p:spPr>
          <a:xfrm>
            <a:off x="512064" y="3767328"/>
            <a:ext cx="64008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5B6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E7E2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16 / 23</a:t>
            </a:r>
            <a:endParaRPr lang="en-US"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F6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8FDE93-3139-4B5E-6C97-DED8A97D1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FE15531-A006-E4BE-7A1F-430DF7BEBF30}"/>
              </a:ext>
            </a:extLst>
          </p:cNvPr>
          <p:cNvSpPr/>
          <p:nvPr/>
        </p:nvSpPr>
        <p:spPr>
          <a:xfrm>
            <a:off x="502920" y="2606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SECTION 04</a:t>
            </a:r>
            <a:endParaRPr lang="en-US" sz="13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B5878B8-E13E-A69E-5159-66C0A3132745}"/>
              </a:ext>
            </a:extLst>
          </p:cNvPr>
          <p:cNvSpPr/>
          <p:nvPr/>
        </p:nvSpPr>
        <p:spPr>
          <a:xfrm>
            <a:off x="475488" y="2926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Proposed Projects</a:t>
            </a:r>
            <a:endParaRPr lang="en-US" sz="36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4D8822E-EBE4-8EBF-A4B6-186F631FF3FB}"/>
              </a:ext>
            </a:extLst>
          </p:cNvPr>
          <p:cNvSpPr/>
          <p:nvPr/>
        </p:nvSpPr>
        <p:spPr>
          <a:xfrm>
            <a:off x="512064" y="3767328"/>
            <a:ext cx="64008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A08DA23-00CF-3982-1D92-9A9CC45FD12A}"/>
              </a:ext>
            </a:extLst>
          </p:cNvPr>
          <p:cNvSpPr/>
          <p:nvPr/>
        </p:nvSpPr>
        <p:spPr>
          <a:xfrm>
            <a:off x="502920" y="3931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7E2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three-tier programme menu — hydropower &amp; climate resilience · human capital &amp; health systems · agri-export growth</a:t>
            </a:r>
            <a:endParaRPr lang="en-US" sz="12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83BE412-26D4-57C3-A104-73178465EA81}"/>
              </a:ext>
            </a:extLst>
          </p:cNvPr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5B6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70DF17E-5AB2-0ADC-AB9E-BBFC86AD215F}"/>
              </a:ext>
            </a:extLst>
          </p:cNvPr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B68A9C7-3CCD-19CE-4BC7-2644A2800479}"/>
              </a:ext>
            </a:extLst>
          </p:cNvPr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E7E2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16 / 23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976498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· PROPOSED PROGRAMS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 Menu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512064" y="1005840"/>
            <a:ext cx="50292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1887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5120640" y="11887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SECTOR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7223760" y="11887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8503920" y="118872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DURATION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9738360" y="1188720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PARTNERS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502920" y="1444752"/>
            <a:ext cx="11183112" cy="0"/>
          </a:xfrm>
          <a:prstGeom prst="line">
            <a:avLst/>
          </a:prstGeom>
          <a:noFill/>
          <a:ln w="12700">
            <a:solidFill>
              <a:srgbClr val="1D25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1536192"/>
            <a:ext cx="11183112" cy="310896"/>
          </a:xfrm>
          <a:prstGeom prst="rect">
            <a:avLst/>
          </a:prstGeom>
          <a:solidFill>
            <a:srgbClr val="333F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15361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TIER 1 · RESILIENCE &amp; CRISIS RESPONSE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50292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P1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1097280" y="1920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Chaco Climate-Resilient Food Systems &amp; Livelihoods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5120640" y="1920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Food security · Social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7223760" y="1920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~$15-25M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8503920" y="19202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3-4 yrs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9738360" y="192024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WFP · FAO · IDB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502920" y="2304288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23408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P2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1097280" y="234086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Rural WASH &amp; Sanitation Acceleration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5120640" y="23408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WASH · Health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7223760" y="23408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~$12-20M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8503920" y="2340864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yrs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9738360" y="2340864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· UNICEF · IDB</a:t>
            </a:r>
            <a:endParaRPr lang="en-US" sz="1200"/>
          </a:p>
        </p:txBody>
      </p:sp>
      <p:sp>
        <p:nvSpPr>
          <p:cNvPr id="26" name="Shape 24"/>
          <p:cNvSpPr/>
          <p:nvPr/>
        </p:nvSpPr>
        <p:spPr>
          <a:xfrm>
            <a:off x="502920" y="2724912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02920" y="2761488"/>
            <a:ext cx="11183112" cy="310896"/>
          </a:xfrm>
          <a:prstGeom prst="rect">
            <a:avLst/>
          </a:prstGeom>
          <a:solidFill>
            <a:srgbClr val="333F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27614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TIER 2 · HUMAN CAPITAL &amp; SYSTEMS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502920" y="31455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P3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1097280" y="314553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Maternal-Neonatal Care &amp; Health Workforce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5120640" y="31455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7223760" y="314553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~$15-25M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8503920" y="3145536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yrs</a:t>
            </a:r>
            <a:endParaRPr lang="en-US" sz="1200"/>
          </a:p>
        </p:txBody>
      </p:sp>
      <p:sp>
        <p:nvSpPr>
          <p:cNvPr id="34" name="Text 32"/>
          <p:cNvSpPr/>
          <p:nvPr/>
        </p:nvSpPr>
        <p:spPr>
          <a:xfrm>
            <a:off x="9738360" y="3145536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PAHO · UNICEF · IDB</a:t>
            </a:r>
            <a:endParaRPr lang="en-US" sz="1200"/>
          </a:p>
        </p:txBody>
      </p:sp>
      <p:sp>
        <p:nvSpPr>
          <p:cNvPr id="35" name="Shape 33"/>
          <p:cNvSpPr/>
          <p:nvPr/>
        </p:nvSpPr>
        <p:spPr>
          <a:xfrm>
            <a:off x="502920" y="3529584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2920" y="3566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P4</a:t>
            </a:r>
            <a:endParaRPr lang="en-US" sz="1200"/>
          </a:p>
        </p:txBody>
      </p:sp>
      <p:sp>
        <p:nvSpPr>
          <p:cNvPr id="37" name="Text 35"/>
          <p:cNvSpPr/>
          <p:nvPr/>
        </p:nvSpPr>
        <p:spPr>
          <a:xfrm>
            <a:off x="1097280" y="3566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Youth Skills &amp; TVET for Growth Sectors</a:t>
            </a:r>
            <a:endParaRPr lang="en-US" sz="1200"/>
          </a:p>
        </p:txBody>
      </p:sp>
      <p:sp>
        <p:nvSpPr>
          <p:cNvPr id="38" name="Text 36"/>
          <p:cNvSpPr/>
          <p:nvPr/>
        </p:nvSpPr>
        <p:spPr>
          <a:xfrm>
            <a:off x="5120640" y="3566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Education &amp; jobs</a:t>
            </a:r>
            <a:endParaRPr lang="en-US" sz="1200"/>
          </a:p>
        </p:txBody>
      </p:sp>
      <p:sp>
        <p:nvSpPr>
          <p:cNvPr id="39" name="Text 37"/>
          <p:cNvSpPr/>
          <p:nvPr/>
        </p:nvSpPr>
        <p:spPr>
          <a:xfrm>
            <a:off x="7223760" y="3566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~$12-20M</a:t>
            </a:r>
            <a:endParaRPr lang="en-US" sz="1200"/>
          </a:p>
        </p:txBody>
      </p:sp>
      <p:sp>
        <p:nvSpPr>
          <p:cNvPr id="40" name="Text 38"/>
          <p:cNvSpPr/>
          <p:nvPr/>
        </p:nvSpPr>
        <p:spPr>
          <a:xfrm>
            <a:off x="8503920" y="35661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3-4 yrs</a:t>
            </a:r>
            <a:endParaRPr lang="en-US" sz="1200"/>
          </a:p>
        </p:txBody>
      </p:sp>
      <p:sp>
        <p:nvSpPr>
          <p:cNvPr id="41" name="Text 39"/>
          <p:cNvSpPr/>
          <p:nvPr/>
        </p:nvSpPr>
        <p:spPr>
          <a:xfrm>
            <a:off x="9738360" y="356616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UNESCO · IDB · ILO</a:t>
            </a:r>
            <a:endParaRPr lang="en-US" sz="1200"/>
          </a:p>
        </p:txBody>
      </p:sp>
      <p:sp>
        <p:nvSpPr>
          <p:cNvPr id="42" name="Shape 40"/>
          <p:cNvSpPr/>
          <p:nvPr/>
        </p:nvSpPr>
        <p:spPr>
          <a:xfrm>
            <a:off x="502920" y="3950208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02920" y="39867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P5</a:t>
            </a:r>
            <a:endParaRPr lang="en-US" sz="1200"/>
          </a:p>
        </p:txBody>
      </p:sp>
      <p:sp>
        <p:nvSpPr>
          <p:cNvPr id="44" name="Text 42"/>
          <p:cNvSpPr/>
          <p:nvPr/>
        </p:nvSpPr>
        <p:spPr>
          <a:xfrm>
            <a:off x="1097280" y="398678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Agro-Processing &amp; Soy Value Chain Upgrade</a:t>
            </a:r>
            <a:endParaRPr lang="en-US" sz="1200"/>
          </a:p>
        </p:txBody>
      </p:sp>
      <p:sp>
        <p:nvSpPr>
          <p:cNvPr id="45" name="Text 43"/>
          <p:cNvSpPr/>
          <p:nvPr/>
        </p:nvSpPr>
        <p:spPr>
          <a:xfrm>
            <a:off x="5120640" y="39867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Agriculture · industry</a:t>
            </a:r>
            <a:endParaRPr lang="en-US" sz="1200"/>
          </a:p>
        </p:txBody>
      </p:sp>
      <p:sp>
        <p:nvSpPr>
          <p:cNvPr id="46" name="Text 44"/>
          <p:cNvSpPr/>
          <p:nvPr/>
        </p:nvSpPr>
        <p:spPr>
          <a:xfrm>
            <a:off x="7223760" y="398678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~$30-50M</a:t>
            </a:r>
            <a:endParaRPr lang="en-US" sz="1200"/>
          </a:p>
        </p:txBody>
      </p:sp>
      <p:sp>
        <p:nvSpPr>
          <p:cNvPr id="47" name="Text 45"/>
          <p:cNvSpPr/>
          <p:nvPr/>
        </p:nvSpPr>
        <p:spPr>
          <a:xfrm>
            <a:off x="8503920" y="3986784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yrs</a:t>
            </a:r>
            <a:endParaRPr lang="en-US" sz="1200"/>
          </a:p>
        </p:txBody>
      </p:sp>
      <p:sp>
        <p:nvSpPr>
          <p:cNvPr id="48" name="Text 46"/>
          <p:cNvSpPr/>
          <p:nvPr/>
        </p:nvSpPr>
        <p:spPr>
          <a:xfrm>
            <a:off x="9738360" y="3986784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FAO · IFAD · IDB</a:t>
            </a:r>
            <a:endParaRPr lang="en-US" sz="1200"/>
          </a:p>
        </p:txBody>
      </p:sp>
      <p:sp>
        <p:nvSpPr>
          <p:cNvPr id="49" name="Shape 47"/>
          <p:cNvSpPr/>
          <p:nvPr/>
        </p:nvSpPr>
        <p:spPr>
          <a:xfrm>
            <a:off x="502920" y="4370832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502920" y="4407408"/>
            <a:ext cx="11183112" cy="310896"/>
          </a:xfrm>
          <a:prstGeom prst="rect">
            <a:avLst/>
          </a:prstGeom>
          <a:solidFill>
            <a:srgbClr val="333F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40080" y="440740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TIER 3 · GROWTH UNLOCKS</a:t>
            </a:r>
            <a:endParaRPr lang="en-US" sz="1200"/>
          </a:p>
        </p:txBody>
      </p:sp>
      <p:sp>
        <p:nvSpPr>
          <p:cNvPr id="52" name="Text 50"/>
          <p:cNvSpPr/>
          <p:nvPr/>
        </p:nvSpPr>
        <p:spPr>
          <a:xfrm>
            <a:off x="502920" y="47914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P6</a:t>
            </a:r>
            <a:endParaRPr lang="en-US" sz="1200"/>
          </a:p>
        </p:txBody>
      </p:sp>
      <p:sp>
        <p:nvSpPr>
          <p:cNvPr id="53" name="Text 51"/>
          <p:cNvSpPr/>
          <p:nvPr/>
        </p:nvSpPr>
        <p:spPr>
          <a:xfrm>
            <a:off x="1097280" y="47914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Off-Grid Solar &amp; Clean Cooking for Chaco</a:t>
            </a:r>
            <a:endParaRPr lang="en-US" sz="1200"/>
          </a:p>
        </p:txBody>
      </p:sp>
      <p:sp>
        <p:nvSpPr>
          <p:cNvPr id="54" name="Text 52"/>
          <p:cNvSpPr/>
          <p:nvPr/>
        </p:nvSpPr>
        <p:spPr>
          <a:xfrm>
            <a:off x="5120640" y="47914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Energy · WASH</a:t>
            </a:r>
            <a:endParaRPr lang="en-US" sz="1200"/>
          </a:p>
        </p:txBody>
      </p:sp>
      <p:sp>
        <p:nvSpPr>
          <p:cNvPr id="55" name="Text 53"/>
          <p:cNvSpPr/>
          <p:nvPr/>
        </p:nvSpPr>
        <p:spPr>
          <a:xfrm>
            <a:off x="7223760" y="47914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~$20-40M</a:t>
            </a:r>
            <a:endParaRPr lang="en-US" sz="1200"/>
          </a:p>
        </p:txBody>
      </p:sp>
      <p:sp>
        <p:nvSpPr>
          <p:cNvPr id="56" name="Text 54"/>
          <p:cNvSpPr/>
          <p:nvPr/>
        </p:nvSpPr>
        <p:spPr>
          <a:xfrm>
            <a:off x="8503920" y="4791456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4-5 yrs</a:t>
            </a:r>
            <a:endParaRPr lang="en-US" sz="1200"/>
          </a:p>
        </p:txBody>
      </p:sp>
      <p:sp>
        <p:nvSpPr>
          <p:cNvPr id="57" name="Text 55"/>
          <p:cNvSpPr/>
          <p:nvPr/>
        </p:nvSpPr>
        <p:spPr>
          <a:xfrm>
            <a:off x="9738360" y="4791456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UNDP · IDB · ANDE</a:t>
            </a:r>
            <a:endParaRPr lang="en-US" sz="1200"/>
          </a:p>
        </p:txBody>
      </p:sp>
      <p:sp>
        <p:nvSpPr>
          <p:cNvPr id="58" name="Shape 56"/>
          <p:cNvSpPr/>
          <p:nvPr/>
        </p:nvSpPr>
        <p:spPr>
          <a:xfrm>
            <a:off x="502920" y="5175504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02920" y="5212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P7</a:t>
            </a:r>
            <a:endParaRPr lang="en-US" sz="1200"/>
          </a:p>
        </p:txBody>
      </p:sp>
      <p:sp>
        <p:nvSpPr>
          <p:cNvPr id="60" name="Text 58"/>
          <p:cNvSpPr/>
          <p:nvPr/>
        </p:nvSpPr>
        <p:spPr>
          <a:xfrm>
            <a:off x="1097280" y="5212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Gran Chaco Conservation &amp; Indigenous Livelihoods</a:t>
            </a:r>
            <a:endParaRPr lang="en-US" sz="1200"/>
          </a:p>
        </p:txBody>
      </p:sp>
      <p:sp>
        <p:nvSpPr>
          <p:cNvPr id="61" name="Text 59"/>
          <p:cNvSpPr/>
          <p:nvPr/>
        </p:nvSpPr>
        <p:spPr>
          <a:xfrm>
            <a:off x="5120640" y="5212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Environment · rural dev.</a:t>
            </a:r>
            <a:endParaRPr lang="en-US" sz="1200"/>
          </a:p>
        </p:txBody>
      </p:sp>
      <p:sp>
        <p:nvSpPr>
          <p:cNvPr id="62" name="Text 60"/>
          <p:cNvSpPr/>
          <p:nvPr/>
        </p:nvSpPr>
        <p:spPr>
          <a:xfrm>
            <a:off x="7223760" y="5212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~$8-15M</a:t>
            </a:r>
            <a:endParaRPr lang="en-US" sz="1200"/>
          </a:p>
        </p:txBody>
      </p:sp>
      <p:sp>
        <p:nvSpPr>
          <p:cNvPr id="63" name="Text 61"/>
          <p:cNvSpPr/>
          <p:nvPr/>
        </p:nvSpPr>
        <p:spPr>
          <a:xfrm>
            <a:off x="8503920" y="5212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yrs</a:t>
            </a:r>
            <a:endParaRPr lang="en-US" sz="1200"/>
          </a:p>
        </p:txBody>
      </p:sp>
      <p:sp>
        <p:nvSpPr>
          <p:cNvPr id="64" name="Text 62"/>
          <p:cNvSpPr/>
          <p:nvPr/>
        </p:nvSpPr>
        <p:spPr>
          <a:xfrm>
            <a:off x="9738360" y="521208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Guyra · WWF · UNEP</a:t>
            </a:r>
            <a:endParaRPr lang="en-US" sz="1200"/>
          </a:p>
        </p:txBody>
      </p:sp>
      <p:sp>
        <p:nvSpPr>
          <p:cNvPr id="65" name="Shape 63"/>
          <p:cNvSpPr/>
          <p:nvPr/>
        </p:nvSpPr>
        <p:spPr>
          <a:xfrm>
            <a:off x="502920" y="5596128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Indicative cost bands for scoping; all figures subject to design studies and co-financing.</a:t>
            </a:r>
            <a:endParaRPr lang="en-US" sz="1200"/>
          </a:p>
        </p:txBody>
      </p:sp>
      <p:sp>
        <p:nvSpPr>
          <p:cNvPr id="68" name="Text 66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17 / 23</a:t>
            </a:r>
            <a:endParaRPr lang="en-US" sz="1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· PROPOSED PROGRAMS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 Menu (1/3)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512064" y="1005840"/>
            <a:ext cx="50292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949440" y="5303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i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Protects the drought-vulnerable Chaco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TIER 1 · RESILIENCE &amp; CRISIS RESPONSE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502920" y="1444752"/>
            <a:ext cx="5478628" cy="4681728"/>
          </a:xfrm>
          <a:prstGeom prst="rect">
            <a:avLst/>
          </a:prstGeom>
          <a:solidFill>
            <a:srgbClr val="F4F1EA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5478628" cy="45720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7512" y="15727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P1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667512" y="1920240"/>
            <a:ext cx="51494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Chaco Climate-Resilient Food Systems &amp; Livelihoods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667512" y="2633472"/>
            <a:ext cx="5149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2F58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FOOD SECURITY · BOQUERÓN &amp; ALTO PARAGUAY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758952" y="2962656"/>
            <a:ext cx="502142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Water harvesting, resilient seed systems &amp; inputs</a:t>
            </a:r>
            <a:endParaRPr lang="en-US" sz="120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Scalable social protection with climate triggers</a:t>
            </a:r>
            <a:endParaRPr lang="en-US" sz="120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Indigenous livelihood support (50% women)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667512" y="4517136"/>
            <a:ext cx="51494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  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Protect the arid Chaco &amp; indigenous communities; cut recurring drought emergency cycles. Benchmark: FAO appeal $7.1M, 2023.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502920" y="5486400"/>
            <a:ext cx="5478628" cy="640080"/>
          </a:xfrm>
          <a:prstGeom prst="rect">
            <a:avLst/>
          </a:prstGeom>
          <a:solidFill>
            <a:srgbClr val="333F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7512" y="5486400"/>
            <a:ext cx="30136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  </a:t>
            </a:r>
            <a:r>
              <a:rPr lang="en-US" sz="13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~$15-25M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3242234" y="5486400"/>
            <a:ext cx="25747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DURATION  </a:t>
            </a:r>
            <a:r>
              <a:rPr lang="en-US" sz="13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3-4 yrs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6210148" y="1444752"/>
            <a:ext cx="5478628" cy="4681728"/>
          </a:xfrm>
          <a:prstGeom prst="rect">
            <a:avLst/>
          </a:prstGeom>
          <a:solidFill>
            <a:srgbClr val="F4F1EA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10148" y="1444752"/>
            <a:ext cx="5478628" cy="45720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74740" y="15727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P2</a:t>
            </a:r>
            <a:endParaRPr lang="en-US" sz="1500"/>
          </a:p>
        </p:txBody>
      </p:sp>
      <p:sp>
        <p:nvSpPr>
          <p:cNvPr id="20" name="Text 18"/>
          <p:cNvSpPr/>
          <p:nvPr/>
        </p:nvSpPr>
        <p:spPr>
          <a:xfrm>
            <a:off x="6374740" y="1920240"/>
            <a:ext cx="51494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Rural WASH &amp; Sanitation Acceleration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6374740" y="2633472"/>
            <a:ext cx="5149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2F58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WASH / HEALTH · CHACO + RURAL EASTERN REGION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6466180" y="2962656"/>
            <a:ext cx="502142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Climate-proof wells &amp; solar-pumped systems</a:t>
            </a:r>
            <a:endParaRPr lang="en-US" sz="120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Sanitation &amp; hygiene with health extension teams</a:t>
            </a:r>
            <a:endParaRPr lang="en-US" sz="120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Strengthen rural service provider networks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6374740" y="4517136"/>
            <a:ext cx="51494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  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Close rural safe-water gap (64% safely managed); reach 200,000+ underserved. Align w/ SIASAR platform.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6210148" y="5486400"/>
            <a:ext cx="5478628" cy="640080"/>
          </a:xfrm>
          <a:prstGeom prst="rect">
            <a:avLst/>
          </a:prstGeom>
          <a:solidFill>
            <a:srgbClr val="333F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74740" y="5486400"/>
            <a:ext cx="30136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  </a:t>
            </a:r>
            <a:r>
              <a:rPr lang="en-US" sz="13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~$12-20M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8949461" y="5486400"/>
            <a:ext cx="25747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DURATION  </a:t>
            </a:r>
            <a:r>
              <a:rPr lang="en-US" sz="13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yrs</a:t>
            </a:r>
            <a:endParaRPr lang="en-US" sz="1200"/>
          </a:p>
        </p:txBody>
      </p:sp>
      <p:sp>
        <p:nvSpPr>
          <p:cNvPr id="27" name="Shape 25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FAO 2023 · JMP 2024 · UNICEF · IDB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18 / 23</a:t>
            </a:r>
            <a:endParaRPr lang="en-US" sz="1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· PROPOSED PROGRAMS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 Menu (2/3)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512064" y="1005840"/>
            <a:ext cx="50292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949440" y="5303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i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Defends the human-capital edge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TIER 2 · HUMAN CAPITAL &amp; SYSTEMS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502920" y="1444752"/>
            <a:ext cx="3576218" cy="4681728"/>
          </a:xfrm>
          <a:prstGeom prst="rect">
            <a:avLst/>
          </a:prstGeom>
          <a:solidFill>
            <a:srgbClr val="F4F1EA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3576218" cy="45720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7512" y="15727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P3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667512" y="1920240"/>
            <a:ext cx="32470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Maternal-Neonatal Care &amp; Health Workforce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667512" y="263347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2F58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 · CHACO &amp; RURAL DEPARTMENTS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758952" y="2962656"/>
            <a:ext cx="311901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Equip district maternal-newborn units</a:t>
            </a:r>
            <a:endParaRPr lang="en-US" sz="120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Rural retention: allowances, housing, training</a:t>
            </a:r>
            <a:endParaRPr lang="en-US" sz="120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Integrate indigenous maternal health practices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667512" y="4517136"/>
            <a:ext cx="324703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  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Reduce MMR (71/100k in 2020); Paraguay is a PAHO priority country for maternal mortality reduction.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502920" y="5486400"/>
            <a:ext cx="3576218" cy="640080"/>
          </a:xfrm>
          <a:prstGeom prst="rect">
            <a:avLst/>
          </a:prstGeom>
          <a:solidFill>
            <a:srgbClr val="333F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7512" y="5486400"/>
            <a:ext cx="206242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  </a:t>
            </a:r>
            <a:r>
              <a:rPr lang="en-US" sz="13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~$15-25M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2291029" y="5486400"/>
            <a:ext cx="162351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DURATION  </a:t>
            </a:r>
            <a:r>
              <a:rPr lang="en-US" sz="13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yrs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4307738" y="1444752"/>
            <a:ext cx="3576218" cy="4681728"/>
          </a:xfrm>
          <a:prstGeom prst="rect">
            <a:avLst/>
          </a:prstGeom>
          <a:solidFill>
            <a:srgbClr val="F4F1EA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07738" y="1444752"/>
            <a:ext cx="3576218" cy="45720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72330" y="15727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P4</a:t>
            </a:r>
            <a:endParaRPr lang="en-US" sz="1500"/>
          </a:p>
        </p:txBody>
      </p:sp>
      <p:sp>
        <p:nvSpPr>
          <p:cNvPr id="20" name="Text 18"/>
          <p:cNvSpPr/>
          <p:nvPr/>
        </p:nvSpPr>
        <p:spPr>
          <a:xfrm>
            <a:off x="4472330" y="1920240"/>
            <a:ext cx="32470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Youth Skills &amp; TVET for Growth Sectors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4472330" y="263347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2F58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EDUCATION &amp; JOBS · NATIONAL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4563770" y="2962656"/>
            <a:ext cx="311901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Employer-linked TVET: agribusiness, logistics, energy</a:t>
            </a:r>
            <a:endParaRPr lang="en-US" sz="120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Digital skills with women's targets</a:t>
            </a:r>
            <a:endParaRPr lang="en-US" sz="120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 graduates to MSME finance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4472330" y="4517136"/>
            <a:ext cx="324703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  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Close the skills-to-jobs gap behind 13.4% youth unemployment (ILO 2024).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4307738" y="5486400"/>
            <a:ext cx="3576218" cy="640080"/>
          </a:xfrm>
          <a:prstGeom prst="rect">
            <a:avLst/>
          </a:prstGeom>
          <a:solidFill>
            <a:srgbClr val="333F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472330" y="5486400"/>
            <a:ext cx="206242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  </a:t>
            </a:r>
            <a:r>
              <a:rPr lang="en-US" sz="13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~$12-20M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6095848" y="5486400"/>
            <a:ext cx="162351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DURATION  </a:t>
            </a:r>
            <a:r>
              <a:rPr lang="en-US" sz="13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3-4 yrs</a:t>
            </a:r>
            <a:endParaRPr lang="en-US" sz="1200"/>
          </a:p>
        </p:txBody>
      </p:sp>
      <p:sp>
        <p:nvSpPr>
          <p:cNvPr id="27" name="Shape 25"/>
          <p:cNvSpPr/>
          <p:nvPr/>
        </p:nvSpPr>
        <p:spPr>
          <a:xfrm>
            <a:off x="8112557" y="1444752"/>
            <a:ext cx="3576218" cy="4681728"/>
          </a:xfrm>
          <a:prstGeom prst="rect">
            <a:avLst/>
          </a:prstGeom>
          <a:solidFill>
            <a:srgbClr val="F4F1EA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112557" y="1444752"/>
            <a:ext cx="3576218" cy="45720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77149" y="15727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P5</a:t>
            </a:r>
            <a:endParaRPr lang="en-US" sz="1500"/>
          </a:p>
        </p:txBody>
      </p:sp>
      <p:sp>
        <p:nvSpPr>
          <p:cNvPr id="30" name="Text 28"/>
          <p:cNvSpPr/>
          <p:nvPr/>
        </p:nvSpPr>
        <p:spPr>
          <a:xfrm>
            <a:off x="8277149" y="1920240"/>
            <a:ext cx="32470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Agro-Processing &amp; Soy Value Chain Upgrade</a:t>
            </a:r>
            <a:endParaRPr lang="en-US" sz="1400"/>
          </a:p>
        </p:txBody>
      </p:sp>
      <p:sp>
        <p:nvSpPr>
          <p:cNvPr id="31" name="Text 29"/>
          <p:cNvSpPr/>
          <p:nvPr/>
        </p:nvSpPr>
        <p:spPr>
          <a:xfrm>
            <a:off x="8277149" y="263347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2F58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AGRICULTURE · EASTERN &amp; CHACO REGIONS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8368589" y="2962656"/>
            <a:ext cx="311901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Expand domestic crush capacity (4.7 MMT potential)</a:t>
            </a:r>
            <a:endParaRPr lang="en-US" sz="120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Rural processing: soy, rice, livestock</a:t>
            </a:r>
            <a:endParaRPr lang="en-US" sz="120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Climate-resilient inputs &amp; logistics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8277149" y="4517136"/>
            <a:ext cx="324703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  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Raise value-add from 3rd-largest soy exporter; soy exports $4.4B in 2024 under NDP 2030.</a:t>
            </a:r>
            <a:endParaRPr lang="en-US" sz="1200"/>
          </a:p>
        </p:txBody>
      </p:sp>
      <p:sp>
        <p:nvSpPr>
          <p:cNvPr id="34" name="Shape 32"/>
          <p:cNvSpPr/>
          <p:nvPr/>
        </p:nvSpPr>
        <p:spPr>
          <a:xfrm>
            <a:off x="8112557" y="5486400"/>
            <a:ext cx="3576218" cy="640080"/>
          </a:xfrm>
          <a:prstGeom prst="rect">
            <a:avLst/>
          </a:prstGeom>
          <a:solidFill>
            <a:srgbClr val="333F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277149" y="5486400"/>
            <a:ext cx="206242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  </a:t>
            </a:r>
            <a:r>
              <a:rPr lang="en-US" sz="13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~$30-50M</a:t>
            </a:r>
            <a:endParaRPr lang="en-US" sz="1200"/>
          </a:p>
        </p:txBody>
      </p:sp>
      <p:sp>
        <p:nvSpPr>
          <p:cNvPr id="36" name="Text 34"/>
          <p:cNvSpPr/>
          <p:nvPr/>
        </p:nvSpPr>
        <p:spPr>
          <a:xfrm>
            <a:off x="9900666" y="5486400"/>
            <a:ext cx="162351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DURATION  </a:t>
            </a:r>
            <a:r>
              <a:rPr lang="en-US" sz="13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yrs</a:t>
            </a:r>
            <a:endParaRPr lang="en-US" sz="1200"/>
          </a:p>
        </p:txBody>
      </p:sp>
      <p:sp>
        <p:nvSpPr>
          <p:cNvPr id="37" name="Shape 35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USDA GAIN 2025-26 · FAO · IDB 2025</a:t>
            </a:r>
            <a:endParaRPr lang="en-US" sz="1200"/>
          </a:p>
        </p:txBody>
      </p:sp>
      <p:sp>
        <p:nvSpPr>
          <p:cNvPr id="39" name="Text 37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19 / 23</a:t>
            </a:r>
            <a:endParaRPr lang="en-US" sz="1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· PROPOSED PROGRAMS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 Menu (3/3)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512064" y="1005840"/>
            <a:ext cx="50292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949440" y="5303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i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Unlocks the other tiers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TIER 3 · GROWTH UNLOCKS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502920" y="1444752"/>
            <a:ext cx="5478628" cy="4681728"/>
          </a:xfrm>
          <a:prstGeom prst="rect">
            <a:avLst/>
          </a:prstGeom>
          <a:solidFill>
            <a:srgbClr val="F4F1EA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5478628" cy="45720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7512" y="15727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P6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667512" y="1920240"/>
            <a:ext cx="51494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Off-Grid Solar &amp; Clean Cooking for Chaco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667512" y="2633472"/>
            <a:ext cx="5149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2F58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ENERGY · SCATTERED RURAL &amp; CHACO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758952" y="2962656"/>
            <a:ext cx="502142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Solarise clinics, schools, boreholes &amp; farms</a:t>
            </a:r>
            <a:endParaRPr lang="en-US" sz="120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Off-grid &amp; mini-grid solutions for remote areas</a:t>
            </a:r>
            <a:endParaRPr lang="en-US" sz="120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 cooking access (71% current coverage)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667512" y="4517136"/>
            <a:ext cx="51494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  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Complete last-mile electrification where access ~99.8% but remote Chaco gaps persist. Policy 2050 target.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502920" y="5486400"/>
            <a:ext cx="5478628" cy="640080"/>
          </a:xfrm>
          <a:prstGeom prst="rect">
            <a:avLst/>
          </a:prstGeom>
          <a:solidFill>
            <a:srgbClr val="333F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7512" y="5486400"/>
            <a:ext cx="30136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  </a:t>
            </a:r>
            <a:r>
              <a:rPr lang="en-US" sz="13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~$20-40M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3242234" y="5486400"/>
            <a:ext cx="25747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DURATION  </a:t>
            </a:r>
            <a:r>
              <a:rPr lang="en-US" sz="13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4-5 yrs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6210148" y="1444752"/>
            <a:ext cx="5478628" cy="4681728"/>
          </a:xfrm>
          <a:prstGeom prst="rect">
            <a:avLst/>
          </a:prstGeom>
          <a:solidFill>
            <a:srgbClr val="F4F1EA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10148" y="1444752"/>
            <a:ext cx="5478628" cy="45720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74740" y="15727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P7</a:t>
            </a:r>
            <a:endParaRPr lang="en-US" sz="1500"/>
          </a:p>
        </p:txBody>
      </p:sp>
      <p:sp>
        <p:nvSpPr>
          <p:cNvPr id="20" name="Text 18"/>
          <p:cNvSpPr/>
          <p:nvPr/>
        </p:nvSpPr>
        <p:spPr>
          <a:xfrm>
            <a:off x="6374740" y="1920240"/>
            <a:ext cx="51494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Gran Chaco Conservation &amp; Indigenous Livelihoods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6374740" y="2633472"/>
            <a:ext cx="5149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2F58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ENVIRONMENT / RURAL DEV. · CHACO BIOSPHERE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6466180" y="2962656"/>
            <a:ext cx="502142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REDD+ &amp; sustainable ranching incentives</a:t>
            </a:r>
            <a:endParaRPr lang="en-US" sz="120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Indigenous territorial management &amp; co-benefits</a:t>
            </a:r>
            <a:endParaRPr lang="en-US" sz="120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Ecotourism &amp; wildlife economy diversification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6374740" y="4517136"/>
            <a:ext cx="51494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  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Slow highest deforestation rate in Gran Chaco (2.4M ha lost 2010-19); protect 688 bird &amp; 150 mammal spp.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6210148" y="5486400"/>
            <a:ext cx="5478628" cy="640080"/>
          </a:xfrm>
          <a:prstGeom prst="rect">
            <a:avLst/>
          </a:prstGeom>
          <a:solidFill>
            <a:srgbClr val="333F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74740" y="5486400"/>
            <a:ext cx="30136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  </a:t>
            </a:r>
            <a:r>
              <a:rPr lang="en-US" sz="13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~$8-15M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8949461" y="5486400"/>
            <a:ext cx="25747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DURATION  </a:t>
            </a:r>
            <a:r>
              <a:rPr lang="en-US" sz="13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yrs</a:t>
            </a:r>
            <a:endParaRPr lang="en-US" sz="1200"/>
          </a:p>
        </p:txBody>
      </p:sp>
      <p:sp>
        <p:nvSpPr>
          <p:cNvPr id="27" name="Shape 25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Guyra Paraguay · WLT · Pew 2024 · Verra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20 / 23</a:t>
            </a:r>
            <a:endParaRPr lang="en-US" sz="1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33F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606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APPENDIX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475488" y="2926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Supporting Analysis</a:t>
            </a:r>
            <a:endParaRPr lang="en-US" sz="3600"/>
          </a:p>
        </p:txBody>
      </p:sp>
      <p:sp>
        <p:nvSpPr>
          <p:cNvPr id="4" name="Shape 2"/>
          <p:cNvSpPr/>
          <p:nvPr/>
        </p:nvSpPr>
        <p:spPr>
          <a:xfrm>
            <a:off x="512064" y="3767328"/>
            <a:ext cx="64008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5B6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E7E2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21 / 23</a:t>
            </a:r>
            <a:endParaRPr lang="en-US" sz="1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SEVERITY / TRIAGE · GPS MATRIX · 2026-07-19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of 11 sectors in the red band (GPS ≥ 15)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512064" y="1005840"/>
            <a:ext cx="50292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607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GPS = Need Severity × (6 − Coverage Adequacy). Range 1-25. NP reported, never multiplied in.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SECTOR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4434840" y="13898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NS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5074920" y="13898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NP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5715000" y="13898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6355080" y="13898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GPS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7360920" y="138988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FLAGS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502920" y="1645920"/>
            <a:ext cx="11183112" cy="0"/>
          </a:xfrm>
          <a:prstGeom prst="line">
            <a:avLst/>
          </a:prstGeom>
          <a:noFill/>
          <a:ln w="12700">
            <a:solidFill>
              <a:srgbClr val="1D25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1737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Humanitarian &amp; Protection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4434840" y="1737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5074920" y="1737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5715000" y="1737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6355080" y="1787652"/>
            <a:ext cx="566928" cy="265176"/>
          </a:xfrm>
          <a:prstGeom prst="rect">
            <a:avLst/>
          </a:prstGeom>
          <a:solidFill>
            <a:srgbClr val="1F8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55080" y="1787652"/>
            <a:ext cx="566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7360920" y="1737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Chaco floods/drought cycles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502920" y="2103120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21351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4434840" y="21351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5074920" y="21351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5715000" y="21351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6355080" y="2185416"/>
            <a:ext cx="566928" cy="265176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55080" y="2185416"/>
            <a:ext cx="566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7360920" y="21351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70% uninsured; PHC gaps</a:t>
            </a:r>
            <a:endParaRPr lang="en-US" sz="1200"/>
          </a:p>
        </p:txBody>
      </p:sp>
      <p:sp>
        <p:nvSpPr>
          <p:cNvPr id="28" name="Shape 26"/>
          <p:cNvSpPr/>
          <p:nvPr/>
        </p:nvSpPr>
        <p:spPr>
          <a:xfrm>
            <a:off x="502920" y="2500884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25328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Education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4434840" y="25328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5074920" y="25328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5715000" y="25328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/>
          </a:p>
        </p:txBody>
      </p:sp>
      <p:sp>
        <p:nvSpPr>
          <p:cNvPr id="33" name="Shape 31"/>
          <p:cNvSpPr/>
          <p:nvPr/>
        </p:nvSpPr>
        <p:spPr>
          <a:xfrm>
            <a:off x="6355080" y="2583180"/>
            <a:ext cx="566928" cy="265176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55080" y="2583180"/>
            <a:ext cx="566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1200"/>
          </a:p>
        </p:txBody>
      </p:sp>
      <p:sp>
        <p:nvSpPr>
          <p:cNvPr id="35" name="Text 33"/>
          <p:cNvSpPr/>
          <p:nvPr/>
        </p:nvSpPr>
        <p:spPr>
          <a:xfrm>
            <a:off x="7360920" y="25328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learning outcomes lag enrolment</a:t>
            </a:r>
            <a:endParaRPr lang="en-US" sz="1200"/>
          </a:p>
        </p:txBody>
      </p:sp>
      <p:sp>
        <p:nvSpPr>
          <p:cNvPr id="36" name="Shape 34"/>
          <p:cNvSpPr/>
          <p:nvPr/>
        </p:nvSpPr>
        <p:spPr>
          <a:xfrm>
            <a:off x="502920" y="2898648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2920" y="29306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WASH</a:t>
            </a:r>
            <a:endParaRPr lang="en-US" sz="1200"/>
          </a:p>
        </p:txBody>
      </p:sp>
      <p:sp>
        <p:nvSpPr>
          <p:cNvPr id="38" name="Text 36"/>
          <p:cNvSpPr/>
          <p:nvPr/>
        </p:nvSpPr>
        <p:spPr>
          <a:xfrm>
            <a:off x="4434840" y="29306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/>
          </a:p>
        </p:txBody>
      </p:sp>
      <p:sp>
        <p:nvSpPr>
          <p:cNvPr id="39" name="Text 37"/>
          <p:cNvSpPr/>
          <p:nvPr/>
        </p:nvSpPr>
        <p:spPr>
          <a:xfrm>
            <a:off x="5074920" y="29306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/>
          </a:p>
        </p:txBody>
      </p:sp>
      <p:sp>
        <p:nvSpPr>
          <p:cNvPr id="40" name="Text 38"/>
          <p:cNvSpPr/>
          <p:nvPr/>
        </p:nvSpPr>
        <p:spPr>
          <a:xfrm>
            <a:off x="5715000" y="29306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/>
          </a:p>
        </p:txBody>
      </p:sp>
      <p:sp>
        <p:nvSpPr>
          <p:cNvPr id="41" name="Shape 39"/>
          <p:cNvSpPr/>
          <p:nvPr/>
        </p:nvSpPr>
        <p:spPr>
          <a:xfrm>
            <a:off x="6355080" y="2980944"/>
            <a:ext cx="566928" cy="265176"/>
          </a:xfrm>
          <a:prstGeom prst="rect">
            <a:avLst/>
          </a:prstGeom>
          <a:solidFill>
            <a:srgbClr val="1F8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355080" y="2980944"/>
            <a:ext cx="566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200"/>
          </a:p>
        </p:txBody>
      </p:sp>
      <p:sp>
        <p:nvSpPr>
          <p:cNvPr id="43" name="Text 41"/>
          <p:cNvSpPr/>
          <p:nvPr/>
        </p:nvSpPr>
        <p:spPr>
          <a:xfrm>
            <a:off x="7360920" y="29306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rural sanitation deficit</a:t>
            </a:r>
            <a:endParaRPr lang="en-US" sz="1200"/>
          </a:p>
        </p:txBody>
      </p:sp>
      <p:sp>
        <p:nvSpPr>
          <p:cNvPr id="44" name="Shape 42"/>
          <p:cNvSpPr/>
          <p:nvPr/>
        </p:nvSpPr>
        <p:spPr>
          <a:xfrm>
            <a:off x="502920" y="3296412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02920" y="33284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Infrastructure &amp; Energy</a:t>
            </a:r>
            <a:endParaRPr lang="en-US" sz="1200"/>
          </a:p>
        </p:txBody>
      </p:sp>
      <p:sp>
        <p:nvSpPr>
          <p:cNvPr id="46" name="Text 44"/>
          <p:cNvSpPr/>
          <p:nvPr/>
        </p:nvSpPr>
        <p:spPr>
          <a:xfrm>
            <a:off x="4434840" y="33284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/>
          </a:p>
        </p:txBody>
      </p:sp>
      <p:sp>
        <p:nvSpPr>
          <p:cNvPr id="47" name="Text 45"/>
          <p:cNvSpPr/>
          <p:nvPr/>
        </p:nvSpPr>
        <p:spPr>
          <a:xfrm>
            <a:off x="5074920" y="33284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/>
          </a:p>
        </p:txBody>
      </p:sp>
      <p:sp>
        <p:nvSpPr>
          <p:cNvPr id="48" name="Text 46"/>
          <p:cNvSpPr/>
          <p:nvPr/>
        </p:nvSpPr>
        <p:spPr>
          <a:xfrm>
            <a:off x="5715000" y="33284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/>
          </a:p>
        </p:txBody>
      </p:sp>
      <p:sp>
        <p:nvSpPr>
          <p:cNvPr id="49" name="Shape 47"/>
          <p:cNvSpPr/>
          <p:nvPr/>
        </p:nvSpPr>
        <p:spPr>
          <a:xfrm>
            <a:off x="6355080" y="3378708"/>
            <a:ext cx="566928" cy="265176"/>
          </a:xfrm>
          <a:prstGeom prst="rect">
            <a:avLst/>
          </a:prstGeom>
          <a:solidFill>
            <a:srgbClr val="1F8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355080" y="3378708"/>
            <a:ext cx="566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/>
          </a:p>
        </p:txBody>
      </p:sp>
      <p:sp>
        <p:nvSpPr>
          <p:cNvPr id="51" name="Text 49"/>
          <p:cNvSpPr/>
          <p:nvPr/>
        </p:nvSpPr>
        <p:spPr>
          <a:xfrm>
            <a:off x="7360920" y="33284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99.8% electrification</a:t>
            </a:r>
            <a:endParaRPr lang="en-US" sz="1200"/>
          </a:p>
        </p:txBody>
      </p:sp>
      <p:sp>
        <p:nvSpPr>
          <p:cNvPr id="52" name="Shape 50"/>
          <p:cNvSpPr/>
          <p:nvPr/>
        </p:nvSpPr>
        <p:spPr>
          <a:xfrm>
            <a:off x="502920" y="3694176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02920" y="37261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Social Protection</a:t>
            </a:r>
            <a:endParaRPr lang="en-US" sz="1200"/>
          </a:p>
        </p:txBody>
      </p:sp>
      <p:sp>
        <p:nvSpPr>
          <p:cNvPr id="54" name="Text 52"/>
          <p:cNvSpPr/>
          <p:nvPr/>
        </p:nvSpPr>
        <p:spPr>
          <a:xfrm>
            <a:off x="4434840" y="37261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/>
          </a:p>
        </p:txBody>
      </p:sp>
      <p:sp>
        <p:nvSpPr>
          <p:cNvPr id="55" name="Text 53"/>
          <p:cNvSpPr/>
          <p:nvPr/>
        </p:nvSpPr>
        <p:spPr>
          <a:xfrm>
            <a:off x="5074920" y="37261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/>
          </a:p>
        </p:txBody>
      </p:sp>
      <p:sp>
        <p:nvSpPr>
          <p:cNvPr id="56" name="Text 54"/>
          <p:cNvSpPr/>
          <p:nvPr/>
        </p:nvSpPr>
        <p:spPr>
          <a:xfrm>
            <a:off x="5715000" y="37261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/>
          </a:p>
        </p:txBody>
      </p:sp>
      <p:sp>
        <p:nvSpPr>
          <p:cNvPr id="57" name="Shape 55"/>
          <p:cNvSpPr/>
          <p:nvPr/>
        </p:nvSpPr>
        <p:spPr>
          <a:xfrm>
            <a:off x="6355080" y="3776472"/>
            <a:ext cx="566928" cy="265176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355080" y="3776472"/>
            <a:ext cx="566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1200"/>
          </a:p>
        </p:txBody>
      </p:sp>
      <p:sp>
        <p:nvSpPr>
          <p:cNvPr id="59" name="Text 57"/>
          <p:cNvSpPr/>
          <p:nvPr/>
        </p:nvSpPr>
        <p:spPr>
          <a:xfrm>
            <a:off x="7360920" y="37261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Tekoporã 200k families; gaps remain</a:t>
            </a:r>
            <a:endParaRPr lang="en-US" sz="1200"/>
          </a:p>
        </p:txBody>
      </p:sp>
      <p:sp>
        <p:nvSpPr>
          <p:cNvPr id="60" name="Shape 58"/>
          <p:cNvSpPr/>
          <p:nvPr/>
        </p:nvSpPr>
        <p:spPr>
          <a:xfrm>
            <a:off x="502920" y="4091940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02920" y="41239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Climate &amp; disaster risk reduction</a:t>
            </a:r>
            <a:endParaRPr lang="en-US" sz="1200"/>
          </a:p>
        </p:txBody>
      </p:sp>
      <p:sp>
        <p:nvSpPr>
          <p:cNvPr id="62" name="Text 60"/>
          <p:cNvSpPr/>
          <p:nvPr/>
        </p:nvSpPr>
        <p:spPr>
          <a:xfrm>
            <a:off x="4434840" y="41239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/>
          </a:p>
        </p:txBody>
      </p:sp>
      <p:sp>
        <p:nvSpPr>
          <p:cNvPr id="63" name="Text 61"/>
          <p:cNvSpPr/>
          <p:nvPr/>
        </p:nvSpPr>
        <p:spPr>
          <a:xfrm>
            <a:off x="5074920" y="41239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/>
          </a:p>
        </p:txBody>
      </p:sp>
      <p:sp>
        <p:nvSpPr>
          <p:cNvPr id="64" name="Text 62"/>
          <p:cNvSpPr/>
          <p:nvPr/>
        </p:nvSpPr>
        <p:spPr>
          <a:xfrm>
            <a:off x="5715000" y="41239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/>
          </a:p>
        </p:txBody>
      </p:sp>
      <p:sp>
        <p:nvSpPr>
          <p:cNvPr id="65" name="Shape 63"/>
          <p:cNvSpPr/>
          <p:nvPr/>
        </p:nvSpPr>
        <p:spPr>
          <a:xfrm>
            <a:off x="6355080" y="4174236"/>
            <a:ext cx="566928" cy="265176"/>
          </a:xfrm>
          <a:prstGeom prst="rect">
            <a:avLst/>
          </a:prstGeom>
          <a:solidFill>
            <a:srgbClr val="9B12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355080" y="4174236"/>
            <a:ext cx="566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</a:t>
            </a:r>
            <a:endParaRPr lang="en-US" sz="1200"/>
          </a:p>
        </p:txBody>
      </p:sp>
      <p:sp>
        <p:nvSpPr>
          <p:cNvPr id="67" name="Text 65"/>
          <p:cNvSpPr/>
          <p:nvPr/>
        </p:nvSpPr>
        <p:spPr>
          <a:xfrm>
            <a:off x="7360920" y="412394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Chaco drought; El Niño floods</a:t>
            </a:r>
            <a:endParaRPr lang="en-US" sz="1200"/>
          </a:p>
        </p:txBody>
      </p:sp>
      <p:sp>
        <p:nvSpPr>
          <p:cNvPr id="68" name="Shape 66"/>
          <p:cNvSpPr/>
          <p:nvPr/>
        </p:nvSpPr>
        <p:spPr>
          <a:xfrm>
            <a:off x="502920" y="4489704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502920" y="45217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Gender &amp; Inclusion</a:t>
            </a:r>
            <a:endParaRPr lang="en-US" sz="1200"/>
          </a:p>
        </p:txBody>
      </p:sp>
      <p:sp>
        <p:nvSpPr>
          <p:cNvPr id="70" name="Text 68"/>
          <p:cNvSpPr/>
          <p:nvPr/>
        </p:nvSpPr>
        <p:spPr>
          <a:xfrm>
            <a:off x="4434840" y="45217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/>
          </a:p>
        </p:txBody>
      </p:sp>
      <p:sp>
        <p:nvSpPr>
          <p:cNvPr id="71" name="Text 69"/>
          <p:cNvSpPr/>
          <p:nvPr/>
        </p:nvSpPr>
        <p:spPr>
          <a:xfrm>
            <a:off x="5074920" y="45217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/>
          </a:p>
        </p:txBody>
      </p:sp>
      <p:sp>
        <p:nvSpPr>
          <p:cNvPr id="72" name="Text 70"/>
          <p:cNvSpPr/>
          <p:nvPr/>
        </p:nvSpPr>
        <p:spPr>
          <a:xfrm>
            <a:off x="5715000" y="45217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/>
          </a:p>
        </p:txBody>
      </p:sp>
      <p:sp>
        <p:nvSpPr>
          <p:cNvPr id="73" name="Shape 71"/>
          <p:cNvSpPr/>
          <p:nvPr/>
        </p:nvSpPr>
        <p:spPr>
          <a:xfrm>
            <a:off x="6355080" y="4572000"/>
            <a:ext cx="566928" cy="265176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6355080" y="4572000"/>
            <a:ext cx="566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1200"/>
          </a:p>
        </p:txBody>
      </p:sp>
      <p:sp>
        <p:nvSpPr>
          <p:cNvPr id="75" name="Text 73"/>
          <p:cNvSpPr/>
          <p:nvPr/>
        </p:nvSpPr>
        <p:spPr>
          <a:xfrm>
            <a:off x="7360920" y="45217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indigenous marginalisation</a:t>
            </a:r>
            <a:endParaRPr lang="en-US" sz="1200"/>
          </a:p>
        </p:txBody>
      </p:sp>
      <p:sp>
        <p:nvSpPr>
          <p:cNvPr id="76" name="Shape 74"/>
          <p:cNvSpPr/>
          <p:nvPr/>
        </p:nvSpPr>
        <p:spPr>
          <a:xfrm>
            <a:off x="502920" y="4887468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502920" y="49194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Food Security &amp; Agriculture</a:t>
            </a:r>
            <a:endParaRPr lang="en-US" sz="1200"/>
          </a:p>
        </p:txBody>
      </p:sp>
      <p:sp>
        <p:nvSpPr>
          <p:cNvPr id="78" name="Text 76"/>
          <p:cNvSpPr/>
          <p:nvPr/>
        </p:nvSpPr>
        <p:spPr>
          <a:xfrm>
            <a:off x="4434840" y="49194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/>
          </a:p>
        </p:txBody>
      </p:sp>
      <p:sp>
        <p:nvSpPr>
          <p:cNvPr id="79" name="Text 77"/>
          <p:cNvSpPr/>
          <p:nvPr/>
        </p:nvSpPr>
        <p:spPr>
          <a:xfrm>
            <a:off x="5074920" y="49194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200"/>
          </a:p>
        </p:txBody>
      </p:sp>
      <p:sp>
        <p:nvSpPr>
          <p:cNvPr id="80" name="Text 78"/>
          <p:cNvSpPr/>
          <p:nvPr/>
        </p:nvSpPr>
        <p:spPr>
          <a:xfrm>
            <a:off x="5715000" y="49194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/>
          </a:p>
        </p:txBody>
      </p:sp>
      <p:sp>
        <p:nvSpPr>
          <p:cNvPr id="81" name="Shape 79"/>
          <p:cNvSpPr/>
          <p:nvPr/>
        </p:nvSpPr>
        <p:spPr>
          <a:xfrm>
            <a:off x="6355080" y="4969764"/>
            <a:ext cx="566928" cy="265176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6355080" y="4969764"/>
            <a:ext cx="566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1200"/>
          </a:p>
        </p:txBody>
      </p:sp>
      <p:sp>
        <p:nvSpPr>
          <p:cNvPr id="83" name="Text 81"/>
          <p:cNvSpPr/>
          <p:nvPr/>
        </p:nvSpPr>
        <p:spPr>
          <a:xfrm>
            <a:off x="7360920" y="49194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agro-export boom; rural poor lag</a:t>
            </a:r>
            <a:endParaRPr lang="en-US" sz="1200"/>
          </a:p>
        </p:txBody>
      </p:sp>
      <p:sp>
        <p:nvSpPr>
          <p:cNvPr id="84" name="Shape 82"/>
          <p:cNvSpPr/>
          <p:nvPr/>
        </p:nvSpPr>
        <p:spPr>
          <a:xfrm>
            <a:off x="502920" y="5285232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502920" y="53172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Economy &amp; Jobs</a:t>
            </a:r>
            <a:endParaRPr lang="en-US" sz="1200"/>
          </a:p>
        </p:txBody>
      </p:sp>
      <p:sp>
        <p:nvSpPr>
          <p:cNvPr id="86" name="Text 84"/>
          <p:cNvSpPr/>
          <p:nvPr/>
        </p:nvSpPr>
        <p:spPr>
          <a:xfrm>
            <a:off x="4434840" y="53172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/>
          </a:p>
        </p:txBody>
      </p:sp>
      <p:sp>
        <p:nvSpPr>
          <p:cNvPr id="87" name="Text 85"/>
          <p:cNvSpPr/>
          <p:nvPr/>
        </p:nvSpPr>
        <p:spPr>
          <a:xfrm>
            <a:off x="5074920" y="53172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200"/>
          </a:p>
        </p:txBody>
      </p:sp>
      <p:sp>
        <p:nvSpPr>
          <p:cNvPr id="88" name="Text 86"/>
          <p:cNvSpPr/>
          <p:nvPr/>
        </p:nvSpPr>
        <p:spPr>
          <a:xfrm>
            <a:off x="5715000" y="53172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/>
          </a:p>
        </p:txBody>
      </p:sp>
      <p:sp>
        <p:nvSpPr>
          <p:cNvPr id="89" name="Shape 87"/>
          <p:cNvSpPr/>
          <p:nvPr/>
        </p:nvSpPr>
        <p:spPr>
          <a:xfrm>
            <a:off x="6355080" y="5367528"/>
            <a:ext cx="566928" cy="265176"/>
          </a:xfrm>
          <a:prstGeom prst="rect">
            <a:avLst/>
          </a:prstGeom>
          <a:solidFill>
            <a:srgbClr val="1F8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6355080" y="5367528"/>
            <a:ext cx="566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/>
          </a:p>
        </p:txBody>
      </p:sp>
      <p:sp>
        <p:nvSpPr>
          <p:cNvPr id="91" name="Text 89"/>
          <p:cNvSpPr/>
          <p:nvPr/>
        </p:nvSpPr>
        <p:spPr>
          <a:xfrm>
            <a:off x="7360920" y="53172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6.6% GDP growth 2025</a:t>
            </a:r>
            <a:endParaRPr lang="en-US" sz="1200"/>
          </a:p>
        </p:txBody>
      </p:sp>
      <p:sp>
        <p:nvSpPr>
          <p:cNvPr id="92" name="Shape 90"/>
          <p:cNvSpPr/>
          <p:nvPr/>
        </p:nvSpPr>
        <p:spPr>
          <a:xfrm>
            <a:off x="502920" y="5682996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502920" y="5715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Governance &amp; public financial mgmt</a:t>
            </a:r>
            <a:endParaRPr lang="en-US" sz="1200"/>
          </a:p>
        </p:txBody>
      </p:sp>
      <p:sp>
        <p:nvSpPr>
          <p:cNvPr id="94" name="Text 92"/>
          <p:cNvSpPr/>
          <p:nvPr/>
        </p:nvSpPr>
        <p:spPr>
          <a:xfrm>
            <a:off x="4434840" y="5715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/>
          </a:p>
        </p:txBody>
      </p:sp>
      <p:sp>
        <p:nvSpPr>
          <p:cNvPr id="95" name="Text 93"/>
          <p:cNvSpPr/>
          <p:nvPr/>
        </p:nvSpPr>
        <p:spPr>
          <a:xfrm>
            <a:off x="5074920" y="5715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/>
          </a:p>
        </p:txBody>
      </p:sp>
      <p:sp>
        <p:nvSpPr>
          <p:cNvPr id="96" name="Text 94"/>
          <p:cNvSpPr/>
          <p:nvPr/>
        </p:nvSpPr>
        <p:spPr>
          <a:xfrm>
            <a:off x="5715000" y="5715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/>
          </a:p>
        </p:txBody>
      </p:sp>
      <p:sp>
        <p:nvSpPr>
          <p:cNvPr id="97" name="Shape 95"/>
          <p:cNvSpPr/>
          <p:nvPr/>
        </p:nvSpPr>
        <p:spPr>
          <a:xfrm>
            <a:off x="6355080" y="5765292"/>
            <a:ext cx="566928" cy="265176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6355080" y="5765292"/>
            <a:ext cx="566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1200"/>
          </a:p>
        </p:txBody>
      </p:sp>
      <p:sp>
        <p:nvSpPr>
          <p:cNvPr id="99" name="Text 97"/>
          <p:cNvSpPr/>
          <p:nvPr/>
        </p:nvSpPr>
        <p:spPr>
          <a:xfrm>
            <a:off x="7360920" y="5715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fiscal consolidation on track</a:t>
            </a:r>
            <a:endParaRPr lang="en-US" sz="1200"/>
          </a:p>
        </p:txBody>
      </p:sp>
      <p:sp>
        <p:nvSpPr>
          <p:cNvPr id="100" name="Text 98"/>
          <p:cNvSpPr/>
          <p:nvPr/>
        </p:nvSpPr>
        <p:spPr>
          <a:xfrm>
            <a:off x="502920" y="60533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GPS BAND   </a:t>
            </a:r>
            <a:r>
              <a:rPr lang="en-US" sz="1200" b="1">
                <a:solidFill>
                  <a:srgbClr val="9B12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 ≥ 15   </a:t>
            </a: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Amber 8-14   </a:t>
            </a:r>
            <a:r>
              <a:rPr lang="en-US" sz="1200" b="1">
                <a:solidFill>
                  <a:srgbClr val="1F8A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Green &lt; 8    </a:t>
            </a: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GPS defines severity tiers, not a rank order.</a:t>
            </a:r>
            <a:endParaRPr lang="en-US" sz="1200"/>
          </a:p>
        </p:txBody>
      </p:sp>
      <p:sp>
        <p:nvSpPr>
          <p:cNvPr id="101" name="Shape 99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GPS gap register · 2026-07-19 · NS Need Severity · NP National Priority · CA Coverage Adequacy</a:t>
            </a:r>
            <a:endParaRPr lang="en-US" sz="1200"/>
          </a:p>
        </p:txBody>
      </p:sp>
      <p:sp>
        <p:nvSpPr>
          <p:cNvPr id="103" name="Text 101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22 / 23</a:t>
            </a:r>
            <a:endParaRPr lang="en-US" sz="120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a942ccf-187d-4c88-bacb-f803a5159e6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63100411E23E4EA8344A8067BC8AA8" ma:contentTypeVersion="10" ma:contentTypeDescription="Create a new document." ma:contentTypeScope="" ma:versionID="c89281db285ef74b3fbfc86e7e4fabde">
  <xsd:schema xmlns:xsd="http://www.w3.org/2001/XMLSchema" xmlns:xs="http://www.w3.org/2001/XMLSchema" xmlns:p="http://schemas.microsoft.com/office/2006/metadata/properties" xmlns:ns3="0a942ccf-187d-4c88-bacb-f803a5159e60" targetNamespace="http://schemas.microsoft.com/office/2006/metadata/properties" ma:root="true" ma:fieldsID="b1b375f5a45618f407a4b76cb8f6a0d7" ns3:_="">
    <xsd:import namespace="0a942ccf-187d-4c88-bacb-f803a5159e6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942ccf-187d-4c88-bacb-f803a5159e6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644149-B529-4CC7-ABFB-435B59ECF1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C4A2442-C96E-4AE5-A9DD-E1E34DDF6CE9}">
  <ds:schemaRefs>
    <ds:schemaRef ds:uri="http://purl.org/dc/terms/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0a942ccf-187d-4c88-bacb-f803a5159e60"/>
    <ds:schemaRef ds:uri="http://schemas.microsoft.com/office/2006/metadata/properties"/>
    <ds:schemaRef ds:uri="http://www.w3.org/XML/1998/namespace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262083E6-6377-4EF4-9E58-4E3A6C999F1A}">
  <ds:schemaRefs>
    <ds:schemaRef ds:uri="0a942ccf-187d-4c88-bacb-f803a5159e6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3705</Words>
  <Application>Microsoft Office PowerPoint</Application>
  <PresentationFormat>Widescreen</PresentationFormat>
  <Paragraphs>679</Paragraphs>
  <Slides>23</Slides>
  <Notes>23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Montserrat</vt:lpstr>
      <vt:lpstr>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Mariam Humaid Al Mansoori</cp:lastModifiedBy>
  <cp:revision>2</cp:revision>
  <dcterms:created xsi:type="dcterms:W3CDTF">2026-07-19T14:08:28Z</dcterms:created>
  <dcterms:modified xsi:type="dcterms:W3CDTF">2026-07-22T11:21:47Z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0x0101005363100411E23E4EA8344A8067BC8AA8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2026-07-19T14:11:19Z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f7bcb941-c8da-42e2-94a9-466a193787d3</vt:lpwstr>
  </property>
  <property fmtid="{D5CDD505-2E9C-101B-9397-08002B2CF9AE}" pid="8" name="MSIP_Label_defa4170-0d19-0005-0004-bc88714345d2_ActionId">
    <vt:lpwstr>2c368b54-4cbe-4011-b3f9-cd6705aa2a3c</vt:lpwstr>
  </property>
  <property fmtid="{D5CDD505-2E9C-101B-9397-08002B2CF9AE}" pid="9" name="MSIP_Label_defa4170-0d19-0005-0004-bc88714345d2_ContentBits">
    <vt:lpwstr>0</vt:lpwstr>
  </property>
  <property fmtid="{D5CDD505-2E9C-101B-9397-08002B2CF9AE}" pid="10" name="MSIP_Label_defa4170-0d19-0005-0004-bc88714345d2_Tag">
    <vt:lpwstr>10, 3, 0, 1</vt:lpwstr>
  </property>
</Properties>
</file>