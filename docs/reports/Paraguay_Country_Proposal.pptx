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8" r:id="rId21"/>
    <p:sldId id="272" r:id="rId22"/>
    <p:sldId id="273" r:id="rId23"/>
    <p:sldId id="274" r:id="rId24"/>
    <p:sldId id="275" r:id="rId25"/>
    <p:sldId id="276" r:id="rId26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025A6B-C331-4780-8428-00857C9DCBED}" v="31" dt="2026-07-19T14:15:54.645"/>
    <p1510:client id="{784B13A8-8DA3-44E5-8688-6A1276211760}" v="4843" dt="2026-07-19T16:26:52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ah Abdulhakeem Kamkar" userId="fe09df7a-02cc-4ebc-a782-b5294a02ed9d" providerId="ADAL" clId="{1C280E7A-D203-4910-B04F-81743BA7246E}"/>
    <pc:docChg chg="undo custSel addSld delSld modSld modMainMaster">
      <pc:chgData name="Aayah Abdulhakeem Kamkar" userId="fe09df7a-02cc-4ebc-a782-b5294a02ed9d" providerId="ADAL" clId="{1C280E7A-D203-4910-B04F-81743BA7246E}" dt="2026-07-19T16:26:52.336" v="4763"/>
      <pc:docMkLst>
        <pc:docMk/>
      </pc:docMkLst>
      <pc:sldChg chg="modSp mod">
        <pc:chgData name="Aayah Abdulhakeem Kamkar" userId="fe09df7a-02cc-4ebc-a782-b5294a02ed9d" providerId="ADAL" clId="{1C280E7A-D203-4910-B04F-81743BA7246E}" dt="2026-07-19T14:15:29.451" v="67" actId="404"/>
        <pc:sldMkLst>
          <pc:docMk/>
          <pc:sldMk cId="0" sldId="256"/>
        </pc:sldMkLst>
        <pc:spChg chg="mod">
          <ac:chgData name="Aayah Abdulhakeem Kamkar" userId="fe09df7a-02cc-4ebc-a782-b5294a02ed9d" providerId="ADAL" clId="{1C280E7A-D203-4910-B04F-81743BA7246E}" dt="2026-07-19T14:14:00.624" v="1" actId="14100"/>
          <ac:spMkLst>
            <pc:docMk/>
            <pc:sldMk cId="0" sldId="256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3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5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54.373" v="29" actId="1036"/>
          <ac:spMkLst>
            <pc:docMk/>
            <pc:sldMk cId="0" sldId="256"/>
            <ac:spMk id="6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07.708" v="34" actId="1035"/>
          <ac:spMkLst>
            <pc:docMk/>
            <pc:sldMk cId="0" sldId="256"/>
            <ac:spMk id="6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4:16.280" v="6" actId="404"/>
          <ac:spMkLst>
            <pc:docMk/>
            <pc:sldMk cId="0" sldId="256"/>
            <ac:spMk id="6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3:51.781" v="0" actId="14100"/>
          <ac:spMkLst>
            <pc:docMk/>
            <pc:sldMk cId="0" sldId="256"/>
            <ac:spMk id="6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7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8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9.451" v="67" actId="404"/>
          <ac:spMkLst>
            <pc:docMk/>
            <pc:sldMk cId="0" sldId="256"/>
            <ac:spMk id="9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15:23.341" v="64" actId="1037"/>
          <ac:spMkLst>
            <pc:docMk/>
            <pc:sldMk cId="0" sldId="256"/>
            <ac:spMk id="98" creationId="{00000000-0000-0000-0000-000000000000}"/>
          </ac:spMkLst>
        </pc:spChg>
      </pc:sldChg>
      <pc:sldChg chg="addSp delSp modSp add mod">
        <pc:chgData name="Aayah Abdulhakeem Kamkar" userId="fe09df7a-02cc-4ebc-a782-b5294a02ed9d" providerId="ADAL" clId="{1C280E7A-D203-4910-B04F-81743BA7246E}" dt="2026-07-19T16:17:52.837" v="4574" actId="22"/>
        <pc:sldMkLst>
          <pc:docMk/>
          <pc:sldMk cId="486096900" sldId="427"/>
        </pc:sldMkLst>
        <pc:spChg chg="mod">
          <ac:chgData name="Aayah Abdulhakeem Kamkar" userId="fe09df7a-02cc-4ebc-a782-b5294a02ed9d" providerId="ADAL" clId="{1C280E7A-D203-4910-B04F-81743BA7246E}" dt="2026-07-19T16:16:05.923" v="4513" actId="20577"/>
          <ac:spMkLst>
            <pc:docMk/>
            <pc:sldMk cId="486096900" sldId="427"/>
            <ac:spMk id="4" creationId="{2C41C4DB-EF1A-C5CF-9C96-5F91A1C2B4D1}"/>
          </ac:spMkLst>
        </pc:spChg>
        <pc:spChg chg="mod">
          <ac:chgData name="Aayah Abdulhakeem Kamkar" userId="fe09df7a-02cc-4ebc-a782-b5294a02ed9d" providerId="ADAL" clId="{1C280E7A-D203-4910-B04F-81743BA7246E}" dt="2026-07-19T16:10:41.993" v="4352" actId="20577"/>
          <ac:spMkLst>
            <pc:docMk/>
            <pc:sldMk cId="486096900" sldId="427"/>
            <ac:spMk id="14" creationId="{C68294CF-2C8A-06C6-C4ED-113FABF2236C}"/>
          </ac:spMkLst>
        </pc:spChg>
        <pc:spChg chg="mod">
          <ac:chgData name="Aayah Abdulhakeem Kamkar" userId="fe09df7a-02cc-4ebc-a782-b5294a02ed9d" providerId="ADAL" clId="{1C280E7A-D203-4910-B04F-81743BA7246E}" dt="2026-07-19T16:11:39.380" v="4359" actId="20577"/>
          <ac:spMkLst>
            <pc:docMk/>
            <pc:sldMk cId="486096900" sldId="427"/>
            <ac:spMk id="15" creationId="{71A0FA3D-95C7-0EA5-74CA-C0968F5D8B38}"/>
          </ac:spMkLst>
        </pc:spChg>
        <pc:spChg chg="mod">
          <ac:chgData name="Aayah Abdulhakeem Kamkar" userId="fe09df7a-02cc-4ebc-a782-b5294a02ed9d" providerId="ADAL" clId="{1C280E7A-D203-4910-B04F-81743BA7246E}" dt="2026-07-19T16:12:16.135" v="4413"/>
          <ac:spMkLst>
            <pc:docMk/>
            <pc:sldMk cId="486096900" sldId="427"/>
            <ac:spMk id="16" creationId="{A04DCE9A-FDE8-6816-AF0F-466E7C382C15}"/>
          </ac:spMkLst>
        </pc:spChg>
        <pc:spChg chg="mod">
          <ac:chgData name="Aayah Abdulhakeem Kamkar" userId="fe09df7a-02cc-4ebc-a782-b5294a02ed9d" providerId="ADAL" clId="{1C280E7A-D203-4910-B04F-81743BA7246E}" dt="2026-07-19T16:13:07.710" v="4425" actId="20577"/>
          <ac:spMkLst>
            <pc:docMk/>
            <pc:sldMk cId="486096900" sldId="427"/>
            <ac:spMk id="17" creationId="{CA38DF99-3F22-2195-9ED6-B2D5CA07A0A4}"/>
          </ac:spMkLst>
        </pc:spChg>
        <pc:spChg chg="mod">
          <ac:chgData name="Aayah Abdulhakeem Kamkar" userId="fe09df7a-02cc-4ebc-a782-b5294a02ed9d" providerId="ADAL" clId="{1C280E7A-D203-4910-B04F-81743BA7246E}" dt="2026-07-19T16:13:21.226" v="4438"/>
          <ac:spMkLst>
            <pc:docMk/>
            <pc:sldMk cId="486096900" sldId="427"/>
            <ac:spMk id="18" creationId="{FFC48E86-EAE4-57D5-338B-8BA6A6553CFD}"/>
          </ac:spMkLst>
        </pc:spChg>
        <pc:spChg chg="add del mod">
          <ac:chgData name="Aayah Abdulhakeem Kamkar" userId="fe09df7a-02cc-4ebc-a782-b5294a02ed9d" providerId="ADAL" clId="{1C280E7A-D203-4910-B04F-81743BA7246E}" dt="2026-07-19T16:07:31.677" v="4217" actId="478"/>
          <ac:spMkLst>
            <pc:docMk/>
            <pc:sldMk cId="486096900" sldId="427"/>
            <ac:spMk id="19" creationId="{7F27D34C-3D28-4309-AF08-2F48848BA706}"/>
          </ac:spMkLst>
        </pc:spChg>
        <pc:spChg chg="mod">
          <ac:chgData name="Aayah Abdulhakeem Kamkar" userId="fe09df7a-02cc-4ebc-a782-b5294a02ed9d" providerId="ADAL" clId="{1C280E7A-D203-4910-B04F-81743BA7246E}" dt="2026-07-19T16:11:34.064" v="4353"/>
          <ac:spMkLst>
            <pc:docMk/>
            <pc:sldMk cId="486096900" sldId="427"/>
            <ac:spMk id="21" creationId="{993D70D7-3EE0-C10A-B016-1C7F621459ED}"/>
          </ac:spMkLst>
        </pc:spChg>
        <pc:spChg chg="mod">
          <ac:chgData name="Aayah Abdulhakeem Kamkar" userId="fe09df7a-02cc-4ebc-a782-b5294a02ed9d" providerId="ADAL" clId="{1C280E7A-D203-4910-B04F-81743BA7246E}" dt="2026-07-19T16:11:44.584" v="4374" actId="20577"/>
          <ac:spMkLst>
            <pc:docMk/>
            <pc:sldMk cId="486096900" sldId="427"/>
            <ac:spMk id="22" creationId="{002EC87D-0D8A-6D56-762A-6D364A139393}"/>
          </ac:spMkLst>
        </pc:spChg>
        <pc:spChg chg="mod">
          <ac:chgData name="Aayah Abdulhakeem Kamkar" userId="fe09df7a-02cc-4ebc-a782-b5294a02ed9d" providerId="ADAL" clId="{1C280E7A-D203-4910-B04F-81743BA7246E}" dt="2026-07-19T16:12:30.345" v="4417" actId="1036"/>
          <ac:spMkLst>
            <pc:docMk/>
            <pc:sldMk cId="486096900" sldId="427"/>
            <ac:spMk id="23" creationId="{624E1C67-9DAD-3D77-0C14-277DC58DFAD5}"/>
          </ac:spMkLst>
        </pc:spChg>
        <pc:spChg chg="mod">
          <ac:chgData name="Aayah Abdulhakeem Kamkar" userId="fe09df7a-02cc-4ebc-a782-b5294a02ed9d" providerId="ADAL" clId="{1C280E7A-D203-4910-B04F-81743BA7246E}" dt="2026-07-19T16:13:10.305" v="4429" actId="20577"/>
          <ac:spMkLst>
            <pc:docMk/>
            <pc:sldMk cId="486096900" sldId="427"/>
            <ac:spMk id="24" creationId="{66DDA0EB-B558-8681-2164-238A6BF6CFC1}"/>
          </ac:spMkLst>
        </pc:spChg>
        <pc:spChg chg="mod">
          <ac:chgData name="Aayah Abdulhakeem Kamkar" userId="fe09df7a-02cc-4ebc-a782-b5294a02ed9d" providerId="ADAL" clId="{1C280E7A-D203-4910-B04F-81743BA7246E}" dt="2026-07-19T16:13:25.756" v="4439"/>
          <ac:spMkLst>
            <pc:docMk/>
            <pc:sldMk cId="486096900" sldId="427"/>
            <ac:spMk id="25" creationId="{E60BD1A7-836F-9F8C-BDE0-175313EFFBA5}"/>
          </ac:spMkLst>
        </pc:spChg>
        <pc:spChg chg="mod">
          <ac:chgData name="Aayah Abdulhakeem Kamkar" userId="fe09df7a-02cc-4ebc-a782-b5294a02ed9d" providerId="ADAL" clId="{1C280E7A-D203-4910-B04F-81743BA7246E}" dt="2026-07-19T16:11:53.857" v="4381"/>
          <ac:spMkLst>
            <pc:docMk/>
            <pc:sldMk cId="486096900" sldId="427"/>
            <ac:spMk id="28" creationId="{8A6F4C28-FA06-89AF-4399-78751B9423C4}"/>
          </ac:spMkLst>
        </pc:spChg>
        <pc:spChg chg="mod">
          <ac:chgData name="Aayah Abdulhakeem Kamkar" userId="fe09df7a-02cc-4ebc-a782-b5294a02ed9d" providerId="ADAL" clId="{1C280E7A-D203-4910-B04F-81743BA7246E}" dt="2026-07-19T16:11:48.242" v="4380" actId="20577"/>
          <ac:spMkLst>
            <pc:docMk/>
            <pc:sldMk cId="486096900" sldId="427"/>
            <ac:spMk id="29" creationId="{1784E589-20C0-317F-E2AF-0895E83C6BC4}"/>
          </ac:spMkLst>
        </pc:spChg>
        <pc:spChg chg="mod">
          <ac:chgData name="Aayah Abdulhakeem Kamkar" userId="fe09df7a-02cc-4ebc-a782-b5294a02ed9d" providerId="ADAL" clId="{1C280E7A-D203-4910-B04F-81743BA7246E}" dt="2026-07-19T16:12:36.913" v="4418"/>
          <ac:spMkLst>
            <pc:docMk/>
            <pc:sldMk cId="486096900" sldId="427"/>
            <ac:spMk id="30" creationId="{04260EA4-D5BC-2C38-9805-9DA7C408C347}"/>
          </ac:spMkLst>
        </pc:spChg>
        <pc:spChg chg="mod">
          <ac:chgData name="Aayah Abdulhakeem Kamkar" userId="fe09df7a-02cc-4ebc-a782-b5294a02ed9d" providerId="ADAL" clId="{1C280E7A-D203-4910-B04F-81743BA7246E}" dt="2026-07-19T16:13:12.261" v="4433" actId="20577"/>
          <ac:spMkLst>
            <pc:docMk/>
            <pc:sldMk cId="486096900" sldId="427"/>
            <ac:spMk id="31" creationId="{B1173B79-D09F-BCBB-521A-9B5E0C9614B3}"/>
          </ac:spMkLst>
        </pc:spChg>
        <pc:spChg chg="mod">
          <ac:chgData name="Aayah Abdulhakeem Kamkar" userId="fe09df7a-02cc-4ebc-a782-b5294a02ed9d" providerId="ADAL" clId="{1C280E7A-D203-4910-B04F-81743BA7246E}" dt="2026-07-19T16:13:30.997" v="4440"/>
          <ac:spMkLst>
            <pc:docMk/>
            <pc:sldMk cId="486096900" sldId="427"/>
            <ac:spMk id="32" creationId="{CBB1FDB0-DC81-C961-5974-0FA7952CA0D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34" creationId="{4AF13CFA-595C-9BED-64BF-A047E726B307}"/>
          </ac:spMkLst>
        </pc:spChg>
        <pc:spChg chg="mod">
          <ac:chgData name="Aayah Abdulhakeem Kamkar" userId="fe09df7a-02cc-4ebc-a782-b5294a02ed9d" providerId="ADAL" clId="{1C280E7A-D203-4910-B04F-81743BA7246E}" dt="2026-07-19T16:12:00.333" v="4399" actId="20577"/>
          <ac:spMkLst>
            <pc:docMk/>
            <pc:sldMk cId="486096900" sldId="427"/>
            <ac:spMk id="35" creationId="{122FD277-1670-18FE-4A86-509FF3218D7D}"/>
          </ac:spMkLst>
        </pc:spChg>
        <pc:spChg chg="mod">
          <ac:chgData name="Aayah Abdulhakeem Kamkar" userId="fe09df7a-02cc-4ebc-a782-b5294a02ed9d" providerId="ADAL" clId="{1C280E7A-D203-4910-B04F-81743BA7246E}" dt="2026-07-19T16:12:08.329" v="4412" actId="20577"/>
          <ac:spMkLst>
            <pc:docMk/>
            <pc:sldMk cId="486096900" sldId="427"/>
            <ac:spMk id="36" creationId="{ADF8DEFB-9711-3515-9E39-4124E9965C83}"/>
          </ac:spMkLst>
        </pc:spChg>
        <pc:spChg chg="mod">
          <ac:chgData name="Aayah Abdulhakeem Kamkar" userId="fe09df7a-02cc-4ebc-a782-b5294a02ed9d" providerId="ADAL" clId="{1C280E7A-D203-4910-B04F-81743BA7246E}" dt="2026-07-19T16:12:44.811" v="4420" actId="1076"/>
          <ac:spMkLst>
            <pc:docMk/>
            <pc:sldMk cId="486096900" sldId="427"/>
            <ac:spMk id="37" creationId="{E1775F79-54F5-2235-C27E-C6C9FC564C26}"/>
          </ac:spMkLst>
        </pc:spChg>
        <pc:spChg chg="mod">
          <ac:chgData name="Aayah Abdulhakeem Kamkar" userId="fe09df7a-02cc-4ebc-a782-b5294a02ed9d" providerId="ADAL" clId="{1C280E7A-D203-4910-B04F-81743BA7246E}" dt="2026-07-19T16:13:14.665" v="4437" actId="20577"/>
          <ac:spMkLst>
            <pc:docMk/>
            <pc:sldMk cId="486096900" sldId="427"/>
            <ac:spMk id="38" creationId="{A731C349-6876-3E05-DA9D-3164F59DE6F0}"/>
          </ac:spMkLst>
        </pc:spChg>
        <pc:spChg chg="mod">
          <ac:chgData name="Aayah Abdulhakeem Kamkar" userId="fe09df7a-02cc-4ebc-a782-b5294a02ed9d" providerId="ADAL" clId="{1C280E7A-D203-4910-B04F-81743BA7246E}" dt="2026-07-19T16:13:35.093" v="4441"/>
          <ac:spMkLst>
            <pc:docMk/>
            <pc:sldMk cId="486096900" sldId="427"/>
            <ac:spMk id="39" creationId="{A868D3B2-F4E0-C6EF-881B-778B0190892E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1" creationId="{82BF037D-E82B-F458-5DED-BC238DEA91C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2" creationId="{1243790D-3966-E773-956B-50208DD6BC4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3" creationId="{8DF2AAA5-C5DB-6ED6-DF37-823DF1B3FB55}"/>
          </ac:spMkLst>
        </pc:spChg>
        <pc:spChg chg="mod">
          <ac:chgData name="Aayah Abdulhakeem Kamkar" userId="fe09df7a-02cc-4ebc-a782-b5294a02ed9d" providerId="ADAL" clId="{1C280E7A-D203-4910-B04F-81743BA7246E}" dt="2026-07-19T16:08:32.574" v="4312" actId="20577"/>
          <ac:spMkLst>
            <pc:docMk/>
            <pc:sldMk cId="486096900" sldId="427"/>
            <ac:spMk id="44" creationId="{E2A57AAC-486B-77B0-E679-DA66BDD940FD}"/>
          </ac:spMkLst>
        </pc:spChg>
        <pc:spChg chg="mod">
          <ac:chgData name="Aayah Abdulhakeem Kamkar" userId="fe09df7a-02cc-4ebc-a782-b5294a02ed9d" providerId="ADAL" clId="{1C280E7A-D203-4910-B04F-81743BA7246E}" dt="2026-07-19T16:08:42.264" v="4327" actId="20577"/>
          <ac:spMkLst>
            <pc:docMk/>
            <pc:sldMk cId="486096900" sldId="427"/>
            <ac:spMk id="45" creationId="{61AD4B5B-7B3C-1CD4-5DC0-64FC710E6C23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46" creationId="{51B76AE2-6F37-6CBA-FD2D-D36F76ABBAB3}"/>
          </ac:spMkLst>
        </pc:spChg>
        <pc:spChg chg="mod">
          <ac:chgData name="Aayah Abdulhakeem Kamkar" userId="fe09df7a-02cc-4ebc-a782-b5294a02ed9d" providerId="ADAL" clId="{1C280E7A-D203-4910-B04F-81743BA7246E}" dt="2026-07-19T16:08:14.815" v="4282" actId="20577"/>
          <ac:spMkLst>
            <pc:docMk/>
            <pc:sldMk cId="486096900" sldId="427"/>
            <ac:spMk id="49" creationId="{C31C3CE7-3B2D-9404-A188-D3234CBF082D}"/>
          </ac:spMkLst>
        </pc:spChg>
        <pc:spChg chg="mod">
          <ac:chgData name="Aayah Abdulhakeem Kamkar" userId="fe09df7a-02cc-4ebc-a782-b5294a02ed9d" providerId="ADAL" clId="{1C280E7A-D203-4910-B04F-81743BA7246E}" dt="2026-07-19T16:08:25.564" v="4300" actId="20577"/>
          <ac:spMkLst>
            <pc:docMk/>
            <pc:sldMk cId="486096900" sldId="427"/>
            <ac:spMk id="50" creationId="{0ACF7D6B-E38D-E5D9-4F08-F882DCB8A12F}"/>
          </ac:spMkLst>
        </pc:spChg>
        <pc:spChg chg="mod">
          <ac:chgData name="Aayah Abdulhakeem Kamkar" userId="fe09df7a-02cc-4ebc-a782-b5294a02ed9d" providerId="ADAL" clId="{1C280E7A-D203-4910-B04F-81743BA7246E}" dt="2026-07-19T16:08:35.458" v="4315" actId="20577"/>
          <ac:spMkLst>
            <pc:docMk/>
            <pc:sldMk cId="486096900" sldId="427"/>
            <ac:spMk id="51" creationId="{1D90C459-6CC6-F645-05C2-7589074CDE96}"/>
          </ac:spMkLst>
        </pc:spChg>
        <pc:spChg chg="mod">
          <ac:chgData name="Aayah Abdulhakeem Kamkar" userId="fe09df7a-02cc-4ebc-a782-b5294a02ed9d" providerId="ADAL" clId="{1C280E7A-D203-4910-B04F-81743BA7246E}" dt="2026-07-19T16:08:50.962" v="4342" actId="20577"/>
          <ac:spMkLst>
            <pc:docMk/>
            <pc:sldMk cId="486096900" sldId="427"/>
            <ac:spMk id="52" creationId="{A2FB02C0-2B2E-E11E-0BBC-572F74048120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3" creationId="{7FC82582-C07A-CC98-83D3-2B3C96207AAB}"/>
          </ac:spMkLst>
        </pc:spChg>
        <pc:spChg chg="add">
          <ac:chgData name="Aayah Abdulhakeem Kamkar" userId="fe09df7a-02cc-4ebc-a782-b5294a02ed9d" providerId="ADAL" clId="{1C280E7A-D203-4910-B04F-81743BA7246E}" dt="2026-07-19T16:17:52.837" v="4574" actId="22"/>
          <ac:spMkLst>
            <pc:docMk/>
            <pc:sldMk cId="486096900" sldId="427"/>
            <ac:spMk id="55" creationId="{FD01FD4D-41AC-7727-BCD5-9F80BB05B271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6" creationId="{7C05E5C3-D2EB-7F4A-6815-9975E35CED39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7" creationId="{732E858E-1677-96D5-EEEE-D60C96719A45}"/>
          </ac:spMkLst>
        </pc:spChg>
        <pc:spChg chg="del mod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58" creationId="{EC686683-6CBF-BE5E-A89D-D724491C9CC8}"/>
          </ac:spMkLst>
        </pc:spChg>
        <pc:spChg chg="mod">
          <ac:chgData name="Aayah Abdulhakeem Kamkar" userId="fe09df7a-02cc-4ebc-a782-b5294a02ed9d" providerId="ADAL" clId="{1C280E7A-D203-4910-B04F-81743BA7246E}" dt="2026-07-19T16:08:52.581" v="4345" actId="20577"/>
          <ac:spMkLst>
            <pc:docMk/>
            <pc:sldMk cId="486096900" sldId="427"/>
            <ac:spMk id="59" creationId="{B29E0D7E-67BD-676E-B4C7-22D295591346}"/>
          </ac:spMkLst>
        </pc:spChg>
        <pc:spChg chg="mod">
          <ac:chgData name="Aayah Abdulhakeem Kamkar" userId="fe09df7a-02cc-4ebc-a782-b5294a02ed9d" providerId="ADAL" clId="{1C280E7A-D203-4910-B04F-81743BA7246E}" dt="2026-07-19T16:08:53.861" v="4348" actId="20577"/>
          <ac:spMkLst>
            <pc:docMk/>
            <pc:sldMk cId="486096900" sldId="427"/>
            <ac:spMk id="60" creationId="{A01F2726-665C-5B5A-81F8-CED0DEA9D030}"/>
          </ac:spMkLst>
        </pc:spChg>
        <pc:spChg chg="del">
          <ac:chgData name="Aayah Abdulhakeem Kamkar" userId="fe09df7a-02cc-4ebc-a782-b5294a02ed9d" providerId="ADAL" clId="{1C280E7A-D203-4910-B04F-81743BA7246E}" dt="2026-07-19T16:12:52.892" v="4421" actId="478"/>
          <ac:spMkLst>
            <pc:docMk/>
            <pc:sldMk cId="486096900" sldId="427"/>
            <ac:spMk id="62" creationId="{EFD529EC-9CD8-215E-76B4-51E889E9916C}"/>
          </ac:spMkLst>
        </pc:spChg>
        <pc:picChg chg="add mod ord">
          <ac:chgData name="Aayah Abdulhakeem Kamkar" userId="fe09df7a-02cc-4ebc-a782-b5294a02ed9d" providerId="ADAL" clId="{1C280E7A-D203-4910-B04F-81743BA7246E}" dt="2026-07-19T16:14:03.873" v="4460"/>
          <ac:picMkLst>
            <pc:docMk/>
            <pc:sldMk cId="486096900" sldId="427"/>
            <ac:picMk id="26" creationId="{82F19506-982A-8B44-6B0A-11E1A49CB3E6}"/>
          </ac:picMkLst>
        </pc:picChg>
        <pc:picChg chg="add mod ord">
          <ac:chgData name="Aayah Abdulhakeem Kamkar" userId="fe09df7a-02cc-4ebc-a782-b5294a02ed9d" providerId="ADAL" clId="{1C280E7A-D203-4910-B04F-81743BA7246E}" dt="2026-07-19T16:14:37.775" v="4475"/>
          <ac:picMkLst>
            <pc:docMk/>
            <pc:sldMk cId="486096900" sldId="427"/>
            <ac:picMk id="33" creationId="{019EF58B-C088-779C-85D3-01E131D55203}"/>
          </ac:picMkLst>
        </pc:picChg>
        <pc:picChg chg="add mod ord modCrop">
          <ac:chgData name="Aayah Abdulhakeem Kamkar" userId="fe09df7a-02cc-4ebc-a782-b5294a02ed9d" providerId="ADAL" clId="{1C280E7A-D203-4910-B04F-81743BA7246E}" dt="2026-07-19T16:15:29.808" v="4492"/>
          <ac:picMkLst>
            <pc:docMk/>
            <pc:sldMk cId="486096900" sldId="427"/>
            <ac:picMk id="40" creationId="{8121F29E-19FA-BCB3-705E-80F4E12A8783}"/>
          </ac:picMkLst>
        </pc:picChg>
        <pc:picChg chg="add mod ord">
          <ac:chgData name="Aayah Abdulhakeem Kamkar" userId="fe09df7a-02cc-4ebc-a782-b5294a02ed9d" providerId="ADAL" clId="{1C280E7A-D203-4910-B04F-81743BA7246E}" dt="2026-07-19T16:15:41.872" v="4505"/>
          <ac:picMkLst>
            <pc:docMk/>
            <pc:sldMk cId="486096900" sldId="427"/>
            <ac:picMk id="47" creationId="{E798F160-C779-FAB9-D755-2B13FCB8229D}"/>
          </ac:picMkLst>
        </pc:picChg>
        <pc:picChg chg="del mod ord">
          <ac:chgData name="Aayah Abdulhakeem Kamkar" userId="fe09df7a-02cc-4ebc-a782-b5294a02ed9d" providerId="ADAL" clId="{1C280E7A-D203-4910-B04F-81743BA7246E}" dt="2026-07-19T16:14:01.139" v="4458" actId="478"/>
          <ac:picMkLst>
            <pc:docMk/>
            <pc:sldMk cId="486096900" sldId="427"/>
            <ac:picMk id="67" creationId="{CB939E22-7696-7AE0-FED8-AC46F32FFAFE}"/>
          </ac:picMkLst>
        </pc:picChg>
        <pc:picChg chg="del mod ord">
          <ac:chgData name="Aayah Abdulhakeem Kamkar" userId="fe09df7a-02cc-4ebc-a782-b5294a02ed9d" providerId="ADAL" clId="{1C280E7A-D203-4910-B04F-81743BA7246E}" dt="2026-07-19T16:14:40.126" v="4476" actId="478"/>
          <ac:picMkLst>
            <pc:docMk/>
            <pc:sldMk cId="486096900" sldId="427"/>
            <ac:picMk id="77" creationId="{DF776112-AAB2-335B-7D66-297EB984E2C6}"/>
          </ac:picMkLst>
        </pc:picChg>
        <pc:picChg chg="del mod ord">
          <ac:chgData name="Aayah Abdulhakeem Kamkar" userId="fe09df7a-02cc-4ebc-a782-b5294a02ed9d" providerId="ADAL" clId="{1C280E7A-D203-4910-B04F-81743BA7246E}" dt="2026-07-19T16:15:39.161" v="4503" actId="478"/>
          <ac:picMkLst>
            <pc:docMk/>
            <pc:sldMk cId="486096900" sldId="427"/>
            <ac:picMk id="79" creationId="{CD7988A6-4E5E-A3E4-0881-41CD7AF4C51F}"/>
          </ac:picMkLst>
        </pc:picChg>
        <pc:picChg chg="del mod ord">
          <ac:chgData name="Aayah Abdulhakeem Kamkar" userId="fe09df7a-02cc-4ebc-a782-b5294a02ed9d" providerId="ADAL" clId="{1C280E7A-D203-4910-B04F-81743BA7246E}" dt="2026-07-19T16:15:38.125" v="4502" actId="478"/>
          <ac:picMkLst>
            <pc:docMk/>
            <pc:sldMk cId="486096900" sldId="427"/>
            <ac:picMk id="81" creationId="{BF4A3C09-0416-7193-5B38-B72E2EB38F94}"/>
          </ac:picMkLst>
        </pc:picChg>
      </pc:sldChg>
      <pc:sldChg chg="addSp delSp modSp add mod">
        <pc:chgData name="Aayah Abdulhakeem Kamkar" userId="fe09df7a-02cc-4ebc-a782-b5294a02ed9d" providerId="ADAL" clId="{1C280E7A-D203-4910-B04F-81743BA7246E}" dt="2026-07-19T16:07:23.161" v="4216" actId="20577"/>
        <pc:sldMkLst>
          <pc:docMk/>
          <pc:sldMk cId="0" sldId="433"/>
        </pc:sldMkLst>
        <pc:spChg chg="mod ord">
          <ac:chgData name="Aayah Abdulhakeem Kamkar" userId="fe09df7a-02cc-4ebc-a782-b5294a02ed9d" providerId="ADAL" clId="{1C280E7A-D203-4910-B04F-81743BA7246E}" dt="2026-07-19T16:06:13.619" v="4089"/>
          <ac:spMkLst>
            <pc:docMk/>
            <pc:sldMk cId="0" sldId="433"/>
            <ac:spMk id="2" creationId="{00000000-0000-0000-0000-000000000000}"/>
          </ac:spMkLst>
        </pc:spChg>
        <pc:spChg chg="add del mod ord">
          <ac:chgData name="Aayah Abdulhakeem Kamkar" userId="fe09df7a-02cc-4ebc-a782-b5294a02ed9d" providerId="ADAL" clId="{1C280E7A-D203-4910-B04F-81743BA7246E}" dt="2026-07-19T15:43:28.485" v="562" actId="478"/>
          <ac:spMkLst>
            <pc:docMk/>
            <pc:sldMk cId="0" sldId="433"/>
            <ac:spMk id="3" creationId="{73EDBF0A-CE8F-E663-1FFE-65C3D34A7EAB}"/>
          </ac:spMkLst>
        </pc:spChg>
        <pc:spChg chg="mod ord">
          <ac:chgData name="Aayah Abdulhakeem Kamkar" userId="fe09df7a-02cc-4ebc-a782-b5294a02ed9d" providerId="ADAL" clId="{1C280E7A-D203-4910-B04F-81743BA7246E}" dt="2026-07-19T16:07:23.161" v="4216" actId="20577"/>
          <ac:spMkLst>
            <pc:docMk/>
            <pc:sldMk cId="0" sldId="433"/>
            <ac:spMk id="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3"/>
          <ac:spMkLst>
            <pc:docMk/>
            <pc:sldMk cId="0" sldId="433"/>
            <ac:spMk id="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5"/>
          <ac:spMkLst>
            <pc:docMk/>
            <pc:sldMk cId="0" sldId="433"/>
            <ac:spMk id="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7"/>
          <ac:spMkLst>
            <pc:docMk/>
            <pc:sldMk cId="0" sldId="433"/>
            <ac:spMk id="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1" v="4099"/>
          <ac:spMkLst>
            <pc:docMk/>
            <pc:sldMk cId="0" sldId="433"/>
            <ac:spMk id="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1"/>
          <ac:spMkLst>
            <pc:docMk/>
            <pc:sldMk cId="0" sldId="433"/>
            <ac:spMk id="1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3"/>
          <ac:spMkLst>
            <pc:docMk/>
            <pc:sldMk cId="0" sldId="433"/>
            <ac:spMk id="1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5"/>
          <ac:spMkLst>
            <pc:docMk/>
            <pc:sldMk cId="0" sldId="433"/>
            <ac:spMk id="1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7"/>
          <ac:spMkLst>
            <pc:docMk/>
            <pc:sldMk cId="0" sldId="433"/>
            <ac:spMk id="1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24" v="4109"/>
          <ac:spMkLst>
            <pc:docMk/>
            <pc:sldMk cId="0" sldId="433"/>
            <ac:spMk id="1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2.519" v="3462" actId="20577"/>
          <ac:spMkLst>
            <pc:docMk/>
            <pc:sldMk cId="0" sldId="433"/>
            <ac:spMk id="2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48.677" v="86" actId="164"/>
          <ac:spMkLst>
            <pc:docMk/>
            <pc:sldMk cId="0" sldId="433"/>
            <ac:spMk id="2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55.454" v="3578" actId="14100"/>
          <ac:spMkLst>
            <pc:docMk/>
            <pc:sldMk cId="0" sldId="433"/>
            <ac:spMk id="2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46.228" v="3465" actId="20577"/>
          <ac:spMkLst>
            <pc:docMk/>
            <pc:sldMk cId="0" sldId="433"/>
            <ac:spMk id="2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8.408" v="83" actId="164"/>
          <ac:spMkLst>
            <pc:docMk/>
            <pc:sldMk cId="0" sldId="433"/>
            <ac:spMk id="2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17.522" v="3593" actId="14100"/>
          <ac:spMkLst>
            <pc:docMk/>
            <pc:sldMk cId="0" sldId="433"/>
            <ac:spMk id="2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49:23.927" v="3449" actId="255"/>
          <ac:spMkLst>
            <pc:docMk/>
            <pc:sldMk cId="0" sldId="433"/>
            <ac:spMk id="2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5:59:51.520" v="3468" actId="20577"/>
          <ac:spMkLst>
            <pc:docMk/>
            <pc:sldMk cId="0" sldId="433"/>
            <ac:spMk id="2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5.532" v="82" actId="164"/>
          <ac:spMkLst>
            <pc:docMk/>
            <pc:sldMk cId="0" sldId="433"/>
            <ac:spMk id="3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00.146" v="3582" actId="14100"/>
          <ac:spMkLst>
            <pc:docMk/>
            <pc:sldMk cId="0" sldId="433"/>
            <ac:spMk id="31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2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0:22.358" v="3486" actId="1037"/>
          <ac:spMkLst>
            <pc:docMk/>
            <pc:sldMk cId="0" sldId="433"/>
            <ac:spMk id="3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3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7"/>
          <ac:spMkLst>
            <pc:docMk/>
            <pc:sldMk cId="0" sldId="433"/>
            <ac:spMk id="3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2" v="4119"/>
          <ac:spMkLst>
            <pc:docMk/>
            <pc:sldMk cId="0" sldId="433"/>
            <ac:spMk id="3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8.705" v="3529" actId="20577"/>
          <ac:spMkLst>
            <pc:docMk/>
            <pc:sldMk cId="0" sldId="433"/>
            <ac:spMk id="3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3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9.800" v="104"/>
          <ac:spMkLst>
            <pc:docMk/>
            <pc:sldMk cId="0" sldId="433"/>
            <ac:spMk id="40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1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2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3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4:21:47.850" v="99" actId="164"/>
          <ac:spMkLst>
            <pc:docMk/>
            <pc:sldMk cId="0" sldId="433"/>
            <ac:spMk id="4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1:54.172" v="3526" actId="20577"/>
          <ac:spMkLst>
            <pc:docMk/>
            <pc:sldMk cId="0" sldId="433"/>
            <ac:spMk id="46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1:29.831" v="96" actId="164"/>
          <ac:spMkLst>
            <pc:docMk/>
            <pc:sldMk cId="0" sldId="433"/>
            <ac:spMk id="4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2:35.094" v="3558" actId="14100"/>
          <ac:spMkLst>
            <pc:docMk/>
            <pc:sldMk cId="0" sldId="433"/>
            <ac:spMk id="48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4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0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2:03.730" v="102"/>
          <ac:spMkLst>
            <pc:docMk/>
            <pc:sldMk cId="0" sldId="433"/>
            <ac:spMk id="5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7"/>
          <ac:spMkLst>
            <pc:docMk/>
            <pc:sldMk cId="0" sldId="433"/>
            <ac:spMk id="5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29"/>
          <ac:spMkLst>
            <pc:docMk/>
            <pc:sldMk cId="0" sldId="433"/>
            <ac:spMk id="53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54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3:29.135" v="3596" actId="20577"/>
          <ac:spMkLst>
            <pc:docMk/>
            <pc:sldMk cId="0" sldId="433"/>
            <ac:spMk id="55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6" creationId="{00000000-0000-0000-0000-000000000000}"/>
          </ac:spMkLst>
        </pc:spChg>
        <pc:spChg chg="mod topLvl">
          <ac:chgData name="Aayah Abdulhakeem Kamkar" userId="fe09df7a-02cc-4ebc-a782-b5294a02ed9d" providerId="ADAL" clId="{1C280E7A-D203-4910-B04F-81743BA7246E}" dt="2026-07-19T16:03:48.865" v="3653" actId="14100"/>
          <ac:spMkLst>
            <pc:docMk/>
            <pc:sldMk cId="0" sldId="433"/>
            <ac:spMk id="57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5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1"/>
          <ac:spMkLst>
            <pc:docMk/>
            <pc:sldMk cId="0" sldId="433"/>
            <ac:spMk id="5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4:23:07.416" v="114"/>
          <ac:spMkLst>
            <pc:docMk/>
            <pc:sldMk cId="0" sldId="433"/>
            <ac:spMk id="6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3"/>
          <ac:spMkLst>
            <pc:docMk/>
            <pc:sldMk cId="0" sldId="433"/>
            <ac:spMk id="6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5"/>
          <ac:spMkLst>
            <pc:docMk/>
            <pc:sldMk cId="0" sldId="433"/>
            <ac:spMk id="6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5" v="4137"/>
          <ac:spMkLst>
            <pc:docMk/>
            <pc:sldMk cId="0" sldId="433"/>
            <ac:spMk id="65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6.126" v="543" actId="478"/>
          <ac:spMkLst>
            <pc:docMk/>
            <pc:sldMk cId="0" sldId="433"/>
            <ac:spMk id="66" creationId="{00000000-0000-0000-0000-000000000000}"/>
          </ac:spMkLst>
        </pc:spChg>
        <pc:spChg chg="del mod ord">
          <ac:chgData name="Aayah Abdulhakeem Kamkar" userId="fe09df7a-02cc-4ebc-a782-b5294a02ed9d" providerId="ADAL" clId="{1C280E7A-D203-4910-B04F-81743BA7246E}" dt="2026-07-19T15:42:49.725" v="545" actId="478"/>
          <ac:spMkLst>
            <pc:docMk/>
            <pc:sldMk cId="0" sldId="433"/>
            <ac:spMk id="6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00.614" v="546" actId="164"/>
          <ac:spMkLst>
            <pc:docMk/>
            <pc:sldMk cId="0" sldId="433"/>
            <ac:spMk id="6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5:43:16.725" v="552" actId="20577"/>
          <ac:spMkLst>
            <pc:docMk/>
            <pc:sldMk cId="0" sldId="433"/>
            <ac:spMk id="6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1"/>
          <ac:spMkLst>
            <pc:docMk/>
            <pc:sldMk cId="0" sldId="433"/>
            <ac:spMk id="7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3"/>
          <ac:spMkLst>
            <pc:docMk/>
            <pc:sldMk cId="0" sldId="433"/>
            <ac:spMk id="7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5"/>
          <ac:spMkLst>
            <pc:docMk/>
            <pc:sldMk cId="0" sldId="433"/>
            <ac:spMk id="7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7"/>
          <ac:spMkLst>
            <pc:docMk/>
            <pc:sldMk cId="0" sldId="433"/>
            <ac:spMk id="7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49"/>
          <ac:spMkLst>
            <pc:docMk/>
            <pc:sldMk cId="0" sldId="433"/>
            <ac:spMk id="77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9.924" v="4214" actId="20577"/>
          <ac:spMkLst>
            <pc:docMk/>
            <pc:sldMk cId="0" sldId="433"/>
            <ac:spMk id="7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38" v="4153"/>
          <ac:spMkLst>
            <pc:docMk/>
            <pc:sldMk cId="0" sldId="433"/>
            <ac:spMk id="79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5"/>
          <ac:spMkLst>
            <pc:docMk/>
            <pc:sldMk cId="0" sldId="433"/>
            <ac:spMk id="80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26.449" v="4212" actId="20577"/>
          <ac:spMkLst>
            <pc:docMk/>
            <pc:sldMk cId="0" sldId="433"/>
            <ac:spMk id="81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4" v="4159"/>
          <ac:spMkLst>
            <pc:docMk/>
            <pc:sldMk cId="0" sldId="433"/>
            <ac:spMk id="82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1"/>
          <ac:spMkLst>
            <pc:docMk/>
            <pc:sldMk cId="0" sldId="433"/>
            <ac:spMk id="83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6" v="4163"/>
          <ac:spMkLst>
            <pc:docMk/>
            <pc:sldMk cId="0" sldId="433"/>
            <ac:spMk id="84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5"/>
          <ac:spMkLst>
            <pc:docMk/>
            <pc:sldMk cId="0" sldId="433"/>
            <ac:spMk id="85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8" v="4167"/>
          <ac:spMkLst>
            <pc:docMk/>
            <pc:sldMk cId="0" sldId="433"/>
            <ac:spMk id="86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69"/>
          <ac:spMkLst>
            <pc:docMk/>
            <pc:sldMk cId="0" sldId="433"/>
            <ac:spMk id="88" creationId="{00000000-0000-0000-0000-000000000000}"/>
          </ac:spMkLst>
        </pc:spChg>
        <pc:spChg chg="mod ord">
          <ac:chgData name="Aayah Abdulhakeem Kamkar" userId="fe09df7a-02cc-4ebc-a782-b5294a02ed9d" providerId="ADAL" clId="{1C280E7A-D203-4910-B04F-81743BA7246E}" dt="2026-07-19T16:06:13.649" v="4171"/>
          <ac:spMkLst>
            <pc:docMk/>
            <pc:sldMk cId="0" sldId="433"/>
            <ac:spMk id="89" creationId="{00000000-0000-0000-0000-000000000000}"/>
          </ac:spMkLst>
        </pc:spChg>
        <pc:spChg chg="mod">
          <ac:chgData name="Aayah Abdulhakeem Kamkar" userId="fe09df7a-02cc-4ebc-a782-b5294a02ed9d" providerId="ADAL" clId="{1C280E7A-D203-4910-B04F-81743BA7246E}" dt="2026-07-19T16:06:13.651" v="4174"/>
          <ac:spMkLst>
            <pc:docMk/>
            <pc:sldMk cId="0" sldId="433"/>
            <ac:spMk id="91" creationId="{6D4CB4C1-6190-AD4A-CA19-3B7D27694E4C}"/>
          </ac:spMkLst>
        </pc:spChg>
        <pc:spChg chg="add del mod modVis">
          <ac:chgData name="Aayah Abdulhakeem Kamkar" userId="fe09df7a-02cc-4ebc-a782-b5294a02ed9d" providerId="ADAL" clId="{1C280E7A-D203-4910-B04F-81743BA7246E}" dt="2026-07-19T14:23:24.415" v="473"/>
          <ac:spMkLst>
            <pc:docMk/>
            <pc:sldMk cId="0" sldId="433"/>
            <ac:spMk id="92" creationId="{D3B7AFB6-756C-707F-0CD0-7BC9B8149209}"/>
          </ac:spMkLst>
        </pc:spChg>
        <pc:spChg chg="del mod">
          <ac:chgData name="Aayah Abdulhakeem Kamkar" userId="fe09df7a-02cc-4ebc-a782-b5294a02ed9d" providerId="ADAL" clId="{1C280E7A-D203-4910-B04F-81743BA7246E}" dt="2026-07-19T15:44:05.261" v="912"/>
          <ac:spMkLst>
            <pc:docMk/>
            <pc:sldMk cId="0" sldId="433"/>
            <ac:spMk id="93" creationId="{086CD0A8-609E-7C36-CFC7-E8BB75D24D3C}"/>
          </ac:spMkLst>
        </pc:spChg>
        <pc:spChg chg="mod">
          <ac:chgData name="Aayah Abdulhakeem Kamkar" userId="fe09df7a-02cc-4ebc-a782-b5294a02ed9d" providerId="ADAL" clId="{1C280E7A-D203-4910-B04F-81743BA7246E}" dt="2026-07-19T16:06:13.656" v="4180"/>
          <ac:spMkLst>
            <pc:docMk/>
            <pc:sldMk cId="0" sldId="433"/>
            <ac:spMk id="94" creationId="{FF0307C4-0A8F-8213-492F-A54CDC82D3BD}"/>
          </ac:spMkLst>
        </pc:spChg>
        <pc:spChg chg="mod">
          <ac:chgData name="Aayah Abdulhakeem Kamkar" userId="fe09df7a-02cc-4ebc-a782-b5294a02ed9d" providerId="ADAL" clId="{1C280E7A-D203-4910-B04F-81743BA7246E}" dt="2026-07-19T16:06:13.656" v="4181"/>
          <ac:spMkLst>
            <pc:docMk/>
            <pc:sldMk cId="0" sldId="433"/>
            <ac:spMk id="95" creationId="{FEA027E9-BA98-07AB-2786-A099BE80C4D0}"/>
          </ac:spMkLst>
        </pc:spChg>
        <pc:spChg chg="del mod">
          <ac:chgData name="Aayah Abdulhakeem Kamkar" userId="fe09df7a-02cc-4ebc-a782-b5294a02ed9d" providerId="ADAL" clId="{1C280E7A-D203-4910-B04F-81743BA7246E}" dt="2026-07-19T15:43:53.226" v="683"/>
          <ac:spMkLst>
            <pc:docMk/>
            <pc:sldMk cId="0" sldId="433"/>
            <ac:spMk id="96" creationId="{BA36619C-657D-B618-B95D-498C2676B49A}"/>
          </ac:spMkLst>
        </pc:spChg>
        <pc:spChg chg="mod">
          <ac:chgData name="Aayah Abdulhakeem Kamkar" userId="fe09df7a-02cc-4ebc-a782-b5294a02ed9d" providerId="ADAL" clId="{1C280E7A-D203-4910-B04F-81743BA7246E}" dt="2026-07-19T16:06:13.658" v="4182"/>
          <ac:spMkLst>
            <pc:docMk/>
            <pc:sldMk cId="0" sldId="433"/>
            <ac:spMk id="97" creationId="{72923B4D-916E-C13F-2EC9-AD6E4EA71D7C}"/>
          </ac:spMkLst>
        </pc:spChg>
        <pc:spChg chg="del mod">
          <ac:chgData name="Aayah Abdulhakeem Kamkar" userId="fe09df7a-02cc-4ebc-a782-b5294a02ed9d" providerId="ADAL" clId="{1C280E7A-D203-4910-B04F-81743BA7246E}" dt="2026-07-19T15:43:53.254" v="705"/>
          <ac:spMkLst>
            <pc:docMk/>
            <pc:sldMk cId="0" sldId="433"/>
            <ac:spMk id="98" creationId="{3DC6BCD2-A5D5-3614-B58D-84DC09F7525E}"/>
          </ac:spMkLst>
        </pc:spChg>
        <pc:spChg chg="mod">
          <ac:chgData name="Aayah Abdulhakeem Kamkar" userId="fe09df7a-02cc-4ebc-a782-b5294a02ed9d" providerId="ADAL" clId="{1C280E7A-D203-4910-B04F-81743BA7246E}" dt="2026-07-19T16:06:13.658" v="4183"/>
          <ac:spMkLst>
            <pc:docMk/>
            <pc:sldMk cId="0" sldId="433"/>
            <ac:spMk id="99" creationId="{AC956C67-8A1B-B574-5436-0BF430AEBB89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7"/>
          <ac:spMkLst>
            <pc:docMk/>
            <pc:sldMk cId="0" sldId="433"/>
            <ac:spMk id="100" creationId="{F9DE2545-3E5E-E339-2BCF-3E63F22F26E5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8"/>
          <ac:spMkLst>
            <pc:docMk/>
            <pc:sldMk cId="0" sldId="433"/>
            <ac:spMk id="101" creationId="{5DBB1E59-18C4-818E-C4CE-9FA0CF3E94F6}"/>
          </ac:spMkLst>
        </pc:spChg>
        <pc:spChg chg="del mod">
          <ac:chgData name="Aayah Abdulhakeem Kamkar" userId="fe09df7a-02cc-4ebc-a782-b5294a02ed9d" providerId="ADAL" clId="{1C280E7A-D203-4910-B04F-81743BA7246E}" dt="2026-07-19T15:44:05.113" v="889"/>
          <ac:spMkLst>
            <pc:docMk/>
            <pc:sldMk cId="0" sldId="433"/>
            <ac:spMk id="102" creationId="{532E0A81-F951-0577-FEC3-CE35F26888D5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0"/>
          <ac:spMkLst>
            <pc:docMk/>
            <pc:sldMk cId="0" sldId="433"/>
            <ac:spMk id="103" creationId="{DF5B8A79-3715-2AB4-ECC4-88F51EB3CE4F}"/>
          </ac:spMkLst>
        </pc:spChg>
        <pc:spChg chg="del mod">
          <ac:chgData name="Aayah Abdulhakeem Kamkar" userId="fe09df7a-02cc-4ebc-a782-b5294a02ed9d" providerId="ADAL" clId="{1C280E7A-D203-4910-B04F-81743BA7246E}" dt="2026-07-19T15:44:05.116" v="891"/>
          <ac:spMkLst>
            <pc:docMk/>
            <pc:sldMk cId="0" sldId="433"/>
            <ac:spMk id="104" creationId="{7F34A119-7E2E-6E07-A059-2ED435628692}"/>
          </ac:spMkLst>
        </pc:spChg>
        <pc:spChg chg="add del mod ord">
          <ac:chgData name="Aayah Abdulhakeem Kamkar" userId="fe09df7a-02cc-4ebc-a782-b5294a02ed9d" providerId="ADAL" clId="{1C280E7A-D203-4910-B04F-81743BA7246E}" dt="2026-07-19T15:51:13.741" v="3453" actId="478"/>
          <ac:spMkLst>
            <pc:docMk/>
            <pc:sldMk cId="0" sldId="433"/>
            <ac:spMk id="107" creationId="{747185A9-1FFA-B855-DB9A-3B460A950C67}"/>
          </ac:spMkLst>
        </pc:spChg>
        <pc:spChg chg="add del mod ord">
          <ac:chgData name="Aayah Abdulhakeem Kamkar" userId="fe09df7a-02cc-4ebc-a782-b5294a02ed9d" providerId="ADAL" clId="{1C280E7A-D203-4910-B04F-81743BA7246E}" dt="2026-07-19T16:06:18.381" v="4210" actId="478"/>
          <ac:spMkLst>
            <pc:docMk/>
            <pc:sldMk cId="0" sldId="433"/>
            <ac:spMk id="108" creationId="{AEE76EF7-05EC-A346-A75D-4D7A890630C5}"/>
          </ac:spMkLst>
        </pc:spChg>
        <pc:spChg chg="add del mod">
          <ac:chgData name="Aayah Abdulhakeem Kamkar" userId="fe09df7a-02cc-4ebc-a782-b5294a02ed9d" providerId="ADAL" clId="{1C280E7A-D203-4910-B04F-81743BA7246E}" dt="2026-07-19T15:42:02.629" v="527" actId="478"/>
          <ac:spMkLst>
            <pc:docMk/>
            <pc:sldMk cId="0" sldId="433"/>
            <ac:spMk id="109" creationId="{C589486F-D369-053B-49F8-7ED7D30318BF}"/>
          </ac:spMkLst>
        </pc:spChg>
        <pc:spChg chg="add del mod">
          <ac:chgData name="Aayah Abdulhakeem Kamkar" userId="fe09df7a-02cc-4ebc-a782-b5294a02ed9d" providerId="ADAL" clId="{1C280E7A-D203-4910-B04F-81743BA7246E}" dt="2026-07-19T15:41:19.015" v="525" actId="478"/>
          <ac:spMkLst>
            <pc:docMk/>
            <pc:sldMk cId="0" sldId="433"/>
            <ac:spMk id="110" creationId="{ACCE1983-32D4-CB37-33DD-3530DE676DB4}"/>
          </ac:spMkLst>
        </pc:spChg>
        <pc:spChg chg="del mod">
          <ac:chgData name="Aayah Abdulhakeem Kamkar" userId="fe09df7a-02cc-4ebc-a782-b5294a02ed9d" providerId="ADAL" clId="{1C280E7A-D203-4910-B04F-81743BA7246E}" dt="2026-07-19T15:44:05.264" v="916"/>
          <ac:spMkLst>
            <pc:docMk/>
            <pc:sldMk cId="0" sldId="433"/>
            <ac:spMk id="112" creationId="{5DDA1813-29F1-2337-B690-E7EA8BC3BA02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5"/>
          <ac:spMkLst>
            <pc:docMk/>
            <pc:sldMk cId="0" sldId="433"/>
            <ac:spMk id="113" creationId="{4C8193D6-528A-C297-5C3F-D19981697253}"/>
          </ac:spMkLst>
        </pc:spChg>
        <pc:spChg chg="del mod">
          <ac:chgData name="Aayah Abdulhakeem Kamkar" userId="fe09df7a-02cc-4ebc-a782-b5294a02ed9d" providerId="ADAL" clId="{1C280E7A-D203-4910-B04F-81743BA7246E}" dt="2026-07-19T15:44:05.263" v="914"/>
          <ac:spMkLst>
            <pc:docMk/>
            <pc:sldMk cId="0" sldId="433"/>
            <ac:spMk id="114" creationId="{3E17EF80-CF10-C58C-3540-943F9E665722}"/>
          </ac:spMkLst>
        </pc:spChg>
        <pc:spChg chg="del mod">
          <ac:chgData name="Aayah Abdulhakeem Kamkar" userId="fe09df7a-02cc-4ebc-a782-b5294a02ed9d" providerId="ADAL" clId="{1C280E7A-D203-4910-B04F-81743BA7246E}" dt="2026-07-19T15:44:05.262" v="913"/>
          <ac:spMkLst>
            <pc:docMk/>
            <pc:sldMk cId="0" sldId="433"/>
            <ac:spMk id="115" creationId="{DC0AAE73-38F7-7752-E28A-15145022DDCE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4"/>
          <ac:spMkLst>
            <pc:docMk/>
            <pc:sldMk cId="0" sldId="433"/>
            <ac:spMk id="116" creationId="{406026C6-F6D1-CC62-E4C8-D87EA9E39864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5"/>
          <ac:spMkLst>
            <pc:docMk/>
            <pc:sldMk cId="0" sldId="433"/>
            <ac:spMk id="117" creationId="{D1571AD7-ADA0-69ED-30D6-680242594208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6"/>
          <ac:spMkLst>
            <pc:docMk/>
            <pc:sldMk cId="0" sldId="433"/>
            <ac:spMk id="118" creationId="{2EC0D136-8272-6423-2B97-63C10438D71D}"/>
          </ac:spMkLst>
        </pc:spChg>
        <pc:spChg chg="add mod">
          <ac:chgData name="Aayah Abdulhakeem Kamkar" userId="fe09df7a-02cc-4ebc-a782-b5294a02ed9d" providerId="ADAL" clId="{1C280E7A-D203-4910-B04F-81743BA7246E}" dt="2026-07-19T16:06:13.658" v="4187"/>
          <ac:spMkLst>
            <pc:docMk/>
            <pc:sldMk cId="0" sldId="433"/>
            <ac:spMk id="119" creationId="{11D02D1A-7D80-DBFB-E275-034B616F1C45}"/>
          </ac:spMkLst>
        </pc:spChg>
        <pc:spChg chg="add del mod modVis">
          <ac:chgData name="Aayah Abdulhakeem Kamkar" userId="fe09df7a-02cc-4ebc-a782-b5294a02ed9d" providerId="ADAL" clId="{1C280E7A-D203-4910-B04F-81743BA7246E}" dt="2026-07-19T15:43:53.381" v="884"/>
          <ac:spMkLst>
            <pc:docMk/>
            <pc:sldMk cId="0" sldId="433"/>
            <ac:spMk id="120" creationId="{CB779FC9-A975-5F12-7128-886702760208}"/>
          </ac:spMkLst>
        </pc:spChg>
        <pc:spChg chg="add del mod modVis">
          <ac:chgData name="Aayah Abdulhakeem Kamkar" userId="fe09df7a-02cc-4ebc-a782-b5294a02ed9d" providerId="ADAL" clId="{1C280E7A-D203-4910-B04F-81743BA7246E}" dt="2026-07-19T15:44:06.031" v="1341"/>
          <ac:spMkLst>
            <pc:docMk/>
            <pc:sldMk cId="0" sldId="433"/>
            <ac:spMk id="122" creationId="{A115D746-FA27-FBF3-034B-7866F5AE3E78}"/>
          </ac:spMkLst>
        </pc:spChg>
        <pc:spChg chg="add mod">
          <ac:chgData name="Aayah Abdulhakeem Kamkar" userId="fe09df7a-02cc-4ebc-a782-b5294a02ed9d" providerId="ADAL" clId="{1C280E7A-D203-4910-B04F-81743BA7246E}" dt="2026-07-19T16:06:13.651" v="4175"/>
          <ac:spMkLst>
            <pc:docMk/>
            <pc:sldMk cId="0" sldId="433"/>
            <ac:spMk id="123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6"/>
          <ac:spMkLst>
            <pc:docMk/>
            <pc:sldMk cId="0" sldId="433"/>
            <ac:spMk id="124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7"/>
          <ac:spMkLst>
            <pc:docMk/>
            <pc:sldMk cId="0" sldId="433"/>
            <ac:spMk id="125" creationId="{E4AEDD05-9944-6F99-70A5-C8D520DD238E}"/>
          </ac:spMkLst>
        </pc:spChg>
        <pc:spChg chg="add mod">
          <ac:chgData name="Aayah Abdulhakeem Kamkar" userId="fe09df7a-02cc-4ebc-a782-b5294a02ed9d" providerId="ADAL" clId="{1C280E7A-D203-4910-B04F-81743BA7246E}" dt="2026-07-19T16:06:13.654" v="4178"/>
          <ac:spMkLst>
            <pc:docMk/>
            <pc:sldMk cId="0" sldId="433"/>
            <ac:spMk id="126" creationId="{E4AEDD05-9944-6F99-70A5-C8D520DD238E}"/>
          </ac:spMkLst>
        </pc:spChg>
        <pc:spChg chg="mod ord">
          <ac:chgData name="Aayah Abdulhakeem Kamkar" userId="fe09df7a-02cc-4ebc-a782-b5294a02ed9d" providerId="ADAL" clId="{1C280E7A-D203-4910-B04F-81743BA7246E}" dt="2026-07-19T16:06:13.658" v="4189"/>
          <ac:spMkLst>
            <pc:docMk/>
            <pc:sldMk cId="0" sldId="433"/>
            <ac:spMk id="127" creationId="{F02332E3-EFE1-A133-C711-40B74B7E4534}"/>
          </ac:spMkLst>
        </pc:spChg>
        <pc:spChg chg="add mod">
          <ac:chgData name="Aayah Abdulhakeem Kamkar" userId="fe09df7a-02cc-4ebc-a782-b5294a02ed9d" providerId="ADAL" clId="{1C280E7A-D203-4910-B04F-81743BA7246E}" dt="2026-07-19T16:06:13.656" v="4179"/>
          <ac:spMkLst>
            <pc:docMk/>
            <pc:sldMk cId="0" sldId="433"/>
            <ac:spMk id="128" creationId="{E4AEDD05-9944-6F99-70A5-C8D520DD238E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1"/>
          <ac:spMkLst>
            <pc:docMk/>
            <pc:sldMk cId="0" sldId="433"/>
            <ac:spMk id="131" creationId="{55A9735E-1F27-2C06-2512-65E017903455}"/>
          </ac:spMkLst>
        </pc:spChg>
        <pc:spChg chg="add del mod">
          <ac:chgData name="Aayah Abdulhakeem Kamkar" userId="fe09df7a-02cc-4ebc-a782-b5294a02ed9d" providerId="ADAL" clId="{1C280E7A-D203-4910-B04F-81743BA7246E}" dt="2026-07-19T15:45:21.796" v="1563"/>
          <ac:spMkLst>
            <pc:docMk/>
            <pc:sldMk cId="0" sldId="433"/>
            <ac:spMk id="132" creationId="{85A78674-AE18-7C88-1F30-4C3E439DE2EE}"/>
          </ac:spMkLst>
        </pc:spChg>
        <pc:spChg chg="mod">
          <ac:chgData name="Aayah Abdulhakeem Kamkar" userId="fe09df7a-02cc-4ebc-a782-b5294a02ed9d" providerId="ADAL" clId="{1C280E7A-D203-4910-B04F-81743BA7246E}" dt="2026-07-19T14:20:32.136" v="81" actId="164"/>
          <ac:spMkLst>
            <pc:docMk/>
            <pc:sldMk cId="0" sldId="433"/>
            <ac:spMk id="133" creationId="{3E8D4A01-6C63-E3FD-A315-941FED6C7AF2}"/>
          </ac:spMkLst>
        </pc:spChg>
        <pc:spChg chg="add del mod">
          <ac:chgData name="Aayah Abdulhakeem Kamkar" userId="fe09df7a-02cc-4ebc-a782-b5294a02ed9d" providerId="ADAL" clId="{1C280E7A-D203-4910-B04F-81743BA7246E}" dt="2026-07-19T15:45:21.799" v="1565"/>
          <ac:spMkLst>
            <pc:docMk/>
            <pc:sldMk cId="0" sldId="433"/>
            <ac:spMk id="134" creationId="{675492C0-C6F4-E250-7944-39C35FB48020}"/>
          </ac:spMkLst>
        </pc:spChg>
        <pc:spChg chg="add del mod modVis">
          <ac:chgData name="Aayah Abdulhakeem Kamkar" userId="fe09df7a-02cc-4ebc-a782-b5294a02ed9d" providerId="ADAL" clId="{1C280E7A-D203-4910-B04F-81743BA7246E}" dt="2026-07-19T15:45:21.883" v="1694"/>
          <ac:spMkLst>
            <pc:docMk/>
            <pc:sldMk cId="0" sldId="433"/>
            <ac:spMk id="135" creationId="{D7DCF286-9598-4F17-C8FC-2377EB0E9CE1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5"/>
          <ac:spMkLst>
            <pc:docMk/>
            <pc:sldMk cId="0" sldId="433"/>
            <ac:spMk id="137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34.915" v="2049"/>
          <ac:spMkLst>
            <pc:docMk/>
            <pc:sldMk cId="0" sldId="433"/>
            <ac:spMk id="138" creationId="{E12BD6C6-2246-C9C0-EED1-AEC5D883B610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7"/>
          <ac:spMkLst>
            <pc:docMk/>
            <pc:sldMk cId="0" sldId="433"/>
            <ac:spMk id="139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5:41.087" v="2239"/>
          <ac:spMkLst>
            <pc:docMk/>
            <pc:sldMk cId="0" sldId="433"/>
            <ac:spMk id="140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5:45:41.151" v="2366"/>
          <ac:spMkLst>
            <pc:docMk/>
            <pc:sldMk cId="0" sldId="433"/>
            <ac:spMk id="143" creationId="{69F0CBC6-EF00-61ED-ECF8-41663452FDD9}"/>
          </ac:spMkLst>
        </pc:spChg>
        <pc:spChg chg="add del mod modVis">
          <ac:chgData name="Aayah Abdulhakeem Kamkar" userId="fe09df7a-02cc-4ebc-a782-b5294a02ed9d" providerId="ADAL" clId="{1C280E7A-D203-4910-B04F-81743BA7246E}" dt="2026-07-19T15:46:41.238" v="2641"/>
          <ac:spMkLst>
            <pc:docMk/>
            <pc:sldMk cId="0" sldId="433"/>
            <ac:spMk id="146" creationId="{86AE00DE-E27E-537A-4A5F-3F8357AE1840}"/>
          </ac:spMkLst>
        </pc:spChg>
        <pc:spChg chg="add del mod modVis">
          <ac:chgData name="Aayah Abdulhakeem Kamkar" userId="fe09df7a-02cc-4ebc-a782-b5294a02ed9d" providerId="ADAL" clId="{1C280E7A-D203-4910-B04F-81743BA7246E}" dt="2026-07-19T15:46:54.082" v="2858"/>
          <ac:spMkLst>
            <pc:docMk/>
            <pc:sldMk cId="0" sldId="433"/>
            <ac:spMk id="148" creationId="{85DA5BBC-E127-028C-BEBF-DD56504FE2F2}"/>
          </ac:spMkLst>
        </pc:spChg>
        <pc:spChg chg="del mod ord">
          <ac:chgData name="Aayah Abdulhakeem Kamkar" userId="fe09df7a-02cc-4ebc-a782-b5294a02ed9d" providerId="ADAL" clId="{1C280E7A-D203-4910-B04F-81743BA7246E}" dt="2026-07-19T15:45:34.693" v="1796"/>
          <ac:spMkLst>
            <pc:docMk/>
            <pc:sldMk cId="0" sldId="433"/>
            <ac:spMk id="149" creationId="{683217ED-94DA-8129-D838-0934F2306BE1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6"/>
          <ac:spMkLst>
            <pc:docMk/>
            <pc:sldMk cId="0" sldId="433"/>
            <ac:spMk id="150" creationId="{E4AEDD05-9944-6F99-70A5-C8D520DD238E}"/>
          </ac:spMkLst>
        </pc:spChg>
        <pc:spChg chg="add del mod ord">
          <ac:chgData name="Aayah Abdulhakeem Kamkar" userId="fe09df7a-02cc-4ebc-a782-b5294a02ed9d" providerId="ADAL" clId="{1C280E7A-D203-4910-B04F-81743BA7246E}" dt="2026-07-19T15:47:34.094" v="3228"/>
          <ac:spMkLst>
            <pc:docMk/>
            <pc:sldMk cId="0" sldId="433"/>
            <ac:spMk id="152" creationId="{76654A7E-50E0-E7F0-A748-82345C31A558}"/>
          </ac:spMkLst>
        </pc:spChg>
        <pc:spChg chg="add del mod modVis">
          <ac:chgData name="Aayah Abdulhakeem Kamkar" userId="fe09df7a-02cc-4ebc-a782-b5294a02ed9d" providerId="ADAL" clId="{1C280E7A-D203-4910-B04F-81743BA7246E}" dt="2026-07-19T15:46:57.326" v="3038"/>
          <ac:spMkLst>
            <pc:docMk/>
            <pc:sldMk cId="0" sldId="433"/>
            <ac:spMk id="153" creationId="{5FBF7372-2C08-B78E-5457-80492B6992C0}"/>
          </ac:spMkLst>
        </pc:spChg>
        <pc:spChg chg="add del mod">
          <ac:chgData name="Aayah Abdulhakeem Kamkar" userId="fe09df7a-02cc-4ebc-a782-b5294a02ed9d" providerId="ADAL" clId="{1C280E7A-D203-4910-B04F-81743BA7246E}" dt="2026-07-19T15:47:01.541" v="3085"/>
          <ac:spMkLst>
            <pc:docMk/>
            <pc:sldMk cId="0" sldId="433"/>
            <ac:spMk id="155" creationId="{36657B16-646B-15A3-8121-2B01F3477FEF}"/>
          </ac:spMkLst>
        </pc:spChg>
        <pc:spChg chg="add del mod modVis">
          <ac:chgData name="Aayah Abdulhakeem Kamkar" userId="fe09df7a-02cc-4ebc-a782-b5294a02ed9d" providerId="ADAL" clId="{1C280E7A-D203-4910-B04F-81743BA7246E}" dt="2026-07-19T15:47:01.621" v="3216"/>
          <ac:spMkLst>
            <pc:docMk/>
            <pc:sldMk cId="0" sldId="433"/>
            <ac:spMk id="156" creationId="{A9357E5E-0437-0A35-2536-EEE7A7276B5D}"/>
          </ac:spMkLst>
        </pc:spChg>
        <pc:spChg chg="mod">
          <ac:chgData name="Aayah Abdulhakeem Kamkar" userId="fe09df7a-02cc-4ebc-a782-b5294a02ed9d" providerId="ADAL" clId="{1C280E7A-D203-4910-B04F-81743BA7246E}" dt="2026-07-19T16:00:41.031" v="3513" actId="27636"/>
          <ac:spMkLst>
            <pc:docMk/>
            <pc:sldMk cId="0" sldId="433"/>
            <ac:spMk id="160" creationId="{98E863F4-961C-E576-6E65-81D4588C9146}"/>
          </ac:spMkLst>
        </pc:spChg>
        <pc:spChg chg="mod">
          <ac:chgData name="Aayah Abdulhakeem Kamkar" userId="fe09df7a-02cc-4ebc-a782-b5294a02ed9d" providerId="ADAL" clId="{1C280E7A-D203-4910-B04F-81743BA7246E}" dt="2026-07-19T16:00:53.150" v="3518" actId="207"/>
          <ac:spMkLst>
            <pc:docMk/>
            <pc:sldMk cId="0" sldId="433"/>
            <ac:spMk id="161" creationId="{CE34E355-717A-5E3D-9F30-75B69353FDB1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2" creationId="{E11560B8-2DC9-83E7-F5BF-34C48C5415A5}"/>
          </ac:spMkLst>
        </pc:spChg>
        <pc:spChg chg="mod ord">
          <ac:chgData name="Aayah Abdulhakeem Kamkar" userId="fe09df7a-02cc-4ebc-a782-b5294a02ed9d" providerId="ADAL" clId="{1C280E7A-D203-4910-B04F-81743BA7246E}" dt="2026-07-19T16:06:13.663" v="4197"/>
          <ac:spMkLst>
            <pc:docMk/>
            <pc:sldMk cId="0" sldId="433"/>
            <ac:spMk id="163" creationId="{1D1B7ECA-C252-A930-F200-BE8330E4662D}"/>
          </ac:spMkLst>
        </pc:spChg>
        <pc:spChg chg="mod">
          <ac:chgData name="Aayah Abdulhakeem Kamkar" userId="fe09df7a-02cc-4ebc-a782-b5294a02ed9d" providerId="ADAL" clId="{1C280E7A-D203-4910-B04F-81743BA7246E}" dt="2026-07-19T15:48:19.663" v="3394"/>
          <ac:spMkLst>
            <pc:docMk/>
            <pc:sldMk cId="0" sldId="433"/>
            <ac:spMk id="164" creationId="{845E17B4-04E5-7E7C-F8DA-B96D3363B2F2}"/>
          </ac:spMkLst>
        </pc:spChg>
        <pc:spChg chg="mod">
          <ac:chgData name="Aayah Abdulhakeem Kamkar" userId="fe09df7a-02cc-4ebc-a782-b5294a02ed9d" providerId="ADAL" clId="{1C280E7A-D203-4910-B04F-81743BA7246E}" dt="2026-07-19T14:23:16.697" v="117"/>
          <ac:spMkLst>
            <pc:docMk/>
            <pc:sldMk cId="0" sldId="433"/>
            <ac:spMk id="165" creationId="{C1E78846-A37A-3E44-2B39-C9362734C6D0}"/>
          </ac:spMkLst>
        </pc:spChg>
        <pc:spChg chg="add del mod modVis">
          <ac:chgData name="Aayah Abdulhakeem Kamkar" userId="fe09df7a-02cc-4ebc-a782-b5294a02ed9d" providerId="ADAL" clId="{1C280E7A-D203-4910-B04F-81743BA7246E}" dt="2026-07-19T16:05:41.433" v="3849"/>
          <ac:spMkLst>
            <pc:docMk/>
            <pc:sldMk cId="0" sldId="433"/>
            <ac:spMk id="166" creationId="{C5140163-FA8B-C81E-C31A-D66D5DFE3B91}"/>
          </ac:spMkLst>
        </pc:spChg>
        <pc:spChg chg="mod">
          <ac:chgData name="Aayah Abdulhakeem Kamkar" userId="fe09df7a-02cc-4ebc-a782-b5294a02ed9d" providerId="ADAL" clId="{1C280E7A-D203-4910-B04F-81743BA7246E}" dt="2026-07-19T16:04:02.870" v="3705" actId="14100"/>
          <ac:spMkLst>
            <pc:docMk/>
            <pc:sldMk cId="0" sldId="433"/>
            <ac:spMk id="167" creationId="{B040C553-FB1B-880A-FBDE-EC915DA9B85D}"/>
          </ac:spMkLst>
        </pc:spChg>
        <pc:spChg chg="mod">
          <ac:chgData name="Aayah Abdulhakeem Kamkar" userId="fe09df7a-02cc-4ebc-a782-b5294a02ed9d" providerId="ADAL" clId="{1C280E7A-D203-4910-B04F-81743BA7246E}" dt="2026-07-19T16:03:56.205" v="3654" actId="1076"/>
          <ac:spMkLst>
            <pc:docMk/>
            <pc:sldMk cId="0" sldId="433"/>
            <ac:spMk id="169" creationId="{87192C94-E73D-BA06-AC1C-4D1E1094D72C}"/>
          </ac:spMkLst>
        </pc:spChg>
        <pc:spChg chg="add del mod modVis">
          <ac:chgData name="Aayah Abdulhakeem Kamkar" userId="fe09df7a-02cc-4ebc-a782-b5294a02ed9d" providerId="ADAL" clId="{1C280E7A-D203-4910-B04F-81743BA7246E}" dt="2026-07-19T16:05:49.498" v="4057"/>
          <ac:spMkLst>
            <pc:docMk/>
            <pc:sldMk cId="0" sldId="433"/>
            <ac:spMk id="170" creationId="{6C5035E7-5B51-135B-B5F0-E192A599D904}"/>
          </ac:spMkLst>
        </pc:spChg>
        <pc:spChg chg="add mod ord">
          <ac:chgData name="Aayah Abdulhakeem Kamkar" userId="fe09df7a-02cc-4ebc-a782-b5294a02ed9d" providerId="ADAL" clId="{1C280E7A-D203-4910-B04F-81743BA7246E}" dt="2026-07-19T16:06:13.663" v="4195"/>
          <ac:spMkLst>
            <pc:docMk/>
            <pc:sldMk cId="0" sldId="433"/>
            <ac:spMk id="171" creationId="{E4AEDD05-9944-6F99-70A5-C8D520DD238E}"/>
          </ac:spMkLst>
        </pc:spChg>
        <pc:spChg chg="add del mod modVis">
          <ac:chgData name="Aayah Abdulhakeem Kamkar" userId="fe09df7a-02cc-4ebc-a782-b5294a02ed9d" providerId="ADAL" clId="{1C280E7A-D203-4910-B04F-81743BA7246E}" dt="2026-07-19T16:06:13.667" v="4207"/>
          <ac:spMkLst>
            <pc:docMk/>
            <pc:sldMk cId="0" sldId="433"/>
            <ac:spMk id="175" creationId="{DC3DFBBD-CBFB-48AD-E52B-440023CAA082}"/>
          </ac:spMkLst>
        </pc:spChg>
        <pc:grpChg chg="add mod ord">
          <ac:chgData name="Aayah Abdulhakeem Kamkar" userId="fe09df7a-02cc-4ebc-a782-b5294a02ed9d" providerId="ADAL" clId="{1C280E7A-D203-4910-B04F-81743BA7246E}" dt="2026-07-19T16:06:13.663" v="4191"/>
          <ac:grpSpMkLst>
            <pc:docMk/>
            <pc:sldMk cId="0" sldId="433"/>
            <ac:grpSpMk id="9" creationId="{AB782C34-CE8E-C94F-C6E3-3C7C1FF5B03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2" v="4115"/>
          <ac:grpSpMkLst>
            <pc:docMk/>
            <pc:sldMk cId="0" sldId="433"/>
            <ac:grpSpMk id="10" creationId="{8EC3E221-2B19-9B2A-2485-9D8A7808B950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3"/>
          <ac:grpSpMkLst>
            <pc:docMk/>
            <pc:sldMk cId="0" sldId="433"/>
            <ac:grpSpMk id="11" creationId="{0DCC523B-CE43-23EA-3075-2432F14F81C5}"/>
          </ac:grpSpMkLst>
        </pc:grpChg>
        <pc:grpChg chg="add mod">
          <ac:chgData name="Aayah Abdulhakeem Kamkar" userId="fe09df7a-02cc-4ebc-a782-b5294a02ed9d" providerId="ADAL" clId="{1C280E7A-D203-4910-B04F-81743BA7246E}" dt="2026-07-19T14:20:43.450" v="85" actId="164"/>
          <ac:grpSpMkLst>
            <pc:docMk/>
            <pc:sldMk cId="0" sldId="433"/>
            <ac:grpSpMk id="12" creationId="{79ADAE47-9C27-3417-D1F7-04FDAC17E9B1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0" v="4111"/>
          <ac:grpSpMkLst>
            <pc:docMk/>
            <pc:sldMk cId="0" sldId="433"/>
            <ac:grpSpMk id="13" creationId="{92B4EF33-C50A-815C-4C60-F1E7789EBC0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5" v="4125"/>
          <ac:grpSpMkLst>
            <pc:docMk/>
            <pc:sldMk cId="0" sldId="433"/>
            <ac:grpSpMk id="14" creationId="{45F89BC7-93D6-AA23-30E0-BA1179785EA3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1"/>
          <ac:grpSpMkLst>
            <pc:docMk/>
            <pc:sldMk cId="0" sldId="433"/>
            <ac:grpSpMk id="61" creationId="{CBFDEAE5-7FDB-0B2A-739C-A63FF5740AF3}"/>
          </ac:grpSpMkLst>
        </pc:grpChg>
        <pc:grpChg chg="add del mod">
          <ac:chgData name="Aayah Abdulhakeem Kamkar" userId="fe09df7a-02cc-4ebc-a782-b5294a02ed9d" providerId="ADAL" clId="{1C280E7A-D203-4910-B04F-81743BA7246E}" dt="2026-07-19T14:21:39.859" v="98" actId="165"/>
          <ac:grpSpMkLst>
            <pc:docMk/>
            <pc:sldMk cId="0" sldId="433"/>
            <ac:grpSpMk id="62" creationId="{48C49C32-5298-D698-2F3D-0362C15CDD25}"/>
          </ac:grpSpMkLst>
        </pc:grpChg>
        <pc:grpChg chg="add del mod ord">
          <ac:chgData name="Aayah Abdulhakeem Kamkar" userId="fe09df7a-02cc-4ebc-a782-b5294a02ed9d" providerId="ADAL" clId="{1C280E7A-D203-4910-B04F-81743BA7246E}" dt="2026-07-19T15:51:00.321" v="3450" actId="478"/>
          <ac:grpSpMkLst>
            <pc:docMk/>
            <pc:sldMk cId="0" sldId="433"/>
            <ac:grpSpMk id="73" creationId="{2571CF92-46B1-49FF-85EC-F61FAF6F8595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4" v="4123"/>
          <ac:grpSpMkLst>
            <pc:docMk/>
            <pc:sldMk cId="0" sldId="433"/>
            <ac:grpSpMk id="75" creationId="{497442A9-46CA-3BCE-937A-D486B98AD9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1"/>
          <ac:grpSpMkLst>
            <pc:docMk/>
            <pc:sldMk cId="0" sldId="433"/>
            <ac:grpSpMk id="76" creationId="{E340E10C-54EC-425F-4813-787AD28B1329}"/>
          </ac:grpSpMkLst>
        </pc:grpChg>
        <pc:grpChg chg="add mod">
          <ac:chgData name="Aayah Abdulhakeem Kamkar" userId="fe09df7a-02cc-4ebc-a782-b5294a02ed9d" providerId="ADAL" clId="{1C280E7A-D203-4910-B04F-81743BA7246E}" dt="2026-07-19T14:23:01.755" v="112" actId="164"/>
          <ac:grpSpMkLst>
            <pc:docMk/>
            <pc:sldMk cId="0" sldId="433"/>
            <ac:grpSpMk id="87" creationId="{5983ECAE-E26A-9415-3A59-62256062B7AB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199"/>
          <ac:grpSpMkLst>
            <pc:docMk/>
            <pc:sldMk cId="0" sldId="433"/>
            <ac:grpSpMk id="90" creationId="{22BD8B05-EAE3-2287-442E-D53005522AB2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38" v="4139"/>
          <ac:grpSpMkLst>
            <pc:docMk/>
            <pc:sldMk cId="0" sldId="433"/>
            <ac:grpSpMk id="111" creationId="{18184F2E-C3FC-33BF-E6D5-83900AFC8DCD}"/>
          </ac:grpSpMkLst>
        </pc:grpChg>
        <pc:grpChg chg="add mod ord">
          <ac:chgData name="Aayah Abdulhakeem Kamkar" userId="fe09df7a-02cc-4ebc-a782-b5294a02ed9d" providerId="ADAL" clId="{1C280E7A-D203-4910-B04F-81743BA7246E}" dt="2026-07-19T16:06:13.667" v="4205"/>
          <ac:grpSpMkLst>
            <pc:docMk/>
            <pc:sldMk cId="0" sldId="433"/>
            <ac:grpSpMk id="159" creationId="{B266492A-7690-15F6-F126-B638D01524F1}"/>
          </ac:grpSpMkLst>
        </pc:grpChg>
        <pc:graphicFrameChg chg="add del mod ord">
          <ac:chgData name="Aayah Abdulhakeem Kamkar" userId="fe09df7a-02cc-4ebc-a782-b5294a02ed9d" providerId="ADAL" clId="{1C280E7A-D203-4910-B04F-81743BA7246E}" dt="2026-07-19T15:45:21.799" v="1567"/>
          <ac:graphicFrameMkLst>
            <pc:docMk/>
            <pc:sldMk cId="0" sldId="433"/>
            <ac:graphicFrameMk id="105" creationId="{DA145431-67FC-7146-7703-3FDED9424C4D}"/>
          </ac:graphicFrameMkLst>
        </pc:graphicFrameChg>
        <pc:graphicFrameChg chg="mod">
          <ac:chgData name="Aayah Abdulhakeem Kamkar" userId="fe09df7a-02cc-4ebc-a782-b5294a02ed9d" providerId="ADAL" clId="{1C280E7A-D203-4910-B04F-81743BA7246E}" dt="2026-07-19T16:06:13.669" v="4209"/>
          <ac:graphicFrameMkLst>
            <pc:docMk/>
            <pc:sldMk cId="0" sldId="433"/>
            <ac:graphicFrameMk id="106" creationId="{02656845-E249-5CD7-53F6-45974C7F605F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5.986" v="1214"/>
          <ac:graphicFrameMkLst>
            <pc:docMk/>
            <pc:sldMk cId="0" sldId="433"/>
            <ac:graphicFrameMk id="121" creationId="{F386C6AA-0E35-B495-157E-557F3B1FB99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4:08.709" v="1358"/>
          <ac:graphicFrameMkLst>
            <pc:docMk/>
            <pc:sldMk cId="0" sldId="433"/>
            <ac:graphicFrameMk id="129" creationId="{9CC4B7CD-EADB-391B-8EF0-FB7F0C3CA160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51" v="4173"/>
          <ac:graphicFrameMkLst>
            <pc:docMk/>
            <pc:sldMk cId="0" sldId="433"/>
            <ac:graphicFrameMk id="130" creationId="{758726AA-6456-33F9-A24E-33F68766A5BA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4.861" v="1918"/>
          <ac:graphicFrameMkLst>
            <pc:docMk/>
            <pc:sldMk cId="0" sldId="433"/>
            <ac:graphicFrameMk id="136" creationId="{0FBC2A2C-5293-59B5-5B09-D483350C6ED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37.835" v="2083"/>
          <ac:graphicFrameMkLst>
            <pc:docMk/>
            <pc:sldMk cId="0" sldId="433"/>
            <ac:graphicFrameMk id="141" creationId="{57EEC564-9D54-AFBD-19D8-669AC4047FCB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5:41.087" v="2241"/>
          <ac:graphicFrameMkLst>
            <pc:docMk/>
            <pc:sldMk cId="0" sldId="433"/>
            <ac:graphicFrameMk id="142" creationId="{188E0013-5D77-C527-513B-2FBCF9F0A5D2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37.624" v="2370"/>
          <ac:graphicFrameMkLst>
            <pc:docMk/>
            <pc:sldMk cId="0" sldId="433"/>
            <ac:graphicFrameMk id="144" creationId="{ADB405A1-47BF-D902-8A03-8AB9C3DA88C9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41.158" v="2516"/>
          <ac:graphicFrameMkLst>
            <pc:docMk/>
            <pc:sldMk cId="0" sldId="433"/>
            <ac:graphicFrameMk id="145" creationId="{C413C651-2E89-CF0F-2106-235937F78954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4.039" v="2731"/>
          <ac:graphicFrameMkLst>
            <pc:docMk/>
            <pc:sldMk cId="0" sldId="433"/>
            <ac:graphicFrameMk id="147" creationId="{6B2EA910-E71E-3293-6783-30E8618A6C1D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6:57.294" v="2909"/>
          <ac:graphicFrameMkLst>
            <pc:docMk/>
            <pc:sldMk cId="0" sldId="433"/>
            <ac:graphicFrameMk id="151" creationId="{C0CE1099-164B-C72C-3D17-B788109AB6C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01.542" v="3087"/>
          <ac:graphicFrameMkLst>
            <pc:docMk/>
            <pc:sldMk cId="0" sldId="433"/>
            <ac:graphicFrameMk id="154" creationId="{90E6CC6E-EFBF-290C-A553-B35171B4E58C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5:47:34.129" v="3230"/>
          <ac:graphicFrameMkLst>
            <pc:docMk/>
            <pc:sldMk cId="0" sldId="433"/>
            <ac:graphicFrameMk id="157" creationId="{F64867F1-21FF-6E94-E7F6-5F381678D8AE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1.407" v="3726"/>
          <ac:graphicFrameMkLst>
            <pc:docMk/>
            <pc:sldMk cId="0" sldId="433"/>
            <ac:graphicFrameMk id="158" creationId="{9C4A05F1-879B-E25B-8E7F-C0C5E93D89B6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5:49.467" v="3932"/>
          <ac:graphicFrameMkLst>
            <pc:docMk/>
            <pc:sldMk cId="0" sldId="433"/>
            <ac:graphicFrameMk id="168" creationId="{11241FCB-5C8D-4CBA-F06F-52F8618A00CE}"/>
          </ac:graphicFrameMkLst>
        </pc:graphicFrameChg>
        <pc:graphicFrameChg chg="del mod ord">
          <ac:chgData name="Aayah Abdulhakeem Kamkar" userId="fe09df7a-02cc-4ebc-a782-b5294a02ed9d" providerId="ADAL" clId="{1C280E7A-D203-4910-B04F-81743BA7246E}" dt="2026-07-19T15:43:53.335" v="752"/>
          <ac:graphicFrameMkLst>
            <pc:docMk/>
            <pc:sldMk cId="0" sldId="433"/>
            <ac:graphicFrameMk id="172" creationId="{4DCFCE0C-3B42-A98D-80DE-DADC05B01993}"/>
          </ac:graphicFrameMkLst>
        </pc:graphicFrameChg>
        <pc:graphicFrameChg chg="del">
          <ac:chgData name="Aayah Abdulhakeem Kamkar" userId="fe09df7a-02cc-4ebc-a782-b5294a02ed9d" providerId="ADAL" clId="{1C280E7A-D203-4910-B04F-81743BA7246E}" dt="2026-07-19T14:23:24.320" v="313"/>
          <ac:graphicFrameMkLst>
            <pc:docMk/>
            <pc:sldMk cId="0" sldId="433"/>
            <ac:graphicFrameMk id="173" creationId="{9E31A2CA-67A9-ABAD-352A-E0F660F5D331}"/>
          </ac:graphicFrameMkLst>
        </pc:graphicFrameChg>
        <pc:graphicFrameChg chg="add del mod ord">
          <ac:chgData name="Aayah Abdulhakeem Kamkar" userId="fe09df7a-02cc-4ebc-a782-b5294a02ed9d" providerId="ADAL" clId="{1C280E7A-D203-4910-B04F-81743BA7246E}" dt="2026-07-19T16:06:13.609" v="4082"/>
          <ac:graphicFrameMkLst>
            <pc:docMk/>
            <pc:sldMk cId="0" sldId="433"/>
            <ac:graphicFrameMk id="174" creationId="{D0691182-3E5F-55BB-AB08-F0FEFD195BF1}"/>
          </ac:graphicFrameMkLst>
        </pc:graphicFrameChg>
        <pc:graphicFrameChg chg="add mod ord">
          <ac:chgData name="Aayah Abdulhakeem Kamkar" userId="fe09df7a-02cc-4ebc-a782-b5294a02ed9d" providerId="ADAL" clId="{1C280E7A-D203-4910-B04F-81743BA7246E}" dt="2026-07-19T16:06:13.663" v="4193"/>
          <ac:graphicFrameMkLst>
            <pc:docMk/>
            <pc:sldMk cId="0" sldId="433"/>
            <ac:graphicFrameMk id="176" creationId="{AC3EF5D2-B2D1-AB36-AE05-70AA44139590}"/>
          </ac:graphicFrameMkLst>
        </pc:graphicFrameChg>
      </pc:sldChg>
      <pc:sldChg chg="add del">
        <pc:chgData name="Aayah Abdulhakeem Kamkar" userId="fe09df7a-02cc-4ebc-a782-b5294a02ed9d" providerId="ADAL" clId="{1C280E7A-D203-4910-B04F-81743BA7246E}" dt="2026-07-19T16:08:59.934" v="4350" actId="47"/>
        <pc:sldMkLst>
          <pc:docMk/>
          <pc:sldMk cId="2161619984" sldId="434"/>
        </pc:sldMkLst>
      </pc:sldChg>
      <pc:sldChg chg="addSp delSp modSp add mod">
        <pc:chgData name="Aayah Abdulhakeem Kamkar" userId="fe09df7a-02cc-4ebc-a782-b5294a02ed9d" providerId="ADAL" clId="{1C280E7A-D203-4910-B04F-81743BA7246E}" dt="2026-07-19T16:26:28.061" v="4759"/>
        <pc:sldMkLst>
          <pc:docMk/>
          <pc:sldMk cId="415197068" sldId="435"/>
        </pc:sldMkLst>
        <pc:spChg chg="mod">
          <ac:chgData name="Aayah Abdulhakeem Kamkar" userId="fe09df7a-02cc-4ebc-a782-b5294a02ed9d" providerId="ADAL" clId="{1C280E7A-D203-4910-B04F-81743BA7246E}" dt="2026-07-19T16:18:43.580" v="4588" actId="20577"/>
          <ac:spMkLst>
            <pc:docMk/>
            <pc:sldMk cId="415197068" sldId="435"/>
            <ac:spMk id="4" creationId="{36141D37-E2D4-A891-3107-72DB95257220}"/>
          </ac:spMkLst>
        </pc:spChg>
        <pc:spChg chg="mod">
          <ac:chgData name="Aayah Abdulhakeem Kamkar" userId="fe09df7a-02cc-4ebc-a782-b5294a02ed9d" providerId="ADAL" clId="{1C280E7A-D203-4910-B04F-81743BA7246E}" dt="2026-07-19T16:20:44.528" v="4594" actId="1076"/>
          <ac:spMkLst>
            <pc:docMk/>
            <pc:sldMk cId="415197068" sldId="435"/>
            <ac:spMk id="14" creationId="{1B1BE93B-DC96-D546-0B80-A345DFB340A4}"/>
          </ac:spMkLst>
        </pc:spChg>
        <pc:spChg chg="mod">
          <ac:chgData name="Aayah Abdulhakeem Kamkar" userId="fe09df7a-02cc-4ebc-a782-b5294a02ed9d" providerId="ADAL" clId="{1C280E7A-D203-4910-B04F-81743BA7246E}" dt="2026-07-19T16:24:18.548" v="4676" actId="20577"/>
          <ac:spMkLst>
            <pc:docMk/>
            <pc:sldMk cId="415197068" sldId="435"/>
            <ac:spMk id="15" creationId="{46D874A7-BC5D-6A2C-C9B9-1F4513B6E6F8}"/>
          </ac:spMkLst>
        </pc:spChg>
        <pc:spChg chg="mod">
          <ac:chgData name="Aayah Abdulhakeem Kamkar" userId="fe09df7a-02cc-4ebc-a782-b5294a02ed9d" providerId="ADAL" clId="{1C280E7A-D203-4910-B04F-81743BA7246E}" dt="2026-07-19T16:19:18.349" v="4592"/>
          <ac:spMkLst>
            <pc:docMk/>
            <pc:sldMk cId="415197068" sldId="435"/>
            <ac:spMk id="16" creationId="{1F23840F-753A-7ED8-1B54-207DD7309E27}"/>
          </ac:spMkLst>
        </pc:spChg>
        <pc:spChg chg="mod">
          <ac:chgData name="Aayah Abdulhakeem Kamkar" userId="fe09df7a-02cc-4ebc-a782-b5294a02ed9d" providerId="ADAL" clId="{1C280E7A-D203-4910-B04F-81743BA7246E}" dt="2026-07-19T16:23:33.740" v="4643" actId="20577"/>
          <ac:spMkLst>
            <pc:docMk/>
            <pc:sldMk cId="415197068" sldId="435"/>
            <ac:spMk id="17" creationId="{D64204E5-7E22-4A4A-0F41-C12434A0E744}"/>
          </ac:spMkLst>
        </pc:spChg>
        <pc:spChg chg="mod">
          <ac:chgData name="Aayah Abdulhakeem Kamkar" userId="fe09df7a-02cc-4ebc-a782-b5294a02ed9d" providerId="ADAL" clId="{1C280E7A-D203-4910-B04F-81743BA7246E}" dt="2026-07-19T16:25:47.994" v="4753"/>
          <ac:spMkLst>
            <pc:docMk/>
            <pc:sldMk cId="415197068" sldId="435"/>
            <ac:spMk id="18" creationId="{658AD83B-AFB1-45F7-453A-FF588C5E012C}"/>
          </ac:spMkLst>
        </pc:spChg>
        <pc:spChg chg="mod">
          <ac:chgData name="Aayah Abdulhakeem Kamkar" userId="fe09df7a-02cc-4ebc-a782-b5294a02ed9d" providerId="ADAL" clId="{1C280E7A-D203-4910-B04F-81743BA7246E}" dt="2026-07-19T16:20:50.448" v="4595"/>
          <ac:spMkLst>
            <pc:docMk/>
            <pc:sldMk cId="415197068" sldId="435"/>
            <ac:spMk id="21" creationId="{B06FBAAB-3B69-E38E-576D-4CED878FF809}"/>
          </ac:spMkLst>
        </pc:spChg>
        <pc:spChg chg="mod">
          <ac:chgData name="Aayah Abdulhakeem Kamkar" userId="fe09df7a-02cc-4ebc-a782-b5294a02ed9d" providerId="ADAL" clId="{1C280E7A-D203-4910-B04F-81743BA7246E}" dt="2026-07-19T16:24:24.141" v="4691" actId="20577"/>
          <ac:spMkLst>
            <pc:docMk/>
            <pc:sldMk cId="415197068" sldId="435"/>
            <ac:spMk id="22" creationId="{69BC2849-9B7F-64C5-E527-81B017A5E3F9}"/>
          </ac:spMkLst>
        </pc:spChg>
        <pc:spChg chg="mod">
          <ac:chgData name="Aayah Abdulhakeem Kamkar" userId="fe09df7a-02cc-4ebc-a782-b5294a02ed9d" providerId="ADAL" clId="{1C280E7A-D203-4910-B04F-81743BA7246E}" dt="2026-07-19T16:22:15.705" v="4611" actId="1076"/>
          <ac:spMkLst>
            <pc:docMk/>
            <pc:sldMk cId="415197068" sldId="435"/>
            <ac:spMk id="23" creationId="{CF4ED342-CE56-C6A9-A47C-82708FB8CAF8}"/>
          </ac:spMkLst>
        </pc:spChg>
        <pc:spChg chg="mod">
          <ac:chgData name="Aayah Abdulhakeem Kamkar" userId="fe09df7a-02cc-4ebc-a782-b5294a02ed9d" providerId="ADAL" clId="{1C280E7A-D203-4910-B04F-81743BA7246E}" dt="2026-07-19T16:23:37.762" v="4647" actId="20577"/>
          <ac:spMkLst>
            <pc:docMk/>
            <pc:sldMk cId="415197068" sldId="435"/>
            <ac:spMk id="24" creationId="{C37281E6-5E0C-9625-5E88-B0A353DAB70A}"/>
          </ac:spMkLst>
        </pc:spChg>
        <pc:spChg chg="mod">
          <ac:chgData name="Aayah Abdulhakeem Kamkar" userId="fe09df7a-02cc-4ebc-a782-b5294a02ed9d" providerId="ADAL" clId="{1C280E7A-D203-4910-B04F-81743BA7246E}" dt="2026-07-19T16:25:51.998" v="4754"/>
          <ac:spMkLst>
            <pc:docMk/>
            <pc:sldMk cId="415197068" sldId="435"/>
            <ac:spMk id="25" creationId="{17A6F274-2CBF-9DA2-3423-72AC315E5943}"/>
          </ac:spMkLst>
        </pc:spChg>
        <pc:spChg chg="mod">
          <ac:chgData name="Aayah Abdulhakeem Kamkar" userId="fe09df7a-02cc-4ebc-a782-b5294a02ed9d" providerId="ADAL" clId="{1C280E7A-D203-4910-B04F-81743BA7246E}" dt="2026-07-19T16:21:55.460" v="4608" actId="1076"/>
          <ac:spMkLst>
            <pc:docMk/>
            <pc:sldMk cId="415197068" sldId="435"/>
            <ac:spMk id="28" creationId="{21255F33-53D6-4FC4-CFC5-1B41C4C9B342}"/>
          </ac:spMkLst>
        </pc:spChg>
        <pc:spChg chg="mod">
          <ac:chgData name="Aayah Abdulhakeem Kamkar" userId="fe09df7a-02cc-4ebc-a782-b5294a02ed9d" providerId="ADAL" clId="{1C280E7A-D203-4910-B04F-81743BA7246E}" dt="2026-07-19T16:24:30.050" v="4708" actId="20577"/>
          <ac:spMkLst>
            <pc:docMk/>
            <pc:sldMk cId="415197068" sldId="435"/>
            <ac:spMk id="29" creationId="{69580CC9-D955-657F-2EDA-61C0F5C9E4F2}"/>
          </ac:spMkLst>
        </pc:spChg>
        <pc:spChg chg="mod">
          <ac:chgData name="Aayah Abdulhakeem Kamkar" userId="fe09df7a-02cc-4ebc-a782-b5294a02ed9d" providerId="ADAL" clId="{1C280E7A-D203-4910-B04F-81743BA7246E}" dt="2026-07-19T16:21:49.532" v="4607" actId="1076"/>
          <ac:spMkLst>
            <pc:docMk/>
            <pc:sldMk cId="415197068" sldId="435"/>
            <ac:spMk id="30" creationId="{BB22931A-E9D8-DDF7-A9E6-DA622948C125}"/>
          </ac:spMkLst>
        </pc:spChg>
        <pc:spChg chg="mod">
          <ac:chgData name="Aayah Abdulhakeem Kamkar" userId="fe09df7a-02cc-4ebc-a782-b5294a02ed9d" providerId="ADAL" clId="{1C280E7A-D203-4910-B04F-81743BA7246E}" dt="2026-07-19T16:23:40.453" v="4651" actId="20577"/>
          <ac:spMkLst>
            <pc:docMk/>
            <pc:sldMk cId="415197068" sldId="435"/>
            <ac:spMk id="31" creationId="{1B30B651-82E4-019C-DF94-0CF61ED0EC63}"/>
          </ac:spMkLst>
        </pc:spChg>
        <pc:spChg chg="mod">
          <ac:chgData name="Aayah Abdulhakeem Kamkar" userId="fe09df7a-02cc-4ebc-a782-b5294a02ed9d" providerId="ADAL" clId="{1C280E7A-D203-4910-B04F-81743BA7246E}" dt="2026-07-19T16:25:56.979" v="4755"/>
          <ac:spMkLst>
            <pc:docMk/>
            <pc:sldMk cId="415197068" sldId="435"/>
            <ac:spMk id="32" creationId="{733CB98A-2BA6-D800-4F7B-10484249CA7A}"/>
          </ac:spMkLst>
        </pc:spChg>
        <pc:spChg chg="mod">
          <ac:chgData name="Aayah Abdulhakeem Kamkar" userId="fe09df7a-02cc-4ebc-a782-b5294a02ed9d" providerId="ADAL" clId="{1C280E7A-D203-4910-B04F-81743BA7246E}" dt="2026-07-19T16:20:59.401" v="4597"/>
          <ac:spMkLst>
            <pc:docMk/>
            <pc:sldMk cId="415197068" sldId="435"/>
            <ac:spMk id="35" creationId="{0803C65C-ADC2-8D23-79A6-724401B91348}"/>
          </ac:spMkLst>
        </pc:spChg>
        <pc:spChg chg="mod">
          <ac:chgData name="Aayah Abdulhakeem Kamkar" userId="fe09df7a-02cc-4ebc-a782-b5294a02ed9d" providerId="ADAL" clId="{1C280E7A-D203-4910-B04F-81743BA7246E}" dt="2026-07-19T16:24:37.374" v="4728" actId="20577"/>
          <ac:spMkLst>
            <pc:docMk/>
            <pc:sldMk cId="415197068" sldId="435"/>
            <ac:spMk id="36" creationId="{FC46FB9D-6B3A-81C8-3D91-7FF34152A56D}"/>
          </ac:spMkLst>
        </pc:spChg>
        <pc:spChg chg="mod">
          <ac:chgData name="Aayah Abdulhakeem Kamkar" userId="fe09df7a-02cc-4ebc-a782-b5294a02ed9d" providerId="ADAL" clId="{1C280E7A-D203-4910-B04F-81743BA7246E}" dt="2026-07-19T16:21:42.333" v="4605"/>
          <ac:spMkLst>
            <pc:docMk/>
            <pc:sldMk cId="415197068" sldId="435"/>
            <ac:spMk id="37" creationId="{2CC18767-C27E-D8C7-8366-E17983654352}"/>
          </ac:spMkLst>
        </pc:spChg>
        <pc:spChg chg="mod">
          <ac:chgData name="Aayah Abdulhakeem Kamkar" userId="fe09df7a-02cc-4ebc-a782-b5294a02ed9d" providerId="ADAL" clId="{1C280E7A-D203-4910-B04F-81743BA7246E}" dt="2026-07-19T16:23:42.967" v="4655" actId="20577"/>
          <ac:spMkLst>
            <pc:docMk/>
            <pc:sldMk cId="415197068" sldId="435"/>
            <ac:spMk id="38" creationId="{0C197F2C-77A5-26F4-A2BE-010CA7C81D1E}"/>
          </ac:spMkLst>
        </pc:spChg>
        <pc:spChg chg="mod">
          <ac:chgData name="Aayah Abdulhakeem Kamkar" userId="fe09df7a-02cc-4ebc-a782-b5294a02ed9d" providerId="ADAL" clId="{1C280E7A-D203-4910-B04F-81743BA7246E}" dt="2026-07-19T16:26:02.373" v="4756"/>
          <ac:spMkLst>
            <pc:docMk/>
            <pc:sldMk cId="415197068" sldId="435"/>
            <ac:spMk id="39" creationId="{F429B493-04F6-0EAB-BE3D-4F1CC5C8E1D3}"/>
          </ac:spMkLst>
        </pc:spChg>
        <pc:spChg chg="mod">
          <ac:chgData name="Aayah Abdulhakeem Kamkar" userId="fe09df7a-02cc-4ebc-a782-b5294a02ed9d" providerId="ADAL" clId="{1C280E7A-D203-4910-B04F-81743BA7246E}" dt="2026-07-19T16:21:04.257" v="4598"/>
          <ac:spMkLst>
            <pc:docMk/>
            <pc:sldMk cId="415197068" sldId="435"/>
            <ac:spMk id="42" creationId="{1B033117-CBB5-956C-AD96-CA3E00831674}"/>
          </ac:spMkLst>
        </pc:spChg>
        <pc:spChg chg="mod">
          <ac:chgData name="Aayah Abdulhakeem Kamkar" userId="fe09df7a-02cc-4ebc-a782-b5294a02ed9d" providerId="ADAL" clId="{1C280E7A-D203-4910-B04F-81743BA7246E}" dt="2026-07-19T16:24:56.615" v="4731" actId="14100"/>
          <ac:spMkLst>
            <pc:docMk/>
            <pc:sldMk cId="415197068" sldId="435"/>
            <ac:spMk id="43" creationId="{682E4D4E-3A53-D786-817A-A3F1B87474D8}"/>
          </ac:spMkLst>
        </pc:spChg>
        <pc:spChg chg="mod">
          <ac:chgData name="Aayah Abdulhakeem Kamkar" userId="fe09df7a-02cc-4ebc-a782-b5294a02ed9d" providerId="ADAL" clId="{1C280E7A-D203-4910-B04F-81743BA7246E}" dt="2026-07-19T16:21:37.394" v="4604" actId="1076"/>
          <ac:spMkLst>
            <pc:docMk/>
            <pc:sldMk cId="415197068" sldId="435"/>
            <ac:spMk id="44" creationId="{0B73EF69-82C6-ACA2-B66D-9A23C87A3C50}"/>
          </ac:spMkLst>
        </pc:spChg>
        <pc:spChg chg="mod">
          <ac:chgData name="Aayah Abdulhakeem Kamkar" userId="fe09df7a-02cc-4ebc-a782-b5294a02ed9d" providerId="ADAL" clId="{1C280E7A-D203-4910-B04F-81743BA7246E}" dt="2026-07-19T16:23:45.763" v="4659" actId="20577"/>
          <ac:spMkLst>
            <pc:docMk/>
            <pc:sldMk cId="415197068" sldId="435"/>
            <ac:spMk id="45" creationId="{2168DF79-ACBE-4645-DABF-4DDE7A8EBB1C}"/>
          </ac:spMkLst>
        </pc:spChg>
        <pc:spChg chg="mod">
          <ac:chgData name="Aayah Abdulhakeem Kamkar" userId="fe09df7a-02cc-4ebc-a782-b5294a02ed9d" providerId="ADAL" clId="{1C280E7A-D203-4910-B04F-81743BA7246E}" dt="2026-07-19T16:26:13.501" v="4757"/>
          <ac:spMkLst>
            <pc:docMk/>
            <pc:sldMk cId="415197068" sldId="435"/>
            <ac:spMk id="46" creationId="{0BE8A2AA-9011-46EB-07D7-40A75F70587C}"/>
          </ac:spMkLst>
        </pc:spChg>
        <pc:spChg chg="mod">
          <ac:chgData name="Aayah Abdulhakeem Kamkar" userId="fe09df7a-02cc-4ebc-a782-b5294a02ed9d" providerId="ADAL" clId="{1C280E7A-D203-4910-B04F-81743BA7246E}" dt="2026-07-19T16:21:12.864" v="4599"/>
          <ac:spMkLst>
            <pc:docMk/>
            <pc:sldMk cId="415197068" sldId="435"/>
            <ac:spMk id="49" creationId="{37079499-A294-E99B-868C-EDE2B1609ACE}"/>
          </ac:spMkLst>
        </pc:spChg>
        <pc:spChg chg="mod">
          <ac:chgData name="Aayah Abdulhakeem Kamkar" userId="fe09df7a-02cc-4ebc-a782-b5294a02ed9d" providerId="ADAL" clId="{1C280E7A-D203-4910-B04F-81743BA7246E}" dt="2026-07-19T16:24:50.216" v="4730"/>
          <ac:spMkLst>
            <pc:docMk/>
            <pc:sldMk cId="415197068" sldId="435"/>
            <ac:spMk id="50" creationId="{B0034E01-E398-1F17-1873-E54E4B9FC402}"/>
          </ac:spMkLst>
        </pc:spChg>
        <pc:spChg chg="mod">
          <ac:chgData name="Aayah Abdulhakeem Kamkar" userId="fe09df7a-02cc-4ebc-a782-b5294a02ed9d" providerId="ADAL" clId="{1C280E7A-D203-4910-B04F-81743BA7246E}" dt="2026-07-19T16:21:29.408" v="4602"/>
          <ac:spMkLst>
            <pc:docMk/>
            <pc:sldMk cId="415197068" sldId="435"/>
            <ac:spMk id="51" creationId="{2C80F6CD-608D-9A3D-55C5-BE1B2A6F5005}"/>
          </ac:spMkLst>
        </pc:spChg>
        <pc:spChg chg="mod">
          <ac:chgData name="Aayah Abdulhakeem Kamkar" userId="fe09df7a-02cc-4ebc-a782-b5294a02ed9d" providerId="ADAL" clId="{1C280E7A-D203-4910-B04F-81743BA7246E}" dt="2026-07-19T16:23:48.136" v="4663" actId="20577"/>
          <ac:spMkLst>
            <pc:docMk/>
            <pc:sldMk cId="415197068" sldId="435"/>
            <ac:spMk id="52" creationId="{1F871A06-356D-EE7F-191A-12E0D0E81998}"/>
          </ac:spMkLst>
        </pc:spChg>
        <pc:spChg chg="mod">
          <ac:chgData name="Aayah Abdulhakeem Kamkar" userId="fe09df7a-02cc-4ebc-a782-b5294a02ed9d" providerId="ADAL" clId="{1C280E7A-D203-4910-B04F-81743BA7246E}" dt="2026-07-19T16:26:17.367" v="4758"/>
          <ac:spMkLst>
            <pc:docMk/>
            <pc:sldMk cId="415197068" sldId="435"/>
            <ac:spMk id="53" creationId="{1108CC04-BB9E-56AE-3A07-D3EC2F24BA44}"/>
          </ac:spMkLst>
        </pc:spChg>
        <pc:spChg chg="mod">
          <ac:chgData name="Aayah Abdulhakeem Kamkar" userId="fe09df7a-02cc-4ebc-a782-b5294a02ed9d" providerId="ADAL" clId="{1C280E7A-D203-4910-B04F-81743BA7246E}" dt="2026-07-19T16:21:19.311" v="4600"/>
          <ac:spMkLst>
            <pc:docMk/>
            <pc:sldMk cId="415197068" sldId="435"/>
            <ac:spMk id="56" creationId="{93FD763B-4EE3-5115-20D5-379489299F91}"/>
          </ac:spMkLst>
        </pc:spChg>
        <pc:spChg chg="mod">
          <ac:chgData name="Aayah Abdulhakeem Kamkar" userId="fe09df7a-02cc-4ebc-a782-b5294a02ed9d" providerId="ADAL" clId="{1C280E7A-D203-4910-B04F-81743BA7246E}" dt="2026-07-19T16:25:08.698" v="4733" actId="14100"/>
          <ac:spMkLst>
            <pc:docMk/>
            <pc:sldMk cId="415197068" sldId="435"/>
            <ac:spMk id="57" creationId="{766AB759-F814-34D5-CC45-A492558BB59C}"/>
          </ac:spMkLst>
        </pc:spChg>
        <pc:spChg chg="mod">
          <ac:chgData name="Aayah Abdulhakeem Kamkar" userId="fe09df7a-02cc-4ebc-a782-b5294a02ed9d" providerId="ADAL" clId="{1C280E7A-D203-4910-B04F-81743BA7246E}" dt="2026-07-19T16:21:24.763" v="4601"/>
          <ac:spMkLst>
            <pc:docMk/>
            <pc:sldMk cId="415197068" sldId="435"/>
            <ac:spMk id="58" creationId="{35A7236B-00A9-0DA4-2808-310E3EA640AC}"/>
          </ac:spMkLst>
        </pc:spChg>
        <pc:spChg chg="mod">
          <ac:chgData name="Aayah Abdulhakeem Kamkar" userId="fe09df7a-02cc-4ebc-a782-b5294a02ed9d" providerId="ADAL" clId="{1C280E7A-D203-4910-B04F-81743BA7246E}" dt="2026-07-19T16:23:50.449" v="4667" actId="20577"/>
          <ac:spMkLst>
            <pc:docMk/>
            <pc:sldMk cId="415197068" sldId="435"/>
            <ac:spMk id="59" creationId="{8849CCA2-F45D-6CA7-7206-064A35B3FAA0}"/>
          </ac:spMkLst>
        </pc:spChg>
        <pc:spChg chg="mod">
          <ac:chgData name="Aayah Abdulhakeem Kamkar" userId="fe09df7a-02cc-4ebc-a782-b5294a02ed9d" providerId="ADAL" clId="{1C280E7A-D203-4910-B04F-81743BA7246E}" dt="2026-07-19T16:26:28.061" v="4759"/>
          <ac:spMkLst>
            <pc:docMk/>
            <pc:sldMk cId="415197068" sldId="435"/>
            <ac:spMk id="60" creationId="{658FAFB5-4153-14E5-AEC2-E653056E10E1}"/>
          </ac:spMkLst>
        </pc:spChg>
        <pc:picChg chg="add mod">
          <ac:chgData name="Aayah Abdulhakeem Kamkar" userId="fe09df7a-02cc-4ebc-a782-b5294a02ed9d" providerId="ADAL" clId="{1C280E7A-D203-4910-B04F-81743BA7246E}" dt="2026-07-19T16:17:15.164" v="4565" actId="571"/>
          <ac:picMkLst>
            <pc:docMk/>
            <pc:sldMk cId="415197068" sldId="435"/>
            <ac:picMk id="3" creationId="{E7BD7B27-656B-37FA-1041-28BF3B8DB36E}"/>
          </ac:picMkLst>
        </pc:picChg>
        <pc:picChg chg="add mod">
          <ac:chgData name="Aayah Abdulhakeem Kamkar" userId="fe09df7a-02cc-4ebc-a782-b5294a02ed9d" providerId="ADAL" clId="{1C280E7A-D203-4910-B04F-81743BA7246E}" dt="2026-07-19T16:17:20.999" v="4566" actId="571"/>
          <ac:picMkLst>
            <pc:docMk/>
            <pc:sldMk cId="415197068" sldId="435"/>
            <ac:picMk id="19" creationId="{6E748D68-33A6-9923-49F2-8C34D61BEF17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26" creationId="{1C24C832-3432-4D9C-F952-E33B47238595}"/>
          </ac:picMkLst>
        </pc:picChg>
        <pc:picChg chg="add mod">
          <ac:chgData name="Aayah Abdulhakeem Kamkar" userId="fe09df7a-02cc-4ebc-a782-b5294a02ed9d" providerId="ADAL" clId="{1C280E7A-D203-4910-B04F-81743BA7246E}" dt="2026-07-19T16:17:24.959" v="4567" actId="571"/>
          <ac:picMkLst>
            <pc:docMk/>
            <pc:sldMk cId="415197068" sldId="435"/>
            <ac:picMk id="33" creationId="{BF5E4FA5-C6EC-F5DB-E862-F76A8DD7687B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67" creationId="{9E1515E3-4F24-8CD4-8854-63DC07FD538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7" creationId="{732FE05F-E2DD-CE54-0A30-540D0A830FA2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79" creationId="{59AB5444-BB5D-5FD3-82AF-FCE8D32A0899}"/>
          </ac:picMkLst>
        </pc:picChg>
        <pc:picChg chg="del">
          <ac:chgData name="Aayah Abdulhakeem Kamkar" userId="fe09df7a-02cc-4ebc-a782-b5294a02ed9d" providerId="ADAL" clId="{1C280E7A-D203-4910-B04F-81743BA7246E}" dt="2026-07-19T16:17:09.770" v="4564" actId="478"/>
          <ac:picMkLst>
            <pc:docMk/>
            <pc:sldMk cId="415197068" sldId="435"/>
            <ac:picMk id="81" creationId="{8E9160E6-A169-EDF3-4717-83A71A13C49F}"/>
          </ac:picMkLst>
        </pc:picChg>
      </pc:sldChg>
      <pc:sldChg chg="delSp modSp add mod">
        <pc:chgData name="Aayah Abdulhakeem Kamkar" userId="fe09df7a-02cc-4ebc-a782-b5294a02ed9d" providerId="ADAL" clId="{1C280E7A-D203-4910-B04F-81743BA7246E}" dt="2026-07-19T16:26:52.336" v="4763"/>
        <pc:sldMkLst>
          <pc:docMk/>
          <pc:sldMk cId="1020007127" sldId="436"/>
        </pc:sldMkLst>
        <pc:spChg chg="mod">
          <ac:chgData name="Aayah Abdulhakeem Kamkar" userId="fe09df7a-02cc-4ebc-a782-b5294a02ed9d" providerId="ADAL" clId="{1C280E7A-D203-4910-B04F-81743BA7246E}" dt="2026-07-19T16:18:53.349" v="4589"/>
          <ac:spMkLst>
            <pc:docMk/>
            <pc:sldMk cId="1020007127" sldId="436"/>
            <ac:spMk id="4" creationId="{993BB1A1-2EA1-DE91-478B-C2B2405EE89B}"/>
          </ac:spMkLst>
        </pc:spChg>
        <pc:spChg chg="mod">
          <ac:chgData name="Aayah Abdulhakeem Kamkar" userId="fe09df7a-02cc-4ebc-a782-b5294a02ed9d" providerId="ADAL" clId="{1C280E7A-D203-4910-B04F-81743BA7246E}" dt="2026-07-19T16:22:27.930" v="4612"/>
          <ac:spMkLst>
            <pc:docMk/>
            <pc:sldMk cId="1020007127" sldId="436"/>
            <ac:spMk id="14" creationId="{AC8B4354-196B-6421-C40B-566796B403D8}"/>
          </ac:spMkLst>
        </pc:spChg>
        <pc:spChg chg="mod">
          <ac:chgData name="Aayah Abdulhakeem Kamkar" userId="fe09df7a-02cc-4ebc-a782-b5294a02ed9d" providerId="ADAL" clId="{1C280E7A-D203-4910-B04F-81743BA7246E}" dt="2026-07-19T16:25:21.726" v="4734"/>
          <ac:spMkLst>
            <pc:docMk/>
            <pc:sldMk cId="1020007127" sldId="436"/>
            <ac:spMk id="15" creationId="{B435D4F2-980C-9BA9-C744-156446AC231D}"/>
          </ac:spMkLst>
        </pc:spChg>
        <pc:spChg chg="mod">
          <ac:chgData name="Aayah Abdulhakeem Kamkar" userId="fe09df7a-02cc-4ebc-a782-b5294a02ed9d" providerId="ADAL" clId="{1C280E7A-D203-4910-B04F-81743BA7246E}" dt="2026-07-19T16:23:04.488" v="4621"/>
          <ac:spMkLst>
            <pc:docMk/>
            <pc:sldMk cId="1020007127" sldId="436"/>
            <ac:spMk id="16" creationId="{FC265613-D68E-D6A3-DE35-4ED8114BE62F}"/>
          </ac:spMkLst>
        </pc:spChg>
        <pc:spChg chg="mod">
          <ac:chgData name="Aayah Abdulhakeem Kamkar" userId="fe09df7a-02cc-4ebc-a782-b5294a02ed9d" providerId="ADAL" clId="{1C280E7A-D203-4910-B04F-81743BA7246E}" dt="2026-07-19T16:23:19.311" v="4625" actId="20577"/>
          <ac:spMkLst>
            <pc:docMk/>
            <pc:sldMk cId="1020007127" sldId="436"/>
            <ac:spMk id="17" creationId="{B812E8CF-B4F2-9AE7-DB83-208E3929A547}"/>
          </ac:spMkLst>
        </pc:spChg>
        <pc:spChg chg="mod">
          <ac:chgData name="Aayah Abdulhakeem Kamkar" userId="fe09df7a-02cc-4ebc-a782-b5294a02ed9d" providerId="ADAL" clId="{1C280E7A-D203-4910-B04F-81743BA7246E}" dt="2026-07-19T16:26:40.389" v="4760"/>
          <ac:spMkLst>
            <pc:docMk/>
            <pc:sldMk cId="1020007127" sldId="436"/>
            <ac:spMk id="18" creationId="{865A8764-22D2-3383-ADCB-0707548B6D55}"/>
          </ac:spMkLst>
        </pc:spChg>
        <pc:spChg chg="mod">
          <ac:chgData name="Aayah Abdulhakeem Kamkar" userId="fe09df7a-02cc-4ebc-a782-b5294a02ed9d" providerId="ADAL" clId="{1C280E7A-D203-4910-B04F-81743BA7246E}" dt="2026-07-19T16:22:32.320" v="4613"/>
          <ac:spMkLst>
            <pc:docMk/>
            <pc:sldMk cId="1020007127" sldId="436"/>
            <ac:spMk id="21" creationId="{8F3B9DF5-4257-65AC-2823-28415A0E5458}"/>
          </ac:spMkLst>
        </pc:spChg>
        <pc:spChg chg="mod">
          <ac:chgData name="Aayah Abdulhakeem Kamkar" userId="fe09df7a-02cc-4ebc-a782-b5294a02ed9d" providerId="ADAL" clId="{1C280E7A-D203-4910-B04F-81743BA7246E}" dt="2026-07-19T16:25:25.047" v="4740" actId="20577"/>
          <ac:spMkLst>
            <pc:docMk/>
            <pc:sldMk cId="1020007127" sldId="436"/>
            <ac:spMk id="22" creationId="{CBCF0F01-C17E-AA63-B570-A130F5482367}"/>
          </ac:spMkLst>
        </pc:spChg>
        <pc:spChg chg="mod">
          <ac:chgData name="Aayah Abdulhakeem Kamkar" userId="fe09df7a-02cc-4ebc-a782-b5294a02ed9d" providerId="ADAL" clId="{1C280E7A-D203-4910-B04F-81743BA7246E}" dt="2026-07-19T16:22:59.791" v="4620" actId="1076"/>
          <ac:spMkLst>
            <pc:docMk/>
            <pc:sldMk cId="1020007127" sldId="436"/>
            <ac:spMk id="23" creationId="{B7652B89-58E9-4D13-B070-81EF773B600A}"/>
          </ac:spMkLst>
        </pc:spChg>
        <pc:spChg chg="mod">
          <ac:chgData name="Aayah Abdulhakeem Kamkar" userId="fe09df7a-02cc-4ebc-a782-b5294a02ed9d" providerId="ADAL" clId="{1C280E7A-D203-4910-B04F-81743BA7246E}" dt="2026-07-19T16:23:22.585" v="4629" actId="20577"/>
          <ac:spMkLst>
            <pc:docMk/>
            <pc:sldMk cId="1020007127" sldId="436"/>
            <ac:spMk id="24" creationId="{1DA17830-E609-336E-DEA1-62D2A0DF8D9E}"/>
          </ac:spMkLst>
        </pc:spChg>
        <pc:spChg chg="mod">
          <ac:chgData name="Aayah Abdulhakeem Kamkar" userId="fe09df7a-02cc-4ebc-a782-b5294a02ed9d" providerId="ADAL" clId="{1C280E7A-D203-4910-B04F-81743BA7246E}" dt="2026-07-19T16:26:44.690" v="4761"/>
          <ac:spMkLst>
            <pc:docMk/>
            <pc:sldMk cId="1020007127" sldId="436"/>
            <ac:spMk id="25" creationId="{C426D9B1-E7DD-EBD1-70E0-E18786435E5F}"/>
          </ac:spMkLst>
        </pc:spChg>
        <pc:spChg chg="mod">
          <ac:chgData name="Aayah Abdulhakeem Kamkar" userId="fe09df7a-02cc-4ebc-a782-b5294a02ed9d" providerId="ADAL" clId="{1C280E7A-D203-4910-B04F-81743BA7246E}" dt="2026-07-19T16:22:36.799" v="4614"/>
          <ac:spMkLst>
            <pc:docMk/>
            <pc:sldMk cId="1020007127" sldId="436"/>
            <ac:spMk id="28" creationId="{C7063970-E548-B2F5-C8B1-0BDB5D6AA429}"/>
          </ac:spMkLst>
        </pc:spChg>
        <pc:spChg chg="mod">
          <ac:chgData name="Aayah Abdulhakeem Kamkar" userId="fe09df7a-02cc-4ebc-a782-b5294a02ed9d" providerId="ADAL" clId="{1C280E7A-D203-4910-B04F-81743BA7246E}" dt="2026-07-19T16:25:28.113" v="4746" actId="20577"/>
          <ac:spMkLst>
            <pc:docMk/>
            <pc:sldMk cId="1020007127" sldId="436"/>
            <ac:spMk id="29" creationId="{05E7D61A-84C9-F7D1-54E2-2EC8086ED02A}"/>
          </ac:spMkLst>
        </pc:spChg>
        <pc:spChg chg="mod">
          <ac:chgData name="Aayah Abdulhakeem Kamkar" userId="fe09df7a-02cc-4ebc-a782-b5294a02ed9d" providerId="ADAL" clId="{1C280E7A-D203-4910-B04F-81743BA7246E}" dt="2026-07-19T16:22:52" v="4618" actId="1076"/>
          <ac:spMkLst>
            <pc:docMk/>
            <pc:sldMk cId="1020007127" sldId="436"/>
            <ac:spMk id="30" creationId="{63D4FC24-8806-DB2E-6C14-F659AE3D1705}"/>
          </ac:spMkLst>
        </pc:spChg>
        <pc:spChg chg="mod">
          <ac:chgData name="Aayah Abdulhakeem Kamkar" userId="fe09df7a-02cc-4ebc-a782-b5294a02ed9d" providerId="ADAL" clId="{1C280E7A-D203-4910-B04F-81743BA7246E}" dt="2026-07-19T16:23:25.203" v="4633" actId="20577"/>
          <ac:spMkLst>
            <pc:docMk/>
            <pc:sldMk cId="1020007127" sldId="436"/>
            <ac:spMk id="31" creationId="{738EE98D-FA6A-1690-15D3-4D05C09F6F0F}"/>
          </ac:spMkLst>
        </pc:spChg>
        <pc:spChg chg="mod">
          <ac:chgData name="Aayah Abdulhakeem Kamkar" userId="fe09df7a-02cc-4ebc-a782-b5294a02ed9d" providerId="ADAL" clId="{1C280E7A-D203-4910-B04F-81743BA7246E}" dt="2026-07-19T16:26:48.593" v="4762"/>
          <ac:spMkLst>
            <pc:docMk/>
            <pc:sldMk cId="1020007127" sldId="436"/>
            <ac:spMk id="32" creationId="{F33AF941-2BD7-5B02-4E85-620652D61C1D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34" creationId="{3C0E5BEA-B43B-4BE4-9E1B-64D9620FD4C7}"/>
          </ac:spMkLst>
        </pc:spChg>
        <pc:spChg chg="mod">
          <ac:chgData name="Aayah Abdulhakeem Kamkar" userId="fe09df7a-02cc-4ebc-a782-b5294a02ed9d" providerId="ADAL" clId="{1C280E7A-D203-4910-B04F-81743BA7246E}" dt="2026-07-19T16:22:40.883" v="4615"/>
          <ac:spMkLst>
            <pc:docMk/>
            <pc:sldMk cId="1020007127" sldId="436"/>
            <ac:spMk id="35" creationId="{FA5113AD-D61B-5C1C-5FEE-DE491A2075DD}"/>
          </ac:spMkLst>
        </pc:spChg>
        <pc:spChg chg="mod">
          <ac:chgData name="Aayah Abdulhakeem Kamkar" userId="fe09df7a-02cc-4ebc-a782-b5294a02ed9d" providerId="ADAL" clId="{1C280E7A-D203-4910-B04F-81743BA7246E}" dt="2026-07-19T16:25:31.513" v="4752" actId="20577"/>
          <ac:spMkLst>
            <pc:docMk/>
            <pc:sldMk cId="1020007127" sldId="436"/>
            <ac:spMk id="36" creationId="{665AEFCD-5937-575A-8640-EF94486DF863}"/>
          </ac:spMkLst>
        </pc:spChg>
        <pc:spChg chg="mod">
          <ac:chgData name="Aayah Abdulhakeem Kamkar" userId="fe09df7a-02cc-4ebc-a782-b5294a02ed9d" providerId="ADAL" clId="{1C280E7A-D203-4910-B04F-81743BA7246E}" dt="2026-07-19T16:22:44.714" v="4616"/>
          <ac:spMkLst>
            <pc:docMk/>
            <pc:sldMk cId="1020007127" sldId="436"/>
            <ac:spMk id="37" creationId="{672AF72C-6099-1753-D8E5-09978A97A220}"/>
          </ac:spMkLst>
        </pc:spChg>
        <pc:spChg chg="mod">
          <ac:chgData name="Aayah Abdulhakeem Kamkar" userId="fe09df7a-02cc-4ebc-a782-b5294a02ed9d" providerId="ADAL" clId="{1C280E7A-D203-4910-B04F-81743BA7246E}" dt="2026-07-19T16:23:28.686" v="4639" actId="20577"/>
          <ac:spMkLst>
            <pc:docMk/>
            <pc:sldMk cId="1020007127" sldId="436"/>
            <ac:spMk id="38" creationId="{2C389D1A-8773-57AD-A876-329E07A5A476}"/>
          </ac:spMkLst>
        </pc:spChg>
        <pc:spChg chg="mod">
          <ac:chgData name="Aayah Abdulhakeem Kamkar" userId="fe09df7a-02cc-4ebc-a782-b5294a02ed9d" providerId="ADAL" clId="{1C280E7A-D203-4910-B04F-81743BA7246E}" dt="2026-07-19T16:26:52.336" v="4763"/>
          <ac:spMkLst>
            <pc:docMk/>
            <pc:sldMk cId="1020007127" sldId="436"/>
            <ac:spMk id="39" creationId="{BC523A6C-4973-F095-C77A-938B3A7E04D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1" creationId="{6CAE4623-50E2-D8AB-17D0-8EF04390DEA1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2" creationId="{508C5DE3-5A2F-6237-DEA1-0B5F2DB93F0F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3" creationId="{1716D174-113B-043D-D754-0D7B1E3D2692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4" creationId="{6908C9D3-4984-D5FD-4E3B-874F09FB2F4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5" creationId="{C9755787-4348-795C-139C-EC4F8BB805D4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46" creationId="{54DB7C83-D3C5-6EA8-BF9F-118A4AD77E8A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8" creationId="{689AC6B1-3F65-5A24-6705-6D714C64F46E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49" creationId="{6228D364-7673-72F9-F61E-FB2940AC305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0" creationId="{94E8FAD0-D19E-EDD7-4A9D-CF1CB0F5B386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1" creationId="{5292BA03-18CE-5C67-C20F-08C880881AD0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2" creationId="{282D64AB-01BB-7DD5-5A90-A3EAFB5B515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3" creationId="{C3A4261D-DFAA-615C-FB5A-B8E018114E0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6" creationId="{58817F47-F07A-132A-1E11-B48B21956AEB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57" creationId="{592E82D5-35BA-5974-D6E8-499DCDA2EBBA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8" creationId="{44F2A7AA-8A43-2AC9-9215-835CF7CF4DEC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59" creationId="{C009FB71-20B0-27FD-58B6-E0BA8EBDD643}"/>
          </ac:spMkLst>
        </pc:spChg>
        <pc:spChg chg="del">
          <ac:chgData name="Aayah Abdulhakeem Kamkar" userId="fe09df7a-02cc-4ebc-a782-b5294a02ed9d" providerId="ADAL" clId="{1C280E7A-D203-4910-B04F-81743BA7246E}" dt="2026-07-19T16:17:39.992" v="4572" actId="478"/>
          <ac:spMkLst>
            <pc:docMk/>
            <pc:sldMk cId="1020007127" sldId="436"/>
            <ac:spMk id="60" creationId="{AA9029B6-F8AB-98D7-351D-43DE9D89ACF4}"/>
          </ac:spMkLst>
        </pc:spChg>
        <pc:spChg chg="del">
          <ac:chgData name="Aayah Abdulhakeem Kamkar" userId="fe09df7a-02cc-4ebc-a782-b5294a02ed9d" providerId="ADAL" clId="{1C280E7A-D203-4910-B04F-81743BA7246E}" dt="2026-07-19T16:17:45.065" v="4573" actId="478"/>
          <ac:spMkLst>
            <pc:docMk/>
            <pc:sldMk cId="1020007127" sldId="436"/>
            <ac:spMk id="62" creationId="{65E0A840-4203-08F0-D984-1EBA789DFB9E}"/>
          </ac:spMkLst>
        </pc:spChg>
        <pc:picChg chg="del">
          <ac:chgData name="Aayah Abdulhakeem Kamkar" userId="fe09df7a-02cc-4ebc-a782-b5294a02ed9d" providerId="ADAL" clId="{1C280E7A-D203-4910-B04F-81743BA7246E}" dt="2026-07-19T16:17:39.992" v="4572" actId="478"/>
          <ac:picMkLst>
            <pc:docMk/>
            <pc:sldMk cId="1020007127" sldId="436"/>
            <ac:picMk id="85" creationId="{97764365-8D5E-2E13-3D25-05FD794C6DBB}"/>
          </ac:picMkLst>
        </pc:picChg>
      </pc:sldChg>
      <pc:sldChg chg="modSp add del mod">
        <pc:chgData name="Aayah Abdulhakeem Kamkar" userId="fe09df7a-02cc-4ebc-a782-b5294a02ed9d" providerId="ADAL" clId="{1C280E7A-D203-4910-B04F-81743BA7246E}" dt="2026-07-19T16:17:28.444" v="4568" actId="47"/>
        <pc:sldMkLst>
          <pc:docMk/>
          <pc:sldMk cId="3323443788" sldId="436"/>
        </pc:sldMkLst>
        <pc:spChg chg="mod">
          <ac:chgData name="Aayah Abdulhakeem Kamkar" userId="fe09df7a-02cc-4ebc-a782-b5294a02ed9d" providerId="ADAL" clId="{1C280E7A-D203-4910-B04F-81743BA7246E}" dt="2026-07-19T16:16:58.398" v="4563" actId="20577"/>
          <ac:spMkLst>
            <pc:docMk/>
            <pc:sldMk cId="3323443788" sldId="436"/>
            <ac:spMk id="4" creationId="{C4C7E058-F00E-C989-8902-8FE20C3491D0}"/>
          </ac:spMkLst>
        </pc:spChg>
      </pc:sldChg>
      <pc:sldMasterChg chg="addSp modSp mod">
        <pc:chgData name="Aayah Abdulhakeem Kamkar" userId="fe09df7a-02cc-4ebc-a782-b5294a02ed9d" providerId="ADAL" clId="{1C280E7A-D203-4910-B04F-81743BA7246E}" dt="2026-07-19T14:23:24.413" v="471"/>
        <pc:sldMasterMkLst>
          <pc:docMk/>
          <pc:sldMasterMk cId="0" sldId="2147483648"/>
        </pc:sldMasterMkLst>
        <pc:graphicFrameChg chg="add mod modVis">
          <ac:chgData name="Aayah Abdulhakeem Kamkar" userId="fe09df7a-02cc-4ebc-a782-b5294a02ed9d" providerId="ADAL" clId="{1C280E7A-D203-4910-B04F-81743BA7246E}" dt="2026-07-19T14:23:24.413" v="471"/>
          <ac:graphicFrameMkLst>
            <pc:docMk/>
            <pc:sldMasterMk cId="0" sldId="2147483648"/>
            <ac:graphicFrameMk id="2" creationId="{50D672F3-9192-165A-E730-349E1AC3D2A8}"/>
          </ac:graphicFrameMkLst>
        </pc:graphicFrameChg>
      </pc:sldMasterChg>
      <pc:sldMasterChg chg="addSp modSp mod">
        <pc:chgData name="Aayah Abdulhakeem Kamkar" userId="fe09df7a-02cc-4ebc-a782-b5294a02ed9d" providerId="ADAL" clId="{1C280E7A-D203-4910-B04F-81743BA7246E}" dt="2026-07-19T14:23:24.395" v="459"/>
        <pc:sldMasterMkLst>
          <pc:docMk/>
          <pc:sldMasterMk cId="1974516234" sldId="2147483650"/>
        </pc:sldMasterMkLst>
        <pc:spChg chg="mod">
          <ac:chgData name="Aayah Abdulhakeem Kamkar" userId="fe09df7a-02cc-4ebc-a782-b5294a02ed9d" providerId="ADAL" clId="{1C280E7A-D203-4910-B04F-81743BA7246E}" dt="2026-07-19T14:23:24.027" v="120" actId="299"/>
          <ac:spMkLst>
            <pc:docMk/>
            <pc:sldMasterMk cId="1974516234" sldId="2147483650"/>
            <ac:spMk id="2" creationId="{1D39382C-632D-6644-CA54-FAF119852ED7}"/>
          </ac:spMkLst>
        </pc:spChg>
        <pc:graphicFrameChg chg="add mod ord modVis">
          <ac:chgData name="Aayah Abdulhakeem Kamkar" userId="fe09df7a-02cc-4ebc-a782-b5294a02ed9d" providerId="ADAL" clId="{1C280E7A-D203-4910-B04F-81743BA7246E}" dt="2026-07-19T14:23:24.395" v="459"/>
          <ac:graphicFrameMkLst>
            <pc:docMk/>
            <pc:sldMasterMk cId="1974516234" sldId="2147483650"/>
            <ac:graphicFrameMk id="7" creationId="{B84CD634-B867-1BDE-4663-523D84C6B88A}"/>
          </ac:graphicFrameMkLst>
        </pc:graphicFrameChg>
      </pc:sldMasterChg>
    </pc:docChg>
  </pc:docChgLst>
  <pc:docChgLst>
    <pc:chgData name="Alya Eisa Al Hazami" userId="621a2804-1fa9-4552-a97c-7d61af64718a" providerId="ADAL" clId="{A3F9380B-383D-4B03-BC6E-ED99686AF61E}"/>
    <pc:docChg chg="addSld modSld">
      <pc:chgData name="Alya Eisa Al Hazami" userId="621a2804-1fa9-4552-a97c-7d61af64718a" providerId="ADAL" clId="{A3F9380B-383D-4B03-BC6E-ED99686AF61E}" dt="2026-07-19T14:14:17.606" v="1"/>
      <pc:docMkLst>
        <pc:docMk/>
      </pc:docMkLst>
      <pc:sldChg chg="modSp">
        <pc:chgData name="Alya Eisa Al Hazami" userId="621a2804-1fa9-4552-a97c-7d61af64718a" providerId="ADAL" clId="{A3F9380B-383D-4B03-BC6E-ED99686AF61E}" dt="2026-07-19T14:12:43.613" v="0"/>
        <pc:sldMkLst>
          <pc:docMk/>
          <pc:sldMk cId="0" sldId="268"/>
        </pc:sldMkLst>
        <pc:spChg chg="mod">
          <ac:chgData name="Alya Eisa Al Hazami" userId="621a2804-1fa9-4552-a97c-7d61af64718a" providerId="ADAL" clId="{A3F9380B-383D-4B03-BC6E-ED99686AF61E}" dt="2026-07-19T14:12:43.613" v="0"/>
          <ac:spMkLst>
            <pc:docMk/>
            <pc:sldMk cId="0" sldId="268"/>
            <ac:spMk id="21" creationId="{00000000-0000-0000-0000-000000000000}"/>
          </ac:spMkLst>
        </pc:spChg>
      </pc:sldChg>
      <pc:sldChg chg="add setBg">
        <pc:chgData name="Alya Eisa Al Hazami" userId="621a2804-1fa9-4552-a97c-7d61af64718a" providerId="ADAL" clId="{A3F9380B-383D-4B03-BC6E-ED99686AF61E}" dt="2026-07-19T14:14:17.606" v="1"/>
        <pc:sldMkLst>
          <pc:docMk/>
          <pc:sldMk cId="2611850476" sldId="278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9442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5B056-49B1-4397-30D4-31FA931F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F199B5-549A-7CB8-370A-6953687CDC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A6E3A-4E1D-08C6-C53A-18A95B46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42C53-4603-6390-7216-7149E40CA6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626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0D672F3-9192-165A-E730-349E1AC3D2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0763276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606" imgH="608" progId="TCLayout.ActiveDocument.1">
                  <p:embed/>
                </p:oleObj>
              </mc:Choice>
              <mc:Fallback>
                <p:oleObj name="think-cell Slide" r:id="rId4" imgW="606" imgH="608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D672F3-9192-165A-E730-349E1AC3D2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zwe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47472"/>
            <a:ext cx="1298448" cy="6492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12984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COUNTRY OVERVIEW</a:t>
            </a:r>
            <a:endParaRPr lang="en-US" sz="1200"/>
          </a:p>
        </p:txBody>
      </p:sp>
      <p:sp>
        <p:nvSpPr>
          <p:cNvPr id="5" name="Text 2"/>
          <p:cNvSpPr/>
          <p:nvPr/>
        </p:nvSpPr>
        <p:spPr>
          <a:xfrm>
            <a:off x="347472" y="1536192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</a:t>
            </a:r>
            <a:endParaRPr lang="en-US" sz="4000"/>
          </a:p>
        </p:txBody>
      </p:sp>
      <p:sp>
        <p:nvSpPr>
          <p:cNvPr id="6" name="Text 3"/>
          <p:cNvSpPr/>
          <p:nvPr/>
        </p:nvSpPr>
        <p:spPr>
          <a:xfrm>
            <a:off x="384048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Republic of Paraguay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384048" y="2688336"/>
            <a:ext cx="2542032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4048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384048" y="305409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Upper-middle income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384048" y="33649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1200"/>
          </a:p>
        </p:txBody>
      </p:sp>
      <p:sp>
        <p:nvSpPr>
          <p:cNvPr id="11" name="Text 8"/>
          <p:cNvSpPr/>
          <p:nvPr/>
        </p:nvSpPr>
        <p:spPr>
          <a:xfrm>
            <a:off x="384048" y="3584448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Asunción</a:t>
            </a:r>
            <a:endParaRPr lang="en-US" sz="1200"/>
          </a:p>
        </p:txBody>
      </p:sp>
      <p:sp>
        <p:nvSpPr>
          <p:cNvPr id="12" name="Text 9"/>
          <p:cNvSpPr/>
          <p:nvPr/>
        </p:nvSpPr>
        <p:spPr>
          <a:xfrm>
            <a:off x="384048" y="389534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/ CAP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384048" y="4114800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~$6,640 (2024)</a:t>
            </a:r>
            <a:endParaRPr lang="en-US" sz="1200"/>
          </a:p>
        </p:txBody>
      </p:sp>
      <p:sp>
        <p:nvSpPr>
          <p:cNvPr id="14" name="Text 11"/>
          <p:cNvSpPr/>
          <p:nvPr/>
        </p:nvSpPr>
        <p:spPr>
          <a:xfrm>
            <a:off x="384048" y="442569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CURRENCY</a:t>
            </a:r>
            <a:endParaRPr lang="en-US" sz="1200"/>
          </a:p>
        </p:txBody>
      </p:sp>
      <p:sp>
        <p:nvSpPr>
          <p:cNvPr id="15" name="Text 12"/>
          <p:cNvSpPr/>
          <p:nvPr/>
        </p:nvSpPr>
        <p:spPr>
          <a:xfrm>
            <a:off x="384048" y="4645152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Guaraní (PYG)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384048" y="495604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LANGUAGES</a:t>
            </a:r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384048" y="517550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Spanish, Guaraní</a:t>
            </a:r>
            <a:endParaRPr lang="en-US" sz="1200"/>
          </a:p>
        </p:txBody>
      </p:sp>
      <p:sp>
        <p:nvSpPr>
          <p:cNvPr id="18" name="Text 15"/>
          <p:cNvSpPr/>
          <p:nvPr/>
        </p:nvSpPr>
        <p:spPr>
          <a:xfrm>
            <a:off x="384048" y="54864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PERIOD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384048" y="5705856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0" name="Text 17"/>
          <p:cNvSpPr/>
          <p:nvPr/>
        </p:nvSpPr>
        <p:spPr>
          <a:xfrm>
            <a:off x="384048" y="63825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2026</a:t>
            </a:r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3611880" y="2743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SNAPSHOT · JULY 2026</a:t>
            </a:r>
            <a:endParaRPr lang="en-US" sz="1200"/>
          </a:p>
        </p:txBody>
      </p:sp>
      <p:sp>
        <p:nvSpPr>
          <p:cNvPr id="22" name="Shape 19"/>
          <p:cNvSpPr/>
          <p:nvPr/>
        </p:nvSpPr>
        <p:spPr>
          <a:xfrm>
            <a:off x="7279340" y="402336"/>
            <a:ext cx="4516419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611880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721608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GENERAL</a:t>
            </a:r>
            <a:endParaRPr lang="en-US" sz="1200"/>
          </a:p>
        </p:txBody>
      </p:sp>
      <p:sp>
        <p:nvSpPr>
          <p:cNvPr id="25" name="Shape 22"/>
          <p:cNvSpPr/>
          <p:nvPr/>
        </p:nvSpPr>
        <p:spPr>
          <a:xfrm>
            <a:off x="3611880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3611880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3721608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~7.1M</a:t>
            </a:r>
            <a:endParaRPr lang="en-US" sz="2000"/>
          </a:p>
        </p:txBody>
      </p:sp>
      <p:sp>
        <p:nvSpPr>
          <p:cNvPr id="28" name="Text 25"/>
          <p:cNvSpPr/>
          <p:nvPr/>
        </p:nvSpPr>
        <p:spPr>
          <a:xfrm>
            <a:off x="3721608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Population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5001768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mid-2026</a:t>
            </a:r>
            <a:endParaRPr lang="en-US" sz="800"/>
          </a:p>
        </p:txBody>
      </p:sp>
      <p:sp>
        <p:nvSpPr>
          <p:cNvPr id="30" name="Shape 27"/>
          <p:cNvSpPr/>
          <p:nvPr/>
        </p:nvSpPr>
        <p:spPr>
          <a:xfrm>
            <a:off x="3611880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3721608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74.0 yrs</a:t>
            </a:r>
            <a:endParaRPr lang="en-US" sz="2000"/>
          </a:p>
        </p:txBody>
      </p:sp>
      <p:sp>
        <p:nvSpPr>
          <p:cNvPr id="32" name="Text 29"/>
          <p:cNvSpPr/>
          <p:nvPr/>
        </p:nvSpPr>
        <p:spPr>
          <a:xfrm>
            <a:off x="3721608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5001768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800"/>
          </a:p>
        </p:txBody>
      </p:sp>
      <p:sp>
        <p:nvSpPr>
          <p:cNvPr id="34" name="Shape 31"/>
          <p:cNvSpPr/>
          <p:nvPr/>
        </p:nvSpPr>
        <p:spPr>
          <a:xfrm>
            <a:off x="3611880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3721608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~95%</a:t>
            </a:r>
            <a:endParaRPr lang="en-US" sz="2000"/>
          </a:p>
        </p:txBody>
      </p:sp>
      <p:sp>
        <p:nvSpPr>
          <p:cNvPr id="36" name="Text 33"/>
          <p:cNvSpPr/>
          <p:nvPr/>
        </p:nvSpPr>
        <p:spPr>
          <a:xfrm>
            <a:off x="3721608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37" name="Text 34"/>
          <p:cNvSpPr/>
          <p:nvPr/>
        </p:nvSpPr>
        <p:spPr>
          <a:xfrm>
            <a:off x="5001768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2024</a:t>
            </a:r>
            <a:endParaRPr lang="en-US" sz="800"/>
          </a:p>
        </p:txBody>
      </p:sp>
      <p:sp>
        <p:nvSpPr>
          <p:cNvPr id="38" name="Shape 35"/>
          <p:cNvSpPr/>
          <p:nvPr/>
        </p:nvSpPr>
        <p:spPr>
          <a:xfrm>
            <a:off x="6409944" y="603504"/>
            <a:ext cx="45720" cy="2194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519672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40" name="Shape 37"/>
          <p:cNvSpPr/>
          <p:nvPr/>
        </p:nvSpPr>
        <p:spPr>
          <a:xfrm>
            <a:off x="6409944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6409944" y="896112"/>
            <a:ext cx="2670048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6519672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~$46bn</a:t>
            </a:r>
            <a:endParaRPr lang="en-US" sz="2000"/>
          </a:p>
        </p:txBody>
      </p:sp>
      <p:sp>
        <p:nvSpPr>
          <p:cNvPr id="43" name="Text 40"/>
          <p:cNvSpPr/>
          <p:nvPr/>
        </p:nvSpPr>
        <p:spPr>
          <a:xfrm>
            <a:off x="6519672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· 6.6% growth 2025</a:t>
            </a:r>
            <a:endParaRPr lang="en-US" sz="1200"/>
          </a:p>
        </p:txBody>
      </p:sp>
      <p:sp>
        <p:nvSpPr>
          <p:cNvPr id="44" name="Text 41"/>
          <p:cNvSpPr/>
          <p:nvPr/>
        </p:nvSpPr>
        <p:spPr>
          <a:xfrm>
            <a:off x="7799832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2026</a:t>
            </a:r>
            <a:endParaRPr lang="en-US" sz="800"/>
          </a:p>
        </p:txBody>
      </p:sp>
      <p:sp>
        <p:nvSpPr>
          <p:cNvPr id="45" name="Shape 42"/>
          <p:cNvSpPr/>
          <p:nvPr/>
        </p:nvSpPr>
        <p:spPr>
          <a:xfrm>
            <a:off x="6409944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6519672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~2%</a:t>
            </a:r>
            <a:endParaRPr lang="en-US" sz="2000"/>
          </a:p>
        </p:txBody>
      </p:sp>
      <p:sp>
        <p:nvSpPr>
          <p:cNvPr id="47" name="Text 44"/>
          <p:cNvSpPr/>
          <p:nvPr/>
        </p:nvSpPr>
        <p:spPr>
          <a:xfrm>
            <a:off x="6519672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(y/y Jun 26)</a:t>
            </a:r>
            <a:endParaRPr lang="en-US" sz="1200"/>
          </a:p>
        </p:txBody>
      </p:sp>
      <p:sp>
        <p:nvSpPr>
          <p:cNvPr id="48" name="Text 45"/>
          <p:cNvSpPr/>
          <p:nvPr/>
        </p:nvSpPr>
        <p:spPr>
          <a:xfrm>
            <a:off x="7799832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6-yr low</a:t>
            </a:r>
            <a:endParaRPr lang="en-US" sz="800"/>
          </a:p>
        </p:txBody>
      </p:sp>
      <p:sp>
        <p:nvSpPr>
          <p:cNvPr id="49" name="Shape 46"/>
          <p:cNvSpPr/>
          <p:nvPr/>
        </p:nvSpPr>
        <p:spPr>
          <a:xfrm>
            <a:off x="6409944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7"/>
          <p:cNvSpPr/>
          <p:nvPr/>
        </p:nvSpPr>
        <p:spPr>
          <a:xfrm>
            <a:off x="6519672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3.6%</a:t>
            </a:r>
            <a:endParaRPr lang="en-US" sz="2000"/>
          </a:p>
        </p:txBody>
      </p:sp>
      <p:sp>
        <p:nvSpPr>
          <p:cNvPr id="51" name="Text 48"/>
          <p:cNvSpPr/>
          <p:nvPr/>
        </p:nvSpPr>
        <p:spPr>
          <a:xfrm>
            <a:off x="6519672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</a:t>
            </a:r>
            <a:endParaRPr lang="en-US" sz="1200"/>
          </a:p>
        </p:txBody>
      </p:sp>
      <p:sp>
        <p:nvSpPr>
          <p:cNvPr id="52" name="Text 49"/>
          <p:cNvSpPr/>
          <p:nvPr/>
        </p:nvSpPr>
        <p:spPr>
          <a:xfrm>
            <a:off x="7799832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11.7%</a:t>
            </a:r>
            <a:endParaRPr lang="en-US" sz="800"/>
          </a:p>
        </p:txBody>
      </p:sp>
      <p:sp>
        <p:nvSpPr>
          <p:cNvPr id="53" name="Shape 50"/>
          <p:cNvSpPr/>
          <p:nvPr/>
        </p:nvSpPr>
        <p:spPr>
          <a:xfrm>
            <a:off x="9208008" y="603504"/>
            <a:ext cx="45720" cy="21945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9317736" y="57607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&amp; HUMANITARIAN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9208008" y="896112"/>
            <a:ext cx="267004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3"/>
          <p:cNvSpPr/>
          <p:nvPr/>
        </p:nvSpPr>
        <p:spPr>
          <a:xfrm>
            <a:off x="9208008" y="896112"/>
            <a:ext cx="2670048" cy="4114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9317736" y="98665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16/1K</a:t>
            </a:r>
            <a:endParaRPr lang="en-US" sz="2000"/>
          </a:p>
        </p:txBody>
      </p:sp>
      <p:sp>
        <p:nvSpPr>
          <p:cNvPr id="58" name="Text 55"/>
          <p:cNvSpPr/>
          <p:nvPr/>
        </p:nvSpPr>
        <p:spPr>
          <a:xfrm>
            <a:off x="9317736" y="1324269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59" name="Text 56"/>
          <p:cNvSpPr/>
          <p:nvPr/>
        </p:nvSpPr>
        <p:spPr>
          <a:xfrm>
            <a:off x="10597896" y="94183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UNICEF 2024</a:t>
            </a:r>
            <a:endParaRPr lang="en-US" sz="800"/>
          </a:p>
        </p:txBody>
      </p:sp>
      <p:sp>
        <p:nvSpPr>
          <p:cNvPr id="60" name="Shape 57"/>
          <p:cNvSpPr/>
          <p:nvPr/>
        </p:nvSpPr>
        <p:spPr>
          <a:xfrm>
            <a:off x="9208008" y="1682496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/>
          <p:nvPr/>
        </p:nvSpPr>
        <p:spPr>
          <a:xfrm>
            <a:off x="9317736" y="1773041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~18%</a:t>
            </a:r>
            <a:endParaRPr lang="en-US" sz="2000"/>
          </a:p>
        </p:txBody>
      </p:sp>
      <p:sp>
        <p:nvSpPr>
          <p:cNvPr id="62" name="Text 59"/>
          <p:cNvSpPr/>
          <p:nvPr/>
        </p:nvSpPr>
        <p:spPr>
          <a:xfrm>
            <a:off x="9317736" y="2110653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63" name="Text 60"/>
          <p:cNvSpPr/>
          <p:nvPr/>
        </p:nvSpPr>
        <p:spPr>
          <a:xfrm>
            <a:off x="10597896" y="172821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2025</a:t>
            </a:r>
            <a:endParaRPr lang="en-US" sz="800"/>
          </a:p>
        </p:txBody>
      </p:sp>
      <p:sp>
        <p:nvSpPr>
          <p:cNvPr id="64" name="Shape 61"/>
          <p:cNvSpPr/>
          <p:nvPr/>
        </p:nvSpPr>
        <p:spPr>
          <a:xfrm>
            <a:off x="9208008" y="2468880"/>
            <a:ext cx="2670048" cy="731520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/>
          <p:nvPr/>
        </p:nvSpPr>
        <p:spPr>
          <a:xfrm>
            <a:off x="9317736" y="2559425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99.8%</a:t>
            </a:r>
            <a:endParaRPr lang="en-US" sz="2000"/>
          </a:p>
        </p:txBody>
      </p:sp>
      <p:sp>
        <p:nvSpPr>
          <p:cNvPr id="66" name="Text 63"/>
          <p:cNvSpPr/>
          <p:nvPr/>
        </p:nvSpPr>
        <p:spPr>
          <a:xfrm>
            <a:off x="9317736" y="2897037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67" name="Text 64"/>
          <p:cNvSpPr/>
          <p:nvPr/>
        </p:nvSpPr>
        <p:spPr>
          <a:xfrm>
            <a:off x="10597896" y="251460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Hydropower surplus</a:t>
            </a:r>
            <a:endParaRPr lang="en-US" sz="800"/>
          </a:p>
        </p:txBody>
      </p:sp>
      <p:sp>
        <p:nvSpPr>
          <p:cNvPr id="68" name="Text 65"/>
          <p:cNvSpPr/>
          <p:nvPr/>
        </p:nvSpPr>
        <p:spPr>
          <a:xfrm>
            <a:off x="3611880" y="34015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GEOGRAPHIC CONTEXT · SECTOR STATUS</a:t>
            </a:r>
            <a:endParaRPr lang="en-US" sz="1200"/>
          </a:p>
        </p:txBody>
      </p:sp>
      <p:sp>
        <p:nvSpPr>
          <p:cNvPr id="69" name="Shape 66"/>
          <p:cNvSpPr/>
          <p:nvPr/>
        </p:nvSpPr>
        <p:spPr>
          <a:xfrm>
            <a:off x="7942728" y="3529584"/>
            <a:ext cx="3853031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7"/>
          <p:cNvSpPr/>
          <p:nvPr/>
        </p:nvSpPr>
        <p:spPr>
          <a:xfrm>
            <a:off x="6629400" y="3675888"/>
            <a:ext cx="5148072" cy="26151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8"/>
          <p:cNvSpPr/>
          <p:nvPr/>
        </p:nvSpPr>
        <p:spPr>
          <a:xfrm>
            <a:off x="6629400" y="3675888"/>
            <a:ext cx="5148072" cy="41148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69"/>
          <p:cNvSpPr/>
          <p:nvPr/>
        </p:nvSpPr>
        <p:spPr>
          <a:xfrm>
            <a:off x="6793992" y="3767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STATUS</a:t>
            </a:r>
            <a:endParaRPr lang="en-US" sz="1200"/>
          </a:p>
        </p:txBody>
      </p:sp>
      <p:sp>
        <p:nvSpPr>
          <p:cNvPr id="74" name="Text 70"/>
          <p:cNvSpPr/>
          <p:nvPr/>
        </p:nvSpPr>
        <p:spPr>
          <a:xfrm>
            <a:off x="679399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75" name="Shape 71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76" name="Text 72"/>
          <p:cNvSpPr/>
          <p:nvPr/>
        </p:nvSpPr>
        <p:spPr>
          <a:xfrm>
            <a:off x="10725912" y="408279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77" name="Shape 73"/>
          <p:cNvSpPr/>
          <p:nvPr/>
        </p:nvSpPr>
        <p:spPr>
          <a:xfrm>
            <a:off x="6793992" y="4407408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4"/>
          <p:cNvSpPr/>
          <p:nvPr/>
        </p:nvSpPr>
        <p:spPr>
          <a:xfrm>
            <a:off x="6793992" y="44394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79" name="Shape 75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0" name="Text 76"/>
          <p:cNvSpPr/>
          <p:nvPr/>
        </p:nvSpPr>
        <p:spPr>
          <a:xfrm>
            <a:off x="10725912" y="4443984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1" name="Shape 77"/>
          <p:cNvSpPr/>
          <p:nvPr/>
        </p:nvSpPr>
        <p:spPr>
          <a:xfrm>
            <a:off x="6793992" y="4768596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78"/>
          <p:cNvSpPr/>
          <p:nvPr/>
        </p:nvSpPr>
        <p:spPr>
          <a:xfrm>
            <a:off x="6793992" y="4800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83" name="Shape 79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4" name="Text 80"/>
          <p:cNvSpPr/>
          <p:nvPr/>
        </p:nvSpPr>
        <p:spPr>
          <a:xfrm>
            <a:off x="10725912" y="4805172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5" name="Shape 81"/>
          <p:cNvSpPr/>
          <p:nvPr/>
        </p:nvSpPr>
        <p:spPr>
          <a:xfrm>
            <a:off x="6793992" y="5129784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2"/>
          <p:cNvSpPr/>
          <p:nvPr/>
        </p:nvSpPr>
        <p:spPr>
          <a:xfrm>
            <a:off x="6793992" y="51617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Economic</a:t>
            </a:r>
            <a:endParaRPr lang="en-US" sz="1200"/>
          </a:p>
        </p:txBody>
      </p:sp>
      <p:sp>
        <p:nvSpPr>
          <p:cNvPr id="87" name="Shape 83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88" name="Text 84"/>
          <p:cNvSpPr/>
          <p:nvPr/>
        </p:nvSpPr>
        <p:spPr>
          <a:xfrm>
            <a:off x="10725912" y="5166360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</a:t>
            </a:r>
            <a:endParaRPr lang="en-US" sz="1000"/>
          </a:p>
        </p:txBody>
      </p:sp>
      <p:sp>
        <p:nvSpPr>
          <p:cNvPr id="89" name="Shape 85"/>
          <p:cNvSpPr/>
          <p:nvPr/>
        </p:nvSpPr>
        <p:spPr>
          <a:xfrm>
            <a:off x="6793992" y="5490972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6"/>
          <p:cNvSpPr/>
          <p:nvPr/>
        </p:nvSpPr>
        <p:spPr>
          <a:xfrm>
            <a:off x="6793992" y="5522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91" name="Shape 87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2" name="Text 88"/>
          <p:cNvSpPr/>
          <p:nvPr/>
        </p:nvSpPr>
        <p:spPr>
          <a:xfrm>
            <a:off x="10725912" y="5527548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3" name="Shape 89"/>
          <p:cNvSpPr/>
          <p:nvPr/>
        </p:nvSpPr>
        <p:spPr>
          <a:xfrm>
            <a:off x="6793992" y="5852160"/>
            <a:ext cx="4818888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0"/>
          <p:cNvSpPr/>
          <p:nvPr/>
        </p:nvSpPr>
        <p:spPr>
          <a:xfrm>
            <a:off x="6793992" y="58841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95" name="Shape 91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 sz="1200"/>
          </a:p>
        </p:txBody>
      </p:sp>
      <p:sp>
        <p:nvSpPr>
          <p:cNvPr id="96" name="Text 92"/>
          <p:cNvSpPr/>
          <p:nvPr/>
        </p:nvSpPr>
        <p:spPr>
          <a:xfrm>
            <a:off x="10725912" y="5888736"/>
            <a:ext cx="868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</a:t>
            </a:r>
            <a:endParaRPr lang="en-US" sz="1000"/>
          </a:p>
        </p:txBody>
      </p:sp>
      <p:sp>
        <p:nvSpPr>
          <p:cNvPr id="97" name="Shape 9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4"/>
          <p:cNvSpPr/>
          <p:nvPr/>
        </p:nvSpPr>
        <p:spPr>
          <a:xfrm>
            <a:off x="368447" y="65541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 IGME · UNICEF · WHO/UNICEF JMP</a:t>
            </a:r>
            <a:endParaRPr lang="en-US" sz="800"/>
          </a:p>
        </p:txBody>
      </p:sp>
      <p:sp>
        <p:nvSpPr>
          <p:cNvPr id="99" name="Text 9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01 / 23</a:t>
            </a:r>
            <a:endParaRPr lang="en-US" sz="1200"/>
          </a:p>
        </p:txBody>
      </p:sp>
      <p:sp>
        <p:nvSpPr>
          <p:cNvPr id="70" name="ALTO PARAGUAY"/>
          <p:cNvSpPr/>
          <p:nvPr/>
        </p:nvSpPr>
        <p:spPr>
          <a:xfrm>
            <a:off x="3940067" y="3675887"/>
            <a:ext cx="1206661" cy="995927"/>
          </a:xfrm>
          <a:custGeom>
            <a:avLst/>
            <a:gdLst/>
            <a:ahLst/>
            <a:cxnLst/>
            <a:rect l="l" t="t" r="r" b="b"/>
            <a:pathLst>
              <a:path w="1206661" h="995927">
                <a:moveTo>
                  <a:pt x="1155446" y="896554"/>
                </a:moveTo>
                <a:lnTo>
                  <a:pt x="1150761" y="880815"/>
                </a:lnTo>
                <a:lnTo>
                  <a:pt x="1163376" y="870340"/>
                </a:lnTo>
                <a:lnTo>
                  <a:pt x="1168324" y="837273"/>
                </a:lnTo>
                <a:lnTo>
                  <a:pt x="1178810" y="831520"/>
                </a:lnTo>
                <a:lnTo>
                  <a:pt x="1163489" y="821164"/>
                </a:lnTo>
                <a:lnTo>
                  <a:pt x="1180190" y="796105"/>
                </a:lnTo>
                <a:lnTo>
                  <a:pt x="1169021" y="786177"/>
                </a:lnTo>
                <a:lnTo>
                  <a:pt x="1187618" y="769110"/>
                </a:lnTo>
                <a:lnTo>
                  <a:pt x="1173020" y="757630"/>
                </a:lnTo>
                <a:lnTo>
                  <a:pt x="1178379" y="736869"/>
                </a:lnTo>
                <a:lnTo>
                  <a:pt x="1162817" y="716609"/>
                </a:lnTo>
                <a:lnTo>
                  <a:pt x="1196248" y="655626"/>
                </a:lnTo>
                <a:lnTo>
                  <a:pt x="1176458" y="638112"/>
                </a:lnTo>
                <a:lnTo>
                  <a:pt x="1196461" y="621000"/>
                </a:lnTo>
                <a:lnTo>
                  <a:pt x="1192036" y="563153"/>
                </a:lnTo>
                <a:lnTo>
                  <a:pt x="1206661" y="529541"/>
                </a:lnTo>
                <a:lnTo>
                  <a:pt x="1193148" y="531513"/>
                </a:lnTo>
                <a:lnTo>
                  <a:pt x="1174747" y="516649"/>
                </a:lnTo>
                <a:lnTo>
                  <a:pt x="1196135" y="495335"/>
                </a:lnTo>
                <a:lnTo>
                  <a:pt x="1183656" y="480657"/>
                </a:lnTo>
                <a:lnTo>
                  <a:pt x="1164651" y="481801"/>
                </a:lnTo>
                <a:lnTo>
                  <a:pt x="1172279" y="467159"/>
                </a:lnTo>
                <a:lnTo>
                  <a:pt x="1192476" y="467822"/>
                </a:lnTo>
                <a:lnTo>
                  <a:pt x="1191623" y="460361"/>
                </a:lnTo>
                <a:lnTo>
                  <a:pt x="1176425" y="440708"/>
                </a:lnTo>
                <a:lnTo>
                  <a:pt x="1157311" y="452709"/>
                </a:lnTo>
                <a:lnTo>
                  <a:pt x="1162180" y="434304"/>
                </a:lnTo>
                <a:lnTo>
                  <a:pt x="1149797" y="424606"/>
                </a:lnTo>
                <a:lnTo>
                  <a:pt x="1154796" y="408288"/>
                </a:lnTo>
                <a:lnTo>
                  <a:pt x="1147695" y="392887"/>
                </a:lnTo>
                <a:lnTo>
                  <a:pt x="1153704" y="367370"/>
                </a:lnTo>
                <a:lnTo>
                  <a:pt x="1127846" y="345172"/>
                </a:lnTo>
                <a:lnTo>
                  <a:pt x="1125931" y="310217"/>
                </a:lnTo>
                <a:lnTo>
                  <a:pt x="1105966" y="311117"/>
                </a:lnTo>
                <a:lnTo>
                  <a:pt x="1117545" y="289326"/>
                </a:lnTo>
                <a:lnTo>
                  <a:pt x="1103959" y="283102"/>
                </a:lnTo>
                <a:lnTo>
                  <a:pt x="1112578" y="266182"/>
                </a:lnTo>
                <a:lnTo>
                  <a:pt x="1090390" y="212738"/>
                </a:lnTo>
                <a:lnTo>
                  <a:pt x="1093977" y="183891"/>
                </a:lnTo>
                <a:lnTo>
                  <a:pt x="1104967" y="172496"/>
                </a:lnTo>
                <a:lnTo>
                  <a:pt x="1084089" y="155605"/>
                </a:lnTo>
                <a:lnTo>
                  <a:pt x="839377" y="0"/>
                </a:lnTo>
                <a:lnTo>
                  <a:pt x="571906" y="1667"/>
                </a:lnTo>
                <a:lnTo>
                  <a:pt x="387504" y="53365"/>
                </a:lnTo>
                <a:lnTo>
                  <a:pt x="54812" y="110254"/>
                </a:lnTo>
                <a:lnTo>
                  <a:pt x="0" y="256276"/>
                </a:lnTo>
                <a:lnTo>
                  <a:pt x="59931" y="258662"/>
                </a:lnTo>
                <a:lnTo>
                  <a:pt x="88906" y="282193"/>
                </a:lnTo>
                <a:lnTo>
                  <a:pt x="600719" y="429739"/>
                </a:lnTo>
                <a:lnTo>
                  <a:pt x="598548" y="481513"/>
                </a:lnTo>
                <a:lnTo>
                  <a:pt x="633415" y="560196"/>
                </a:lnTo>
                <a:lnTo>
                  <a:pt x="633808" y="612709"/>
                </a:lnTo>
                <a:lnTo>
                  <a:pt x="649091" y="659041"/>
                </a:lnTo>
                <a:lnTo>
                  <a:pt x="602810" y="691509"/>
                </a:lnTo>
                <a:lnTo>
                  <a:pt x="579090" y="886165"/>
                </a:lnTo>
                <a:lnTo>
                  <a:pt x="736910" y="886813"/>
                </a:lnTo>
                <a:lnTo>
                  <a:pt x="800064" y="916088"/>
                </a:lnTo>
                <a:lnTo>
                  <a:pt x="1074920" y="926223"/>
                </a:lnTo>
                <a:lnTo>
                  <a:pt x="1098831" y="980693"/>
                </a:lnTo>
                <a:lnTo>
                  <a:pt x="1203500" y="995927"/>
                </a:lnTo>
                <a:lnTo>
                  <a:pt x="1186145" y="955172"/>
                </a:lnTo>
                <a:lnTo>
                  <a:pt x="1166989" y="956442"/>
                </a:lnTo>
                <a:lnTo>
                  <a:pt x="1166287" y="911500"/>
                </a:lnTo>
                <a:lnTo>
                  <a:pt x="1155446" y="89655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ALTO PARANA"/>
          <p:cNvSpPr/>
          <p:nvPr/>
        </p:nvSpPr>
        <p:spPr>
          <a:xfrm>
            <a:off x="5813709" y="5338231"/>
            <a:ext cx="354286" cy="570775"/>
          </a:xfrm>
          <a:custGeom>
            <a:avLst/>
            <a:gdLst/>
            <a:ahLst/>
            <a:cxnLst/>
            <a:rect l="l" t="t" r="r" b="b"/>
            <a:pathLst>
              <a:path w="354286" h="570775">
                <a:moveTo>
                  <a:pt x="36632" y="346561"/>
                </a:moveTo>
                <a:lnTo>
                  <a:pt x="44289" y="367508"/>
                </a:lnTo>
                <a:lnTo>
                  <a:pt x="21632" y="385939"/>
                </a:lnTo>
                <a:lnTo>
                  <a:pt x="0" y="487392"/>
                </a:lnTo>
                <a:lnTo>
                  <a:pt x="41456" y="487891"/>
                </a:lnTo>
                <a:lnTo>
                  <a:pt x="46458" y="499695"/>
                </a:lnTo>
                <a:lnTo>
                  <a:pt x="59831" y="485091"/>
                </a:lnTo>
                <a:lnTo>
                  <a:pt x="72173" y="501954"/>
                </a:lnTo>
                <a:lnTo>
                  <a:pt x="86597" y="500479"/>
                </a:lnTo>
                <a:lnTo>
                  <a:pt x="88231" y="513489"/>
                </a:lnTo>
                <a:lnTo>
                  <a:pt x="73877" y="516549"/>
                </a:lnTo>
                <a:lnTo>
                  <a:pt x="67045" y="531312"/>
                </a:lnTo>
                <a:lnTo>
                  <a:pt x="94177" y="566828"/>
                </a:lnTo>
                <a:lnTo>
                  <a:pt x="119862" y="554505"/>
                </a:lnTo>
                <a:lnTo>
                  <a:pt x="141900" y="566321"/>
                </a:lnTo>
                <a:lnTo>
                  <a:pt x="151078" y="559609"/>
                </a:lnTo>
                <a:lnTo>
                  <a:pt x="176585" y="564937"/>
                </a:lnTo>
                <a:lnTo>
                  <a:pt x="176301" y="555539"/>
                </a:lnTo>
                <a:lnTo>
                  <a:pt x="186704" y="561835"/>
                </a:lnTo>
                <a:lnTo>
                  <a:pt x="187856" y="546674"/>
                </a:lnTo>
                <a:lnTo>
                  <a:pt x="191830" y="552385"/>
                </a:lnTo>
                <a:lnTo>
                  <a:pt x="198808" y="544201"/>
                </a:lnTo>
                <a:lnTo>
                  <a:pt x="242504" y="570775"/>
                </a:lnTo>
                <a:lnTo>
                  <a:pt x="246024" y="564025"/>
                </a:lnTo>
                <a:lnTo>
                  <a:pt x="250585" y="570216"/>
                </a:lnTo>
                <a:lnTo>
                  <a:pt x="248641" y="561838"/>
                </a:lnTo>
                <a:lnTo>
                  <a:pt x="258243" y="569785"/>
                </a:lnTo>
                <a:lnTo>
                  <a:pt x="272683" y="559955"/>
                </a:lnTo>
                <a:lnTo>
                  <a:pt x="258197" y="538452"/>
                </a:lnTo>
                <a:lnTo>
                  <a:pt x="266842" y="517951"/>
                </a:lnTo>
                <a:lnTo>
                  <a:pt x="256212" y="487897"/>
                </a:lnTo>
                <a:lnTo>
                  <a:pt x="276401" y="481139"/>
                </a:lnTo>
                <a:lnTo>
                  <a:pt x="272918" y="461302"/>
                </a:lnTo>
                <a:lnTo>
                  <a:pt x="283240" y="435408"/>
                </a:lnTo>
                <a:lnTo>
                  <a:pt x="262590" y="387429"/>
                </a:lnTo>
                <a:lnTo>
                  <a:pt x="285049" y="379817"/>
                </a:lnTo>
                <a:lnTo>
                  <a:pt x="273883" y="313019"/>
                </a:lnTo>
                <a:lnTo>
                  <a:pt x="333346" y="219468"/>
                </a:lnTo>
                <a:lnTo>
                  <a:pt x="321690" y="188183"/>
                </a:lnTo>
                <a:lnTo>
                  <a:pt x="338681" y="105402"/>
                </a:lnTo>
                <a:lnTo>
                  <a:pt x="354286" y="74170"/>
                </a:lnTo>
                <a:lnTo>
                  <a:pt x="333950" y="65146"/>
                </a:lnTo>
                <a:lnTo>
                  <a:pt x="323185" y="78707"/>
                </a:lnTo>
                <a:lnTo>
                  <a:pt x="291315" y="68309"/>
                </a:lnTo>
                <a:lnTo>
                  <a:pt x="263157" y="76259"/>
                </a:lnTo>
                <a:lnTo>
                  <a:pt x="263265" y="61180"/>
                </a:lnTo>
                <a:lnTo>
                  <a:pt x="250194" y="68642"/>
                </a:lnTo>
                <a:lnTo>
                  <a:pt x="228845" y="55184"/>
                </a:lnTo>
                <a:lnTo>
                  <a:pt x="208832" y="63193"/>
                </a:lnTo>
                <a:lnTo>
                  <a:pt x="191644" y="49037"/>
                </a:lnTo>
                <a:lnTo>
                  <a:pt x="187160" y="31289"/>
                </a:lnTo>
                <a:lnTo>
                  <a:pt x="131189" y="21413"/>
                </a:lnTo>
                <a:lnTo>
                  <a:pt x="122504" y="1165"/>
                </a:lnTo>
                <a:lnTo>
                  <a:pt x="116481" y="0"/>
                </a:lnTo>
                <a:lnTo>
                  <a:pt x="115229" y="16912"/>
                </a:lnTo>
                <a:lnTo>
                  <a:pt x="80940" y="16461"/>
                </a:lnTo>
                <a:lnTo>
                  <a:pt x="58974" y="118766"/>
                </a:lnTo>
                <a:lnTo>
                  <a:pt x="64064" y="157748"/>
                </a:lnTo>
                <a:lnTo>
                  <a:pt x="79222" y="180226"/>
                </a:lnTo>
                <a:lnTo>
                  <a:pt x="105087" y="181638"/>
                </a:lnTo>
                <a:lnTo>
                  <a:pt x="115901" y="200097"/>
                </a:lnTo>
                <a:lnTo>
                  <a:pt x="159048" y="230067"/>
                </a:lnTo>
                <a:lnTo>
                  <a:pt x="153556" y="240202"/>
                </a:lnTo>
                <a:lnTo>
                  <a:pt x="172170" y="247894"/>
                </a:lnTo>
                <a:lnTo>
                  <a:pt x="172374" y="269358"/>
                </a:lnTo>
                <a:lnTo>
                  <a:pt x="184487" y="285317"/>
                </a:lnTo>
                <a:lnTo>
                  <a:pt x="159444" y="291668"/>
                </a:lnTo>
                <a:lnTo>
                  <a:pt x="147018" y="268709"/>
                </a:lnTo>
                <a:lnTo>
                  <a:pt x="119277" y="272128"/>
                </a:lnTo>
                <a:lnTo>
                  <a:pt x="76682" y="248548"/>
                </a:lnTo>
                <a:lnTo>
                  <a:pt x="65333" y="275318"/>
                </a:lnTo>
                <a:lnTo>
                  <a:pt x="50637" y="283861"/>
                </a:lnTo>
                <a:lnTo>
                  <a:pt x="36632" y="34656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AMAMBAY"/>
          <p:cNvSpPr/>
          <p:nvPr/>
        </p:nvSpPr>
        <p:spPr>
          <a:xfrm>
            <a:off x="5438664" y="4568502"/>
            <a:ext cx="388660" cy="562517"/>
          </a:xfrm>
          <a:custGeom>
            <a:avLst/>
            <a:gdLst/>
            <a:ahLst/>
            <a:cxnLst/>
            <a:rect l="l" t="t" r="r" b="b"/>
            <a:pathLst>
              <a:path w="388660" h="562517">
                <a:moveTo>
                  <a:pt x="150510" y="407287"/>
                </a:moveTo>
                <a:lnTo>
                  <a:pt x="194714" y="395815"/>
                </a:lnTo>
                <a:lnTo>
                  <a:pt x="193404" y="442858"/>
                </a:lnTo>
                <a:lnTo>
                  <a:pt x="202993" y="477763"/>
                </a:lnTo>
                <a:lnTo>
                  <a:pt x="209373" y="490772"/>
                </a:lnTo>
                <a:lnTo>
                  <a:pt x="224998" y="490232"/>
                </a:lnTo>
                <a:lnTo>
                  <a:pt x="228502" y="481049"/>
                </a:lnTo>
                <a:lnTo>
                  <a:pt x="249257" y="510932"/>
                </a:lnTo>
                <a:lnTo>
                  <a:pt x="250681" y="534419"/>
                </a:lnTo>
                <a:lnTo>
                  <a:pt x="237799" y="562517"/>
                </a:lnTo>
                <a:lnTo>
                  <a:pt x="273441" y="559626"/>
                </a:lnTo>
                <a:lnTo>
                  <a:pt x="326255" y="509152"/>
                </a:lnTo>
                <a:lnTo>
                  <a:pt x="360627" y="505745"/>
                </a:lnTo>
                <a:lnTo>
                  <a:pt x="376913" y="469323"/>
                </a:lnTo>
                <a:lnTo>
                  <a:pt x="371764" y="449303"/>
                </a:lnTo>
                <a:lnTo>
                  <a:pt x="388660" y="417787"/>
                </a:lnTo>
                <a:lnTo>
                  <a:pt x="373606" y="397991"/>
                </a:lnTo>
                <a:lnTo>
                  <a:pt x="383135" y="359859"/>
                </a:lnTo>
                <a:lnTo>
                  <a:pt x="377552" y="346311"/>
                </a:lnTo>
                <a:lnTo>
                  <a:pt x="361647" y="344563"/>
                </a:lnTo>
                <a:lnTo>
                  <a:pt x="341147" y="249437"/>
                </a:lnTo>
                <a:lnTo>
                  <a:pt x="355230" y="222090"/>
                </a:lnTo>
                <a:lnTo>
                  <a:pt x="356279" y="186058"/>
                </a:lnTo>
                <a:lnTo>
                  <a:pt x="319840" y="144482"/>
                </a:lnTo>
                <a:lnTo>
                  <a:pt x="317414" y="99181"/>
                </a:lnTo>
                <a:lnTo>
                  <a:pt x="304981" y="98766"/>
                </a:lnTo>
                <a:lnTo>
                  <a:pt x="286082" y="65876"/>
                </a:lnTo>
                <a:lnTo>
                  <a:pt x="181168" y="65172"/>
                </a:lnTo>
                <a:lnTo>
                  <a:pt x="135672" y="30452"/>
                </a:lnTo>
                <a:lnTo>
                  <a:pt x="127211" y="0"/>
                </a:lnTo>
                <a:lnTo>
                  <a:pt x="111133" y="603"/>
                </a:lnTo>
                <a:lnTo>
                  <a:pt x="93658" y="6899"/>
                </a:lnTo>
                <a:lnTo>
                  <a:pt x="79218" y="39068"/>
                </a:lnTo>
                <a:lnTo>
                  <a:pt x="55646" y="60457"/>
                </a:lnTo>
                <a:lnTo>
                  <a:pt x="36031" y="45631"/>
                </a:lnTo>
                <a:lnTo>
                  <a:pt x="31049" y="60979"/>
                </a:lnTo>
                <a:lnTo>
                  <a:pt x="23234" y="51657"/>
                </a:lnTo>
                <a:lnTo>
                  <a:pt x="14518" y="59575"/>
                </a:lnTo>
                <a:lnTo>
                  <a:pt x="9637" y="53774"/>
                </a:lnTo>
                <a:lnTo>
                  <a:pt x="0" y="70927"/>
                </a:lnTo>
                <a:lnTo>
                  <a:pt x="63704" y="93157"/>
                </a:lnTo>
                <a:lnTo>
                  <a:pt x="32124" y="123085"/>
                </a:lnTo>
                <a:lnTo>
                  <a:pt x="25701" y="150327"/>
                </a:lnTo>
                <a:lnTo>
                  <a:pt x="29195" y="184884"/>
                </a:lnTo>
                <a:lnTo>
                  <a:pt x="47189" y="207732"/>
                </a:lnTo>
                <a:lnTo>
                  <a:pt x="52044" y="233118"/>
                </a:lnTo>
                <a:lnTo>
                  <a:pt x="33192" y="246379"/>
                </a:lnTo>
                <a:lnTo>
                  <a:pt x="34514" y="266442"/>
                </a:lnTo>
                <a:lnTo>
                  <a:pt x="47490" y="258485"/>
                </a:lnTo>
                <a:lnTo>
                  <a:pt x="67427" y="268846"/>
                </a:lnTo>
                <a:lnTo>
                  <a:pt x="78387" y="264381"/>
                </a:lnTo>
                <a:lnTo>
                  <a:pt x="94479" y="227048"/>
                </a:lnTo>
                <a:lnTo>
                  <a:pt x="112728" y="225408"/>
                </a:lnTo>
                <a:lnTo>
                  <a:pt x="129645" y="204771"/>
                </a:lnTo>
                <a:lnTo>
                  <a:pt x="156343" y="196473"/>
                </a:lnTo>
                <a:lnTo>
                  <a:pt x="205922" y="318813"/>
                </a:lnTo>
                <a:lnTo>
                  <a:pt x="201228" y="335420"/>
                </a:lnTo>
                <a:lnTo>
                  <a:pt x="190098" y="334569"/>
                </a:lnTo>
                <a:lnTo>
                  <a:pt x="189262" y="348041"/>
                </a:lnTo>
                <a:lnTo>
                  <a:pt x="181860" y="348438"/>
                </a:lnTo>
                <a:lnTo>
                  <a:pt x="183780" y="369208"/>
                </a:lnTo>
                <a:lnTo>
                  <a:pt x="161869" y="379296"/>
                </a:lnTo>
                <a:lnTo>
                  <a:pt x="150510" y="40728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ASUNCION"/>
          <p:cNvSpPr/>
          <p:nvPr/>
        </p:nvSpPr>
        <p:spPr>
          <a:xfrm>
            <a:off x="5190890" y="5577870"/>
            <a:ext cx="41139" cy="50143"/>
          </a:xfrm>
          <a:custGeom>
            <a:avLst/>
            <a:gdLst/>
            <a:ahLst/>
            <a:cxnLst/>
            <a:rect l="l" t="t" r="r" b="b"/>
            <a:pathLst>
              <a:path w="41139" h="50143">
                <a:moveTo>
                  <a:pt x="7822" y="50143"/>
                </a:moveTo>
                <a:lnTo>
                  <a:pt x="15896" y="28392"/>
                </a:lnTo>
                <a:lnTo>
                  <a:pt x="24271" y="37660"/>
                </a:lnTo>
                <a:lnTo>
                  <a:pt x="31928" y="30762"/>
                </a:lnTo>
                <a:lnTo>
                  <a:pt x="41139" y="5774"/>
                </a:lnTo>
                <a:lnTo>
                  <a:pt x="27678" y="0"/>
                </a:lnTo>
                <a:lnTo>
                  <a:pt x="0" y="17984"/>
                </a:lnTo>
                <a:lnTo>
                  <a:pt x="7822" y="501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BOQUERON"/>
          <p:cNvSpPr/>
          <p:nvPr/>
        </p:nvSpPr>
        <p:spPr>
          <a:xfrm>
            <a:off x="3727696" y="3932163"/>
            <a:ext cx="972737" cy="1216823"/>
          </a:xfrm>
          <a:custGeom>
            <a:avLst/>
            <a:gdLst/>
            <a:ahLst/>
            <a:cxnLst/>
            <a:rect l="l" t="t" r="r" b="b"/>
            <a:pathLst>
              <a:path w="972737" h="1216823">
                <a:moveTo>
                  <a:pt x="963578" y="636850"/>
                </a:moveTo>
                <a:lnTo>
                  <a:pt x="791461" y="629889"/>
                </a:lnTo>
                <a:lnTo>
                  <a:pt x="815181" y="435233"/>
                </a:lnTo>
                <a:lnTo>
                  <a:pt x="861462" y="402765"/>
                </a:lnTo>
                <a:lnTo>
                  <a:pt x="846179" y="356433"/>
                </a:lnTo>
                <a:lnTo>
                  <a:pt x="845786" y="303920"/>
                </a:lnTo>
                <a:lnTo>
                  <a:pt x="810919" y="225237"/>
                </a:lnTo>
                <a:lnTo>
                  <a:pt x="813090" y="173463"/>
                </a:lnTo>
                <a:lnTo>
                  <a:pt x="301277" y="25917"/>
                </a:lnTo>
                <a:lnTo>
                  <a:pt x="272302" y="2386"/>
                </a:lnTo>
                <a:lnTo>
                  <a:pt x="212371" y="0"/>
                </a:lnTo>
                <a:lnTo>
                  <a:pt x="111099" y="151855"/>
                </a:lnTo>
                <a:lnTo>
                  <a:pt x="112481" y="310569"/>
                </a:lnTo>
                <a:lnTo>
                  <a:pt x="0" y="693016"/>
                </a:lnTo>
                <a:lnTo>
                  <a:pt x="1288" y="708492"/>
                </a:lnTo>
                <a:lnTo>
                  <a:pt x="24189" y="716394"/>
                </a:lnTo>
                <a:lnTo>
                  <a:pt x="30729" y="732263"/>
                </a:lnTo>
                <a:lnTo>
                  <a:pt x="50055" y="732888"/>
                </a:lnTo>
                <a:lnTo>
                  <a:pt x="78404" y="766226"/>
                </a:lnTo>
                <a:lnTo>
                  <a:pt x="86247" y="757076"/>
                </a:lnTo>
                <a:lnTo>
                  <a:pt x="89953" y="766585"/>
                </a:lnTo>
                <a:lnTo>
                  <a:pt x="105389" y="765692"/>
                </a:lnTo>
                <a:lnTo>
                  <a:pt x="102407" y="778800"/>
                </a:lnTo>
                <a:lnTo>
                  <a:pt x="123809" y="788455"/>
                </a:lnTo>
                <a:lnTo>
                  <a:pt x="112545" y="805447"/>
                </a:lnTo>
                <a:lnTo>
                  <a:pt x="129910" y="820939"/>
                </a:lnTo>
                <a:lnTo>
                  <a:pt x="128618" y="838075"/>
                </a:lnTo>
                <a:lnTo>
                  <a:pt x="172209" y="881457"/>
                </a:lnTo>
                <a:lnTo>
                  <a:pt x="180826" y="909435"/>
                </a:lnTo>
                <a:lnTo>
                  <a:pt x="189653" y="910066"/>
                </a:lnTo>
                <a:lnTo>
                  <a:pt x="187228" y="930931"/>
                </a:lnTo>
                <a:lnTo>
                  <a:pt x="258264" y="983849"/>
                </a:lnTo>
                <a:lnTo>
                  <a:pt x="267527" y="1009986"/>
                </a:lnTo>
                <a:lnTo>
                  <a:pt x="333644" y="1044425"/>
                </a:lnTo>
                <a:lnTo>
                  <a:pt x="329201" y="1051599"/>
                </a:lnTo>
                <a:lnTo>
                  <a:pt x="339237" y="1068520"/>
                </a:lnTo>
                <a:lnTo>
                  <a:pt x="379764" y="1076257"/>
                </a:lnTo>
                <a:lnTo>
                  <a:pt x="417898" y="1110341"/>
                </a:lnTo>
                <a:lnTo>
                  <a:pt x="429699" y="1105673"/>
                </a:lnTo>
                <a:lnTo>
                  <a:pt x="457817" y="1129674"/>
                </a:lnTo>
                <a:lnTo>
                  <a:pt x="454024" y="1143587"/>
                </a:lnTo>
                <a:lnTo>
                  <a:pt x="485972" y="1192093"/>
                </a:lnTo>
                <a:lnTo>
                  <a:pt x="502826" y="1192168"/>
                </a:lnTo>
                <a:lnTo>
                  <a:pt x="528189" y="1211949"/>
                </a:lnTo>
                <a:lnTo>
                  <a:pt x="544454" y="1209389"/>
                </a:lnTo>
                <a:lnTo>
                  <a:pt x="541500" y="1216823"/>
                </a:lnTo>
                <a:lnTo>
                  <a:pt x="554212" y="1212919"/>
                </a:lnTo>
                <a:lnTo>
                  <a:pt x="546713" y="1185844"/>
                </a:lnTo>
                <a:lnTo>
                  <a:pt x="579002" y="1159668"/>
                </a:lnTo>
                <a:lnTo>
                  <a:pt x="579114" y="1122724"/>
                </a:lnTo>
                <a:lnTo>
                  <a:pt x="600738" y="1128758"/>
                </a:lnTo>
                <a:lnTo>
                  <a:pt x="609659" y="1116347"/>
                </a:lnTo>
                <a:lnTo>
                  <a:pt x="718049" y="1103707"/>
                </a:lnTo>
                <a:lnTo>
                  <a:pt x="750391" y="1090876"/>
                </a:lnTo>
                <a:lnTo>
                  <a:pt x="789885" y="954495"/>
                </a:lnTo>
                <a:lnTo>
                  <a:pt x="784985" y="874796"/>
                </a:lnTo>
                <a:lnTo>
                  <a:pt x="850653" y="780815"/>
                </a:lnTo>
                <a:lnTo>
                  <a:pt x="852003" y="762090"/>
                </a:lnTo>
                <a:lnTo>
                  <a:pt x="862299" y="762099"/>
                </a:lnTo>
                <a:lnTo>
                  <a:pt x="862406" y="749588"/>
                </a:lnTo>
                <a:lnTo>
                  <a:pt x="887567" y="749588"/>
                </a:lnTo>
                <a:lnTo>
                  <a:pt x="883713" y="730662"/>
                </a:lnTo>
                <a:lnTo>
                  <a:pt x="891050" y="720076"/>
                </a:lnTo>
                <a:lnTo>
                  <a:pt x="972737" y="667035"/>
                </a:lnTo>
                <a:lnTo>
                  <a:pt x="963578" y="63685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CAAGUAZU"/>
          <p:cNvSpPr/>
          <p:nvPr/>
        </p:nvSpPr>
        <p:spPr>
          <a:xfrm>
            <a:off x="5429989" y="5334773"/>
            <a:ext cx="568207" cy="398363"/>
          </a:xfrm>
          <a:custGeom>
            <a:avLst/>
            <a:gdLst/>
            <a:ahLst/>
            <a:cxnLst/>
            <a:rect l="l" t="t" r="r" b="b"/>
            <a:pathLst>
              <a:path w="568207" h="398363">
                <a:moveTo>
                  <a:pt x="85595" y="170470"/>
                </a:moveTo>
                <a:lnTo>
                  <a:pt x="86419" y="224551"/>
                </a:lnTo>
                <a:lnTo>
                  <a:pt x="69554" y="224777"/>
                </a:lnTo>
                <a:lnTo>
                  <a:pt x="56290" y="257065"/>
                </a:lnTo>
                <a:lnTo>
                  <a:pt x="69360" y="274469"/>
                </a:lnTo>
                <a:lnTo>
                  <a:pt x="86512" y="269434"/>
                </a:lnTo>
                <a:lnTo>
                  <a:pt x="55438" y="302838"/>
                </a:lnTo>
                <a:lnTo>
                  <a:pt x="0" y="337198"/>
                </a:lnTo>
                <a:lnTo>
                  <a:pt x="56391" y="398363"/>
                </a:lnTo>
                <a:lnTo>
                  <a:pt x="94603" y="371744"/>
                </a:lnTo>
                <a:lnTo>
                  <a:pt x="125139" y="368810"/>
                </a:lnTo>
                <a:lnTo>
                  <a:pt x="137525" y="352630"/>
                </a:lnTo>
                <a:lnTo>
                  <a:pt x="271238" y="372354"/>
                </a:lnTo>
                <a:lnTo>
                  <a:pt x="312546" y="393993"/>
                </a:lnTo>
                <a:lnTo>
                  <a:pt x="341581" y="388797"/>
                </a:lnTo>
                <a:lnTo>
                  <a:pt x="349745" y="378273"/>
                </a:lnTo>
                <a:lnTo>
                  <a:pt x="370980" y="382247"/>
                </a:lnTo>
                <a:lnTo>
                  <a:pt x="405034" y="339220"/>
                </a:lnTo>
                <a:lnTo>
                  <a:pt x="420352" y="350019"/>
                </a:lnTo>
                <a:lnTo>
                  <a:pt x="434357" y="287319"/>
                </a:lnTo>
                <a:lnTo>
                  <a:pt x="449053" y="278776"/>
                </a:lnTo>
                <a:lnTo>
                  <a:pt x="463108" y="251203"/>
                </a:lnTo>
                <a:lnTo>
                  <a:pt x="502997" y="275586"/>
                </a:lnTo>
                <a:lnTo>
                  <a:pt x="532214" y="272944"/>
                </a:lnTo>
                <a:lnTo>
                  <a:pt x="543164" y="295126"/>
                </a:lnTo>
                <a:lnTo>
                  <a:pt x="568207" y="288775"/>
                </a:lnTo>
                <a:lnTo>
                  <a:pt x="556094" y="272816"/>
                </a:lnTo>
                <a:lnTo>
                  <a:pt x="555890" y="251352"/>
                </a:lnTo>
                <a:lnTo>
                  <a:pt x="537276" y="243660"/>
                </a:lnTo>
                <a:lnTo>
                  <a:pt x="542768" y="233525"/>
                </a:lnTo>
                <a:lnTo>
                  <a:pt x="499621" y="203555"/>
                </a:lnTo>
                <a:lnTo>
                  <a:pt x="488807" y="185096"/>
                </a:lnTo>
                <a:lnTo>
                  <a:pt x="462942" y="183684"/>
                </a:lnTo>
                <a:lnTo>
                  <a:pt x="447784" y="161206"/>
                </a:lnTo>
                <a:lnTo>
                  <a:pt x="442694" y="122224"/>
                </a:lnTo>
                <a:lnTo>
                  <a:pt x="457124" y="80292"/>
                </a:lnTo>
                <a:lnTo>
                  <a:pt x="456810" y="32604"/>
                </a:lnTo>
                <a:lnTo>
                  <a:pt x="471782" y="15927"/>
                </a:lnTo>
                <a:lnTo>
                  <a:pt x="499337" y="20151"/>
                </a:lnTo>
                <a:lnTo>
                  <a:pt x="504833" y="10040"/>
                </a:lnTo>
                <a:lnTo>
                  <a:pt x="492620" y="0"/>
                </a:lnTo>
                <a:lnTo>
                  <a:pt x="471381" y="657"/>
                </a:lnTo>
                <a:lnTo>
                  <a:pt x="453696" y="15837"/>
                </a:lnTo>
                <a:lnTo>
                  <a:pt x="444855" y="9035"/>
                </a:lnTo>
                <a:lnTo>
                  <a:pt x="436906" y="23880"/>
                </a:lnTo>
                <a:lnTo>
                  <a:pt x="410232" y="24349"/>
                </a:lnTo>
                <a:lnTo>
                  <a:pt x="403309" y="34015"/>
                </a:lnTo>
                <a:lnTo>
                  <a:pt x="394643" y="15978"/>
                </a:lnTo>
                <a:lnTo>
                  <a:pt x="383183" y="17049"/>
                </a:lnTo>
                <a:lnTo>
                  <a:pt x="368841" y="54812"/>
                </a:lnTo>
                <a:lnTo>
                  <a:pt x="339749" y="66082"/>
                </a:lnTo>
                <a:lnTo>
                  <a:pt x="331211" y="82573"/>
                </a:lnTo>
                <a:lnTo>
                  <a:pt x="339214" y="102085"/>
                </a:lnTo>
                <a:lnTo>
                  <a:pt x="333074" y="116701"/>
                </a:lnTo>
                <a:lnTo>
                  <a:pt x="319074" y="113520"/>
                </a:lnTo>
                <a:lnTo>
                  <a:pt x="296828" y="126919"/>
                </a:lnTo>
                <a:lnTo>
                  <a:pt x="256872" y="118436"/>
                </a:lnTo>
                <a:lnTo>
                  <a:pt x="243514" y="142580"/>
                </a:lnTo>
                <a:lnTo>
                  <a:pt x="225430" y="149763"/>
                </a:lnTo>
                <a:lnTo>
                  <a:pt x="214594" y="143528"/>
                </a:lnTo>
                <a:lnTo>
                  <a:pt x="209058" y="151612"/>
                </a:lnTo>
                <a:lnTo>
                  <a:pt x="176642" y="96381"/>
                </a:lnTo>
                <a:lnTo>
                  <a:pt x="169772" y="109787"/>
                </a:lnTo>
                <a:lnTo>
                  <a:pt x="193607" y="152237"/>
                </a:lnTo>
                <a:lnTo>
                  <a:pt x="137459" y="143120"/>
                </a:lnTo>
                <a:lnTo>
                  <a:pt x="98828" y="172569"/>
                </a:lnTo>
                <a:lnTo>
                  <a:pt x="85595" y="17047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CAAZAPA"/>
          <p:cNvSpPr/>
          <p:nvPr/>
        </p:nvSpPr>
        <p:spPr>
          <a:xfrm>
            <a:off x="5432087" y="5673908"/>
            <a:ext cx="470292" cy="407285"/>
          </a:xfrm>
          <a:custGeom>
            <a:avLst/>
            <a:gdLst/>
            <a:ahLst/>
            <a:cxnLst/>
            <a:rect l="l" t="t" r="r" b="b"/>
            <a:pathLst>
              <a:path w="470292" h="407285">
                <a:moveTo>
                  <a:pt x="64477" y="215074"/>
                </a:moveTo>
                <a:lnTo>
                  <a:pt x="61566" y="225600"/>
                </a:lnTo>
                <a:lnTo>
                  <a:pt x="47470" y="229488"/>
                </a:lnTo>
                <a:lnTo>
                  <a:pt x="25859" y="287597"/>
                </a:lnTo>
                <a:lnTo>
                  <a:pt x="0" y="326330"/>
                </a:lnTo>
                <a:lnTo>
                  <a:pt x="12153" y="334818"/>
                </a:lnTo>
                <a:lnTo>
                  <a:pt x="12617" y="352303"/>
                </a:lnTo>
                <a:lnTo>
                  <a:pt x="62336" y="366239"/>
                </a:lnTo>
                <a:lnTo>
                  <a:pt x="54797" y="383129"/>
                </a:lnTo>
                <a:lnTo>
                  <a:pt x="61014" y="391022"/>
                </a:lnTo>
                <a:lnTo>
                  <a:pt x="105189" y="407285"/>
                </a:lnTo>
                <a:lnTo>
                  <a:pt x="172906" y="376346"/>
                </a:lnTo>
                <a:lnTo>
                  <a:pt x="197680" y="379628"/>
                </a:lnTo>
                <a:lnTo>
                  <a:pt x="196181" y="366476"/>
                </a:lnTo>
                <a:lnTo>
                  <a:pt x="215125" y="353539"/>
                </a:lnTo>
                <a:lnTo>
                  <a:pt x="219942" y="330478"/>
                </a:lnTo>
                <a:lnTo>
                  <a:pt x="232982" y="320473"/>
                </a:lnTo>
                <a:lnTo>
                  <a:pt x="240569" y="328030"/>
                </a:lnTo>
                <a:lnTo>
                  <a:pt x="245460" y="317312"/>
                </a:lnTo>
                <a:lnTo>
                  <a:pt x="275615" y="317245"/>
                </a:lnTo>
                <a:lnTo>
                  <a:pt x="306749" y="276849"/>
                </a:lnTo>
                <a:lnTo>
                  <a:pt x="342593" y="267485"/>
                </a:lnTo>
                <a:lnTo>
                  <a:pt x="368313" y="286469"/>
                </a:lnTo>
                <a:lnTo>
                  <a:pt x="377997" y="270391"/>
                </a:lnTo>
                <a:lnTo>
                  <a:pt x="397031" y="264906"/>
                </a:lnTo>
                <a:lnTo>
                  <a:pt x="394397" y="251381"/>
                </a:lnTo>
                <a:lnTo>
                  <a:pt x="428377" y="252065"/>
                </a:lnTo>
                <a:lnTo>
                  <a:pt x="437735" y="238916"/>
                </a:lnTo>
                <a:lnTo>
                  <a:pt x="443015" y="186337"/>
                </a:lnTo>
                <a:lnTo>
                  <a:pt x="470292" y="171175"/>
                </a:lnTo>
                <a:lnTo>
                  <a:pt x="441453" y="149414"/>
                </a:lnTo>
                <a:lnTo>
                  <a:pt x="428080" y="164018"/>
                </a:lnTo>
                <a:lnTo>
                  <a:pt x="423078" y="152214"/>
                </a:lnTo>
                <a:lnTo>
                  <a:pt x="381622" y="151715"/>
                </a:lnTo>
                <a:lnTo>
                  <a:pt x="403254" y="50262"/>
                </a:lnTo>
                <a:lnTo>
                  <a:pt x="425911" y="31831"/>
                </a:lnTo>
                <a:lnTo>
                  <a:pt x="417507" y="7490"/>
                </a:lnTo>
                <a:lnTo>
                  <a:pt x="403115" y="0"/>
                </a:lnTo>
                <a:lnTo>
                  <a:pt x="385754" y="31170"/>
                </a:lnTo>
                <a:lnTo>
                  <a:pt x="356539" y="40779"/>
                </a:lnTo>
                <a:lnTo>
                  <a:pt x="343866" y="70073"/>
                </a:lnTo>
                <a:lnTo>
                  <a:pt x="319408" y="62303"/>
                </a:lnTo>
                <a:lnTo>
                  <a:pt x="321071" y="80576"/>
                </a:lnTo>
                <a:lnTo>
                  <a:pt x="294282" y="89118"/>
                </a:lnTo>
                <a:lnTo>
                  <a:pt x="275258" y="112965"/>
                </a:lnTo>
                <a:lnTo>
                  <a:pt x="257072" y="105616"/>
                </a:lnTo>
                <a:lnTo>
                  <a:pt x="235238" y="117714"/>
                </a:lnTo>
                <a:lnTo>
                  <a:pt x="220271" y="158842"/>
                </a:lnTo>
                <a:lnTo>
                  <a:pt x="196425" y="173017"/>
                </a:lnTo>
                <a:lnTo>
                  <a:pt x="166868" y="145061"/>
                </a:lnTo>
                <a:lnTo>
                  <a:pt x="145888" y="161133"/>
                </a:lnTo>
                <a:lnTo>
                  <a:pt x="128657" y="160344"/>
                </a:lnTo>
                <a:lnTo>
                  <a:pt x="131073" y="196947"/>
                </a:lnTo>
                <a:lnTo>
                  <a:pt x="92267" y="191040"/>
                </a:lnTo>
                <a:lnTo>
                  <a:pt x="87393" y="212538"/>
                </a:lnTo>
                <a:lnTo>
                  <a:pt x="64477" y="21507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CANINDEYU"/>
          <p:cNvSpPr/>
          <p:nvPr/>
        </p:nvSpPr>
        <p:spPr>
          <a:xfrm>
            <a:off x="5630841" y="5032805"/>
            <a:ext cx="562702" cy="404053"/>
          </a:xfrm>
          <a:custGeom>
            <a:avLst/>
            <a:gdLst/>
            <a:ahLst/>
            <a:cxnLst/>
            <a:rect l="l" t="t" r="r" b="b"/>
            <a:pathLst>
              <a:path w="562702" h="404053">
                <a:moveTo>
                  <a:pt x="138362" y="404053"/>
                </a:moveTo>
                <a:lnTo>
                  <a:pt x="130359" y="384541"/>
                </a:lnTo>
                <a:lnTo>
                  <a:pt x="138897" y="368050"/>
                </a:lnTo>
                <a:lnTo>
                  <a:pt x="167989" y="356780"/>
                </a:lnTo>
                <a:lnTo>
                  <a:pt x="182331" y="319017"/>
                </a:lnTo>
                <a:lnTo>
                  <a:pt x="193791" y="317946"/>
                </a:lnTo>
                <a:lnTo>
                  <a:pt x="202457" y="335983"/>
                </a:lnTo>
                <a:lnTo>
                  <a:pt x="270529" y="302625"/>
                </a:lnTo>
                <a:lnTo>
                  <a:pt x="305372" y="306591"/>
                </a:lnTo>
                <a:lnTo>
                  <a:pt x="316993" y="328044"/>
                </a:lnTo>
                <a:lnTo>
                  <a:pt x="370028" y="336715"/>
                </a:lnTo>
                <a:lnTo>
                  <a:pt x="374512" y="354463"/>
                </a:lnTo>
                <a:lnTo>
                  <a:pt x="391700" y="368619"/>
                </a:lnTo>
                <a:lnTo>
                  <a:pt x="411713" y="360610"/>
                </a:lnTo>
                <a:lnTo>
                  <a:pt x="433062" y="374068"/>
                </a:lnTo>
                <a:lnTo>
                  <a:pt x="446133" y="366606"/>
                </a:lnTo>
                <a:lnTo>
                  <a:pt x="446025" y="381685"/>
                </a:lnTo>
                <a:lnTo>
                  <a:pt x="474183" y="373735"/>
                </a:lnTo>
                <a:lnTo>
                  <a:pt x="506053" y="384133"/>
                </a:lnTo>
                <a:lnTo>
                  <a:pt x="516818" y="370572"/>
                </a:lnTo>
                <a:lnTo>
                  <a:pt x="537154" y="379596"/>
                </a:lnTo>
                <a:lnTo>
                  <a:pt x="545768" y="349086"/>
                </a:lnTo>
                <a:lnTo>
                  <a:pt x="540321" y="312776"/>
                </a:lnTo>
                <a:lnTo>
                  <a:pt x="562702" y="266452"/>
                </a:lnTo>
                <a:lnTo>
                  <a:pt x="537063" y="201675"/>
                </a:lnTo>
                <a:lnTo>
                  <a:pt x="561948" y="170382"/>
                </a:lnTo>
                <a:lnTo>
                  <a:pt x="526049" y="148497"/>
                </a:lnTo>
                <a:lnTo>
                  <a:pt x="509579" y="122192"/>
                </a:lnTo>
                <a:lnTo>
                  <a:pt x="441950" y="92600"/>
                </a:lnTo>
                <a:lnTo>
                  <a:pt x="431440" y="109289"/>
                </a:lnTo>
                <a:lnTo>
                  <a:pt x="376859" y="120675"/>
                </a:lnTo>
                <a:lnTo>
                  <a:pt x="362092" y="142159"/>
                </a:lnTo>
                <a:lnTo>
                  <a:pt x="345126" y="139137"/>
                </a:lnTo>
                <a:lnTo>
                  <a:pt x="326443" y="150497"/>
                </a:lnTo>
                <a:lnTo>
                  <a:pt x="313211" y="140550"/>
                </a:lnTo>
                <a:lnTo>
                  <a:pt x="277461" y="157094"/>
                </a:lnTo>
                <a:lnTo>
                  <a:pt x="255407" y="141530"/>
                </a:lnTo>
                <a:lnTo>
                  <a:pt x="244440" y="150975"/>
                </a:lnTo>
                <a:lnTo>
                  <a:pt x="226533" y="144426"/>
                </a:lnTo>
                <a:lnTo>
                  <a:pt x="213643" y="126062"/>
                </a:lnTo>
                <a:lnTo>
                  <a:pt x="211375" y="94832"/>
                </a:lnTo>
                <a:lnTo>
                  <a:pt x="218313" y="85519"/>
                </a:lnTo>
                <a:lnTo>
                  <a:pt x="214648" y="63945"/>
                </a:lnTo>
                <a:lnTo>
                  <a:pt x="223558" y="57535"/>
                </a:lnTo>
                <a:lnTo>
                  <a:pt x="207529" y="50392"/>
                </a:lnTo>
                <a:lnTo>
                  <a:pt x="207057" y="38533"/>
                </a:lnTo>
                <a:lnTo>
                  <a:pt x="186841" y="33438"/>
                </a:lnTo>
                <a:lnTo>
                  <a:pt x="191859" y="15730"/>
                </a:lnTo>
                <a:lnTo>
                  <a:pt x="184995" y="0"/>
                </a:lnTo>
                <a:lnTo>
                  <a:pt x="168428" y="41460"/>
                </a:lnTo>
                <a:lnTo>
                  <a:pt x="134078" y="44849"/>
                </a:lnTo>
                <a:lnTo>
                  <a:pt x="81264" y="95323"/>
                </a:lnTo>
                <a:lnTo>
                  <a:pt x="42729" y="95840"/>
                </a:lnTo>
                <a:lnTo>
                  <a:pt x="57463" y="161958"/>
                </a:lnTo>
                <a:lnTo>
                  <a:pt x="46636" y="159780"/>
                </a:lnTo>
                <a:lnTo>
                  <a:pt x="7985" y="189657"/>
                </a:lnTo>
                <a:lnTo>
                  <a:pt x="0" y="226837"/>
                </a:lnTo>
                <a:lnTo>
                  <a:pt x="13536" y="249330"/>
                </a:lnTo>
                <a:lnTo>
                  <a:pt x="14682" y="276405"/>
                </a:lnTo>
                <a:lnTo>
                  <a:pt x="43136" y="294102"/>
                </a:lnTo>
                <a:lnTo>
                  <a:pt x="97892" y="396973"/>
                </a:lnTo>
                <a:lnTo>
                  <a:pt x="138362" y="40405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CENTRAL"/>
          <p:cNvSpPr/>
          <p:nvPr/>
        </p:nvSpPr>
        <p:spPr>
          <a:xfrm>
            <a:off x="5144439" y="5537014"/>
            <a:ext cx="185759" cy="297638"/>
          </a:xfrm>
          <a:custGeom>
            <a:avLst/>
            <a:gdLst/>
            <a:ahLst/>
            <a:cxnLst/>
            <a:rect l="l" t="t" r="r" b="b"/>
            <a:pathLst>
              <a:path w="185759" h="297638">
                <a:moveTo>
                  <a:pt x="54273" y="90999"/>
                </a:moveTo>
                <a:lnTo>
                  <a:pt x="78910" y="112069"/>
                </a:lnTo>
                <a:lnTo>
                  <a:pt x="73427" y="150198"/>
                </a:lnTo>
                <a:lnTo>
                  <a:pt x="61055" y="166687"/>
                </a:lnTo>
                <a:lnTo>
                  <a:pt x="44747" y="160913"/>
                </a:lnTo>
                <a:lnTo>
                  <a:pt x="44756" y="180395"/>
                </a:lnTo>
                <a:lnTo>
                  <a:pt x="25381" y="177445"/>
                </a:lnTo>
                <a:lnTo>
                  <a:pt x="17508" y="192348"/>
                </a:lnTo>
                <a:lnTo>
                  <a:pt x="27933" y="200533"/>
                </a:lnTo>
                <a:lnTo>
                  <a:pt x="0" y="212997"/>
                </a:lnTo>
                <a:lnTo>
                  <a:pt x="5387" y="238299"/>
                </a:lnTo>
                <a:lnTo>
                  <a:pt x="21801" y="214971"/>
                </a:lnTo>
                <a:lnTo>
                  <a:pt x="25275" y="237576"/>
                </a:lnTo>
                <a:lnTo>
                  <a:pt x="66447" y="246806"/>
                </a:lnTo>
                <a:lnTo>
                  <a:pt x="62301" y="256069"/>
                </a:lnTo>
                <a:lnTo>
                  <a:pt x="91127" y="274896"/>
                </a:lnTo>
                <a:lnTo>
                  <a:pt x="85926" y="284939"/>
                </a:lnTo>
                <a:lnTo>
                  <a:pt x="96532" y="282107"/>
                </a:lnTo>
                <a:lnTo>
                  <a:pt x="96165" y="297638"/>
                </a:lnTo>
                <a:lnTo>
                  <a:pt x="120724" y="254092"/>
                </a:lnTo>
                <a:lnTo>
                  <a:pt x="105401" y="211432"/>
                </a:lnTo>
                <a:lnTo>
                  <a:pt x="120569" y="191678"/>
                </a:lnTo>
                <a:lnTo>
                  <a:pt x="119132" y="176466"/>
                </a:lnTo>
                <a:lnTo>
                  <a:pt x="142210" y="164466"/>
                </a:lnTo>
                <a:lnTo>
                  <a:pt x="149350" y="112409"/>
                </a:lnTo>
                <a:lnTo>
                  <a:pt x="172923" y="106705"/>
                </a:lnTo>
                <a:lnTo>
                  <a:pt x="185759" y="87603"/>
                </a:lnTo>
                <a:lnTo>
                  <a:pt x="155962" y="82378"/>
                </a:lnTo>
                <a:lnTo>
                  <a:pt x="142131" y="63316"/>
                </a:lnTo>
                <a:lnTo>
                  <a:pt x="143838" y="43490"/>
                </a:lnTo>
                <a:lnTo>
                  <a:pt x="95917" y="0"/>
                </a:lnTo>
                <a:lnTo>
                  <a:pt x="74129" y="40856"/>
                </a:lnTo>
                <a:lnTo>
                  <a:pt x="87883" y="46987"/>
                </a:lnTo>
                <a:lnTo>
                  <a:pt x="83338" y="64044"/>
                </a:lnTo>
                <a:lnTo>
                  <a:pt x="70722" y="78516"/>
                </a:lnTo>
                <a:lnTo>
                  <a:pt x="62126" y="69444"/>
                </a:lnTo>
                <a:lnTo>
                  <a:pt x="54273" y="9099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CONCEPCION"/>
          <p:cNvSpPr/>
          <p:nvPr/>
        </p:nvSpPr>
        <p:spPr>
          <a:xfrm>
            <a:off x="5095513" y="4571227"/>
            <a:ext cx="547743" cy="457155"/>
          </a:xfrm>
          <a:custGeom>
            <a:avLst/>
            <a:gdLst/>
            <a:ahLst/>
            <a:cxnLst/>
            <a:rect l="l" t="t" r="r" b="b"/>
            <a:pathLst>
              <a:path w="547743" h="457155">
                <a:moveTo>
                  <a:pt x="343151" y="68202"/>
                </a:moveTo>
                <a:lnTo>
                  <a:pt x="331038" y="65868"/>
                </a:lnTo>
                <a:lnTo>
                  <a:pt x="325361" y="52168"/>
                </a:lnTo>
                <a:lnTo>
                  <a:pt x="319770" y="58734"/>
                </a:lnTo>
                <a:lnTo>
                  <a:pt x="293060" y="44644"/>
                </a:lnTo>
                <a:lnTo>
                  <a:pt x="267722" y="53825"/>
                </a:lnTo>
                <a:lnTo>
                  <a:pt x="231806" y="40215"/>
                </a:lnTo>
                <a:lnTo>
                  <a:pt x="221402" y="53259"/>
                </a:lnTo>
                <a:lnTo>
                  <a:pt x="206183" y="43402"/>
                </a:lnTo>
                <a:lnTo>
                  <a:pt x="197814" y="52165"/>
                </a:lnTo>
                <a:lnTo>
                  <a:pt x="181939" y="47775"/>
                </a:lnTo>
                <a:lnTo>
                  <a:pt x="172333" y="36717"/>
                </a:lnTo>
                <a:lnTo>
                  <a:pt x="121388" y="29531"/>
                </a:lnTo>
                <a:lnTo>
                  <a:pt x="112185" y="3650"/>
                </a:lnTo>
                <a:lnTo>
                  <a:pt x="84023" y="2460"/>
                </a:lnTo>
                <a:lnTo>
                  <a:pt x="74586" y="16474"/>
                </a:lnTo>
                <a:lnTo>
                  <a:pt x="55584" y="21768"/>
                </a:lnTo>
                <a:lnTo>
                  <a:pt x="48508" y="11897"/>
                </a:lnTo>
                <a:lnTo>
                  <a:pt x="38144" y="17389"/>
                </a:lnTo>
                <a:lnTo>
                  <a:pt x="18530" y="11963"/>
                </a:lnTo>
                <a:lnTo>
                  <a:pt x="15128" y="0"/>
                </a:lnTo>
                <a:lnTo>
                  <a:pt x="0" y="1214"/>
                </a:lnTo>
                <a:lnTo>
                  <a:pt x="10715" y="15515"/>
                </a:lnTo>
                <a:lnTo>
                  <a:pt x="12128" y="62161"/>
                </a:lnTo>
                <a:lnTo>
                  <a:pt x="29930" y="59005"/>
                </a:lnTo>
                <a:lnTo>
                  <a:pt x="33915" y="78885"/>
                </a:lnTo>
                <a:lnTo>
                  <a:pt x="51620" y="94597"/>
                </a:lnTo>
                <a:lnTo>
                  <a:pt x="37520" y="107088"/>
                </a:lnTo>
                <a:lnTo>
                  <a:pt x="48604" y="156278"/>
                </a:lnTo>
                <a:lnTo>
                  <a:pt x="64888" y="179603"/>
                </a:lnTo>
                <a:lnTo>
                  <a:pt x="24585" y="184609"/>
                </a:lnTo>
                <a:lnTo>
                  <a:pt x="17964" y="208362"/>
                </a:lnTo>
                <a:lnTo>
                  <a:pt x="34615" y="230715"/>
                </a:lnTo>
                <a:lnTo>
                  <a:pt x="53758" y="235860"/>
                </a:lnTo>
                <a:lnTo>
                  <a:pt x="59848" y="254604"/>
                </a:lnTo>
                <a:lnTo>
                  <a:pt x="50477" y="266609"/>
                </a:lnTo>
                <a:lnTo>
                  <a:pt x="66774" y="284642"/>
                </a:lnTo>
                <a:lnTo>
                  <a:pt x="60175" y="303500"/>
                </a:lnTo>
                <a:lnTo>
                  <a:pt x="82962" y="323951"/>
                </a:lnTo>
                <a:lnTo>
                  <a:pt x="106188" y="324141"/>
                </a:lnTo>
                <a:lnTo>
                  <a:pt x="108793" y="351023"/>
                </a:lnTo>
                <a:lnTo>
                  <a:pt x="146974" y="383503"/>
                </a:lnTo>
                <a:lnTo>
                  <a:pt x="138381" y="405146"/>
                </a:lnTo>
                <a:lnTo>
                  <a:pt x="159644" y="446896"/>
                </a:lnTo>
                <a:lnTo>
                  <a:pt x="185544" y="457155"/>
                </a:lnTo>
                <a:lnTo>
                  <a:pt x="349552" y="430157"/>
                </a:lnTo>
                <a:lnTo>
                  <a:pt x="364930" y="438459"/>
                </a:lnTo>
                <a:lnTo>
                  <a:pt x="431442" y="440300"/>
                </a:lnTo>
                <a:lnTo>
                  <a:pt x="445870" y="425043"/>
                </a:lnTo>
                <a:lnTo>
                  <a:pt x="463148" y="428985"/>
                </a:lnTo>
                <a:lnTo>
                  <a:pt x="482263" y="415521"/>
                </a:lnTo>
                <a:lnTo>
                  <a:pt x="501476" y="395778"/>
                </a:lnTo>
                <a:lnTo>
                  <a:pt x="507608" y="373642"/>
                </a:lnTo>
                <a:lnTo>
                  <a:pt x="526931" y="366483"/>
                </a:lnTo>
                <a:lnTo>
                  <a:pt x="521762" y="355135"/>
                </a:lnTo>
                <a:lnTo>
                  <a:pt x="531466" y="333455"/>
                </a:lnTo>
                <a:lnTo>
                  <a:pt x="544639" y="332293"/>
                </a:lnTo>
                <a:lnTo>
                  <a:pt x="547743" y="307712"/>
                </a:lnTo>
                <a:lnTo>
                  <a:pt x="499288" y="193532"/>
                </a:lnTo>
                <a:lnTo>
                  <a:pt x="472796" y="202046"/>
                </a:lnTo>
                <a:lnTo>
                  <a:pt x="455879" y="222683"/>
                </a:lnTo>
                <a:lnTo>
                  <a:pt x="437630" y="224323"/>
                </a:lnTo>
                <a:lnTo>
                  <a:pt x="421538" y="261656"/>
                </a:lnTo>
                <a:lnTo>
                  <a:pt x="410578" y="266121"/>
                </a:lnTo>
                <a:lnTo>
                  <a:pt x="390641" y="255760"/>
                </a:lnTo>
                <a:lnTo>
                  <a:pt x="377004" y="262890"/>
                </a:lnTo>
                <a:lnTo>
                  <a:pt x="376343" y="243654"/>
                </a:lnTo>
                <a:lnTo>
                  <a:pt x="395195" y="230393"/>
                </a:lnTo>
                <a:lnTo>
                  <a:pt x="390340" y="205007"/>
                </a:lnTo>
                <a:lnTo>
                  <a:pt x="372346" y="182159"/>
                </a:lnTo>
                <a:lnTo>
                  <a:pt x="368852" y="147602"/>
                </a:lnTo>
                <a:lnTo>
                  <a:pt x="375275" y="120360"/>
                </a:lnTo>
                <a:lnTo>
                  <a:pt x="406855" y="90432"/>
                </a:lnTo>
                <a:lnTo>
                  <a:pt x="343151" y="682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CORDILLERA"/>
          <p:cNvSpPr/>
          <p:nvPr/>
        </p:nvSpPr>
        <p:spPr>
          <a:xfrm>
            <a:off x="5246868" y="5455867"/>
            <a:ext cx="269633" cy="263901"/>
          </a:xfrm>
          <a:custGeom>
            <a:avLst/>
            <a:gdLst/>
            <a:ahLst/>
            <a:cxnLst/>
            <a:rect l="l" t="t" r="r" b="b"/>
            <a:pathLst>
              <a:path w="269633" h="263901">
                <a:moveTo>
                  <a:pt x="61526" y="25881"/>
                </a:moveTo>
                <a:lnTo>
                  <a:pt x="51178" y="28724"/>
                </a:lnTo>
                <a:lnTo>
                  <a:pt x="28943" y="70902"/>
                </a:lnTo>
                <a:lnTo>
                  <a:pt x="0" y="83464"/>
                </a:lnTo>
                <a:lnTo>
                  <a:pt x="42587" y="126289"/>
                </a:lnTo>
                <a:lnTo>
                  <a:pt x="40753" y="147588"/>
                </a:lnTo>
                <a:lnTo>
                  <a:pt x="55279" y="164788"/>
                </a:lnTo>
                <a:lnTo>
                  <a:pt x="80204" y="163275"/>
                </a:lnTo>
                <a:lnTo>
                  <a:pt x="114426" y="236937"/>
                </a:lnTo>
                <a:lnTo>
                  <a:pt x="167514" y="230896"/>
                </a:lnTo>
                <a:lnTo>
                  <a:pt x="157301" y="259480"/>
                </a:lnTo>
                <a:lnTo>
                  <a:pt x="176675" y="263901"/>
                </a:lnTo>
                <a:lnTo>
                  <a:pt x="197854" y="250152"/>
                </a:lnTo>
                <a:lnTo>
                  <a:pt x="222730" y="262047"/>
                </a:lnTo>
                <a:lnTo>
                  <a:pt x="183266" y="215063"/>
                </a:lnTo>
                <a:lnTo>
                  <a:pt x="238559" y="181744"/>
                </a:lnTo>
                <a:lnTo>
                  <a:pt x="269633" y="148340"/>
                </a:lnTo>
                <a:lnTo>
                  <a:pt x="252481" y="153375"/>
                </a:lnTo>
                <a:lnTo>
                  <a:pt x="239411" y="135971"/>
                </a:lnTo>
                <a:lnTo>
                  <a:pt x="252675" y="103683"/>
                </a:lnTo>
                <a:lnTo>
                  <a:pt x="269540" y="103457"/>
                </a:lnTo>
                <a:lnTo>
                  <a:pt x="268716" y="49376"/>
                </a:lnTo>
                <a:lnTo>
                  <a:pt x="253345" y="43178"/>
                </a:lnTo>
                <a:lnTo>
                  <a:pt x="233355" y="8175"/>
                </a:lnTo>
                <a:lnTo>
                  <a:pt x="219158" y="16772"/>
                </a:lnTo>
                <a:lnTo>
                  <a:pt x="155553" y="0"/>
                </a:lnTo>
                <a:lnTo>
                  <a:pt x="137166" y="43446"/>
                </a:lnTo>
                <a:lnTo>
                  <a:pt x="125185" y="44793"/>
                </a:lnTo>
                <a:lnTo>
                  <a:pt x="127531" y="55101"/>
                </a:lnTo>
                <a:lnTo>
                  <a:pt x="109833" y="56328"/>
                </a:lnTo>
                <a:lnTo>
                  <a:pt x="84179" y="34362"/>
                </a:lnTo>
                <a:lnTo>
                  <a:pt x="78617" y="41829"/>
                </a:lnTo>
                <a:lnTo>
                  <a:pt x="63126" y="34976"/>
                </a:lnTo>
                <a:lnTo>
                  <a:pt x="61526" y="2588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GUAIRA"/>
          <p:cNvSpPr/>
          <p:nvPr/>
        </p:nvSpPr>
        <p:spPr>
          <a:xfrm>
            <a:off x="5461713" y="5687110"/>
            <a:ext cx="327605" cy="202731"/>
          </a:xfrm>
          <a:custGeom>
            <a:avLst/>
            <a:gdLst/>
            <a:ahLst/>
            <a:cxnLst/>
            <a:rect l="l" t="t" r="r" b="b"/>
            <a:pathLst>
              <a:path w="327605" h="202731">
                <a:moveTo>
                  <a:pt x="327605" y="27402"/>
                </a:moveTo>
                <a:lnTo>
                  <a:pt x="280822" y="41656"/>
                </a:lnTo>
                <a:lnTo>
                  <a:pt x="239514" y="20017"/>
                </a:lnTo>
                <a:lnTo>
                  <a:pt x="126654" y="0"/>
                </a:lnTo>
                <a:lnTo>
                  <a:pt x="100121" y="2766"/>
                </a:lnTo>
                <a:lnTo>
                  <a:pt x="79242" y="23008"/>
                </a:lnTo>
                <a:lnTo>
                  <a:pt x="62826" y="19430"/>
                </a:lnTo>
                <a:lnTo>
                  <a:pt x="22892" y="43390"/>
                </a:lnTo>
                <a:lnTo>
                  <a:pt x="17097" y="63264"/>
                </a:lnTo>
                <a:lnTo>
                  <a:pt x="24089" y="91557"/>
                </a:lnTo>
                <a:lnTo>
                  <a:pt x="40831" y="112277"/>
                </a:lnTo>
                <a:lnTo>
                  <a:pt x="41205" y="132788"/>
                </a:lnTo>
                <a:lnTo>
                  <a:pt x="0" y="124093"/>
                </a:lnTo>
                <a:lnTo>
                  <a:pt x="13513" y="148964"/>
                </a:lnTo>
                <a:lnTo>
                  <a:pt x="10772" y="182462"/>
                </a:lnTo>
                <a:lnTo>
                  <a:pt x="35723" y="202731"/>
                </a:lnTo>
                <a:lnTo>
                  <a:pt x="42471" y="194922"/>
                </a:lnTo>
                <a:lnTo>
                  <a:pt x="57767" y="199336"/>
                </a:lnTo>
                <a:lnTo>
                  <a:pt x="62641" y="177838"/>
                </a:lnTo>
                <a:lnTo>
                  <a:pt x="101447" y="183745"/>
                </a:lnTo>
                <a:lnTo>
                  <a:pt x="99031" y="147142"/>
                </a:lnTo>
                <a:lnTo>
                  <a:pt x="116262" y="147931"/>
                </a:lnTo>
                <a:lnTo>
                  <a:pt x="137242" y="131859"/>
                </a:lnTo>
                <a:lnTo>
                  <a:pt x="169266" y="158935"/>
                </a:lnTo>
                <a:lnTo>
                  <a:pt x="190645" y="145640"/>
                </a:lnTo>
                <a:lnTo>
                  <a:pt x="205612" y="104512"/>
                </a:lnTo>
                <a:lnTo>
                  <a:pt x="227446" y="92414"/>
                </a:lnTo>
                <a:lnTo>
                  <a:pt x="245632" y="99763"/>
                </a:lnTo>
                <a:lnTo>
                  <a:pt x="264656" y="75916"/>
                </a:lnTo>
                <a:lnTo>
                  <a:pt x="291445" y="67374"/>
                </a:lnTo>
                <a:lnTo>
                  <a:pt x="289782" y="49101"/>
                </a:lnTo>
                <a:lnTo>
                  <a:pt x="314240" y="56871"/>
                </a:lnTo>
                <a:lnTo>
                  <a:pt x="327605" y="274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ITAPUA"/>
          <p:cNvSpPr/>
          <p:nvPr/>
        </p:nvSpPr>
        <p:spPr>
          <a:xfrm>
            <a:off x="5421383" y="5856282"/>
            <a:ext cx="657703" cy="480318"/>
          </a:xfrm>
          <a:custGeom>
            <a:avLst/>
            <a:gdLst/>
            <a:ahLst/>
            <a:cxnLst/>
            <a:rect l="l" t="t" r="r" b="b"/>
            <a:pathLst>
              <a:path w="657703" h="480318">
                <a:moveTo>
                  <a:pt x="66468" y="203083"/>
                </a:moveTo>
                <a:lnTo>
                  <a:pt x="73531" y="337716"/>
                </a:lnTo>
                <a:lnTo>
                  <a:pt x="51516" y="366389"/>
                </a:lnTo>
                <a:lnTo>
                  <a:pt x="64680" y="399292"/>
                </a:lnTo>
                <a:lnTo>
                  <a:pt x="0" y="423050"/>
                </a:lnTo>
                <a:lnTo>
                  <a:pt x="39496" y="450355"/>
                </a:lnTo>
                <a:lnTo>
                  <a:pt x="56088" y="435653"/>
                </a:lnTo>
                <a:lnTo>
                  <a:pt x="86892" y="431267"/>
                </a:lnTo>
                <a:lnTo>
                  <a:pt x="118549" y="468965"/>
                </a:lnTo>
                <a:lnTo>
                  <a:pt x="144815" y="480318"/>
                </a:lnTo>
                <a:lnTo>
                  <a:pt x="173215" y="444317"/>
                </a:lnTo>
                <a:lnTo>
                  <a:pt x="174181" y="422568"/>
                </a:lnTo>
                <a:lnTo>
                  <a:pt x="231335" y="389643"/>
                </a:lnTo>
                <a:lnTo>
                  <a:pt x="292933" y="400181"/>
                </a:lnTo>
                <a:lnTo>
                  <a:pt x="311185" y="427042"/>
                </a:lnTo>
                <a:lnTo>
                  <a:pt x="339132" y="432869"/>
                </a:lnTo>
                <a:lnTo>
                  <a:pt x="380530" y="395397"/>
                </a:lnTo>
                <a:lnTo>
                  <a:pt x="384615" y="369153"/>
                </a:lnTo>
                <a:lnTo>
                  <a:pt x="371919" y="349268"/>
                </a:lnTo>
                <a:lnTo>
                  <a:pt x="388896" y="341950"/>
                </a:lnTo>
                <a:lnTo>
                  <a:pt x="390986" y="324804"/>
                </a:lnTo>
                <a:lnTo>
                  <a:pt x="421198" y="323635"/>
                </a:lnTo>
                <a:lnTo>
                  <a:pt x="423628" y="298130"/>
                </a:lnTo>
                <a:lnTo>
                  <a:pt x="443697" y="279679"/>
                </a:lnTo>
                <a:lnTo>
                  <a:pt x="477164" y="270711"/>
                </a:lnTo>
                <a:lnTo>
                  <a:pt x="493459" y="280843"/>
                </a:lnTo>
                <a:lnTo>
                  <a:pt x="513131" y="275551"/>
                </a:lnTo>
                <a:lnTo>
                  <a:pt x="513194" y="247281"/>
                </a:lnTo>
                <a:lnTo>
                  <a:pt x="538395" y="226191"/>
                </a:lnTo>
                <a:lnTo>
                  <a:pt x="566083" y="222051"/>
                </a:lnTo>
                <a:lnTo>
                  <a:pt x="571607" y="188717"/>
                </a:lnTo>
                <a:lnTo>
                  <a:pt x="609319" y="184832"/>
                </a:lnTo>
                <a:lnTo>
                  <a:pt x="617830" y="167198"/>
                </a:lnTo>
                <a:lnTo>
                  <a:pt x="613163" y="141331"/>
                </a:lnTo>
                <a:lnTo>
                  <a:pt x="641094" y="113312"/>
                </a:lnTo>
                <a:lnTo>
                  <a:pt x="657703" y="69602"/>
                </a:lnTo>
                <a:lnTo>
                  <a:pt x="644582" y="43430"/>
                </a:lnTo>
                <a:lnTo>
                  <a:pt x="642716" y="52360"/>
                </a:lnTo>
                <a:lnTo>
                  <a:pt x="624035" y="50261"/>
                </a:lnTo>
                <a:lnTo>
                  <a:pt x="612071" y="32268"/>
                </a:lnTo>
                <a:lnTo>
                  <a:pt x="605933" y="38259"/>
                </a:lnTo>
                <a:lnTo>
                  <a:pt x="591177" y="26150"/>
                </a:lnTo>
                <a:lnTo>
                  <a:pt x="584156" y="34334"/>
                </a:lnTo>
                <a:lnTo>
                  <a:pt x="580182" y="28623"/>
                </a:lnTo>
                <a:lnTo>
                  <a:pt x="579030" y="43784"/>
                </a:lnTo>
                <a:lnTo>
                  <a:pt x="568627" y="37488"/>
                </a:lnTo>
                <a:lnTo>
                  <a:pt x="568911" y="46886"/>
                </a:lnTo>
                <a:lnTo>
                  <a:pt x="543404" y="41558"/>
                </a:lnTo>
                <a:lnTo>
                  <a:pt x="534226" y="48270"/>
                </a:lnTo>
                <a:lnTo>
                  <a:pt x="513192" y="36431"/>
                </a:lnTo>
                <a:lnTo>
                  <a:pt x="477343" y="45866"/>
                </a:lnTo>
                <a:lnTo>
                  <a:pt x="459371" y="13261"/>
                </a:lnTo>
                <a:lnTo>
                  <a:pt x="461105" y="0"/>
                </a:lnTo>
                <a:lnTo>
                  <a:pt x="452087" y="8225"/>
                </a:lnTo>
                <a:lnTo>
                  <a:pt x="448439" y="56542"/>
                </a:lnTo>
                <a:lnTo>
                  <a:pt x="439081" y="69691"/>
                </a:lnTo>
                <a:lnTo>
                  <a:pt x="405101" y="69007"/>
                </a:lnTo>
                <a:lnTo>
                  <a:pt x="407735" y="82532"/>
                </a:lnTo>
                <a:lnTo>
                  <a:pt x="388701" y="88017"/>
                </a:lnTo>
                <a:lnTo>
                  <a:pt x="379017" y="104095"/>
                </a:lnTo>
                <a:lnTo>
                  <a:pt x="353297" y="85111"/>
                </a:lnTo>
                <a:lnTo>
                  <a:pt x="317453" y="94475"/>
                </a:lnTo>
                <a:lnTo>
                  <a:pt x="286319" y="134871"/>
                </a:lnTo>
                <a:lnTo>
                  <a:pt x="256164" y="134938"/>
                </a:lnTo>
                <a:lnTo>
                  <a:pt x="251273" y="145656"/>
                </a:lnTo>
                <a:lnTo>
                  <a:pt x="243686" y="138099"/>
                </a:lnTo>
                <a:lnTo>
                  <a:pt x="230646" y="148104"/>
                </a:lnTo>
                <a:lnTo>
                  <a:pt x="225829" y="171165"/>
                </a:lnTo>
                <a:lnTo>
                  <a:pt x="206885" y="184102"/>
                </a:lnTo>
                <a:lnTo>
                  <a:pt x="206730" y="198270"/>
                </a:lnTo>
                <a:lnTo>
                  <a:pt x="183655" y="193959"/>
                </a:lnTo>
                <a:lnTo>
                  <a:pt x="115805" y="224919"/>
                </a:lnTo>
                <a:lnTo>
                  <a:pt x="66468" y="2030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MISIONES"/>
          <p:cNvSpPr/>
          <p:nvPr/>
        </p:nvSpPr>
        <p:spPr>
          <a:xfrm>
            <a:off x="5168995" y="5947397"/>
            <a:ext cx="325919" cy="354825"/>
          </a:xfrm>
          <a:custGeom>
            <a:avLst/>
            <a:gdLst/>
            <a:ahLst/>
            <a:cxnLst/>
            <a:rect l="l" t="t" r="r" b="b"/>
            <a:pathLst>
              <a:path w="325919" h="354825">
                <a:moveTo>
                  <a:pt x="263124" y="52775"/>
                </a:moveTo>
                <a:lnTo>
                  <a:pt x="245269" y="27262"/>
                </a:lnTo>
                <a:lnTo>
                  <a:pt x="230322" y="33831"/>
                </a:lnTo>
                <a:lnTo>
                  <a:pt x="231668" y="23213"/>
                </a:lnTo>
                <a:lnTo>
                  <a:pt x="218907" y="11268"/>
                </a:lnTo>
                <a:lnTo>
                  <a:pt x="190831" y="0"/>
                </a:lnTo>
                <a:lnTo>
                  <a:pt x="168362" y="11334"/>
                </a:lnTo>
                <a:lnTo>
                  <a:pt x="154403" y="38745"/>
                </a:lnTo>
                <a:lnTo>
                  <a:pt x="144892" y="35915"/>
                </a:lnTo>
                <a:lnTo>
                  <a:pt x="150296" y="51920"/>
                </a:lnTo>
                <a:lnTo>
                  <a:pt x="140574" y="67632"/>
                </a:lnTo>
                <a:lnTo>
                  <a:pt x="97732" y="77788"/>
                </a:lnTo>
                <a:lnTo>
                  <a:pt x="86725" y="62235"/>
                </a:lnTo>
                <a:lnTo>
                  <a:pt x="69510" y="60850"/>
                </a:lnTo>
                <a:lnTo>
                  <a:pt x="68664" y="51685"/>
                </a:lnTo>
                <a:lnTo>
                  <a:pt x="42959" y="49875"/>
                </a:lnTo>
                <a:lnTo>
                  <a:pt x="20075" y="29307"/>
                </a:lnTo>
                <a:lnTo>
                  <a:pt x="23441" y="17751"/>
                </a:lnTo>
                <a:lnTo>
                  <a:pt x="10249" y="15174"/>
                </a:lnTo>
                <a:lnTo>
                  <a:pt x="8116" y="3717"/>
                </a:lnTo>
                <a:lnTo>
                  <a:pt x="0" y="7596"/>
                </a:lnTo>
                <a:lnTo>
                  <a:pt x="30301" y="132545"/>
                </a:lnTo>
                <a:lnTo>
                  <a:pt x="92468" y="218973"/>
                </a:lnTo>
                <a:lnTo>
                  <a:pt x="164978" y="234634"/>
                </a:lnTo>
                <a:lnTo>
                  <a:pt x="117963" y="333137"/>
                </a:lnTo>
                <a:lnTo>
                  <a:pt x="150319" y="349499"/>
                </a:lnTo>
                <a:lnTo>
                  <a:pt x="200553" y="354825"/>
                </a:lnTo>
                <a:lnTo>
                  <a:pt x="238600" y="331521"/>
                </a:lnTo>
                <a:lnTo>
                  <a:pt x="279799" y="327868"/>
                </a:lnTo>
                <a:lnTo>
                  <a:pt x="317046" y="308235"/>
                </a:lnTo>
                <a:lnTo>
                  <a:pt x="303904" y="275274"/>
                </a:lnTo>
                <a:lnTo>
                  <a:pt x="325919" y="246601"/>
                </a:lnTo>
                <a:lnTo>
                  <a:pt x="317881" y="110868"/>
                </a:lnTo>
                <a:lnTo>
                  <a:pt x="325637" y="93143"/>
                </a:lnTo>
                <a:lnTo>
                  <a:pt x="275709" y="78814"/>
                </a:lnTo>
                <a:lnTo>
                  <a:pt x="275245" y="61329"/>
                </a:lnTo>
                <a:lnTo>
                  <a:pt x="263124" y="527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ARAGUARI"/>
          <p:cNvSpPr/>
          <p:nvPr/>
        </p:nvSpPr>
        <p:spPr>
          <a:xfrm>
            <a:off x="5167161" y="5634870"/>
            <a:ext cx="335757" cy="390315"/>
          </a:xfrm>
          <a:custGeom>
            <a:avLst/>
            <a:gdLst/>
            <a:ahLst/>
            <a:cxnLst/>
            <a:rect l="l" t="t" r="r" b="b"/>
            <a:pathLst>
              <a:path w="335757" h="390315">
                <a:moveTo>
                  <a:pt x="163011" y="0"/>
                </a:moveTo>
                <a:lnTo>
                  <a:pt x="126628" y="14553"/>
                </a:lnTo>
                <a:lnTo>
                  <a:pt x="119488" y="66610"/>
                </a:lnTo>
                <a:lnTo>
                  <a:pt x="98825" y="74755"/>
                </a:lnTo>
                <a:lnTo>
                  <a:pt x="97847" y="93822"/>
                </a:lnTo>
                <a:lnTo>
                  <a:pt x="82679" y="113576"/>
                </a:lnTo>
                <a:lnTo>
                  <a:pt x="98291" y="154433"/>
                </a:lnTo>
                <a:lnTo>
                  <a:pt x="73443" y="199782"/>
                </a:lnTo>
                <a:lnTo>
                  <a:pt x="79898" y="244767"/>
                </a:lnTo>
                <a:lnTo>
                  <a:pt x="74188" y="239429"/>
                </a:lnTo>
                <a:lnTo>
                  <a:pt x="49496" y="251191"/>
                </a:lnTo>
                <a:lnTo>
                  <a:pt x="20355" y="289998"/>
                </a:lnTo>
                <a:lnTo>
                  <a:pt x="15463" y="312123"/>
                </a:lnTo>
                <a:lnTo>
                  <a:pt x="7587" y="305293"/>
                </a:lnTo>
                <a:lnTo>
                  <a:pt x="0" y="314168"/>
                </a:lnTo>
                <a:lnTo>
                  <a:pt x="25275" y="330278"/>
                </a:lnTo>
                <a:lnTo>
                  <a:pt x="21909" y="341834"/>
                </a:lnTo>
                <a:lnTo>
                  <a:pt x="44793" y="362402"/>
                </a:lnTo>
                <a:lnTo>
                  <a:pt x="70498" y="364212"/>
                </a:lnTo>
                <a:lnTo>
                  <a:pt x="71344" y="373377"/>
                </a:lnTo>
                <a:lnTo>
                  <a:pt x="88559" y="374762"/>
                </a:lnTo>
                <a:lnTo>
                  <a:pt x="99566" y="390315"/>
                </a:lnTo>
                <a:lnTo>
                  <a:pt x="142408" y="380159"/>
                </a:lnTo>
                <a:lnTo>
                  <a:pt x="152130" y="364447"/>
                </a:lnTo>
                <a:lnTo>
                  <a:pt x="146726" y="348442"/>
                </a:lnTo>
                <a:lnTo>
                  <a:pt x="156237" y="351272"/>
                </a:lnTo>
                <a:lnTo>
                  <a:pt x="170196" y="323861"/>
                </a:lnTo>
                <a:lnTo>
                  <a:pt x="192665" y="312527"/>
                </a:lnTo>
                <a:lnTo>
                  <a:pt x="220741" y="323795"/>
                </a:lnTo>
                <a:lnTo>
                  <a:pt x="233502" y="335740"/>
                </a:lnTo>
                <a:lnTo>
                  <a:pt x="232156" y="346358"/>
                </a:lnTo>
                <a:lnTo>
                  <a:pt x="247103" y="339789"/>
                </a:lnTo>
                <a:lnTo>
                  <a:pt x="265107" y="365267"/>
                </a:lnTo>
                <a:lnTo>
                  <a:pt x="290785" y="326635"/>
                </a:lnTo>
                <a:lnTo>
                  <a:pt x="312396" y="268526"/>
                </a:lnTo>
                <a:lnTo>
                  <a:pt x="329492" y="255605"/>
                </a:lnTo>
                <a:lnTo>
                  <a:pt x="305324" y="234702"/>
                </a:lnTo>
                <a:lnTo>
                  <a:pt x="308065" y="201204"/>
                </a:lnTo>
                <a:lnTo>
                  <a:pt x="294552" y="176333"/>
                </a:lnTo>
                <a:lnTo>
                  <a:pt x="335757" y="185028"/>
                </a:lnTo>
                <a:lnTo>
                  <a:pt x="335383" y="164517"/>
                </a:lnTo>
                <a:lnTo>
                  <a:pt x="318641" y="143797"/>
                </a:lnTo>
                <a:lnTo>
                  <a:pt x="311649" y="115504"/>
                </a:lnTo>
                <a:lnTo>
                  <a:pt x="317444" y="95630"/>
                </a:lnTo>
                <a:lnTo>
                  <a:pt x="277561" y="71149"/>
                </a:lnTo>
                <a:lnTo>
                  <a:pt x="256382" y="84898"/>
                </a:lnTo>
                <a:lnTo>
                  <a:pt x="237008" y="80477"/>
                </a:lnTo>
                <a:lnTo>
                  <a:pt x="247221" y="51893"/>
                </a:lnTo>
                <a:lnTo>
                  <a:pt x="194133" y="57934"/>
                </a:lnTo>
                <a:lnTo>
                  <a:pt x="182071" y="40076"/>
                </a:lnTo>
                <a:lnTo>
                  <a:pt x="181606" y="17278"/>
                </a:lnTo>
                <a:lnTo>
                  <a:pt x="163011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PRESIDENTE HAYES"/>
          <p:cNvSpPr/>
          <p:nvPr/>
        </p:nvSpPr>
        <p:spPr>
          <a:xfrm>
            <a:off x="4274409" y="4569013"/>
            <a:ext cx="1069205" cy="1050311"/>
          </a:xfrm>
          <a:custGeom>
            <a:avLst/>
            <a:gdLst/>
            <a:ahLst/>
            <a:cxnLst/>
            <a:rect l="l" t="t" r="r" b="b"/>
            <a:pathLst>
              <a:path w="1069205" h="1050311">
                <a:moveTo>
                  <a:pt x="944159" y="1008857"/>
                </a:moveTo>
                <a:lnTo>
                  <a:pt x="961592" y="969255"/>
                </a:lnTo>
                <a:lnTo>
                  <a:pt x="1001402" y="957756"/>
                </a:lnTo>
                <a:lnTo>
                  <a:pt x="1026130" y="912772"/>
                </a:lnTo>
                <a:lnTo>
                  <a:pt x="1048613" y="913576"/>
                </a:lnTo>
                <a:lnTo>
                  <a:pt x="1024854" y="884934"/>
                </a:lnTo>
                <a:lnTo>
                  <a:pt x="1044870" y="859135"/>
                </a:lnTo>
                <a:lnTo>
                  <a:pt x="1045375" y="840651"/>
                </a:lnTo>
                <a:lnTo>
                  <a:pt x="1063250" y="837608"/>
                </a:lnTo>
                <a:lnTo>
                  <a:pt x="1066813" y="814733"/>
                </a:lnTo>
                <a:lnTo>
                  <a:pt x="1055829" y="798994"/>
                </a:lnTo>
                <a:lnTo>
                  <a:pt x="1065608" y="785897"/>
                </a:lnTo>
                <a:lnTo>
                  <a:pt x="1055940" y="771920"/>
                </a:lnTo>
                <a:lnTo>
                  <a:pt x="1069205" y="760480"/>
                </a:lnTo>
                <a:lnTo>
                  <a:pt x="1052456" y="690566"/>
                </a:lnTo>
                <a:lnTo>
                  <a:pt x="1030820" y="662618"/>
                </a:lnTo>
                <a:lnTo>
                  <a:pt x="1052089" y="644024"/>
                </a:lnTo>
                <a:lnTo>
                  <a:pt x="1035457" y="629940"/>
                </a:lnTo>
                <a:lnTo>
                  <a:pt x="1050967" y="618036"/>
                </a:lnTo>
                <a:lnTo>
                  <a:pt x="1042291" y="611444"/>
                </a:lnTo>
                <a:lnTo>
                  <a:pt x="1045547" y="601117"/>
                </a:lnTo>
                <a:lnTo>
                  <a:pt x="1023661" y="587027"/>
                </a:lnTo>
                <a:lnTo>
                  <a:pt x="1038555" y="576579"/>
                </a:lnTo>
                <a:lnTo>
                  <a:pt x="1031923" y="566281"/>
                </a:lnTo>
                <a:lnTo>
                  <a:pt x="1038795" y="548340"/>
                </a:lnTo>
                <a:lnTo>
                  <a:pt x="1031350" y="543373"/>
                </a:lnTo>
                <a:lnTo>
                  <a:pt x="1037637" y="531955"/>
                </a:lnTo>
                <a:lnTo>
                  <a:pt x="989873" y="505601"/>
                </a:lnTo>
                <a:lnTo>
                  <a:pt x="973870" y="467929"/>
                </a:lnTo>
                <a:lnTo>
                  <a:pt x="980556" y="439276"/>
                </a:lnTo>
                <a:lnTo>
                  <a:pt x="959485" y="407360"/>
                </a:lnTo>
                <a:lnTo>
                  <a:pt x="968078" y="385717"/>
                </a:lnTo>
                <a:lnTo>
                  <a:pt x="929897" y="353237"/>
                </a:lnTo>
                <a:lnTo>
                  <a:pt x="927292" y="326355"/>
                </a:lnTo>
                <a:lnTo>
                  <a:pt x="904066" y="326165"/>
                </a:lnTo>
                <a:lnTo>
                  <a:pt x="881279" y="305714"/>
                </a:lnTo>
                <a:lnTo>
                  <a:pt x="887878" y="286856"/>
                </a:lnTo>
                <a:lnTo>
                  <a:pt x="871581" y="268823"/>
                </a:lnTo>
                <a:lnTo>
                  <a:pt x="880952" y="256818"/>
                </a:lnTo>
                <a:lnTo>
                  <a:pt x="874862" y="238074"/>
                </a:lnTo>
                <a:lnTo>
                  <a:pt x="855719" y="232929"/>
                </a:lnTo>
                <a:lnTo>
                  <a:pt x="837246" y="205154"/>
                </a:lnTo>
                <a:lnTo>
                  <a:pt x="845689" y="186823"/>
                </a:lnTo>
                <a:lnTo>
                  <a:pt x="886017" y="185227"/>
                </a:lnTo>
                <a:lnTo>
                  <a:pt x="869708" y="158492"/>
                </a:lnTo>
                <a:lnTo>
                  <a:pt x="861479" y="103039"/>
                </a:lnTo>
                <a:lnTo>
                  <a:pt x="764489" y="87567"/>
                </a:lnTo>
                <a:lnTo>
                  <a:pt x="740578" y="33097"/>
                </a:lnTo>
                <a:lnTo>
                  <a:pt x="465722" y="22962"/>
                </a:lnTo>
                <a:lnTo>
                  <a:pt x="416865" y="0"/>
                </a:lnTo>
                <a:lnTo>
                  <a:pt x="426024" y="30185"/>
                </a:lnTo>
                <a:lnTo>
                  <a:pt x="344337" y="83226"/>
                </a:lnTo>
                <a:lnTo>
                  <a:pt x="337000" y="93812"/>
                </a:lnTo>
                <a:lnTo>
                  <a:pt x="340854" y="112738"/>
                </a:lnTo>
                <a:lnTo>
                  <a:pt x="315693" y="112738"/>
                </a:lnTo>
                <a:lnTo>
                  <a:pt x="315586" y="125249"/>
                </a:lnTo>
                <a:lnTo>
                  <a:pt x="305290" y="125240"/>
                </a:lnTo>
                <a:lnTo>
                  <a:pt x="303940" y="143965"/>
                </a:lnTo>
                <a:lnTo>
                  <a:pt x="238272" y="237946"/>
                </a:lnTo>
                <a:lnTo>
                  <a:pt x="243172" y="317645"/>
                </a:lnTo>
                <a:lnTo>
                  <a:pt x="203678" y="454026"/>
                </a:lnTo>
                <a:lnTo>
                  <a:pt x="171336" y="466857"/>
                </a:lnTo>
                <a:lnTo>
                  <a:pt x="62946" y="479497"/>
                </a:lnTo>
                <a:lnTo>
                  <a:pt x="54025" y="491908"/>
                </a:lnTo>
                <a:lnTo>
                  <a:pt x="32401" y="485874"/>
                </a:lnTo>
                <a:lnTo>
                  <a:pt x="33470" y="519732"/>
                </a:lnTo>
                <a:lnTo>
                  <a:pt x="0" y="548994"/>
                </a:lnTo>
                <a:lnTo>
                  <a:pt x="3550" y="568583"/>
                </a:lnTo>
                <a:lnTo>
                  <a:pt x="27292" y="585566"/>
                </a:lnTo>
                <a:lnTo>
                  <a:pt x="57689" y="589523"/>
                </a:lnTo>
                <a:lnTo>
                  <a:pt x="58639" y="602616"/>
                </a:lnTo>
                <a:lnTo>
                  <a:pt x="101081" y="608767"/>
                </a:lnTo>
                <a:lnTo>
                  <a:pt x="122510" y="627361"/>
                </a:lnTo>
                <a:lnTo>
                  <a:pt x="154069" y="632384"/>
                </a:lnTo>
                <a:lnTo>
                  <a:pt x="211099" y="619470"/>
                </a:lnTo>
                <a:lnTo>
                  <a:pt x="231412" y="626714"/>
                </a:lnTo>
                <a:lnTo>
                  <a:pt x="385255" y="723324"/>
                </a:lnTo>
                <a:lnTo>
                  <a:pt x="401248" y="747737"/>
                </a:lnTo>
                <a:lnTo>
                  <a:pt x="415290" y="752149"/>
                </a:lnTo>
                <a:lnTo>
                  <a:pt x="421885" y="771369"/>
                </a:lnTo>
                <a:lnTo>
                  <a:pt x="487346" y="814647"/>
                </a:lnTo>
                <a:lnTo>
                  <a:pt x="533038" y="828857"/>
                </a:lnTo>
                <a:lnTo>
                  <a:pt x="581559" y="864154"/>
                </a:lnTo>
                <a:lnTo>
                  <a:pt x="605349" y="864754"/>
                </a:lnTo>
                <a:lnTo>
                  <a:pt x="621065" y="883095"/>
                </a:lnTo>
                <a:lnTo>
                  <a:pt x="650363" y="879771"/>
                </a:lnTo>
                <a:lnTo>
                  <a:pt x="679692" y="892515"/>
                </a:lnTo>
                <a:lnTo>
                  <a:pt x="720945" y="937122"/>
                </a:lnTo>
                <a:lnTo>
                  <a:pt x="752903" y="913661"/>
                </a:lnTo>
                <a:lnTo>
                  <a:pt x="798826" y="951647"/>
                </a:lnTo>
                <a:lnTo>
                  <a:pt x="817308" y="948283"/>
                </a:lnTo>
                <a:lnTo>
                  <a:pt x="821745" y="963290"/>
                </a:lnTo>
                <a:lnTo>
                  <a:pt x="859824" y="963181"/>
                </a:lnTo>
                <a:lnTo>
                  <a:pt x="867052" y="979231"/>
                </a:lnTo>
                <a:lnTo>
                  <a:pt x="891627" y="993751"/>
                </a:lnTo>
                <a:lnTo>
                  <a:pt x="889858" y="1007592"/>
                </a:lnTo>
                <a:lnTo>
                  <a:pt x="915994" y="1050311"/>
                </a:lnTo>
                <a:lnTo>
                  <a:pt x="916481" y="1026841"/>
                </a:lnTo>
                <a:lnTo>
                  <a:pt x="944159" y="100885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SAN PEDRO"/>
          <p:cNvSpPr/>
          <p:nvPr/>
        </p:nvSpPr>
        <p:spPr>
          <a:xfrm>
            <a:off x="5248279" y="4964198"/>
            <a:ext cx="520924" cy="547997"/>
          </a:xfrm>
          <a:custGeom>
            <a:avLst/>
            <a:gdLst/>
            <a:ahLst/>
            <a:cxnLst/>
            <a:rect l="l" t="t" r="r" b="b"/>
            <a:pathLst>
              <a:path w="520924" h="547997">
                <a:moveTo>
                  <a:pt x="7788" y="53957"/>
                </a:moveTo>
                <a:lnTo>
                  <a:pt x="0" y="72744"/>
                </a:lnTo>
                <a:lnTo>
                  <a:pt x="16003" y="110416"/>
                </a:lnTo>
                <a:lnTo>
                  <a:pt x="63767" y="136770"/>
                </a:lnTo>
                <a:lnTo>
                  <a:pt x="57480" y="148188"/>
                </a:lnTo>
                <a:lnTo>
                  <a:pt x="64925" y="153155"/>
                </a:lnTo>
                <a:lnTo>
                  <a:pt x="58053" y="171096"/>
                </a:lnTo>
                <a:lnTo>
                  <a:pt x="64685" y="181394"/>
                </a:lnTo>
                <a:lnTo>
                  <a:pt x="49791" y="191842"/>
                </a:lnTo>
                <a:lnTo>
                  <a:pt x="71677" y="205932"/>
                </a:lnTo>
                <a:lnTo>
                  <a:pt x="68421" y="216259"/>
                </a:lnTo>
                <a:lnTo>
                  <a:pt x="77097" y="222851"/>
                </a:lnTo>
                <a:lnTo>
                  <a:pt x="61587" y="234755"/>
                </a:lnTo>
                <a:lnTo>
                  <a:pt x="78219" y="248839"/>
                </a:lnTo>
                <a:lnTo>
                  <a:pt x="56950" y="267433"/>
                </a:lnTo>
                <a:lnTo>
                  <a:pt x="78586" y="295381"/>
                </a:lnTo>
                <a:lnTo>
                  <a:pt x="95335" y="365295"/>
                </a:lnTo>
                <a:lnTo>
                  <a:pt x="82070" y="376735"/>
                </a:lnTo>
                <a:lnTo>
                  <a:pt x="91738" y="390712"/>
                </a:lnTo>
                <a:lnTo>
                  <a:pt x="81959" y="403809"/>
                </a:lnTo>
                <a:lnTo>
                  <a:pt x="92943" y="419548"/>
                </a:lnTo>
                <a:lnTo>
                  <a:pt x="89380" y="442423"/>
                </a:lnTo>
                <a:lnTo>
                  <a:pt x="71505" y="445466"/>
                </a:lnTo>
                <a:lnTo>
                  <a:pt x="71000" y="463950"/>
                </a:lnTo>
                <a:lnTo>
                  <a:pt x="50984" y="489749"/>
                </a:lnTo>
                <a:lnTo>
                  <a:pt x="75482" y="513399"/>
                </a:lnTo>
                <a:lnTo>
                  <a:pt x="71998" y="521182"/>
                </a:lnTo>
                <a:lnTo>
                  <a:pt x="60115" y="517550"/>
                </a:lnTo>
                <a:lnTo>
                  <a:pt x="61715" y="526645"/>
                </a:lnTo>
                <a:lnTo>
                  <a:pt x="77206" y="533498"/>
                </a:lnTo>
                <a:lnTo>
                  <a:pt x="82622" y="525976"/>
                </a:lnTo>
                <a:lnTo>
                  <a:pt x="108422" y="547997"/>
                </a:lnTo>
                <a:lnTo>
                  <a:pt x="126426" y="546698"/>
                </a:lnTo>
                <a:lnTo>
                  <a:pt x="123774" y="536462"/>
                </a:lnTo>
                <a:lnTo>
                  <a:pt x="135755" y="535115"/>
                </a:lnTo>
                <a:lnTo>
                  <a:pt x="154142" y="491669"/>
                </a:lnTo>
                <a:lnTo>
                  <a:pt x="217747" y="508441"/>
                </a:lnTo>
                <a:lnTo>
                  <a:pt x="231944" y="499844"/>
                </a:lnTo>
                <a:lnTo>
                  <a:pt x="252274" y="535170"/>
                </a:lnTo>
                <a:lnTo>
                  <a:pt x="280538" y="543144"/>
                </a:lnTo>
                <a:lnTo>
                  <a:pt x="319169" y="513695"/>
                </a:lnTo>
                <a:lnTo>
                  <a:pt x="375317" y="522812"/>
                </a:lnTo>
                <a:lnTo>
                  <a:pt x="351482" y="480362"/>
                </a:lnTo>
                <a:lnTo>
                  <a:pt x="358352" y="466956"/>
                </a:lnTo>
                <a:lnTo>
                  <a:pt x="390768" y="522187"/>
                </a:lnTo>
                <a:lnTo>
                  <a:pt x="396304" y="514103"/>
                </a:lnTo>
                <a:lnTo>
                  <a:pt x="407140" y="520338"/>
                </a:lnTo>
                <a:lnTo>
                  <a:pt x="425224" y="513155"/>
                </a:lnTo>
                <a:lnTo>
                  <a:pt x="438582" y="489011"/>
                </a:lnTo>
                <a:lnTo>
                  <a:pt x="478538" y="497494"/>
                </a:lnTo>
                <a:lnTo>
                  <a:pt x="500784" y="484095"/>
                </a:lnTo>
                <a:lnTo>
                  <a:pt x="516556" y="486174"/>
                </a:lnTo>
                <a:lnTo>
                  <a:pt x="520924" y="472660"/>
                </a:lnTo>
                <a:lnTo>
                  <a:pt x="480454" y="465580"/>
                </a:lnTo>
                <a:lnTo>
                  <a:pt x="425698" y="362709"/>
                </a:lnTo>
                <a:lnTo>
                  <a:pt x="397244" y="345012"/>
                </a:lnTo>
                <a:lnTo>
                  <a:pt x="396098" y="317937"/>
                </a:lnTo>
                <a:lnTo>
                  <a:pt x="382797" y="299598"/>
                </a:lnTo>
                <a:lnTo>
                  <a:pt x="390547" y="258264"/>
                </a:lnTo>
                <a:lnTo>
                  <a:pt x="429198" y="228387"/>
                </a:lnTo>
                <a:lnTo>
                  <a:pt x="440025" y="230565"/>
                </a:lnTo>
                <a:lnTo>
                  <a:pt x="425122" y="164035"/>
                </a:lnTo>
                <a:lnTo>
                  <a:pt x="441093" y="138256"/>
                </a:lnTo>
                <a:lnTo>
                  <a:pt x="426949" y="92892"/>
                </a:lnTo>
                <a:lnTo>
                  <a:pt x="418887" y="85353"/>
                </a:lnTo>
                <a:lnTo>
                  <a:pt x="415383" y="94536"/>
                </a:lnTo>
                <a:lnTo>
                  <a:pt x="399758" y="95076"/>
                </a:lnTo>
                <a:lnTo>
                  <a:pt x="393378" y="82067"/>
                </a:lnTo>
                <a:lnTo>
                  <a:pt x="383789" y="47162"/>
                </a:lnTo>
                <a:lnTo>
                  <a:pt x="385007" y="0"/>
                </a:lnTo>
                <a:lnTo>
                  <a:pt x="347325" y="6412"/>
                </a:lnTo>
                <a:lnTo>
                  <a:pt x="310574" y="35917"/>
                </a:lnTo>
                <a:lnTo>
                  <a:pt x="297117" y="30304"/>
                </a:lnTo>
                <a:lnTo>
                  <a:pt x="278676" y="47329"/>
                </a:lnTo>
                <a:lnTo>
                  <a:pt x="212164" y="45488"/>
                </a:lnTo>
                <a:lnTo>
                  <a:pt x="196786" y="37186"/>
                </a:lnTo>
                <a:lnTo>
                  <a:pt x="32778" y="64184"/>
                </a:lnTo>
                <a:lnTo>
                  <a:pt x="7788" y="5395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ÑEEMBUCU"/>
          <p:cNvSpPr/>
          <p:nvPr/>
        </p:nvSpPr>
        <p:spPr>
          <a:xfrm>
            <a:off x="4898998" y="5751980"/>
            <a:ext cx="434975" cy="537266"/>
          </a:xfrm>
          <a:custGeom>
            <a:avLst/>
            <a:gdLst/>
            <a:ahLst/>
            <a:cxnLst/>
            <a:rect l="l" t="t" r="r" b="b"/>
            <a:pathLst>
              <a:path w="434975" h="537266">
                <a:moveTo>
                  <a:pt x="269997" y="203013"/>
                </a:moveTo>
                <a:lnTo>
                  <a:pt x="272600" y="189183"/>
                </a:lnTo>
                <a:lnTo>
                  <a:pt x="281728" y="195430"/>
                </a:lnTo>
                <a:lnTo>
                  <a:pt x="288706" y="188054"/>
                </a:lnTo>
                <a:lnTo>
                  <a:pt x="288518" y="172888"/>
                </a:lnTo>
                <a:lnTo>
                  <a:pt x="317659" y="134081"/>
                </a:lnTo>
                <a:lnTo>
                  <a:pt x="342351" y="122319"/>
                </a:lnTo>
                <a:lnTo>
                  <a:pt x="346902" y="129004"/>
                </a:lnTo>
                <a:lnTo>
                  <a:pt x="344409" y="111961"/>
                </a:lnTo>
                <a:lnTo>
                  <a:pt x="350863" y="110957"/>
                </a:lnTo>
                <a:lnTo>
                  <a:pt x="342184" y="67418"/>
                </a:lnTo>
                <a:lnTo>
                  <a:pt x="331426" y="70215"/>
                </a:lnTo>
                <a:lnTo>
                  <a:pt x="336568" y="59930"/>
                </a:lnTo>
                <a:lnTo>
                  <a:pt x="310420" y="44294"/>
                </a:lnTo>
                <a:lnTo>
                  <a:pt x="311888" y="31840"/>
                </a:lnTo>
                <a:lnTo>
                  <a:pt x="268913" y="21119"/>
                </a:lnTo>
                <a:lnTo>
                  <a:pt x="267195" y="0"/>
                </a:lnTo>
                <a:lnTo>
                  <a:pt x="255198" y="9559"/>
                </a:lnTo>
                <a:lnTo>
                  <a:pt x="256308" y="21366"/>
                </a:lnTo>
                <a:lnTo>
                  <a:pt x="234589" y="31191"/>
                </a:lnTo>
                <a:lnTo>
                  <a:pt x="241319" y="46290"/>
                </a:lnTo>
                <a:lnTo>
                  <a:pt x="225436" y="61342"/>
                </a:lnTo>
                <a:lnTo>
                  <a:pt x="237134" y="76284"/>
                </a:lnTo>
                <a:lnTo>
                  <a:pt x="189452" y="107910"/>
                </a:lnTo>
                <a:lnTo>
                  <a:pt x="168146" y="111504"/>
                </a:lnTo>
                <a:lnTo>
                  <a:pt x="160440" y="133675"/>
                </a:lnTo>
                <a:lnTo>
                  <a:pt x="147647" y="132830"/>
                </a:lnTo>
                <a:lnTo>
                  <a:pt x="163684" y="148162"/>
                </a:lnTo>
                <a:lnTo>
                  <a:pt x="146297" y="159557"/>
                </a:lnTo>
                <a:lnTo>
                  <a:pt x="147585" y="185225"/>
                </a:lnTo>
                <a:lnTo>
                  <a:pt x="129274" y="202142"/>
                </a:lnTo>
                <a:lnTo>
                  <a:pt x="141431" y="220183"/>
                </a:lnTo>
                <a:lnTo>
                  <a:pt x="126529" y="225296"/>
                </a:lnTo>
                <a:lnTo>
                  <a:pt x="138264" y="281382"/>
                </a:lnTo>
                <a:lnTo>
                  <a:pt x="118226" y="281655"/>
                </a:lnTo>
                <a:lnTo>
                  <a:pt x="121372" y="315808"/>
                </a:lnTo>
                <a:lnTo>
                  <a:pt x="89295" y="336204"/>
                </a:lnTo>
                <a:lnTo>
                  <a:pt x="99614" y="352595"/>
                </a:lnTo>
                <a:lnTo>
                  <a:pt x="47909" y="371047"/>
                </a:lnTo>
                <a:lnTo>
                  <a:pt x="56638" y="392122"/>
                </a:lnTo>
                <a:lnTo>
                  <a:pt x="42132" y="396102"/>
                </a:lnTo>
                <a:lnTo>
                  <a:pt x="44798" y="415154"/>
                </a:lnTo>
                <a:lnTo>
                  <a:pt x="31860" y="406424"/>
                </a:lnTo>
                <a:lnTo>
                  <a:pt x="31103" y="429292"/>
                </a:lnTo>
                <a:lnTo>
                  <a:pt x="3563" y="436675"/>
                </a:lnTo>
                <a:lnTo>
                  <a:pt x="0" y="454278"/>
                </a:lnTo>
                <a:lnTo>
                  <a:pt x="19137" y="467585"/>
                </a:lnTo>
                <a:lnTo>
                  <a:pt x="15037" y="493271"/>
                </a:lnTo>
                <a:lnTo>
                  <a:pt x="116705" y="477121"/>
                </a:lnTo>
                <a:lnTo>
                  <a:pt x="143830" y="483942"/>
                </a:lnTo>
                <a:lnTo>
                  <a:pt x="186867" y="477846"/>
                </a:lnTo>
                <a:lnTo>
                  <a:pt x="221214" y="490891"/>
                </a:lnTo>
                <a:lnTo>
                  <a:pt x="232306" y="483995"/>
                </a:lnTo>
                <a:lnTo>
                  <a:pt x="246864" y="501203"/>
                </a:lnTo>
                <a:lnTo>
                  <a:pt x="288092" y="504468"/>
                </a:lnTo>
                <a:lnTo>
                  <a:pt x="342263" y="537266"/>
                </a:lnTo>
                <a:lnTo>
                  <a:pt x="387960" y="528554"/>
                </a:lnTo>
                <a:lnTo>
                  <a:pt x="434975" y="430051"/>
                </a:lnTo>
                <a:lnTo>
                  <a:pt x="362465" y="414390"/>
                </a:lnTo>
                <a:lnTo>
                  <a:pt x="300298" y="327962"/>
                </a:lnTo>
                <a:lnTo>
                  <a:pt x="269997" y="203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· CROSS-SECTOR SNAPSHOT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 Overview — key indicators and recommended interventions by sector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&amp; Nutrition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16/1K; neonatal stable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HIV prevalence 0.5%; TB rising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Obesity 69% adults; NCDs key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3.2% — low for region</a:t>
            </a:r>
            <a:endParaRPr lang="en-US" sz="1200"/>
          </a:p>
        </p:txBody>
      </p:sp>
      <p:sp>
        <p:nvSpPr>
          <p:cNvPr id="9" name="Shape 7"/>
          <p:cNvSpPr/>
          <p:nvPr/>
        </p:nvSpPr>
        <p:spPr>
          <a:xfrm>
            <a:off x="576072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6072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612648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NCD prevention; maternal care; health system equity.</a:t>
            </a:r>
            <a:endParaRPr lang="en-US" sz="1200"/>
          </a:p>
        </p:txBody>
      </p:sp>
      <p:sp>
        <p:nvSpPr>
          <p:cNvPr id="13" name="Shape 11"/>
          <p:cNvSpPr/>
          <p:nvPr/>
        </p:nvSpPr>
        <p:spPr>
          <a:xfrm>
            <a:off x="2113962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113962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132250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05402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95% — above LAC mean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Secondary enrolment ~79%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Teacher quality; rural access gap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schooling 8.9 yrs (2020)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187114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87114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87114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2223690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school access; teacher training; TVET expansion.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3725004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25004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43292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3816444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score 5.2 — low hunger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Undernourishment 5.2% (FAO)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IPC acute-crisis zones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Agro-export economy strong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3798156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798156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98156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28" name="Text 26"/>
          <p:cNvSpPr/>
          <p:nvPr/>
        </p:nvSpPr>
        <p:spPr>
          <a:xfrm>
            <a:off x="3834732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Diversification; social protection; smallholder support.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336047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36047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54335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427487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~12% of GDP; 40% exports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 10.3Mt 2024/25 (USDA)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6th global soy producer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Beef 8th largest exporter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5409199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409199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09199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36" name="Text 34"/>
          <p:cNvSpPr/>
          <p:nvPr/>
        </p:nvSpPr>
        <p:spPr>
          <a:xfrm>
            <a:off x="5445775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Sustainable intensification; value-add processing; logistics.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947089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47089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5377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Biodiversity &amp; Forests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7038529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 38% land; Chaco at risk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lost 2.4M ha 2010–19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688 bird &amp; 181 mammal species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Only 15% protected areas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7020241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020241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020241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056817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Protected-area enforcement; REDD+; anti-deforestation law.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8558131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558131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576419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8649571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99.8%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 hydropower; major exporter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&amp; Yacyretá generation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logistics constrained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8631283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8631283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631283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8667859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Waterway modernisation; transmission upgrades; rural roads.</a:t>
            </a:r>
            <a:endParaRPr lang="en-US" sz="1200"/>
          </a:p>
        </p:txBody>
      </p:sp>
      <p:sp>
        <p:nvSpPr>
          <p:cNvPr id="53" name="Shape 51"/>
          <p:cNvSpPr/>
          <p:nvPr/>
        </p:nvSpPr>
        <p:spPr>
          <a:xfrm>
            <a:off x="10169173" y="1188720"/>
            <a:ext cx="1519602" cy="5047488"/>
          </a:xfrm>
          <a:prstGeom prst="rect">
            <a:avLst/>
          </a:prstGeom>
          <a:solidFill>
            <a:srgbClr val="F4F5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0169173" y="1188720"/>
            <a:ext cx="1519602" cy="603504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187461" y="1188720"/>
            <a:ext cx="148302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10260613" y="1920240"/>
            <a:ext cx="135501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~64%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sanitation ~96%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&lt;1%</a:t>
            </a:r>
            <a:endParaRPr lang="en-US" sz="120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piped water gap persists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10242325" y="4864608"/>
            <a:ext cx="1373298" cy="1280160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0242325" y="4864608"/>
            <a:ext cx="1373298" cy="0"/>
          </a:xfrm>
          <a:prstGeom prst="line">
            <a:avLst/>
          </a:prstGeom>
          <a:noFill/>
          <a:ln w="190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242325" y="4937760"/>
            <a:ext cx="13915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RECOMMENDED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10278901" y="5175504"/>
            <a:ext cx="130014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water networks; utility efficiency; pipe replacement.</a:t>
            </a:r>
            <a:endParaRPr lang="en-US" sz="1200"/>
          </a:p>
        </p:txBody>
      </p:sp>
      <p:sp>
        <p:nvSpPr>
          <p:cNvPr id="61" name="Shape 5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Sources: World Bank · UN IGME · PAHO · FAO · JMP · USDA FAS · UNESCO UIS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02 / 23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ACTORS &amp; ENGAGEMENT · POLITICAL CONTEXT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approach with key stakeholders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Peña (Colorado) won 2023 (~43%). Sep 2025 protests over INDI reversed; Cartes retains party grip. Opposition fragmented — PLRA weakened, Cruzada Nacional split. Economy strong; investment-grade from all three agencies.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700784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· KEY FIGURES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3520440" y="1700784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 ON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806440" y="1700784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ENGAGE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098280" y="1700784"/>
            <a:ext cx="2587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EFFECT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956816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48256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government · Colorado Party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Peña (President) · Alliana (VP) · Fernández (Economy)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3520440" y="2048256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· digital transition · energy monetisation · Itaipú renegotiation.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806440" y="2048256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Presidency + technocratic ministries; pro-market framing; avoid endorsing Cartes wing.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9098280" y="2048256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reformist wing amid Cartes influence.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898648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Party machinery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Cartes (ex-President, party chief) · Honor Colorado bloc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3520440" y="289864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Nothing directly — political context.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5806440" y="2898648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Formal state frameworks only. Highly sensitive.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9098280" y="2898648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tilt reads as backing internal faction.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37490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Political opposition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Alegre (PLRA) · Concertación bloc · Cubas (Cruzada)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 of law · civic space · transparency — cautiously.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806440" y="37490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Low-key, even-handed; no internal contest interference.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9098280" y="3749040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Signals concern; opposition remains weak.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502920" y="45445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459943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&amp; rural councils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 · Indigenous communities · Rural cooperatives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3520440" y="459943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rights · Chaco resilience · social services.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5806440" y="4599432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Entry point for rural delivery — note Sep 2025 INDI protests.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098280" y="459943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Empowers community voice; politically charged.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502920" y="539496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5449824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Multilateral &amp; development
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(~$2bn CPF) · IDB · IMF · UN agencies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3520440" y="5449824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· climate · digital · social protection.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5806440" y="5449824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Lowest-risk channel — align with WB CPF 2027-34 &amp; IDB 2025-29 Strategy.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098280" y="5449824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Least charged; national scale.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IDB · IMF · BTI 2026 · Freedom House (Oct 2025 - Jul 2026)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03 / 23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SHOCK &amp; RECOVERY GEOGRAPHY · JULY 2026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is emerging from drought-driven agricultural stress into a strong growth rebound</a:t>
            </a:r>
            <a:endParaRPr lang="en-US" sz="16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GEOGRAPHY — 2024/25 drought impact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48640" y="5715000"/>
            <a:ext cx="164592" cy="164592"/>
          </a:xfrm>
          <a:prstGeom prst="rect">
            <a:avLst/>
          </a:prstGeom>
          <a:solidFill>
            <a:srgbClr val="800026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6384" y="56875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Severe-deficit Chaco &amp; west</a:t>
            </a:r>
            <a:endParaRPr lang="en-US" sz="1200"/>
          </a:p>
        </p:txBody>
      </p:sp>
      <p:sp>
        <p:nvSpPr>
          <p:cNvPr id="9" name="Shape 6"/>
          <p:cNvSpPr/>
          <p:nvPr/>
        </p:nvSpPr>
        <p:spPr>
          <a:xfrm>
            <a:off x="548640" y="5952744"/>
            <a:ext cx="164592" cy="164592"/>
          </a:xfrm>
          <a:prstGeom prst="rect">
            <a:avLst/>
          </a:prstGeom>
          <a:solidFill>
            <a:srgbClr val="FD8C3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6384" y="592531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Stress belt (Pilcomayo/Central)</a:t>
            </a:r>
            <a:endParaRPr lang="en-US" sz="1200"/>
          </a:p>
        </p:txBody>
      </p:sp>
      <p:sp>
        <p:nvSpPr>
          <p:cNvPr id="11" name="Shape 8"/>
          <p:cNvSpPr/>
          <p:nvPr/>
        </p:nvSpPr>
        <p:spPr>
          <a:xfrm>
            <a:off x="548640" y="6190488"/>
            <a:ext cx="164592" cy="164592"/>
          </a:xfrm>
          <a:prstGeom prst="rect">
            <a:avLst/>
          </a:prstGeom>
          <a:solidFill>
            <a:srgbClr val="FFFFCC"/>
          </a:solidFill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6384" y="616305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Surplus &amp; cities (Eastern region)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983480" y="1298448"/>
            <a:ext cx="82296" cy="1481328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175504" y="129844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5687568" y="131673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— El Niño &amp; recurring drought</a:t>
            </a:r>
            <a:endParaRPr lang="en-US" sz="1300"/>
          </a:p>
        </p:txBody>
      </p:sp>
      <p:sp>
        <p:nvSpPr>
          <p:cNvPr id="16" name="Text 13"/>
          <p:cNvSpPr/>
          <p:nvPr/>
        </p:nvSpPr>
        <p:spPr>
          <a:xfrm>
            <a:off x="5687568" y="162763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Niño 2023/24 drove 60-year low on the Paraguay River at Asunción; Chaco faced extreme drought affecting indigenous and smallholder livelihoods. 2025 rains recovered; river levels normalised but Chaco remains structurally vulnerable.</a:t>
            </a:r>
            <a:endParaRPr lang="en-US" sz="1200"/>
          </a:p>
        </p:txBody>
      </p:sp>
      <p:sp>
        <p:nvSpPr>
          <p:cNvPr id="17" name="Shape 14"/>
          <p:cNvSpPr/>
          <p:nvPr/>
        </p:nvSpPr>
        <p:spPr>
          <a:xfrm>
            <a:off x="4983480" y="2944368"/>
            <a:ext cx="82296" cy="148132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175504" y="294436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/>
          </a:p>
        </p:txBody>
      </p:sp>
      <p:sp>
        <p:nvSpPr>
          <p:cNvPr id="19" name="Text 16"/>
          <p:cNvSpPr/>
          <p:nvPr/>
        </p:nvSpPr>
        <p:spPr>
          <a:xfrm>
            <a:off x="5687568" y="29626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— 41% debt-to-GDP, investment grade</a:t>
            </a:r>
            <a:endParaRPr lang="en-US" sz="1300"/>
          </a:p>
        </p:txBody>
      </p:sp>
      <p:sp>
        <p:nvSpPr>
          <p:cNvPr id="20" name="Text 17"/>
          <p:cNvSpPr/>
          <p:nvPr/>
        </p:nvSpPr>
        <p:spPr>
          <a:xfrm>
            <a:off x="5687568" y="327355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41.3% of GDP (2025); deficit 2%. All three agencies at investment grade (Moody's Jul 2024; S&amp;P Dec 2025; Fitch). IMF RSF engagement supports climate resilience finance.</a:t>
            </a:r>
            <a:endParaRPr lang="en-US" sz="1200"/>
          </a:p>
        </p:txBody>
      </p:sp>
      <p:sp>
        <p:nvSpPr>
          <p:cNvPr id="21" name="Shape 18"/>
          <p:cNvSpPr/>
          <p:nvPr/>
        </p:nvSpPr>
        <p:spPr>
          <a:xfrm>
            <a:off x="4983480" y="4590288"/>
            <a:ext cx="82296" cy="1481328"/>
          </a:xfrm>
          <a:prstGeom prst="rect">
            <a:avLst/>
          </a:prstGeom>
          <a:solidFill>
            <a:srgbClr val="2F58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175504" y="459028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/>
          </a:p>
        </p:txBody>
      </p:sp>
      <p:sp>
        <p:nvSpPr>
          <p:cNvPr id="23" name="Text 20"/>
          <p:cNvSpPr/>
          <p:nvPr/>
        </p:nvSpPr>
        <p:spPr>
          <a:xfrm>
            <a:off x="5687568" y="4608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— hydro surplus but domestic demand rising</a:t>
            </a:r>
            <a:endParaRPr lang="en-US" sz="1300"/>
          </a:p>
        </p:txBody>
      </p:sp>
      <p:sp>
        <p:nvSpPr>
          <p:cNvPr id="24" name="Text 21"/>
          <p:cNvSpPr/>
          <p:nvPr/>
        </p:nvSpPr>
        <p:spPr>
          <a:xfrm>
            <a:off x="5687568" y="4919472"/>
            <a:ext cx="60167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(14GW) and Yacyretá supply ~100% of electricity. Record supply 25,500GWh in 2025, up 26%. But domestic demand rose 18% H1 2026; $5bn investment needed by 2030 to avoid deficit.</a:t>
            </a:r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5175504" y="5550408"/>
            <a:ext cx="6720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Chaco is the climate-risk belt —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combines the driest climate, indigenous communities and agricultural frontier. Drought resilience and waterway logistics are critical infrastructure.</a:t>
            </a:r>
            <a:endParaRPr lang="en-US" sz="1200"/>
          </a:p>
        </p:txBody>
      </p:sp>
      <p:sp>
        <p:nvSpPr>
          <p:cNvPr id="26" name="Shape 2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WMO · FAO · WB · BCP · MEF Paraguay · ANDE</a:t>
            </a:r>
            <a:endParaRPr lang="en-US" sz="1200"/>
          </a:p>
        </p:txBody>
      </p:sp>
      <p:sp>
        <p:nvSpPr>
          <p:cNvPr id="28" name="Text 2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04 / 23</a:t>
            </a:r>
            <a:endParaRPr lang="en-US" sz="1200"/>
          </a:p>
        </p:txBody>
      </p:sp>
      <p:sp>
        <p:nvSpPr>
          <p:cNvPr id="6" name="ALTO PARAGUAY"/>
          <p:cNvSpPr/>
          <p:nvPr/>
        </p:nvSpPr>
        <p:spPr>
          <a:xfrm>
            <a:off x="868598" y="1463040"/>
            <a:ext cx="1886704" cy="1557203"/>
          </a:xfrm>
          <a:custGeom>
            <a:avLst/>
            <a:gdLst/>
            <a:ahLst/>
            <a:cxnLst/>
            <a:rect l="l" t="t" r="r" b="b"/>
            <a:pathLst>
              <a:path w="1886704" h="1557203">
                <a:moveTo>
                  <a:pt x="1806625" y="1401827"/>
                </a:moveTo>
                <a:lnTo>
                  <a:pt x="1799299" y="1377218"/>
                </a:lnTo>
                <a:lnTo>
                  <a:pt x="1819025" y="1360839"/>
                </a:lnTo>
                <a:lnTo>
                  <a:pt x="1826761" y="1309138"/>
                </a:lnTo>
                <a:lnTo>
                  <a:pt x="1843157" y="1300141"/>
                </a:lnTo>
                <a:lnTo>
                  <a:pt x="1819202" y="1283949"/>
                </a:lnTo>
                <a:lnTo>
                  <a:pt x="1845315" y="1244768"/>
                </a:lnTo>
                <a:lnTo>
                  <a:pt x="1827851" y="1229244"/>
                </a:lnTo>
                <a:lnTo>
                  <a:pt x="1856929" y="1202560"/>
                </a:lnTo>
                <a:lnTo>
                  <a:pt x="1834103" y="1184609"/>
                </a:lnTo>
                <a:lnTo>
                  <a:pt x="1842483" y="1152147"/>
                </a:lnTo>
                <a:lnTo>
                  <a:pt x="1818151" y="1120470"/>
                </a:lnTo>
                <a:lnTo>
                  <a:pt x="1870422" y="1025118"/>
                </a:lnTo>
                <a:lnTo>
                  <a:pt x="1839479" y="997734"/>
                </a:lnTo>
                <a:lnTo>
                  <a:pt x="1870756" y="970979"/>
                </a:lnTo>
                <a:lnTo>
                  <a:pt x="1863837" y="880530"/>
                </a:lnTo>
                <a:lnTo>
                  <a:pt x="1886704" y="827974"/>
                </a:lnTo>
                <a:lnTo>
                  <a:pt x="1865575" y="831058"/>
                </a:lnTo>
                <a:lnTo>
                  <a:pt x="1836804" y="807817"/>
                </a:lnTo>
                <a:lnTo>
                  <a:pt x="1870245" y="774491"/>
                </a:lnTo>
                <a:lnTo>
                  <a:pt x="1850734" y="751542"/>
                </a:lnTo>
                <a:lnTo>
                  <a:pt x="1821018" y="753331"/>
                </a:lnTo>
                <a:lnTo>
                  <a:pt x="1832945" y="730436"/>
                </a:lnTo>
                <a:lnTo>
                  <a:pt x="1864524" y="731473"/>
                </a:lnTo>
                <a:lnTo>
                  <a:pt x="1863192" y="719807"/>
                </a:lnTo>
                <a:lnTo>
                  <a:pt x="1839427" y="689079"/>
                </a:lnTo>
                <a:lnTo>
                  <a:pt x="1809542" y="707843"/>
                </a:lnTo>
                <a:lnTo>
                  <a:pt x="1817155" y="679065"/>
                </a:lnTo>
                <a:lnTo>
                  <a:pt x="1797794" y="663902"/>
                </a:lnTo>
                <a:lnTo>
                  <a:pt x="1805609" y="638387"/>
                </a:lnTo>
                <a:lnTo>
                  <a:pt x="1794506" y="614307"/>
                </a:lnTo>
                <a:lnTo>
                  <a:pt x="1803901" y="574409"/>
                </a:lnTo>
                <a:lnTo>
                  <a:pt x="1763471" y="539701"/>
                </a:lnTo>
                <a:lnTo>
                  <a:pt x="1760476" y="485046"/>
                </a:lnTo>
                <a:lnTo>
                  <a:pt x="1729260" y="486454"/>
                </a:lnTo>
                <a:lnTo>
                  <a:pt x="1747364" y="452381"/>
                </a:lnTo>
                <a:lnTo>
                  <a:pt x="1726122" y="442650"/>
                </a:lnTo>
                <a:lnTo>
                  <a:pt x="1739598" y="416195"/>
                </a:lnTo>
                <a:lnTo>
                  <a:pt x="1704906" y="332630"/>
                </a:lnTo>
                <a:lnTo>
                  <a:pt x="1710515" y="287526"/>
                </a:lnTo>
                <a:lnTo>
                  <a:pt x="1727697" y="269709"/>
                </a:lnTo>
                <a:lnTo>
                  <a:pt x="1695053" y="243299"/>
                </a:lnTo>
                <a:lnTo>
                  <a:pt x="1312429" y="0"/>
                </a:lnTo>
                <a:lnTo>
                  <a:pt x="894217" y="2605"/>
                </a:lnTo>
                <a:lnTo>
                  <a:pt x="605892" y="83438"/>
                </a:lnTo>
                <a:lnTo>
                  <a:pt x="85702" y="172389"/>
                </a:lnTo>
                <a:lnTo>
                  <a:pt x="0" y="400705"/>
                </a:lnTo>
                <a:lnTo>
                  <a:pt x="93707" y="404436"/>
                </a:lnTo>
                <a:lnTo>
                  <a:pt x="139012" y="441229"/>
                </a:lnTo>
                <a:lnTo>
                  <a:pt x="939269" y="671927"/>
                </a:lnTo>
                <a:lnTo>
                  <a:pt x="935874" y="752880"/>
                </a:lnTo>
                <a:lnTo>
                  <a:pt x="990391" y="875907"/>
                </a:lnTo>
                <a:lnTo>
                  <a:pt x="991006" y="958014"/>
                </a:lnTo>
                <a:lnTo>
                  <a:pt x="1014902" y="1030459"/>
                </a:lnTo>
                <a:lnTo>
                  <a:pt x="942538" y="1081225"/>
                </a:lnTo>
                <a:lnTo>
                  <a:pt x="905450" y="1385583"/>
                </a:lnTo>
                <a:lnTo>
                  <a:pt x="1152214" y="1386596"/>
                </a:lnTo>
                <a:lnTo>
                  <a:pt x="1250959" y="1432370"/>
                </a:lnTo>
                <a:lnTo>
                  <a:pt x="1680718" y="1448216"/>
                </a:lnTo>
                <a:lnTo>
                  <a:pt x="1718104" y="1533384"/>
                </a:lnTo>
                <a:lnTo>
                  <a:pt x="1881762" y="1557203"/>
                </a:lnTo>
                <a:lnTo>
                  <a:pt x="1854625" y="1493481"/>
                </a:lnTo>
                <a:lnTo>
                  <a:pt x="1824674" y="1495467"/>
                </a:lnTo>
                <a:lnTo>
                  <a:pt x="1823576" y="1425197"/>
                </a:lnTo>
                <a:lnTo>
                  <a:pt x="1806625" y="140182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LTO PARANA"/>
          <p:cNvSpPr/>
          <p:nvPr/>
        </p:nvSpPr>
        <p:spPr>
          <a:xfrm>
            <a:off x="3798176" y="4062237"/>
            <a:ext cx="553952" cy="892448"/>
          </a:xfrm>
          <a:custGeom>
            <a:avLst/>
            <a:gdLst/>
            <a:ahLst/>
            <a:cxnLst/>
            <a:rect l="l" t="t" r="r" b="b"/>
            <a:pathLst>
              <a:path w="553952" h="892448">
                <a:moveTo>
                  <a:pt x="57277" y="541873"/>
                </a:moveTo>
                <a:lnTo>
                  <a:pt x="69250" y="574625"/>
                </a:lnTo>
                <a:lnTo>
                  <a:pt x="33823" y="603444"/>
                </a:lnTo>
                <a:lnTo>
                  <a:pt x="0" y="762073"/>
                </a:lnTo>
                <a:lnTo>
                  <a:pt x="64820" y="762852"/>
                </a:lnTo>
                <a:lnTo>
                  <a:pt x="72641" y="781309"/>
                </a:lnTo>
                <a:lnTo>
                  <a:pt x="93551" y="758475"/>
                </a:lnTo>
                <a:lnTo>
                  <a:pt x="112848" y="784841"/>
                </a:lnTo>
                <a:lnTo>
                  <a:pt x="135400" y="782535"/>
                </a:lnTo>
                <a:lnTo>
                  <a:pt x="137956" y="802877"/>
                </a:lnTo>
                <a:lnTo>
                  <a:pt x="115512" y="807662"/>
                </a:lnTo>
                <a:lnTo>
                  <a:pt x="104830" y="830745"/>
                </a:lnTo>
                <a:lnTo>
                  <a:pt x="147253" y="886277"/>
                </a:lnTo>
                <a:lnTo>
                  <a:pt x="187413" y="867008"/>
                </a:lnTo>
                <a:lnTo>
                  <a:pt x="221872" y="885485"/>
                </a:lnTo>
                <a:lnTo>
                  <a:pt x="236221" y="874989"/>
                </a:lnTo>
                <a:lnTo>
                  <a:pt x="276104" y="883320"/>
                </a:lnTo>
                <a:lnTo>
                  <a:pt x="275660" y="868626"/>
                </a:lnTo>
                <a:lnTo>
                  <a:pt x="291925" y="878469"/>
                </a:lnTo>
                <a:lnTo>
                  <a:pt x="293726" y="854764"/>
                </a:lnTo>
                <a:lnTo>
                  <a:pt x="299940" y="863694"/>
                </a:lnTo>
                <a:lnTo>
                  <a:pt x="310851" y="850897"/>
                </a:lnTo>
                <a:lnTo>
                  <a:pt x="379172" y="892448"/>
                </a:lnTo>
                <a:lnTo>
                  <a:pt x="384676" y="881894"/>
                </a:lnTo>
                <a:lnTo>
                  <a:pt x="391809" y="891574"/>
                </a:lnTo>
                <a:lnTo>
                  <a:pt x="388769" y="878475"/>
                </a:lnTo>
                <a:lnTo>
                  <a:pt x="403782" y="890900"/>
                </a:lnTo>
                <a:lnTo>
                  <a:pt x="426360" y="875530"/>
                </a:lnTo>
                <a:lnTo>
                  <a:pt x="403710" y="841909"/>
                </a:lnTo>
                <a:lnTo>
                  <a:pt x="417228" y="809854"/>
                </a:lnTo>
                <a:lnTo>
                  <a:pt x="400606" y="762862"/>
                </a:lnTo>
                <a:lnTo>
                  <a:pt x="432174" y="752295"/>
                </a:lnTo>
                <a:lnTo>
                  <a:pt x="426727" y="721278"/>
                </a:lnTo>
                <a:lnTo>
                  <a:pt x="442867" y="680792"/>
                </a:lnTo>
                <a:lnTo>
                  <a:pt x="410579" y="605774"/>
                </a:lnTo>
                <a:lnTo>
                  <a:pt x="445695" y="593871"/>
                </a:lnTo>
                <a:lnTo>
                  <a:pt x="428236" y="489428"/>
                </a:lnTo>
                <a:lnTo>
                  <a:pt x="521211" y="343154"/>
                </a:lnTo>
                <a:lnTo>
                  <a:pt x="502987" y="294238"/>
                </a:lnTo>
                <a:lnTo>
                  <a:pt x="529553" y="164803"/>
                </a:lnTo>
                <a:lnTo>
                  <a:pt x="553952" y="115969"/>
                </a:lnTo>
                <a:lnTo>
                  <a:pt x="522156" y="101860"/>
                </a:lnTo>
                <a:lnTo>
                  <a:pt x="505323" y="123063"/>
                </a:lnTo>
                <a:lnTo>
                  <a:pt x="455493" y="106806"/>
                </a:lnTo>
                <a:lnTo>
                  <a:pt x="411466" y="119235"/>
                </a:lnTo>
                <a:lnTo>
                  <a:pt x="411634" y="95658"/>
                </a:lnTo>
                <a:lnTo>
                  <a:pt x="391197" y="107326"/>
                </a:lnTo>
                <a:lnTo>
                  <a:pt x="357816" y="86283"/>
                </a:lnTo>
                <a:lnTo>
                  <a:pt x="326524" y="98807"/>
                </a:lnTo>
                <a:lnTo>
                  <a:pt x="299650" y="76672"/>
                </a:lnTo>
                <a:lnTo>
                  <a:pt x="292638" y="48922"/>
                </a:lnTo>
                <a:lnTo>
                  <a:pt x="205123" y="33480"/>
                </a:lnTo>
                <a:lnTo>
                  <a:pt x="191544" y="1822"/>
                </a:lnTo>
                <a:lnTo>
                  <a:pt x="182126" y="0"/>
                </a:lnTo>
                <a:lnTo>
                  <a:pt x="180170" y="26443"/>
                </a:lnTo>
                <a:lnTo>
                  <a:pt x="126556" y="25737"/>
                </a:lnTo>
                <a:lnTo>
                  <a:pt x="92210" y="185698"/>
                </a:lnTo>
                <a:lnTo>
                  <a:pt x="100169" y="246650"/>
                </a:lnTo>
                <a:lnTo>
                  <a:pt x="123869" y="281796"/>
                </a:lnTo>
                <a:lnTo>
                  <a:pt x="164311" y="284004"/>
                </a:lnTo>
                <a:lnTo>
                  <a:pt x="181219" y="312866"/>
                </a:lnTo>
                <a:lnTo>
                  <a:pt x="248683" y="359726"/>
                </a:lnTo>
                <a:lnTo>
                  <a:pt x="240096" y="375572"/>
                </a:lnTo>
                <a:lnTo>
                  <a:pt x="269201" y="387601"/>
                </a:lnTo>
                <a:lnTo>
                  <a:pt x="269519" y="421160"/>
                </a:lnTo>
                <a:lnTo>
                  <a:pt x="288460" y="446114"/>
                </a:lnTo>
                <a:lnTo>
                  <a:pt x="249303" y="456044"/>
                </a:lnTo>
                <a:lnTo>
                  <a:pt x="229873" y="420145"/>
                </a:lnTo>
                <a:lnTo>
                  <a:pt x="186499" y="425492"/>
                </a:lnTo>
                <a:lnTo>
                  <a:pt x="119899" y="388623"/>
                </a:lnTo>
                <a:lnTo>
                  <a:pt x="102153" y="430480"/>
                </a:lnTo>
                <a:lnTo>
                  <a:pt x="79175" y="443837"/>
                </a:lnTo>
                <a:lnTo>
                  <a:pt x="57277" y="5418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MAMBAY"/>
          <p:cNvSpPr/>
          <p:nvPr/>
        </p:nvSpPr>
        <p:spPr>
          <a:xfrm>
            <a:off x="3211766" y="2858709"/>
            <a:ext cx="607699" cy="879537"/>
          </a:xfrm>
          <a:custGeom>
            <a:avLst/>
            <a:gdLst/>
            <a:ahLst/>
            <a:cxnLst/>
            <a:rect l="l" t="t" r="r" b="b"/>
            <a:pathLst>
              <a:path w="607699" h="879537">
                <a:moveTo>
                  <a:pt x="235333" y="636823"/>
                </a:moveTo>
                <a:lnTo>
                  <a:pt x="304450" y="618885"/>
                </a:lnTo>
                <a:lnTo>
                  <a:pt x="302400" y="692441"/>
                </a:lnTo>
                <a:lnTo>
                  <a:pt x="317393" y="747016"/>
                </a:lnTo>
                <a:lnTo>
                  <a:pt x="327370" y="767357"/>
                </a:lnTo>
                <a:lnTo>
                  <a:pt x="351800" y="766513"/>
                </a:lnTo>
                <a:lnTo>
                  <a:pt x="357280" y="752155"/>
                </a:lnTo>
                <a:lnTo>
                  <a:pt x="389731" y="798879"/>
                </a:lnTo>
                <a:lnTo>
                  <a:pt x="391958" y="835603"/>
                </a:lnTo>
                <a:lnTo>
                  <a:pt x="371816" y="879537"/>
                </a:lnTo>
                <a:lnTo>
                  <a:pt x="427545" y="875016"/>
                </a:lnTo>
                <a:lnTo>
                  <a:pt x="510123" y="796096"/>
                </a:lnTo>
                <a:lnTo>
                  <a:pt x="563866" y="790769"/>
                </a:lnTo>
                <a:lnTo>
                  <a:pt x="589331" y="733821"/>
                </a:lnTo>
                <a:lnTo>
                  <a:pt x="581280" y="702517"/>
                </a:lnTo>
                <a:lnTo>
                  <a:pt x="607699" y="653240"/>
                </a:lnTo>
                <a:lnTo>
                  <a:pt x="584160" y="622287"/>
                </a:lnTo>
                <a:lnTo>
                  <a:pt x="599059" y="562665"/>
                </a:lnTo>
                <a:lnTo>
                  <a:pt x="590329" y="541483"/>
                </a:lnTo>
                <a:lnTo>
                  <a:pt x="565461" y="538748"/>
                </a:lnTo>
                <a:lnTo>
                  <a:pt x="533407" y="390012"/>
                </a:lnTo>
                <a:lnTo>
                  <a:pt x="555428" y="347253"/>
                </a:lnTo>
                <a:lnTo>
                  <a:pt x="557069" y="290914"/>
                </a:lnTo>
                <a:lnTo>
                  <a:pt x="500093" y="225908"/>
                </a:lnTo>
                <a:lnTo>
                  <a:pt x="496300" y="155077"/>
                </a:lnTo>
                <a:lnTo>
                  <a:pt x="476860" y="154428"/>
                </a:lnTo>
                <a:lnTo>
                  <a:pt x="447310" y="103002"/>
                </a:lnTo>
                <a:lnTo>
                  <a:pt x="283270" y="101900"/>
                </a:lnTo>
                <a:lnTo>
                  <a:pt x="212132" y="47613"/>
                </a:lnTo>
                <a:lnTo>
                  <a:pt x="198904" y="0"/>
                </a:lnTo>
                <a:lnTo>
                  <a:pt x="173764" y="941"/>
                </a:lnTo>
                <a:lnTo>
                  <a:pt x="146440" y="10786"/>
                </a:lnTo>
                <a:lnTo>
                  <a:pt x="123863" y="61085"/>
                </a:lnTo>
                <a:lnTo>
                  <a:pt x="87006" y="94528"/>
                </a:lnTo>
                <a:lnTo>
                  <a:pt x="56337" y="71346"/>
                </a:lnTo>
                <a:lnTo>
                  <a:pt x="48546" y="95345"/>
                </a:lnTo>
                <a:lnTo>
                  <a:pt x="36328" y="80768"/>
                </a:lnTo>
                <a:lnTo>
                  <a:pt x="22699" y="93149"/>
                </a:lnTo>
                <a:lnTo>
                  <a:pt x="15067" y="84079"/>
                </a:lnTo>
                <a:lnTo>
                  <a:pt x="0" y="110899"/>
                </a:lnTo>
                <a:lnTo>
                  <a:pt x="99606" y="145657"/>
                </a:lnTo>
                <a:lnTo>
                  <a:pt x="50228" y="192452"/>
                </a:lnTo>
                <a:lnTo>
                  <a:pt x="40184" y="235046"/>
                </a:lnTo>
                <a:lnTo>
                  <a:pt x="45648" y="289079"/>
                </a:lnTo>
                <a:lnTo>
                  <a:pt x="73783" y="324803"/>
                </a:lnTo>
                <a:lnTo>
                  <a:pt x="81374" y="364496"/>
                </a:lnTo>
                <a:lnTo>
                  <a:pt x="51898" y="385231"/>
                </a:lnTo>
                <a:lnTo>
                  <a:pt x="53965" y="416601"/>
                </a:lnTo>
                <a:lnTo>
                  <a:pt x="74254" y="404160"/>
                </a:lnTo>
                <a:lnTo>
                  <a:pt x="105426" y="420360"/>
                </a:lnTo>
                <a:lnTo>
                  <a:pt x="122563" y="413378"/>
                </a:lnTo>
                <a:lnTo>
                  <a:pt x="147724" y="355006"/>
                </a:lnTo>
                <a:lnTo>
                  <a:pt x="176258" y="352441"/>
                </a:lnTo>
                <a:lnTo>
                  <a:pt x="202709" y="320173"/>
                </a:lnTo>
                <a:lnTo>
                  <a:pt x="244453" y="307199"/>
                </a:lnTo>
                <a:lnTo>
                  <a:pt x="321974" y="498486"/>
                </a:lnTo>
                <a:lnTo>
                  <a:pt x="314634" y="524454"/>
                </a:lnTo>
                <a:lnTo>
                  <a:pt x="297232" y="523122"/>
                </a:lnTo>
                <a:lnTo>
                  <a:pt x="295925" y="544187"/>
                </a:lnTo>
                <a:lnTo>
                  <a:pt x="284350" y="544808"/>
                </a:lnTo>
                <a:lnTo>
                  <a:pt x="287354" y="577283"/>
                </a:lnTo>
                <a:lnTo>
                  <a:pt x="253093" y="593056"/>
                </a:lnTo>
                <a:lnTo>
                  <a:pt x="235333" y="6368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SUNCION"/>
          <p:cNvSpPr/>
          <p:nvPr/>
        </p:nvSpPr>
        <p:spPr>
          <a:xfrm>
            <a:off x="2824353" y="4436929"/>
            <a:ext cx="64323" cy="78402"/>
          </a:xfrm>
          <a:custGeom>
            <a:avLst/>
            <a:gdLst/>
            <a:ahLst/>
            <a:cxnLst/>
            <a:rect l="l" t="t" r="r" b="b"/>
            <a:pathLst>
              <a:path w="64323" h="78402">
                <a:moveTo>
                  <a:pt x="12230" y="78402"/>
                </a:moveTo>
                <a:lnTo>
                  <a:pt x="24853" y="44393"/>
                </a:lnTo>
                <a:lnTo>
                  <a:pt x="37949" y="58884"/>
                </a:lnTo>
                <a:lnTo>
                  <a:pt x="49922" y="48099"/>
                </a:lnTo>
                <a:lnTo>
                  <a:pt x="64323" y="9028"/>
                </a:lnTo>
                <a:lnTo>
                  <a:pt x="43276" y="0"/>
                </a:lnTo>
                <a:lnTo>
                  <a:pt x="0" y="28120"/>
                </a:lnTo>
                <a:lnTo>
                  <a:pt x="12230" y="784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OQUERON"/>
          <p:cNvSpPr/>
          <p:nvPr/>
        </p:nvSpPr>
        <p:spPr>
          <a:xfrm>
            <a:off x="536540" y="1863745"/>
            <a:ext cx="1520947" cy="1902592"/>
          </a:xfrm>
          <a:custGeom>
            <a:avLst/>
            <a:gdLst/>
            <a:ahLst/>
            <a:cxnLst/>
            <a:rect l="l" t="t" r="r" b="b"/>
            <a:pathLst>
              <a:path w="1520947" h="1902592">
                <a:moveTo>
                  <a:pt x="1506625" y="995763"/>
                </a:moveTo>
                <a:lnTo>
                  <a:pt x="1237508" y="984878"/>
                </a:lnTo>
                <a:lnTo>
                  <a:pt x="1274596" y="680520"/>
                </a:lnTo>
                <a:lnTo>
                  <a:pt x="1346960" y="629754"/>
                </a:lnTo>
                <a:lnTo>
                  <a:pt x="1323064" y="557309"/>
                </a:lnTo>
                <a:lnTo>
                  <a:pt x="1322449" y="475202"/>
                </a:lnTo>
                <a:lnTo>
                  <a:pt x="1267932" y="352175"/>
                </a:lnTo>
                <a:lnTo>
                  <a:pt x="1271327" y="271222"/>
                </a:lnTo>
                <a:lnTo>
                  <a:pt x="471070" y="40524"/>
                </a:lnTo>
                <a:lnTo>
                  <a:pt x="425765" y="3731"/>
                </a:lnTo>
                <a:lnTo>
                  <a:pt x="332058" y="0"/>
                </a:lnTo>
                <a:lnTo>
                  <a:pt x="173712" y="237437"/>
                </a:lnTo>
                <a:lnTo>
                  <a:pt x="175872" y="485598"/>
                </a:lnTo>
                <a:lnTo>
                  <a:pt x="0" y="1083583"/>
                </a:lnTo>
                <a:lnTo>
                  <a:pt x="2014" y="1107780"/>
                </a:lnTo>
                <a:lnTo>
                  <a:pt x="37822" y="1120134"/>
                </a:lnTo>
                <a:lnTo>
                  <a:pt x="48048" y="1144948"/>
                </a:lnTo>
                <a:lnTo>
                  <a:pt x="78265" y="1145924"/>
                </a:lnTo>
                <a:lnTo>
                  <a:pt x="122591" y="1198051"/>
                </a:lnTo>
                <a:lnTo>
                  <a:pt x="134854" y="1183744"/>
                </a:lnTo>
                <a:lnTo>
                  <a:pt x="140649" y="1198612"/>
                </a:lnTo>
                <a:lnTo>
                  <a:pt x="164784" y="1197216"/>
                </a:lnTo>
                <a:lnTo>
                  <a:pt x="160121" y="1217711"/>
                </a:lnTo>
                <a:lnTo>
                  <a:pt x="193586" y="1232808"/>
                </a:lnTo>
                <a:lnTo>
                  <a:pt x="175973" y="1259376"/>
                </a:lnTo>
                <a:lnTo>
                  <a:pt x="203124" y="1283598"/>
                </a:lnTo>
                <a:lnTo>
                  <a:pt x="201105" y="1310393"/>
                </a:lnTo>
                <a:lnTo>
                  <a:pt x="269262" y="1378223"/>
                </a:lnTo>
                <a:lnTo>
                  <a:pt x="282735" y="1421969"/>
                </a:lnTo>
                <a:lnTo>
                  <a:pt x="296538" y="1422956"/>
                </a:lnTo>
                <a:lnTo>
                  <a:pt x="292745" y="1455579"/>
                </a:lnTo>
                <a:lnTo>
                  <a:pt x="403815" y="1538322"/>
                </a:lnTo>
                <a:lnTo>
                  <a:pt x="418299" y="1579187"/>
                </a:lnTo>
                <a:lnTo>
                  <a:pt x="521678" y="1633036"/>
                </a:lnTo>
                <a:lnTo>
                  <a:pt x="514731" y="1644253"/>
                </a:lnTo>
                <a:lnTo>
                  <a:pt x="530423" y="1670710"/>
                </a:lnTo>
                <a:lnTo>
                  <a:pt x="593790" y="1682808"/>
                </a:lnTo>
                <a:lnTo>
                  <a:pt x="653414" y="1736101"/>
                </a:lnTo>
                <a:lnTo>
                  <a:pt x="671866" y="1728801"/>
                </a:lnTo>
                <a:lnTo>
                  <a:pt x="715832" y="1766329"/>
                </a:lnTo>
                <a:lnTo>
                  <a:pt x="709900" y="1788082"/>
                </a:lnTo>
                <a:lnTo>
                  <a:pt x="759853" y="1863925"/>
                </a:lnTo>
                <a:lnTo>
                  <a:pt x="786206" y="1864044"/>
                </a:lnTo>
                <a:lnTo>
                  <a:pt x="825863" y="1894972"/>
                </a:lnTo>
                <a:lnTo>
                  <a:pt x="851295" y="1890970"/>
                </a:lnTo>
                <a:lnTo>
                  <a:pt x="846675" y="1902592"/>
                </a:lnTo>
                <a:lnTo>
                  <a:pt x="866551" y="1896488"/>
                </a:lnTo>
                <a:lnTo>
                  <a:pt x="854827" y="1854155"/>
                </a:lnTo>
                <a:lnTo>
                  <a:pt x="905312" y="1813227"/>
                </a:lnTo>
                <a:lnTo>
                  <a:pt x="905487" y="1755463"/>
                </a:lnTo>
                <a:lnTo>
                  <a:pt x="939299" y="1764896"/>
                </a:lnTo>
                <a:lnTo>
                  <a:pt x="953248" y="1745492"/>
                </a:lnTo>
                <a:lnTo>
                  <a:pt x="1122723" y="1725728"/>
                </a:lnTo>
                <a:lnTo>
                  <a:pt x="1173293" y="1705666"/>
                </a:lnTo>
                <a:lnTo>
                  <a:pt x="1235045" y="1492424"/>
                </a:lnTo>
                <a:lnTo>
                  <a:pt x="1227383" y="1367808"/>
                </a:lnTo>
                <a:lnTo>
                  <a:pt x="1330060" y="1220861"/>
                </a:lnTo>
                <a:lnTo>
                  <a:pt x="1332170" y="1191585"/>
                </a:lnTo>
                <a:lnTo>
                  <a:pt x="1348269" y="1191598"/>
                </a:lnTo>
                <a:lnTo>
                  <a:pt x="1348437" y="1172036"/>
                </a:lnTo>
                <a:lnTo>
                  <a:pt x="1387777" y="1172037"/>
                </a:lnTo>
                <a:lnTo>
                  <a:pt x="1381751" y="1142443"/>
                </a:lnTo>
                <a:lnTo>
                  <a:pt x="1393223" y="1125892"/>
                </a:lnTo>
                <a:lnTo>
                  <a:pt x="1520947" y="1042959"/>
                </a:lnTo>
                <a:lnTo>
                  <a:pt x="1506625" y="99576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AGUAZU"/>
          <p:cNvSpPr/>
          <p:nvPr/>
        </p:nvSpPr>
        <p:spPr>
          <a:xfrm>
            <a:off x="3198201" y="4056830"/>
            <a:ext cx="888435" cy="622870"/>
          </a:xfrm>
          <a:custGeom>
            <a:avLst/>
            <a:gdLst/>
            <a:ahLst/>
            <a:cxnLst/>
            <a:rect l="l" t="t" r="r" b="b"/>
            <a:pathLst>
              <a:path w="888435" h="622870">
                <a:moveTo>
                  <a:pt x="133834" y="266543"/>
                </a:moveTo>
                <a:lnTo>
                  <a:pt x="135124" y="351102"/>
                </a:lnTo>
                <a:lnTo>
                  <a:pt x="108754" y="351454"/>
                </a:lnTo>
                <a:lnTo>
                  <a:pt x="88013" y="401939"/>
                </a:lnTo>
                <a:lnTo>
                  <a:pt x="108450" y="429152"/>
                </a:lnTo>
                <a:lnTo>
                  <a:pt x="135269" y="421280"/>
                </a:lnTo>
                <a:lnTo>
                  <a:pt x="86682" y="473509"/>
                </a:lnTo>
                <a:lnTo>
                  <a:pt x="0" y="527233"/>
                </a:lnTo>
                <a:lnTo>
                  <a:pt x="88173" y="622870"/>
                </a:lnTo>
                <a:lnTo>
                  <a:pt x="147920" y="581249"/>
                </a:lnTo>
                <a:lnTo>
                  <a:pt x="195664" y="576661"/>
                </a:lnTo>
                <a:lnTo>
                  <a:pt x="215030" y="551363"/>
                </a:lnTo>
                <a:lnTo>
                  <a:pt x="424101" y="582202"/>
                </a:lnTo>
                <a:lnTo>
                  <a:pt x="488689" y="616037"/>
                </a:lnTo>
                <a:lnTo>
                  <a:pt x="534087" y="607912"/>
                </a:lnTo>
                <a:lnTo>
                  <a:pt x="546853" y="591457"/>
                </a:lnTo>
                <a:lnTo>
                  <a:pt x="580055" y="597671"/>
                </a:lnTo>
                <a:lnTo>
                  <a:pt x="633300" y="530395"/>
                </a:lnTo>
                <a:lnTo>
                  <a:pt x="657252" y="547280"/>
                </a:lnTo>
                <a:lnTo>
                  <a:pt x="679150" y="449244"/>
                </a:lnTo>
                <a:lnTo>
                  <a:pt x="702128" y="435887"/>
                </a:lnTo>
                <a:lnTo>
                  <a:pt x="724103" y="392773"/>
                </a:lnTo>
                <a:lnTo>
                  <a:pt x="786474" y="430899"/>
                </a:lnTo>
                <a:lnTo>
                  <a:pt x="832156" y="426767"/>
                </a:lnTo>
                <a:lnTo>
                  <a:pt x="849278" y="461451"/>
                </a:lnTo>
                <a:lnTo>
                  <a:pt x="888435" y="451521"/>
                </a:lnTo>
                <a:lnTo>
                  <a:pt x="869494" y="426567"/>
                </a:lnTo>
                <a:lnTo>
                  <a:pt x="869176" y="393008"/>
                </a:lnTo>
                <a:lnTo>
                  <a:pt x="840071" y="380979"/>
                </a:lnTo>
                <a:lnTo>
                  <a:pt x="848658" y="365133"/>
                </a:lnTo>
                <a:lnTo>
                  <a:pt x="781194" y="318273"/>
                </a:lnTo>
                <a:lnTo>
                  <a:pt x="764286" y="289411"/>
                </a:lnTo>
                <a:lnTo>
                  <a:pt x="723844" y="287203"/>
                </a:lnTo>
                <a:lnTo>
                  <a:pt x="700144" y="252057"/>
                </a:lnTo>
                <a:lnTo>
                  <a:pt x="692185" y="191105"/>
                </a:lnTo>
                <a:lnTo>
                  <a:pt x="714747" y="125542"/>
                </a:lnTo>
                <a:lnTo>
                  <a:pt x="714256" y="50979"/>
                </a:lnTo>
                <a:lnTo>
                  <a:pt x="737667" y="24903"/>
                </a:lnTo>
                <a:lnTo>
                  <a:pt x="780751" y="31507"/>
                </a:lnTo>
                <a:lnTo>
                  <a:pt x="789343" y="15698"/>
                </a:lnTo>
                <a:lnTo>
                  <a:pt x="770248" y="0"/>
                </a:lnTo>
                <a:lnTo>
                  <a:pt x="737040" y="1028"/>
                </a:lnTo>
                <a:lnTo>
                  <a:pt x="709387" y="24761"/>
                </a:lnTo>
                <a:lnTo>
                  <a:pt x="695565" y="14127"/>
                </a:lnTo>
                <a:lnTo>
                  <a:pt x="683135" y="37338"/>
                </a:lnTo>
                <a:lnTo>
                  <a:pt x="641428" y="38071"/>
                </a:lnTo>
                <a:lnTo>
                  <a:pt x="630604" y="53184"/>
                </a:lnTo>
                <a:lnTo>
                  <a:pt x="617054" y="24982"/>
                </a:lnTo>
                <a:lnTo>
                  <a:pt x="599136" y="26657"/>
                </a:lnTo>
                <a:lnTo>
                  <a:pt x="576710" y="85703"/>
                </a:lnTo>
                <a:lnTo>
                  <a:pt x="531222" y="103323"/>
                </a:lnTo>
                <a:lnTo>
                  <a:pt x="517874" y="129108"/>
                </a:lnTo>
                <a:lnTo>
                  <a:pt x="530387" y="159617"/>
                </a:lnTo>
                <a:lnTo>
                  <a:pt x="520786" y="182470"/>
                </a:lnTo>
                <a:lnTo>
                  <a:pt x="498897" y="177497"/>
                </a:lnTo>
                <a:lnTo>
                  <a:pt x="464113" y="198447"/>
                </a:lnTo>
                <a:lnTo>
                  <a:pt x="401638" y="185182"/>
                </a:lnTo>
                <a:lnTo>
                  <a:pt x="380752" y="222934"/>
                </a:lnTo>
                <a:lnTo>
                  <a:pt x="352477" y="234166"/>
                </a:lnTo>
                <a:lnTo>
                  <a:pt x="335533" y="224416"/>
                </a:lnTo>
                <a:lnTo>
                  <a:pt x="326877" y="237056"/>
                </a:lnTo>
                <a:lnTo>
                  <a:pt x="276194" y="150699"/>
                </a:lnTo>
                <a:lnTo>
                  <a:pt x="265451" y="171660"/>
                </a:lnTo>
                <a:lnTo>
                  <a:pt x="302719" y="238033"/>
                </a:lnTo>
                <a:lnTo>
                  <a:pt x="214927" y="223778"/>
                </a:lnTo>
                <a:lnTo>
                  <a:pt x="154526" y="269825"/>
                </a:lnTo>
                <a:lnTo>
                  <a:pt x="133834" y="26654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AAZAPA"/>
          <p:cNvSpPr/>
          <p:nvPr/>
        </p:nvSpPr>
        <p:spPr>
          <a:xfrm>
            <a:off x="3201482" y="4587093"/>
            <a:ext cx="735335" cy="636820"/>
          </a:xfrm>
          <a:custGeom>
            <a:avLst/>
            <a:gdLst/>
            <a:ahLst/>
            <a:cxnLst/>
            <a:rect l="l" t="t" r="r" b="b"/>
            <a:pathLst>
              <a:path w="735335" h="636820">
                <a:moveTo>
                  <a:pt x="100815" y="336283"/>
                </a:moveTo>
                <a:lnTo>
                  <a:pt x="96263" y="352741"/>
                </a:lnTo>
                <a:lnTo>
                  <a:pt x="74222" y="358821"/>
                </a:lnTo>
                <a:lnTo>
                  <a:pt x="40433" y="449678"/>
                </a:lnTo>
                <a:lnTo>
                  <a:pt x="0" y="510240"/>
                </a:lnTo>
                <a:lnTo>
                  <a:pt x="19002" y="523511"/>
                </a:lnTo>
                <a:lnTo>
                  <a:pt x="19728" y="550851"/>
                </a:lnTo>
                <a:lnTo>
                  <a:pt x="97467" y="572641"/>
                </a:lnTo>
                <a:lnTo>
                  <a:pt x="85678" y="599049"/>
                </a:lnTo>
                <a:lnTo>
                  <a:pt x="95400" y="611392"/>
                </a:lnTo>
                <a:lnTo>
                  <a:pt x="164470" y="636820"/>
                </a:lnTo>
                <a:lnTo>
                  <a:pt x="270351" y="588444"/>
                </a:lnTo>
                <a:lnTo>
                  <a:pt x="309087" y="593576"/>
                </a:lnTo>
                <a:lnTo>
                  <a:pt x="306743" y="573011"/>
                </a:lnTo>
                <a:lnTo>
                  <a:pt x="336363" y="552784"/>
                </a:lnTo>
                <a:lnTo>
                  <a:pt x="343895" y="516727"/>
                </a:lnTo>
                <a:lnTo>
                  <a:pt x="364285" y="501082"/>
                </a:lnTo>
                <a:lnTo>
                  <a:pt x="376147" y="512899"/>
                </a:lnTo>
                <a:lnTo>
                  <a:pt x="383794" y="496140"/>
                </a:lnTo>
                <a:lnTo>
                  <a:pt x="430945" y="496035"/>
                </a:lnTo>
                <a:lnTo>
                  <a:pt x="479624" y="432873"/>
                </a:lnTo>
                <a:lnTo>
                  <a:pt x="535669" y="418232"/>
                </a:lnTo>
                <a:lnTo>
                  <a:pt x="575884" y="447915"/>
                </a:lnTo>
                <a:lnTo>
                  <a:pt x="591027" y="422775"/>
                </a:lnTo>
                <a:lnTo>
                  <a:pt x="620788" y="414199"/>
                </a:lnTo>
                <a:lnTo>
                  <a:pt x="616669" y="393052"/>
                </a:lnTo>
                <a:lnTo>
                  <a:pt x="669800" y="394121"/>
                </a:lnTo>
                <a:lnTo>
                  <a:pt x="684431" y="373562"/>
                </a:lnTo>
                <a:lnTo>
                  <a:pt x="692686" y="291350"/>
                </a:lnTo>
                <a:lnTo>
                  <a:pt x="735335" y="267643"/>
                </a:lnTo>
                <a:lnTo>
                  <a:pt x="690245" y="233619"/>
                </a:lnTo>
                <a:lnTo>
                  <a:pt x="669335" y="256453"/>
                </a:lnTo>
                <a:lnTo>
                  <a:pt x="661514" y="237996"/>
                </a:lnTo>
                <a:lnTo>
                  <a:pt x="596694" y="237217"/>
                </a:lnTo>
                <a:lnTo>
                  <a:pt x="630517" y="78588"/>
                </a:lnTo>
                <a:lnTo>
                  <a:pt x="665944" y="49769"/>
                </a:lnTo>
                <a:lnTo>
                  <a:pt x="652803" y="11710"/>
                </a:lnTo>
                <a:lnTo>
                  <a:pt x="630300" y="0"/>
                </a:lnTo>
                <a:lnTo>
                  <a:pt x="603154" y="48736"/>
                </a:lnTo>
                <a:lnTo>
                  <a:pt x="557474" y="63759"/>
                </a:lnTo>
                <a:lnTo>
                  <a:pt x="537659" y="109564"/>
                </a:lnTo>
                <a:lnTo>
                  <a:pt x="499417" y="97415"/>
                </a:lnTo>
                <a:lnTo>
                  <a:pt x="502018" y="125986"/>
                </a:lnTo>
                <a:lnTo>
                  <a:pt x="460131" y="139341"/>
                </a:lnTo>
                <a:lnTo>
                  <a:pt x="430386" y="176629"/>
                </a:lnTo>
                <a:lnTo>
                  <a:pt x="401950" y="165137"/>
                </a:lnTo>
                <a:lnTo>
                  <a:pt x="367811" y="184053"/>
                </a:lnTo>
                <a:lnTo>
                  <a:pt x="344409" y="248360"/>
                </a:lnTo>
                <a:lnTo>
                  <a:pt x="307125" y="270525"/>
                </a:lnTo>
                <a:lnTo>
                  <a:pt x="260910" y="226813"/>
                </a:lnTo>
                <a:lnTo>
                  <a:pt x="228107" y="251942"/>
                </a:lnTo>
                <a:lnTo>
                  <a:pt x="201165" y="250708"/>
                </a:lnTo>
                <a:lnTo>
                  <a:pt x="204942" y="307940"/>
                </a:lnTo>
                <a:lnTo>
                  <a:pt x="144266" y="298705"/>
                </a:lnTo>
                <a:lnTo>
                  <a:pt x="136645" y="332318"/>
                </a:lnTo>
                <a:lnTo>
                  <a:pt x="100815" y="3362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NINDEYU"/>
          <p:cNvSpPr/>
          <p:nvPr/>
        </p:nvSpPr>
        <p:spPr>
          <a:xfrm>
            <a:off x="3512249" y="3584681"/>
            <a:ext cx="879826" cy="631766"/>
          </a:xfrm>
          <a:custGeom>
            <a:avLst/>
            <a:gdLst/>
            <a:ahLst/>
            <a:cxnLst/>
            <a:rect l="l" t="t" r="r" b="b"/>
            <a:pathLst>
              <a:path w="879826" h="631766">
                <a:moveTo>
                  <a:pt x="216339" y="631766"/>
                </a:moveTo>
                <a:lnTo>
                  <a:pt x="203826" y="601257"/>
                </a:lnTo>
                <a:lnTo>
                  <a:pt x="217174" y="575472"/>
                </a:lnTo>
                <a:lnTo>
                  <a:pt x="262662" y="557852"/>
                </a:lnTo>
                <a:lnTo>
                  <a:pt x="285088" y="498806"/>
                </a:lnTo>
                <a:lnTo>
                  <a:pt x="303006" y="497131"/>
                </a:lnTo>
                <a:lnTo>
                  <a:pt x="316556" y="525333"/>
                </a:lnTo>
                <a:lnTo>
                  <a:pt x="422992" y="473177"/>
                </a:lnTo>
                <a:lnTo>
                  <a:pt x="477471" y="479378"/>
                </a:lnTo>
                <a:lnTo>
                  <a:pt x="495641" y="512921"/>
                </a:lnTo>
                <a:lnTo>
                  <a:pt x="578565" y="526478"/>
                </a:lnTo>
                <a:lnTo>
                  <a:pt x="585577" y="554228"/>
                </a:lnTo>
                <a:lnTo>
                  <a:pt x="612451" y="576363"/>
                </a:lnTo>
                <a:lnTo>
                  <a:pt x="643743" y="563839"/>
                </a:lnTo>
                <a:lnTo>
                  <a:pt x="677124" y="584882"/>
                </a:lnTo>
                <a:lnTo>
                  <a:pt x="697561" y="573214"/>
                </a:lnTo>
                <a:lnTo>
                  <a:pt x="697393" y="596791"/>
                </a:lnTo>
                <a:lnTo>
                  <a:pt x="741420" y="584362"/>
                </a:lnTo>
                <a:lnTo>
                  <a:pt x="791250" y="600619"/>
                </a:lnTo>
                <a:lnTo>
                  <a:pt x="808083" y="579416"/>
                </a:lnTo>
                <a:lnTo>
                  <a:pt x="839879" y="593525"/>
                </a:lnTo>
                <a:lnTo>
                  <a:pt x="853348" y="545822"/>
                </a:lnTo>
                <a:lnTo>
                  <a:pt x="844832" y="489048"/>
                </a:lnTo>
                <a:lnTo>
                  <a:pt x="879826" y="416617"/>
                </a:lnTo>
                <a:lnTo>
                  <a:pt x="839736" y="315333"/>
                </a:lnTo>
                <a:lnTo>
                  <a:pt x="878647" y="266404"/>
                </a:lnTo>
                <a:lnTo>
                  <a:pt x="822516" y="232185"/>
                </a:lnTo>
                <a:lnTo>
                  <a:pt x="796763" y="191055"/>
                </a:lnTo>
                <a:lnTo>
                  <a:pt x="691021" y="144786"/>
                </a:lnTo>
                <a:lnTo>
                  <a:pt x="674587" y="170880"/>
                </a:lnTo>
                <a:lnTo>
                  <a:pt x="589247" y="188684"/>
                </a:lnTo>
                <a:lnTo>
                  <a:pt x="566158" y="222275"/>
                </a:lnTo>
                <a:lnTo>
                  <a:pt x="539630" y="217550"/>
                </a:lnTo>
                <a:lnTo>
                  <a:pt x="510418" y="235312"/>
                </a:lnTo>
                <a:lnTo>
                  <a:pt x="489727" y="219760"/>
                </a:lnTo>
                <a:lnTo>
                  <a:pt x="433831" y="245628"/>
                </a:lnTo>
                <a:lnTo>
                  <a:pt x="399347" y="221292"/>
                </a:lnTo>
                <a:lnTo>
                  <a:pt x="382199" y="236060"/>
                </a:lnTo>
                <a:lnTo>
                  <a:pt x="354200" y="225820"/>
                </a:lnTo>
                <a:lnTo>
                  <a:pt x="334046" y="197107"/>
                </a:lnTo>
                <a:lnTo>
                  <a:pt x="330500" y="148277"/>
                </a:lnTo>
                <a:lnTo>
                  <a:pt x="341348" y="133714"/>
                </a:lnTo>
                <a:lnTo>
                  <a:pt x="335617" y="99982"/>
                </a:lnTo>
                <a:lnTo>
                  <a:pt x="349549" y="89960"/>
                </a:lnTo>
                <a:lnTo>
                  <a:pt x="324487" y="78791"/>
                </a:lnTo>
                <a:lnTo>
                  <a:pt x="323749" y="60249"/>
                </a:lnTo>
                <a:lnTo>
                  <a:pt x="292140" y="52282"/>
                </a:lnTo>
                <a:lnTo>
                  <a:pt x="299986" y="24595"/>
                </a:lnTo>
                <a:lnTo>
                  <a:pt x="289252" y="0"/>
                </a:lnTo>
                <a:lnTo>
                  <a:pt x="263349" y="64825"/>
                </a:lnTo>
                <a:lnTo>
                  <a:pt x="209640" y="70124"/>
                </a:lnTo>
                <a:lnTo>
                  <a:pt x="127062" y="149044"/>
                </a:lnTo>
                <a:lnTo>
                  <a:pt x="66809" y="149853"/>
                </a:lnTo>
                <a:lnTo>
                  <a:pt x="89847" y="253233"/>
                </a:lnTo>
                <a:lnTo>
                  <a:pt x="72918" y="249827"/>
                </a:lnTo>
                <a:lnTo>
                  <a:pt x="12484" y="296542"/>
                </a:lnTo>
                <a:lnTo>
                  <a:pt x="0" y="354675"/>
                </a:lnTo>
                <a:lnTo>
                  <a:pt x="21164" y="389845"/>
                </a:lnTo>
                <a:lnTo>
                  <a:pt x="22956" y="432179"/>
                </a:lnTo>
                <a:lnTo>
                  <a:pt x="67445" y="459849"/>
                </a:lnTo>
                <a:lnTo>
                  <a:pt x="153061" y="620696"/>
                </a:lnTo>
                <a:lnTo>
                  <a:pt x="216339" y="6317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ENTRAL"/>
          <p:cNvSpPr/>
          <p:nvPr/>
        </p:nvSpPr>
        <p:spPr>
          <a:xfrm>
            <a:off x="2751722" y="4373048"/>
            <a:ext cx="290449" cy="465379"/>
          </a:xfrm>
          <a:custGeom>
            <a:avLst/>
            <a:gdLst/>
            <a:ahLst/>
            <a:cxnLst/>
            <a:rect l="l" t="t" r="r" b="b"/>
            <a:pathLst>
              <a:path w="290449" h="465379">
                <a:moveTo>
                  <a:pt x="84861" y="142283"/>
                </a:moveTo>
                <a:lnTo>
                  <a:pt x="123383" y="175229"/>
                </a:lnTo>
                <a:lnTo>
                  <a:pt x="114810" y="234846"/>
                </a:lnTo>
                <a:lnTo>
                  <a:pt x="95465" y="260628"/>
                </a:lnTo>
                <a:lnTo>
                  <a:pt x="69966" y="251600"/>
                </a:lnTo>
                <a:lnTo>
                  <a:pt x="69981" y="282061"/>
                </a:lnTo>
                <a:lnTo>
                  <a:pt x="39686" y="277448"/>
                </a:lnTo>
                <a:lnTo>
                  <a:pt x="27376" y="300751"/>
                </a:lnTo>
                <a:lnTo>
                  <a:pt x="43675" y="313549"/>
                </a:lnTo>
                <a:lnTo>
                  <a:pt x="0" y="333037"/>
                </a:lnTo>
                <a:lnTo>
                  <a:pt x="8424" y="372599"/>
                </a:lnTo>
                <a:lnTo>
                  <a:pt x="34088" y="336123"/>
                </a:lnTo>
                <a:lnTo>
                  <a:pt x="39520" y="371468"/>
                </a:lnTo>
                <a:lnTo>
                  <a:pt x="103896" y="385900"/>
                </a:lnTo>
                <a:lnTo>
                  <a:pt x="97413" y="400384"/>
                </a:lnTo>
                <a:lnTo>
                  <a:pt x="142484" y="429821"/>
                </a:lnTo>
                <a:lnTo>
                  <a:pt x="134352" y="445523"/>
                </a:lnTo>
                <a:lnTo>
                  <a:pt x="150936" y="441096"/>
                </a:lnTo>
                <a:lnTo>
                  <a:pt x="150361" y="465379"/>
                </a:lnTo>
                <a:lnTo>
                  <a:pt x="188762" y="397292"/>
                </a:lnTo>
                <a:lnTo>
                  <a:pt x="164803" y="330590"/>
                </a:lnTo>
                <a:lnTo>
                  <a:pt x="188519" y="299704"/>
                </a:lnTo>
                <a:lnTo>
                  <a:pt x="186273" y="275918"/>
                </a:lnTo>
                <a:lnTo>
                  <a:pt x="222356" y="257155"/>
                </a:lnTo>
                <a:lnTo>
                  <a:pt x="233521" y="175759"/>
                </a:lnTo>
                <a:lnTo>
                  <a:pt x="270379" y="166841"/>
                </a:lnTo>
                <a:lnTo>
                  <a:pt x="290449" y="136974"/>
                </a:lnTo>
                <a:lnTo>
                  <a:pt x="243860" y="128805"/>
                </a:lnTo>
                <a:lnTo>
                  <a:pt x="222233" y="99000"/>
                </a:lnTo>
                <a:lnTo>
                  <a:pt x="224902" y="68000"/>
                </a:lnTo>
                <a:lnTo>
                  <a:pt x="149974" y="0"/>
                </a:lnTo>
                <a:lnTo>
                  <a:pt x="115907" y="63881"/>
                </a:lnTo>
                <a:lnTo>
                  <a:pt x="137413" y="73468"/>
                </a:lnTo>
                <a:lnTo>
                  <a:pt x="130306" y="100139"/>
                </a:lnTo>
                <a:lnTo>
                  <a:pt x="110580" y="122765"/>
                </a:lnTo>
                <a:lnTo>
                  <a:pt x="97139" y="108580"/>
                </a:lnTo>
                <a:lnTo>
                  <a:pt x="84861" y="1422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ONCEPCION"/>
          <p:cNvSpPr/>
          <p:nvPr/>
        </p:nvSpPr>
        <p:spPr>
          <a:xfrm>
            <a:off x="2675223" y="2862969"/>
            <a:ext cx="856437" cy="714796"/>
          </a:xfrm>
          <a:custGeom>
            <a:avLst/>
            <a:gdLst/>
            <a:ahLst/>
            <a:cxnLst/>
            <a:rect l="l" t="t" r="r" b="b"/>
            <a:pathLst>
              <a:path w="856437" h="714796">
                <a:moveTo>
                  <a:pt x="536543" y="106639"/>
                </a:moveTo>
                <a:lnTo>
                  <a:pt x="517602" y="102990"/>
                </a:lnTo>
                <a:lnTo>
                  <a:pt x="508726" y="81568"/>
                </a:lnTo>
                <a:lnTo>
                  <a:pt x="499985" y="91835"/>
                </a:lnTo>
                <a:lnTo>
                  <a:pt x="458221" y="69804"/>
                </a:lnTo>
                <a:lnTo>
                  <a:pt x="418603" y="84159"/>
                </a:lnTo>
                <a:lnTo>
                  <a:pt x="362446" y="62878"/>
                </a:lnTo>
                <a:lnTo>
                  <a:pt x="346179" y="83275"/>
                </a:lnTo>
                <a:lnTo>
                  <a:pt x="322384" y="67862"/>
                </a:lnTo>
                <a:lnTo>
                  <a:pt x="309298" y="81564"/>
                </a:lnTo>
                <a:lnTo>
                  <a:pt x="284475" y="74700"/>
                </a:lnTo>
                <a:lnTo>
                  <a:pt x="269456" y="57409"/>
                </a:lnTo>
                <a:lnTo>
                  <a:pt x="189799" y="46174"/>
                </a:lnTo>
                <a:lnTo>
                  <a:pt x="175409" y="5707"/>
                </a:lnTo>
                <a:lnTo>
                  <a:pt x="131377" y="3847"/>
                </a:lnTo>
                <a:lnTo>
                  <a:pt x="116621" y="25758"/>
                </a:lnTo>
                <a:lnTo>
                  <a:pt x="86909" y="34036"/>
                </a:lnTo>
                <a:lnTo>
                  <a:pt x="75846" y="18602"/>
                </a:lnTo>
                <a:lnTo>
                  <a:pt x="59642" y="27189"/>
                </a:lnTo>
                <a:lnTo>
                  <a:pt x="28974" y="18705"/>
                </a:lnTo>
                <a:lnTo>
                  <a:pt x="23655" y="0"/>
                </a:lnTo>
                <a:lnTo>
                  <a:pt x="0" y="1898"/>
                </a:lnTo>
                <a:lnTo>
                  <a:pt x="16755" y="24259"/>
                </a:lnTo>
                <a:lnTo>
                  <a:pt x="18964" y="97194"/>
                </a:lnTo>
                <a:lnTo>
                  <a:pt x="46798" y="92259"/>
                </a:lnTo>
                <a:lnTo>
                  <a:pt x="53029" y="123342"/>
                </a:lnTo>
                <a:lnTo>
                  <a:pt x="80713" y="147910"/>
                </a:lnTo>
                <a:lnTo>
                  <a:pt x="58665" y="167441"/>
                </a:lnTo>
                <a:lnTo>
                  <a:pt x="75996" y="244352"/>
                </a:lnTo>
                <a:lnTo>
                  <a:pt x="101458" y="280823"/>
                </a:lnTo>
                <a:lnTo>
                  <a:pt x="38440" y="288649"/>
                </a:lnTo>
                <a:lnTo>
                  <a:pt x="28089" y="325790"/>
                </a:lnTo>
                <a:lnTo>
                  <a:pt x="54123" y="360740"/>
                </a:lnTo>
                <a:lnTo>
                  <a:pt x="84056" y="368784"/>
                </a:lnTo>
                <a:lnTo>
                  <a:pt x="93577" y="398093"/>
                </a:lnTo>
                <a:lnTo>
                  <a:pt x="78925" y="416863"/>
                </a:lnTo>
                <a:lnTo>
                  <a:pt x="104406" y="445059"/>
                </a:lnTo>
                <a:lnTo>
                  <a:pt x="94088" y="474545"/>
                </a:lnTo>
                <a:lnTo>
                  <a:pt x="129718" y="506522"/>
                </a:lnTo>
                <a:lnTo>
                  <a:pt x="166034" y="506819"/>
                </a:lnTo>
                <a:lnTo>
                  <a:pt x="170106" y="548851"/>
                </a:lnTo>
                <a:lnTo>
                  <a:pt x="229805" y="599636"/>
                </a:lnTo>
                <a:lnTo>
                  <a:pt x="216369" y="633475"/>
                </a:lnTo>
                <a:lnTo>
                  <a:pt x="249615" y="698754"/>
                </a:lnTo>
                <a:lnTo>
                  <a:pt x="290113" y="714796"/>
                </a:lnTo>
                <a:lnTo>
                  <a:pt x="546551" y="672582"/>
                </a:lnTo>
                <a:lnTo>
                  <a:pt x="570596" y="685563"/>
                </a:lnTo>
                <a:lnTo>
                  <a:pt x="674592" y="688441"/>
                </a:lnTo>
                <a:lnTo>
                  <a:pt x="697151" y="664587"/>
                </a:lnTo>
                <a:lnTo>
                  <a:pt x="724167" y="670750"/>
                </a:lnTo>
                <a:lnTo>
                  <a:pt x="754054" y="649698"/>
                </a:lnTo>
                <a:lnTo>
                  <a:pt x="784095" y="618828"/>
                </a:lnTo>
                <a:lnTo>
                  <a:pt x="793683" y="584217"/>
                </a:lnTo>
                <a:lnTo>
                  <a:pt x="823897" y="573023"/>
                </a:lnTo>
                <a:lnTo>
                  <a:pt x="815814" y="555280"/>
                </a:lnTo>
                <a:lnTo>
                  <a:pt x="830986" y="521381"/>
                </a:lnTo>
                <a:lnTo>
                  <a:pt x="851584" y="519564"/>
                </a:lnTo>
                <a:lnTo>
                  <a:pt x="856437" y="481130"/>
                </a:lnTo>
                <a:lnTo>
                  <a:pt x="780675" y="302602"/>
                </a:lnTo>
                <a:lnTo>
                  <a:pt x="739252" y="315913"/>
                </a:lnTo>
                <a:lnTo>
                  <a:pt x="712801" y="348181"/>
                </a:lnTo>
                <a:lnTo>
                  <a:pt x="684267" y="350746"/>
                </a:lnTo>
                <a:lnTo>
                  <a:pt x="659106" y="409118"/>
                </a:lnTo>
                <a:lnTo>
                  <a:pt x="641969" y="416100"/>
                </a:lnTo>
                <a:lnTo>
                  <a:pt x="610797" y="399900"/>
                </a:lnTo>
                <a:lnTo>
                  <a:pt x="589473" y="411048"/>
                </a:lnTo>
                <a:lnTo>
                  <a:pt x="588441" y="380971"/>
                </a:lnTo>
                <a:lnTo>
                  <a:pt x="617917" y="360236"/>
                </a:lnTo>
                <a:lnTo>
                  <a:pt x="610326" y="320543"/>
                </a:lnTo>
                <a:lnTo>
                  <a:pt x="582191" y="284819"/>
                </a:lnTo>
                <a:lnTo>
                  <a:pt x="576727" y="230786"/>
                </a:lnTo>
                <a:lnTo>
                  <a:pt x="586771" y="188192"/>
                </a:lnTo>
                <a:lnTo>
                  <a:pt x="636149" y="141397"/>
                </a:lnTo>
                <a:lnTo>
                  <a:pt x="536543" y="106639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RDILLERA"/>
          <p:cNvSpPr/>
          <p:nvPr/>
        </p:nvSpPr>
        <p:spPr>
          <a:xfrm>
            <a:off x="2911878" y="4246169"/>
            <a:ext cx="421592" cy="412628"/>
          </a:xfrm>
          <a:custGeom>
            <a:avLst/>
            <a:gdLst/>
            <a:ahLst/>
            <a:cxnLst/>
            <a:rect l="l" t="t" r="r" b="b"/>
            <a:pathLst>
              <a:path w="421592" h="412628">
                <a:moveTo>
                  <a:pt x="96200" y="40466"/>
                </a:moveTo>
                <a:lnTo>
                  <a:pt x="80021" y="44912"/>
                </a:lnTo>
                <a:lnTo>
                  <a:pt x="45254" y="110861"/>
                </a:lnTo>
                <a:lnTo>
                  <a:pt x="0" y="130502"/>
                </a:lnTo>
                <a:lnTo>
                  <a:pt x="66588" y="197463"/>
                </a:lnTo>
                <a:lnTo>
                  <a:pt x="63721" y="230764"/>
                </a:lnTo>
                <a:lnTo>
                  <a:pt x="86433" y="257659"/>
                </a:lnTo>
                <a:lnTo>
                  <a:pt x="125405" y="255292"/>
                </a:lnTo>
                <a:lnTo>
                  <a:pt x="178914" y="370468"/>
                </a:lnTo>
                <a:lnTo>
                  <a:pt x="261921" y="361022"/>
                </a:lnTo>
                <a:lnTo>
                  <a:pt x="245952" y="405717"/>
                </a:lnTo>
                <a:lnTo>
                  <a:pt x="276244" y="412628"/>
                </a:lnTo>
                <a:lnTo>
                  <a:pt x="309360" y="391132"/>
                </a:lnTo>
                <a:lnTo>
                  <a:pt x="348254" y="409730"/>
                </a:lnTo>
                <a:lnTo>
                  <a:pt x="286550" y="336267"/>
                </a:lnTo>
                <a:lnTo>
                  <a:pt x="373005" y="284170"/>
                </a:lnTo>
                <a:lnTo>
                  <a:pt x="421592" y="231941"/>
                </a:lnTo>
                <a:lnTo>
                  <a:pt x="394773" y="239813"/>
                </a:lnTo>
                <a:lnTo>
                  <a:pt x="374336" y="212600"/>
                </a:lnTo>
                <a:lnTo>
                  <a:pt x="395077" y="162115"/>
                </a:lnTo>
                <a:lnTo>
                  <a:pt x="421447" y="161763"/>
                </a:lnTo>
                <a:lnTo>
                  <a:pt x="420157" y="77204"/>
                </a:lnTo>
                <a:lnTo>
                  <a:pt x="396124" y="67512"/>
                </a:lnTo>
                <a:lnTo>
                  <a:pt x="364868" y="12782"/>
                </a:lnTo>
                <a:lnTo>
                  <a:pt x="342670" y="26223"/>
                </a:lnTo>
                <a:lnTo>
                  <a:pt x="243219" y="0"/>
                </a:lnTo>
                <a:lnTo>
                  <a:pt x="214469" y="67931"/>
                </a:lnTo>
                <a:lnTo>
                  <a:pt x="195736" y="70038"/>
                </a:lnTo>
                <a:lnTo>
                  <a:pt x="199404" y="86155"/>
                </a:lnTo>
                <a:lnTo>
                  <a:pt x="171732" y="88072"/>
                </a:lnTo>
                <a:lnTo>
                  <a:pt x="131620" y="53728"/>
                </a:lnTo>
                <a:lnTo>
                  <a:pt x="122923" y="65403"/>
                </a:lnTo>
                <a:lnTo>
                  <a:pt x="98702" y="54687"/>
                </a:lnTo>
                <a:lnTo>
                  <a:pt x="96200" y="404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UAIRA"/>
          <p:cNvSpPr/>
          <p:nvPr/>
        </p:nvSpPr>
        <p:spPr>
          <a:xfrm>
            <a:off x="3247804" y="4607735"/>
            <a:ext cx="512235" cy="316984"/>
          </a:xfrm>
          <a:custGeom>
            <a:avLst/>
            <a:gdLst/>
            <a:ahLst/>
            <a:cxnLst/>
            <a:rect l="l" t="t" r="r" b="b"/>
            <a:pathLst>
              <a:path w="512235" h="316984">
                <a:moveTo>
                  <a:pt x="512235" y="42844"/>
                </a:moveTo>
                <a:lnTo>
                  <a:pt x="439086" y="65132"/>
                </a:lnTo>
                <a:lnTo>
                  <a:pt x="374498" y="31297"/>
                </a:lnTo>
                <a:lnTo>
                  <a:pt x="198033" y="0"/>
                </a:lnTo>
                <a:lnTo>
                  <a:pt x="156546" y="4324"/>
                </a:lnTo>
                <a:lnTo>
                  <a:pt x="123901" y="35974"/>
                </a:lnTo>
                <a:lnTo>
                  <a:pt x="98234" y="30380"/>
                </a:lnTo>
                <a:lnTo>
                  <a:pt x="35793" y="67843"/>
                </a:lnTo>
                <a:lnTo>
                  <a:pt x="26733" y="98918"/>
                </a:lnTo>
                <a:lnTo>
                  <a:pt x="37666" y="143156"/>
                </a:lnTo>
                <a:lnTo>
                  <a:pt x="63843" y="175553"/>
                </a:lnTo>
                <a:lnTo>
                  <a:pt x="64428" y="207623"/>
                </a:lnTo>
                <a:lnTo>
                  <a:pt x="0" y="194028"/>
                </a:lnTo>
                <a:lnTo>
                  <a:pt x="21129" y="232916"/>
                </a:lnTo>
                <a:lnTo>
                  <a:pt x="16842" y="285292"/>
                </a:lnTo>
                <a:lnTo>
                  <a:pt x="55856" y="316984"/>
                </a:lnTo>
                <a:lnTo>
                  <a:pt x="66407" y="304775"/>
                </a:lnTo>
                <a:lnTo>
                  <a:pt x="90323" y="311676"/>
                </a:lnTo>
                <a:lnTo>
                  <a:pt x="97944" y="278063"/>
                </a:lnTo>
                <a:lnTo>
                  <a:pt x="158620" y="287298"/>
                </a:lnTo>
                <a:lnTo>
                  <a:pt x="154843" y="230066"/>
                </a:lnTo>
                <a:lnTo>
                  <a:pt x="181785" y="231300"/>
                </a:lnTo>
                <a:lnTo>
                  <a:pt x="214588" y="206171"/>
                </a:lnTo>
                <a:lnTo>
                  <a:pt x="264659" y="248506"/>
                </a:lnTo>
                <a:lnTo>
                  <a:pt x="298087" y="227718"/>
                </a:lnTo>
                <a:lnTo>
                  <a:pt x="321489" y="163411"/>
                </a:lnTo>
                <a:lnTo>
                  <a:pt x="355628" y="144495"/>
                </a:lnTo>
                <a:lnTo>
                  <a:pt x="384064" y="155987"/>
                </a:lnTo>
                <a:lnTo>
                  <a:pt x="413809" y="118699"/>
                </a:lnTo>
                <a:lnTo>
                  <a:pt x="455696" y="105344"/>
                </a:lnTo>
                <a:lnTo>
                  <a:pt x="453095" y="76773"/>
                </a:lnTo>
                <a:lnTo>
                  <a:pt x="491337" y="88922"/>
                </a:lnTo>
                <a:lnTo>
                  <a:pt x="512235" y="42844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TAPUA"/>
          <p:cNvSpPr/>
          <p:nvPr/>
        </p:nvSpPr>
        <p:spPr>
          <a:xfrm>
            <a:off x="3184745" y="4872247"/>
            <a:ext cx="1028368" cy="751013"/>
          </a:xfrm>
          <a:custGeom>
            <a:avLst/>
            <a:gdLst/>
            <a:ahLst/>
            <a:cxnLst/>
            <a:rect l="l" t="t" r="r" b="b"/>
            <a:pathLst>
              <a:path w="1028368" h="751013">
                <a:moveTo>
                  <a:pt x="103928" y="317536"/>
                </a:moveTo>
                <a:lnTo>
                  <a:pt x="114971" y="528045"/>
                </a:lnTo>
                <a:lnTo>
                  <a:pt x="80549" y="572876"/>
                </a:lnTo>
                <a:lnTo>
                  <a:pt x="101132" y="624323"/>
                </a:lnTo>
                <a:lnTo>
                  <a:pt x="0" y="661471"/>
                </a:lnTo>
                <a:lnTo>
                  <a:pt x="61756" y="704164"/>
                </a:lnTo>
                <a:lnTo>
                  <a:pt x="87698" y="681176"/>
                </a:lnTo>
                <a:lnTo>
                  <a:pt x="135862" y="674319"/>
                </a:lnTo>
                <a:lnTo>
                  <a:pt x="185360" y="733261"/>
                </a:lnTo>
                <a:lnTo>
                  <a:pt x="226429" y="751013"/>
                </a:lnTo>
                <a:lnTo>
                  <a:pt x="270834" y="694722"/>
                </a:lnTo>
                <a:lnTo>
                  <a:pt x="272345" y="660717"/>
                </a:lnTo>
                <a:lnTo>
                  <a:pt x="361709" y="609236"/>
                </a:lnTo>
                <a:lnTo>
                  <a:pt x="458023" y="625713"/>
                </a:lnTo>
                <a:lnTo>
                  <a:pt x="486561" y="667712"/>
                </a:lnTo>
                <a:lnTo>
                  <a:pt x="530258" y="676823"/>
                </a:lnTo>
                <a:lnTo>
                  <a:pt x="594986" y="618233"/>
                </a:lnTo>
                <a:lnTo>
                  <a:pt x="601374" y="577198"/>
                </a:lnTo>
                <a:lnTo>
                  <a:pt x="581523" y="546107"/>
                </a:lnTo>
                <a:lnTo>
                  <a:pt x="608068" y="534664"/>
                </a:lnTo>
                <a:lnTo>
                  <a:pt x="611336" y="507855"/>
                </a:lnTo>
                <a:lnTo>
                  <a:pt x="658575" y="506027"/>
                </a:lnTo>
                <a:lnTo>
                  <a:pt x="662375" y="466149"/>
                </a:lnTo>
                <a:lnTo>
                  <a:pt x="693754" y="437299"/>
                </a:lnTo>
                <a:lnTo>
                  <a:pt x="746082" y="423278"/>
                </a:lnTo>
                <a:lnTo>
                  <a:pt x="771559" y="439119"/>
                </a:lnTo>
                <a:lnTo>
                  <a:pt x="802319" y="430844"/>
                </a:lnTo>
                <a:lnTo>
                  <a:pt x="802417" y="386643"/>
                </a:lnTo>
                <a:lnTo>
                  <a:pt x="841821" y="353666"/>
                </a:lnTo>
                <a:lnTo>
                  <a:pt x="885113" y="347194"/>
                </a:lnTo>
                <a:lnTo>
                  <a:pt x="893750" y="295074"/>
                </a:lnTo>
                <a:lnTo>
                  <a:pt x="952716" y="288999"/>
                </a:lnTo>
                <a:lnTo>
                  <a:pt x="966024" y="261427"/>
                </a:lnTo>
                <a:lnTo>
                  <a:pt x="958727" y="220982"/>
                </a:lnTo>
                <a:lnTo>
                  <a:pt x="1002398" y="177171"/>
                </a:lnTo>
                <a:lnTo>
                  <a:pt x="1028368" y="108828"/>
                </a:lnTo>
                <a:lnTo>
                  <a:pt x="1007851" y="67906"/>
                </a:lnTo>
                <a:lnTo>
                  <a:pt x="1004935" y="81869"/>
                </a:lnTo>
                <a:lnTo>
                  <a:pt x="975725" y="78587"/>
                </a:lnTo>
                <a:lnTo>
                  <a:pt x="957019" y="50454"/>
                </a:lnTo>
                <a:lnTo>
                  <a:pt x="947422" y="59820"/>
                </a:lnTo>
                <a:lnTo>
                  <a:pt x="924349" y="40888"/>
                </a:lnTo>
                <a:lnTo>
                  <a:pt x="913371" y="53684"/>
                </a:lnTo>
                <a:lnTo>
                  <a:pt x="907157" y="44754"/>
                </a:lnTo>
                <a:lnTo>
                  <a:pt x="905356" y="68459"/>
                </a:lnTo>
                <a:lnTo>
                  <a:pt x="889091" y="58616"/>
                </a:lnTo>
                <a:lnTo>
                  <a:pt x="889535" y="73310"/>
                </a:lnTo>
                <a:lnTo>
                  <a:pt x="849652" y="64979"/>
                </a:lnTo>
                <a:lnTo>
                  <a:pt x="835303" y="75475"/>
                </a:lnTo>
                <a:lnTo>
                  <a:pt x="802414" y="56963"/>
                </a:lnTo>
                <a:lnTo>
                  <a:pt x="746362" y="71715"/>
                </a:lnTo>
                <a:lnTo>
                  <a:pt x="718261" y="20735"/>
                </a:lnTo>
                <a:lnTo>
                  <a:pt x="720972" y="0"/>
                </a:lnTo>
                <a:lnTo>
                  <a:pt x="706871" y="12860"/>
                </a:lnTo>
                <a:lnTo>
                  <a:pt x="701168" y="88408"/>
                </a:lnTo>
                <a:lnTo>
                  <a:pt x="686537" y="108967"/>
                </a:lnTo>
                <a:lnTo>
                  <a:pt x="633406" y="107898"/>
                </a:lnTo>
                <a:lnTo>
                  <a:pt x="637525" y="129045"/>
                </a:lnTo>
                <a:lnTo>
                  <a:pt x="607764" y="137621"/>
                </a:lnTo>
                <a:lnTo>
                  <a:pt x="592621" y="162761"/>
                </a:lnTo>
                <a:lnTo>
                  <a:pt x="552406" y="133078"/>
                </a:lnTo>
                <a:lnTo>
                  <a:pt x="496361" y="147719"/>
                </a:lnTo>
                <a:lnTo>
                  <a:pt x="447682" y="210881"/>
                </a:lnTo>
                <a:lnTo>
                  <a:pt x="400531" y="210986"/>
                </a:lnTo>
                <a:lnTo>
                  <a:pt x="392884" y="227745"/>
                </a:lnTo>
                <a:lnTo>
                  <a:pt x="381022" y="215928"/>
                </a:lnTo>
                <a:lnTo>
                  <a:pt x="360632" y="231573"/>
                </a:lnTo>
                <a:lnTo>
                  <a:pt x="353100" y="267630"/>
                </a:lnTo>
                <a:lnTo>
                  <a:pt x="323480" y="287857"/>
                </a:lnTo>
                <a:lnTo>
                  <a:pt x="323237" y="310010"/>
                </a:lnTo>
                <a:lnTo>
                  <a:pt x="287158" y="303270"/>
                </a:lnTo>
                <a:lnTo>
                  <a:pt x="181069" y="351678"/>
                </a:lnTo>
                <a:lnTo>
                  <a:pt x="103928" y="31753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MISIONES"/>
          <p:cNvSpPr/>
          <p:nvPr/>
        </p:nvSpPr>
        <p:spPr>
          <a:xfrm>
            <a:off x="2790119" y="5014712"/>
            <a:ext cx="509597" cy="554795"/>
          </a:xfrm>
          <a:custGeom>
            <a:avLst/>
            <a:gdLst/>
            <a:ahLst/>
            <a:cxnLst/>
            <a:rect l="l" t="t" r="r" b="b"/>
            <a:pathLst>
              <a:path w="509597" h="554795">
                <a:moveTo>
                  <a:pt x="411413" y="82518"/>
                </a:moveTo>
                <a:lnTo>
                  <a:pt x="383495" y="42627"/>
                </a:lnTo>
                <a:lnTo>
                  <a:pt x="360125" y="52897"/>
                </a:lnTo>
                <a:lnTo>
                  <a:pt x="362229" y="36295"/>
                </a:lnTo>
                <a:lnTo>
                  <a:pt x="342277" y="17619"/>
                </a:lnTo>
                <a:lnTo>
                  <a:pt x="298378" y="0"/>
                </a:lnTo>
                <a:lnTo>
                  <a:pt x="263245" y="17723"/>
                </a:lnTo>
                <a:lnTo>
                  <a:pt x="241420" y="60582"/>
                </a:lnTo>
                <a:lnTo>
                  <a:pt x="226548" y="56156"/>
                </a:lnTo>
                <a:lnTo>
                  <a:pt x="234998" y="81181"/>
                </a:lnTo>
                <a:lnTo>
                  <a:pt x="219797" y="105749"/>
                </a:lnTo>
                <a:lnTo>
                  <a:pt x="152810" y="121628"/>
                </a:lnTo>
                <a:lnTo>
                  <a:pt x="135599" y="97309"/>
                </a:lnTo>
                <a:lnTo>
                  <a:pt x="108683" y="95145"/>
                </a:lnTo>
                <a:lnTo>
                  <a:pt x="107360" y="80814"/>
                </a:lnTo>
                <a:lnTo>
                  <a:pt x="67168" y="77984"/>
                </a:lnTo>
                <a:lnTo>
                  <a:pt x="31388" y="45823"/>
                </a:lnTo>
                <a:lnTo>
                  <a:pt x="36651" y="27755"/>
                </a:lnTo>
                <a:lnTo>
                  <a:pt x="16025" y="23727"/>
                </a:lnTo>
                <a:lnTo>
                  <a:pt x="12689" y="5812"/>
                </a:lnTo>
                <a:lnTo>
                  <a:pt x="0" y="11877"/>
                </a:lnTo>
                <a:lnTo>
                  <a:pt x="47377" y="207244"/>
                </a:lnTo>
                <a:lnTo>
                  <a:pt x="144580" y="342381"/>
                </a:lnTo>
                <a:lnTo>
                  <a:pt x="257955" y="366868"/>
                </a:lnTo>
                <a:lnTo>
                  <a:pt x="184443" y="520884"/>
                </a:lnTo>
                <a:lnTo>
                  <a:pt x="235035" y="546467"/>
                </a:lnTo>
                <a:lnTo>
                  <a:pt x="313579" y="554795"/>
                </a:lnTo>
                <a:lnTo>
                  <a:pt x="373068" y="518358"/>
                </a:lnTo>
                <a:lnTo>
                  <a:pt x="437486" y="512647"/>
                </a:lnTo>
                <a:lnTo>
                  <a:pt x="495725" y="481948"/>
                </a:lnTo>
                <a:lnTo>
                  <a:pt x="475175" y="430411"/>
                </a:lnTo>
                <a:lnTo>
                  <a:pt x="509597" y="385580"/>
                </a:lnTo>
                <a:lnTo>
                  <a:pt x="497030" y="173351"/>
                </a:lnTo>
                <a:lnTo>
                  <a:pt x="509157" y="145637"/>
                </a:lnTo>
                <a:lnTo>
                  <a:pt x="431091" y="123232"/>
                </a:lnTo>
                <a:lnTo>
                  <a:pt x="430365" y="95892"/>
                </a:lnTo>
                <a:lnTo>
                  <a:pt x="411413" y="82518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RAGUARI"/>
          <p:cNvSpPr/>
          <p:nvPr/>
        </p:nvSpPr>
        <p:spPr>
          <a:xfrm>
            <a:off x="2787251" y="4526054"/>
            <a:ext cx="524981" cy="610286"/>
          </a:xfrm>
          <a:custGeom>
            <a:avLst/>
            <a:gdLst/>
            <a:ahLst/>
            <a:cxnLst/>
            <a:rect l="l" t="t" r="r" b="b"/>
            <a:pathLst>
              <a:path w="524981" h="610286">
                <a:moveTo>
                  <a:pt x="254879" y="0"/>
                </a:moveTo>
                <a:lnTo>
                  <a:pt x="197992" y="22753"/>
                </a:lnTo>
                <a:lnTo>
                  <a:pt x="186827" y="104149"/>
                </a:lnTo>
                <a:lnTo>
                  <a:pt x="154519" y="116885"/>
                </a:lnTo>
                <a:lnTo>
                  <a:pt x="152990" y="146698"/>
                </a:lnTo>
                <a:lnTo>
                  <a:pt x="129274" y="177584"/>
                </a:lnTo>
                <a:lnTo>
                  <a:pt x="153685" y="241466"/>
                </a:lnTo>
                <a:lnTo>
                  <a:pt x="114832" y="312373"/>
                </a:lnTo>
                <a:lnTo>
                  <a:pt x="124926" y="382710"/>
                </a:lnTo>
                <a:lnTo>
                  <a:pt x="115998" y="374365"/>
                </a:lnTo>
                <a:lnTo>
                  <a:pt x="77390" y="392755"/>
                </a:lnTo>
                <a:lnTo>
                  <a:pt x="31826" y="453432"/>
                </a:lnTo>
                <a:lnTo>
                  <a:pt x="24177" y="488026"/>
                </a:lnTo>
                <a:lnTo>
                  <a:pt x="11862" y="477348"/>
                </a:lnTo>
                <a:lnTo>
                  <a:pt x="0" y="491224"/>
                </a:lnTo>
                <a:lnTo>
                  <a:pt x="39519" y="516413"/>
                </a:lnTo>
                <a:lnTo>
                  <a:pt x="34256" y="534481"/>
                </a:lnTo>
                <a:lnTo>
                  <a:pt x="70036" y="566642"/>
                </a:lnTo>
                <a:lnTo>
                  <a:pt x="110228" y="569472"/>
                </a:lnTo>
                <a:lnTo>
                  <a:pt x="111551" y="583803"/>
                </a:lnTo>
                <a:lnTo>
                  <a:pt x="138467" y="585967"/>
                </a:lnTo>
                <a:lnTo>
                  <a:pt x="155678" y="610286"/>
                </a:lnTo>
                <a:lnTo>
                  <a:pt x="222665" y="594407"/>
                </a:lnTo>
                <a:lnTo>
                  <a:pt x="237866" y="569839"/>
                </a:lnTo>
                <a:lnTo>
                  <a:pt x="229416" y="544814"/>
                </a:lnTo>
                <a:lnTo>
                  <a:pt x="244288" y="549240"/>
                </a:lnTo>
                <a:lnTo>
                  <a:pt x="266113" y="506381"/>
                </a:lnTo>
                <a:lnTo>
                  <a:pt x="301246" y="488658"/>
                </a:lnTo>
                <a:lnTo>
                  <a:pt x="345145" y="506277"/>
                </a:lnTo>
                <a:lnTo>
                  <a:pt x="365097" y="524953"/>
                </a:lnTo>
                <a:lnTo>
                  <a:pt x="362993" y="541555"/>
                </a:lnTo>
                <a:lnTo>
                  <a:pt x="386363" y="531285"/>
                </a:lnTo>
                <a:lnTo>
                  <a:pt x="414513" y="571122"/>
                </a:lnTo>
                <a:lnTo>
                  <a:pt x="454664" y="510717"/>
                </a:lnTo>
                <a:lnTo>
                  <a:pt x="488453" y="419860"/>
                </a:lnTo>
                <a:lnTo>
                  <a:pt x="515185" y="399657"/>
                </a:lnTo>
                <a:lnTo>
                  <a:pt x="477395" y="366973"/>
                </a:lnTo>
                <a:lnTo>
                  <a:pt x="481682" y="314597"/>
                </a:lnTo>
                <a:lnTo>
                  <a:pt x="460553" y="275709"/>
                </a:lnTo>
                <a:lnTo>
                  <a:pt x="524981" y="289304"/>
                </a:lnTo>
                <a:lnTo>
                  <a:pt x="524396" y="257234"/>
                </a:lnTo>
                <a:lnTo>
                  <a:pt x="498219" y="224837"/>
                </a:lnTo>
                <a:lnTo>
                  <a:pt x="487286" y="180599"/>
                </a:lnTo>
                <a:lnTo>
                  <a:pt x="496346" y="149524"/>
                </a:lnTo>
                <a:lnTo>
                  <a:pt x="433987" y="111247"/>
                </a:lnTo>
                <a:lnTo>
                  <a:pt x="400871" y="132743"/>
                </a:lnTo>
                <a:lnTo>
                  <a:pt x="370579" y="125832"/>
                </a:lnTo>
                <a:lnTo>
                  <a:pt x="386548" y="81137"/>
                </a:lnTo>
                <a:lnTo>
                  <a:pt x="303541" y="90583"/>
                </a:lnTo>
                <a:lnTo>
                  <a:pt x="284682" y="62661"/>
                </a:lnTo>
                <a:lnTo>
                  <a:pt x="283954" y="27015"/>
                </a:lnTo>
                <a:lnTo>
                  <a:pt x="254879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ESIDENTE HAYES"/>
          <p:cNvSpPr/>
          <p:nvPr/>
        </p:nvSpPr>
        <p:spPr>
          <a:xfrm>
            <a:off x="1391367" y="2859508"/>
            <a:ext cx="1671780" cy="1642238"/>
          </a:xfrm>
          <a:custGeom>
            <a:avLst/>
            <a:gdLst/>
            <a:ahLst/>
            <a:cxnLst/>
            <a:rect l="l" t="t" r="r" b="b"/>
            <a:pathLst>
              <a:path w="1671780" h="1642238">
                <a:moveTo>
                  <a:pt x="1476262" y="1577421"/>
                </a:moveTo>
                <a:lnTo>
                  <a:pt x="1503519" y="1515501"/>
                </a:lnTo>
                <a:lnTo>
                  <a:pt x="1565765" y="1497522"/>
                </a:lnTo>
                <a:lnTo>
                  <a:pt x="1604429" y="1427186"/>
                </a:lnTo>
                <a:lnTo>
                  <a:pt x="1639583" y="1428442"/>
                </a:lnTo>
                <a:lnTo>
                  <a:pt x="1602435" y="1383659"/>
                </a:lnTo>
                <a:lnTo>
                  <a:pt x="1633731" y="1343320"/>
                </a:lnTo>
                <a:lnTo>
                  <a:pt x="1634521" y="1314419"/>
                </a:lnTo>
                <a:lnTo>
                  <a:pt x="1662469" y="1309662"/>
                </a:lnTo>
                <a:lnTo>
                  <a:pt x="1668041" y="1273895"/>
                </a:lnTo>
                <a:lnTo>
                  <a:pt x="1650866" y="1249285"/>
                </a:lnTo>
                <a:lnTo>
                  <a:pt x="1666157" y="1228807"/>
                </a:lnTo>
                <a:lnTo>
                  <a:pt x="1651040" y="1206954"/>
                </a:lnTo>
                <a:lnTo>
                  <a:pt x="1671780" y="1189065"/>
                </a:lnTo>
                <a:lnTo>
                  <a:pt x="1645593" y="1079750"/>
                </a:lnTo>
                <a:lnTo>
                  <a:pt x="1611763" y="1036051"/>
                </a:lnTo>
                <a:lnTo>
                  <a:pt x="1645019" y="1006978"/>
                </a:lnTo>
                <a:lnTo>
                  <a:pt x="1619012" y="984957"/>
                </a:lnTo>
                <a:lnTo>
                  <a:pt x="1643264" y="966345"/>
                </a:lnTo>
                <a:lnTo>
                  <a:pt x="1629699" y="956037"/>
                </a:lnTo>
                <a:lnTo>
                  <a:pt x="1634789" y="939890"/>
                </a:lnTo>
                <a:lnTo>
                  <a:pt x="1600569" y="917859"/>
                </a:lnTo>
                <a:lnTo>
                  <a:pt x="1623857" y="901524"/>
                </a:lnTo>
                <a:lnTo>
                  <a:pt x="1613487" y="885421"/>
                </a:lnTo>
                <a:lnTo>
                  <a:pt x="1624232" y="857369"/>
                </a:lnTo>
                <a:lnTo>
                  <a:pt x="1612592" y="849603"/>
                </a:lnTo>
                <a:lnTo>
                  <a:pt x="1622422" y="831751"/>
                </a:lnTo>
                <a:lnTo>
                  <a:pt x="1547739" y="790544"/>
                </a:lnTo>
                <a:lnTo>
                  <a:pt x="1522717" y="731640"/>
                </a:lnTo>
                <a:lnTo>
                  <a:pt x="1533171" y="686840"/>
                </a:lnTo>
                <a:lnTo>
                  <a:pt x="1500225" y="636936"/>
                </a:lnTo>
                <a:lnTo>
                  <a:pt x="1513661" y="603097"/>
                </a:lnTo>
                <a:lnTo>
                  <a:pt x="1453962" y="552312"/>
                </a:lnTo>
                <a:lnTo>
                  <a:pt x="1449890" y="510280"/>
                </a:lnTo>
                <a:lnTo>
                  <a:pt x="1413574" y="509983"/>
                </a:lnTo>
                <a:lnTo>
                  <a:pt x="1377944" y="478006"/>
                </a:lnTo>
                <a:lnTo>
                  <a:pt x="1388262" y="448520"/>
                </a:lnTo>
                <a:lnTo>
                  <a:pt x="1362781" y="420324"/>
                </a:lnTo>
                <a:lnTo>
                  <a:pt x="1377433" y="401554"/>
                </a:lnTo>
                <a:lnTo>
                  <a:pt x="1367912" y="372245"/>
                </a:lnTo>
                <a:lnTo>
                  <a:pt x="1337979" y="364201"/>
                </a:lnTo>
                <a:lnTo>
                  <a:pt x="1309096" y="320772"/>
                </a:lnTo>
                <a:lnTo>
                  <a:pt x="1322296" y="292110"/>
                </a:lnTo>
                <a:lnTo>
                  <a:pt x="1385353" y="289615"/>
                </a:lnTo>
                <a:lnTo>
                  <a:pt x="1359852" y="247813"/>
                </a:lnTo>
                <a:lnTo>
                  <a:pt x="1346985" y="161108"/>
                </a:lnTo>
                <a:lnTo>
                  <a:pt x="1195335" y="136916"/>
                </a:lnTo>
                <a:lnTo>
                  <a:pt x="1157949" y="51748"/>
                </a:lnTo>
                <a:lnTo>
                  <a:pt x="728190" y="35902"/>
                </a:lnTo>
                <a:lnTo>
                  <a:pt x="651798" y="0"/>
                </a:lnTo>
                <a:lnTo>
                  <a:pt x="666120" y="47196"/>
                </a:lnTo>
                <a:lnTo>
                  <a:pt x="538396" y="130129"/>
                </a:lnTo>
                <a:lnTo>
                  <a:pt x="526924" y="146680"/>
                </a:lnTo>
                <a:lnTo>
                  <a:pt x="532950" y="176274"/>
                </a:lnTo>
                <a:lnTo>
                  <a:pt x="493610" y="176273"/>
                </a:lnTo>
                <a:lnTo>
                  <a:pt x="493442" y="195835"/>
                </a:lnTo>
                <a:lnTo>
                  <a:pt x="477343" y="195822"/>
                </a:lnTo>
                <a:lnTo>
                  <a:pt x="475233" y="225098"/>
                </a:lnTo>
                <a:lnTo>
                  <a:pt x="372556" y="372045"/>
                </a:lnTo>
                <a:lnTo>
                  <a:pt x="380218" y="496661"/>
                </a:lnTo>
                <a:lnTo>
                  <a:pt x="318466" y="709903"/>
                </a:lnTo>
                <a:lnTo>
                  <a:pt x="267896" y="729965"/>
                </a:lnTo>
                <a:lnTo>
                  <a:pt x="98421" y="749729"/>
                </a:lnTo>
                <a:lnTo>
                  <a:pt x="84472" y="769133"/>
                </a:lnTo>
                <a:lnTo>
                  <a:pt x="50660" y="759700"/>
                </a:lnTo>
                <a:lnTo>
                  <a:pt x="52332" y="812639"/>
                </a:lnTo>
                <a:lnTo>
                  <a:pt x="0" y="858392"/>
                </a:lnTo>
                <a:lnTo>
                  <a:pt x="5550" y="889021"/>
                </a:lnTo>
                <a:lnTo>
                  <a:pt x="42673" y="915575"/>
                </a:lnTo>
                <a:lnTo>
                  <a:pt x="90200" y="921763"/>
                </a:lnTo>
                <a:lnTo>
                  <a:pt x="91687" y="942234"/>
                </a:lnTo>
                <a:lnTo>
                  <a:pt x="158047" y="951851"/>
                </a:lnTo>
                <a:lnTo>
                  <a:pt x="191552" y="980924"/>
                </a:lnTo>
                <a:lnTo>
                  <a:pt x="240898" y="988779"/>
                </a:lnTo>
                <a:lnTo>
                  <a:pt x="330069" y="968587"/>
                </a:lnTo>
                <a:lnTo>
                  <a:pt x="361829" y="979913"/>
                </a:lnTo>
                <a:lnTo>
                  <a:pt x="602374" y="1130970"/>
                </a:lnTo>
                <a:lnTo>
                  <a:pt x="627381" y="1169142"/>
                </a:lnTo>
                <a:lnTo>
                  <a:pt x="649337" y="1176040"/>
                </a:lnTo>
                <a:lnTo>
                  <a:pt x="659648" y="1206091"/>
                </a:lnTo>
                <a:lnTo>
                  <a:pt x="762001" y="1273761"/>
                </a:lnTo>
                <a:lnTo>
                  <a:pt x="833444" y="1295979"/>
                </a:lnTo>
                <a:lnTo>
                  <a:pt x="909311" y="1351168"/>
                </a:lnTo>
                <a:lnTo>
                  <a:pt x="946507" y="1352106"/>
                </a:lnTo>
                <a:lnTo>
                  <a:pt x="971080" y="1380783"/>
                </a:lnTo>
                <a:lnTo>
                  <a:pt x="1016891" y="1375586"/>
                </a:lnTo>
                <a:lnTo>
                  <a:pt x="1062749" y="1395513"/>
                </a:lnTo>
                <a:lnTo>
                  <a:pt x="1127250" y="1465258"/>
                </a:lnTo>
                <a:lnTo>
                  <a:pt x="1177219" y="1428576"/>
                </a:lnTo>
                <a:lnTo>
                  <a:pt x="1249023" y="1487969"/>
                </a:lnTo>
                <a:lnTo>
                  <a:pt x="1277921" y="1482710"/>
                </a:lnTo>
                <a:lnTo>
                  <a:pt x="1284859" y="1506174"/>
                </a:lnTo>
                <a:lnTo>
                  <a:pt x="1344398" y="1506004"/>
                </a:lnTo>
                <a:lnTo>
                  <a:pt x="1355699" y="1531100"/>
                </a:lnTo>
                <a:lnTo>
                  <a:pt x="1394124" y="1553802"/>
                </a:lnTo>
                <a:lnTo>
                  <a:pt x="1391358" y="1575443"/>
                </a:lnTo>
                <a:lnTo>
                  <a:pt x="1432224" y="1642238"/>
                </a:lnTo>
                <a:lnTo>
                  <a:pt x="1432986" y="1605541"/>
                </a:lnTo>
                <a:lnTo>
                  <a:pt x="1476262" y="1577421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AN PEDRO"/>
          <p:cNvSpPr/>
          <p:nvPr/>
        </p:nvSpPr>
        <p:spPr>
          <a:xfrm>
            <a:off x="2914084" y="3477409"/>
            <a:ext cx="814504" cy="856832"/>
          </a:xfrm>
          <a:custGeom>
            <a:avLst/>
            <a:gdLst/>
            <a:ahLst/>
            <a:cxnLst/>
            <a:rect l="l" t="t" r="r" b="b"/>
            <a:pathLst>
              <a:path w="814504" h="856832">
                <a:moveTo>
                  <a:pt x="12177" y="84366"/>
                </a:moveTo>
                <a:lnTo>
                  <a:pt x="0" y="113739"/>
                </a:lnTo>
                <a:lnTo>
                  <a:pt x="25022" y="172643"/>
                </a:lnTo>
                <a:lnTo>
                  <a:pt x="99705" y="213850"/>
                </a:lnTo>
                <a:lnTo>
                  <a:pt x="89875" y="231702"/>
                </a:lnTo>
                <a:lnTo>
                  <a:pt x="101515" y="239468"/>
                </a:lnTo>
                <a:lnTo>
                  <a:pt x="90770" y="267520"/>
                </a:lnTo>
                <a:lnTo>
                  <a:pt x="101140" y="283623"/>
                </a:lnTo>
                <a:lnTo>
                  <a:pt x="77852" y="299958"/>
                </a:lnTo>
                <a:lnTo>
                  <a:pt x="112072" y="321989"/>
                </a:lnTo>
                <a:lnTo>
                  <a:pt x="106982" y="338136"/>
                </a:lnTo>
                <a:lnTo>
                  <a:pt x="120547" y="348444"/>
                </a:lnTo>
                <a:lnTo>
                  <a:pt x="96295" y="367056"/>
                </a:lnTo>
                <a:lnTo>
                  <a:pt x="122302" y="389077"/>
                </a:lnTo>
                <a:lnTo>
                  <a:pt x="89046" y="418150"/>
                </a:lnTo>
                <a:lnTo>
                  <a:pt x="122876" y="461849"/>
                </a:lnTo>
                <a:lnTo>
                  <a:pt x="149063" y="571164"/>
                </a:lnTo>
                <a:lnTo>
                  <a:pt x="128323" y="589053"/>
                </a:lnTo>
                <a:lnTo>
                  <a:pt x="143440" y="610906"/>
                </a:lnTo>
                <a:lnTo>
                  <a:pt x="128149" y="631384"/>
                </a:lnTo>
                <a:lnTo>
                  <a:pt x="145324" y="655994"/>
                </a:lnTo>
                <a:lnTo>
                  <a:pt x="139752" y="691761"/>
                </a:lnTo>
                <a:lnTo>
                  <a:pt x="111804" y="696518"/>
                </a:lnTo>
                <a:lnTo>
                  <a:pt x="111014" y="725419"/>
                </a:lnTo>
                <a:lnTo>
                  <a:pt x="79718" y="765758"/>
                </a:lnTo>
                <a:lnTo>
                  <a:pt x="118022" y="802736"/>
                </a:lnTo>
                <a:lnTo>
                  <a:pt x="112574" y="814906"/>
                </a:lnTo>
                <a:lnTo>
                  <a:pt x="93994" y="809226"/>
                </a:lnTo>
                <a:lnTo>
                  <a:pt x="96496" y="823447"/>
                </a:lnTo>
                <a:lnTo>
                  <a:pt x="120717" y="834163"/>
                </a:lnTo>
                <a:lnTo>
                  <a:pt x="129186" y="822402"/>
                </a:lnTo>
                <a:lnTo>
                  <a:pt x="169526" y="856832"/>
                </a:lnTo>
                <a:lnTo>
                  <a:pt x="197676" y="854802"/>
                </a:lnTo>
                <a:lnTo>
                  <a:pt x="193530" y="838798"/>
                </a:lnTo>
                <a:lnTo>
                  <a:pt x="212263" y="836691"/>
                </a:lnTo>
                <a:lnTo>
                  <a:pt x="241013" y="768760"/>
                </a:lnTo>
                <a:lnTo>
                  <a:pt x="340464" y="794983"/>
                </a:lnTo>
                <a:lnTo>
                  <a:pt x="362662" y="781542"/>
                </a:lnTo>
                <a:lnTo>
                  <a:pt x="394449" y="836777"/>
                </a:lnTo>
                <a:lnTo>
                  <a:pt x="438643" y="849246"/>
                </a:lnTo>
                <a:lnTo>
                  <a:pt x="499044" y="803199"/>
                </a:lnTo>
                <a:lnTo>
                  <a:pt x="586836" y="817454"/>
                </a:lnTo>
                <a:lnTo>
                  <a:pt x="549568" y="751081"/>
                </a:lnTo>
                <a:lnTo>
                  <a:pt x="560311" y="730120"/>
                </a:lnTo>
                <a:lnTo>
                  <a:pt x="610994" y="816477"/>
                </a:lnTo>
                <a:lnTo>
                  <a:pt x="619650" y="803837"/>
                </a:lnTo>
                <a:lnTo>
                  <a:pt x="636594" y="813587"/>
                </a:lnTo>
                <a:lnTo>
                  <a:pt x="664869" y="802355"/>
                </a:lnTo>
                <a:lnTo>
                  <a:pt x="685755" y="764603"/>
                </a:lnTo>
                <a:lnTo>
                  <a:pt x="748230" y="777868"/>
                </a:lnTo>
                <a:lnTo>
                  <a:pt x="783014" y="756918"/>
                </a:lnTo>
                <a:lnTo>
                  <a:pt x="807674" y="760168"/>
                </a:lnTo>
                <a:lnTo>
                  <a:pt x="814504" y="739038"/>
                </a:lnTo>
                <a:lnTo>
                  <a:pt x="751226" y="727968"/>
                </a:lnTo>
                <a:lnTo>
                  <a:pt x="665610" y="567121"/>
                </a:lnTo>
                <a:lnTo>
                  <a:pt x="621121" y="539451"/>
                </a:lnTo>
                <a:lnTo>
                  <a:pt x="619329" y="497117"/>
                </a:lnTo>
                <a:lnTo>
                  <a:pt x="598532" y="468442"/>
                </a:lnTo>
                <a:lnTo>
                  <a:pt x="610649" y="403814"/>
                </a:lnTo>
                <a:lnTo>
                  <a:pt x="671083" y="357099"/>
                </a:lnTo>
                <a:lnTo>
                  <a:pt x="688012" y="360505"/>
                </a:lnTo>
                <a:lnTo>
                  <a:pt x="664710" y="256480"/>
                </a:lnTo>
                <a:lnTo>
                  <a:pt x="689681" y="216173"/>
                </a:lnTo>
                <a:lnTo>
                  <a:pt x="667567" y="145242"/>
                </a:lnTo>
                <a:lnTo>
                  <a:pt x="654962" y="133455"/>
                </a:lnTo>
                <a:lnTo>
                  <a:pt x="649482" y="147813"/>
                </a:lnTo>
                <a:lnTo>
                  <a:pt x="625052" y="148657"/>
                </a:lnTo>
                <a:lnTo>
                  <a:pt x="615075" y="128316"/>
                </a:lnTo>
                <a:lnTo>
                  <a:pt x="600082" y="73741"/>
                </a:lnTo>
                <a:lnTo>
                  <a:pt x="601987" y="0"/>
                </a:lnTo>
                <a:lnTo>
                  <a:pt x="543069" y="10025"/>
                </a:lnTo>
                <a:lnTo>
                  <a:pt x="485606" y="56158"/>
                </a:lnTo>
                <a:lnTo>
                  <a:pt x="464565" y="47382"/>
                </a:lnTo>
                <a:lnTo>
                  <a:pt x="435731" y="74001"/>
                </a:lnTo>
                <a:lnTo>
                  <a:pt x="331735" y="71123"/>
                </a:lnTo>
                <a:lnTo>
                  <a:pt x="307690" y="58142"/>
                </a:lnTo>
                <a:lnTo>
                  <a:pt x="51252" y="100356"/>
                </a:lnTo>
                <a:lnTo>
                  <a:pt x="12177" y="843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ÑEEMBUCU"/>
          <p:cNvSpPr/>
          <p:nvPr/>
        </p:nvSpPr>
        <p:spPr>
          <a:xfrm>
            <a:off x="2367958" y="4709164"/>
            <a:ext cx="680116" cy="840055"/>
          </a:xfrm>
          <a:custGeom>
            <a:avLst/>
            <a:gdLst/>
            <a:ahLst/>
            <a:cxnLst/>
            <a:rect l="l" t="t" r="r" b="b"/>
            <a:pathLst>
              <a:path w="680116" h="840055">
                <a:moveTo>
                  <a:pt x="422161" y="317425"/>
                </a:moveTo>
                <a:lnTo>
                  <a:pt x="426229" y="295801"/>
                </a:lnTo>
                <a:lnTo>
                  <a:pt x="440502" y="305568"/>
                </a:lnTo>
                <a:lnTo>
                  <a:pt x="451413" y="294036"/>
                </a:lnTo>
                <a:lnTo>
                  <a:pt x="451119" y="270322"/>
                </a:lnTo>
                <a:lnTo>
                  <a:pt x="496683" y="209645"/>
                </a:lnTo>
                <a:lnTo>
                  <a:pt x="535291" y="191255"/>
                </a:lnTo>
                <a:lnTo>
                  <a:pt x="542407" y="201707"/>
                </a:lnTo>
                <a:lnTo>
                  <a:pt x="538509" y="175059"/>
                </a:lnTo>
                <a:lnTo>
                  <a:pt x="548600" y="173489"/>
                </a:lnTo>
                <a:lnTo>
                  <a:pt x="535029" y="105412"/>
                </a:lnTo>
                <a:lnTo>
                  <a:pt x="518209" y="109786"/>
                </a:lnTo>
                <a:lnTo>
                  <a:pt x="526248" y="93705"/>
                </a:lnTo>
                <a:lnTo>
                  <a:pt x="485365" y="69256"/>
                </a:lnTo>
                <a:lnTo>
                  <a:pt x="487660" y="49784"/>
                </a:lnTo>
                <a:lnTo>
                  <a:pt x="420465" y="33021"/>
                </a:lnTo>
                <a:lnTo>
                  <a:pt x="417779" y="0"/>
                </a:lnTo>
                <a:lnTo>
                  <a:pt x="399021" y="14945"/>
                </a:lnTo>
                <a:lnTo>
                  <a:pt x="400756" y="33408"/>
                </a:lnTo>
                <a:lnTo>
                  <a:pt x="366797" y="48769"/>
                </a:lnTo>
                <a:lnTo>
                  <a:pt x="377319" y="72378"/>
                </a:lnTo>
                <a:lnTo>
                  <a:pt x="352486" y="95912"/>
                </a:lnTo>
                <a:lnTo>
                  <a:pt x="370777" y="119276"/>
                </a:lnTo>
                <a:lnTo>
                  <a:pt x="296223" y="168725"/>
                </a:lnTo>
                <a:lnTo>
                  <a:pt x="262909" y="174344"/>
                </a:lnTo>
                <a:lnTo>
                  <a:pt x="250860" y="209011"/>
                </a:lnTo>
                <a:lnTo>
                  <a:pt x="230857" y="207690"/>
                </a:lnTo>
                <a:lnTo>
                  <a:pt x="255932" y="231662"/>
                </a:lnTo>
                <a:lnTo>
                  <a:pt x="228746" y="249478"/>
                </a:lnTo>
                <a:lnTo>
                  <a:pt x="230759" y="289612"/>
                </a:lnTo>
                <a:lnTo>
                  <a:pt x="202128" y="316063"/>
                </a:lnTo>
                <a:lnTo>
                  <a:pt x="221138" y="344272"/>
                </a:lnTo>
                <a:lnTo>
                  <a:pt x="197837" y="352266"/>
                </a:lnTo>
                <a:lnTo>
                  <a:pt x="216186" y="439962"/>
                </a:lnTo>
                <a:lnTo>
                  <a:pt x="184855" y="440388"/>
                </a:lnTo>
                <a:lnTo>
                  <a:pt x="189775" y="493789"/>
                </a:lnTo>
                <a:lnTo>
                  <a:pt x="139619" y="525679"/>
                </a:lnTo>
                <a:lnTo>
                  <a:pt x="155753" y="551307"/>
                </a:lnTo>
                <a:lnTo>
                  <a:pt x="74909" y="580159"/>
                </a:lnTo>
                <a:lnTo>
                  <a:pt x="88557" y="613112"/>
                </a:lnTo>
                <a:lnTo>
                  <a:pt x="65876" y="619334"/>
                </a:lnTo>
                <a:lnTo>
                  <a:pt x="70045" y="649123"/>
                </a:lnTo>
                <a:lnTo>
                  <a:pt x="49815" y="635473"/>
                </a:lnTo>
                <a:lnTo>
                  <a:pt x="48632" y="671229"/>
                </a:lnTo>
                <a:lnTo>
                  <a:pt x="5571" y="682773"/>
                </a:lnTo>
                <a:lnTo>
                  <a:pt x="0" y="710296"/>
                </a:lnTo>
                <a:lnTo>
                  <a:pt x="29921" y="731103"/>
                </a:lnTo>
                <a:lnTo>
                  <a:pt x="23512" y="771265"/>
                </a:lnTo>
                <a:lnTo>
                  <a:pt x="182477" y="746014"/>
                </a:lnTo>
                <a:lnTo>
                  <a:pt x="224889" y="756679"/>
                </a:lnTo>
                <a:lnTo>
                  <a:pt x="292180" y="747148"/>
                </a:lnTo>
                <a:lnTo>
                  <a:pt x="345884" y="767544"/>
                </a:lnTo>
                <a:lnTo>
                  <a:pt x="363227" y="756762"/>
                </a:lnTo>
                <a:lnTo>
                  <a:pt x="385990" y="783667"/>
                </a:lnTo>
                <a:lnTo>
                  <a:pt x="450452" y="788772"/>
                </a:lnTo>
                <a:lnTo>
                  <a:pt x="535153" y="840055"/>
                </a:lnTo>
                <a:lnTo>
                  <a:pt x="606604" y="826432"/>
                </a:lnTo>
                <a:lnTo>
                  <a:pt x="680116" y="672416"/>
                </a:lnTo>
                <a:lnTo>
                  <a:pt x="566741" y="647929"/>
                </a:lnTo>
                <a:lnTo>
                  <a:pt x="469538" y="512792"/>
                </a:lnTo>
                <a:lnTo>
                  <a:pt x="422161" y="31742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STRATEGY · NATIONAL DEVELOPMENT PLAN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Paraguay's National Development Plan 2030 — PND 2030 (2014-2030)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2014; updated 2021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2014-30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612648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period — final leg to Vision 2030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364992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64992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74720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~4%+</a:t>
            </a:r>
            <a:endParaRPr lang="en-US" sz="1800"/>
          </a:p>
        </p:txBody>
      </p:sp>
      <p:sp>
        <p:nvSpPr>
          <p:cNvPr id="13" name="Text 11"/>
          <p:cNvSpPr/>
          <p:nvPr/>
        </p:nvSpPr>
        <p:spPr>
          <a:xfrm>
            <a:off x="3474720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growth (2026 projection 4.2-4.4%)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227064" y="1371600"/>
            <a:ext cx="2724912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227064" y="1371600"/>
            <a:ext cx="2724912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36792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800"/>
          </a:p>
        </p:txBody>
      </p:sp>
      <p:sp>
        <p:nvSpPr>
          <p:cNvPr id="17" name="Text 15"/>
          <p:cNvSpPr/>
          <p:nvPr/>
        </p:nvSpPr>
        <p:spPr>
          <a:xfrm>
            <a:off x="6336792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objectives across 4 axes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9089136" y="1371600"/>
            <a:ext cx="2724912" cy="896112"/>
          </a:xfrm>
          <a:prstGeom prst="rect">
            <a:avLst/>
          </a:prstGeom>
          <a:solidFill>
            <a:srgbClr val="333F64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198864" y="1426464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Competitive, high HDI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9198864" y="1773936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Stated 2030 goal</a:t>
            </a:r>
            <a:endParaRPr lang="en-US" sz="1200"/>
          </a:p>
        </p:txBody>
      </p:sp>
      <p:sp>
        <p:nvSpPr>
          <p:cNvPr id="21" name="Shape 19"/>
          <p:cNvSpPr/>
          <p:nvPr/>
        </p:nvSpPr>
        <p:spPr>
          <a:xfrm>
            <a:off x="502920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2920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OVERVIEW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67512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PND 2030 is Paraguay's master plan for 2014-2030 — structured around 3 strategic axes (poverty reduction, inclusive growth, global insertion) plus institutional strengthening. It is the framework every ministry, budget and donor agreement aligns to.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153912" y="2432304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53912" y="2432304"/>
            <a:ext cx="45720" cy="18745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18504" y="252374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6318504" y="2798064"/>
            <a:ext cx="520293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strategic axes: poverty reduction &amp; social development; inclusive economic growth; global insertion; institutional-political strengthening. Four cross-cutting lines: equal opportunities; transparent governance; territorial planning; environmental sustainability.</a:t>
            </a:r>
            <a:endParaRPr lang="en-US" sz="1200"/>
          </a:p>
        </p:txBody>
      </p:sp>
      <p:sp>
        <p:nvSpPr>
          <p:cNvPr id="29" name="Shape 27"/>
          <p:cNvSpPr/>
          <p:nvPr/>
        </p:nvSpPr>
        <p:spPr>
          <a:xfrm>
            <a:off x="502920" y="4416552"/>
            <a:ext cx="553212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7512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FINANCING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67512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 capital market access with investment-grade status. WB CPF 2027-34 mobilises $2bn+; IDB Strategy 2025-29 active. IMF RSF supports climate finance. Public debt at 41% of GDP leaves fiscal space intact.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153912" y="4416552"/>
            <a:ext cx="5532120" cy="184708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153912" y="4416552"/>
            <a:ext cx="45720" cy="184708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18504" y="45079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LENS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6318504" y="4782312"/>
            <a:ext cx="52029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partners: frame programmes as delivering PND 2030 priorities; leverage Paraguay's strong macro standing and hydropower surplus for green and digital infrastructure.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Government of Paraguay PND 2030 · MEF 2026 Outlook · WB CPF · IDB Strategy 2025-29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05 / 23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02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Sector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· Health · Education · Food Security · Agriculture · Rural Development · Infrastructure · WASH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06 / 23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NATIONAL OVERVIEW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a Glance — Paraguay's key development indicators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~7.1M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WPP mid-2026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~$151bn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(2024)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52144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52144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25296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74.0 yrs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572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Life expectancy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792224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0292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900"/>
          </a:p>
        </p:txBody>
      </p:sp>
      <p:sp>
        <p:nvSpPr>
          <p:cNvPr id="23" name="Text 21"/>
          <p:cNvSpPr/>
          <p:nvPr/>
        </p:nvSpPr>
        <p:spPr>
          <a:xfrm>
            <a:off x="61264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U5 mortality / 1,000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61264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260604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60604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1576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99/193</a:t>
            </a:r>
            <a:endParaRPr lang="en-US" sz="1900"/>
          </a:p>
        </p:txBody>
      </p:sp>
      <p:sp>
        <p:nvSpPr>
          <p:cNvPr id="28" name="Text 26"/>
          <p:cNvSpPr/>
          <p:nvPr/>
        </p:nvSpPr>
        <p:spPr>
          <a:xfrm>
            <a:off x="271576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rank (0.756)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271576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HDR 2025</a:t>
            </a:r>
            <a:endParaRPr lang="en-US" sz="1200"/>
          </a:p>
        </p:txBody>
      </p:sp>
      <p:sp>
        <p:nvSpPr>
          <p:cNvPr id="30" name="Shape 28"/>
          <p:cNvSpPr/>
          <p:nvPr/>
        </p:nvSpPr>
        <p:spPr>
          <a:xfrm>
            <a:off x="4709160" y="2368296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9160" y="2368296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18888" y="2441448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~20%</a:t>
            </a:r>
            <a:endParaRPr lang="en-US" sz="1900"/>
          </a:p>
        </p:txBody>
      </p:sp>
      <p:sp>
        <p:nvSpPr>
          <p:cNvPr id="33" name="Text 31"/>
          <p:cNvSpPr/>
          <p:nvPr/>
        </p:nvSpPr>
        <p:spPr>
          <a:xfrm>
            <a:off x="4818888" y="278892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Poverty rate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4818888" y="3008376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0292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62.5%</a:t>
            </a:r>
            <a:endParaRPr lang="en-US" sz="1900"/>
          </a:p>
        </p:txBody>
      </p:sp>
      <p:sp>
        <p:nvSpPr>
          <p:cNvPr id="38" name="Text 36"/>
          <p:cNvSpPr/>
          <p:nvPr/>
        </p:nvSpPr>
        <p:spPr>
          <a:xfrm>
            <a:off x="61264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Informality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61264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2024</a:t>
            </a:r>
            <a:endParaRPr lang="en-US" sz="1200"/>
          </a:p>
        </p:txBody>
      </p:sp>
      <p:sp>
        <p:nvSpPr>
          <p:cNvPr id="40" name="Shape 38"/>
          <p:cNvSpPr/>
          <p:nvPr/>
        </p:nvSpPr>
        <p:spPr>
          <a:xfrm>
            <a:off x="260604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60604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1576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~$11bn</a:t>
            </a:r>
            <a:endParaRPr lang="en-US" sz="1900"/>
          </a:p>
        </p:txBody>
      </p:sp>
      <p:sp>
        <p:nvSpPr>
          <p:cNvPr id="43" name="Text 41"/>
          <p:cNvSpPr/>
          <p:nvPr/>
        </p:nvSpPr>
        <p:spPr>
          <a:xfrm>
            <a:off x="271576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Reserves (2026)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271576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 ~$9.6bn in Mar 2026</a:t>
            </a:r>
            <a:endParaRPr lang="en-US" sz="1200"/>
          </a:p>
        </p:txBody>
      </p:sp>
      <p:sp>
        <p:nvSpPr>
          <p:cNvPr id="45" name="Shape 43"/>
          <p:cNvSpPr/>
          <p:nvPr/>
        </p:nvSpPr>
        <p:spPr>
          <a:xfrm>
            <a:off x="4709160" y="3584448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709160" y="3584448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18888" y="3657600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44.6%</a:t>
            </a:r>
            <a:endParaRPr lang="en-US" sz="1900"/>
          </a:p>
        </p:txBody>
      </p:sp>
      <p:sp>
        <p:nvSpPr>
          <p:cNvPr id="48" name="Text 46"/>
          <p:cNvSpPr/>
          <p:nvPr/>
        </p:nvSpPr>
        <p:spPr>
          <a:xfrm>
            <a:off x="4818888" y="40050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Debt-to-GDP</a:t>
            </a:r>
            <a:endParaRPr lang="en-US" sz="1200"/>
          </a:p>
        </p:txBody>
      </p:sp>
      <p:sp>
        <p:nvSpPr>
          <p:cNvPr id="49" name="Text 47"/>
          <p:cNvSpPr/>
          <p:nvPr/>
        </p:nvSpPr>
        <p:spPr>
          <a:xfrm>
            <a:off x="4818888" y="422452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$19.9bn · Dec 2024</a:t>
            </a:r>
            <a:endParaRPr lang="en-US" sz="120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658368" y="5010912"/>
            <a:ext cx="598932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HDI 0.756 (99/193); poverty ~20% and informality 62.5% persist despite strong 6.6% GDP growth in 2025.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Macro stability: investment-grade credit rating; reserves ~$11bn; inflation target 3.5%; current account −2.5% of GDP.</a:t>
            </a:r>
            <a:endParaRPr lang="en-US" sz="120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constraint: high informality and limited fiscal space constrain inclusive growth — structural reforms key.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Population by department (thousands)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Census 2022</a:t>
            </a:r>
            <a:endParaRPr lang="en-US" sz="1200"/>
          </a:p>
        </p:txBody>
      </p:sp>
      <p:sp>
        <p:nvSpPr>
          <p:cNvPr id="55" name="Shape 52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Census 2022 · World Bank · UNDP HDR 2025 · IMF 2026 · BCP</a:t>
            </a:r>
            <a:endParaRPr lang="en-US" sz="1200"/>
          </a:p>
        </p:txBody>
      </p:sp>
      <p:sp>
        <p:nvSpPr>
          <p:cNvPr id="57" name="Text 54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07 / 23</a:t>
            </a:r>
            <a:endParaRPr lang="en-US" sz="1200"/>
          </a:p>
        </p:txBody>
      </p:sp>
      <p:sp>
        <p:nvSpPr>
          <p:cNvPr id="54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— 6.6% growth in 2025, fastest in 12 years; investment-grade rating achieved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6.6%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GDP growth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· 4.3% avg 2026–28f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2.1%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Inflation y/y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 2026 · target 3.5%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$20.5bn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 debt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41.3% of GDP ·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Growth led by agriculture (+21%), services (+6%), electricity (+13%); S&amp;P upgraded to investment grade Dec 2025; reserves stable.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Narrow export base (soy, beef, electricity); policy rate 6%; informality ~62%; unemployment 3.6% (Q4 2025); youth 11.7%.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deficit reduced to 2% of GDP in 2025; poverty fell from 20.5% to 17.9%; target 1.5% deficit under fiscal law.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 formalisation and social security expansion — 62% informality persists.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 and rural finance for women and youth in agriculture value chains.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Value-addition in agro-processing and clean energy exports.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Unemployment by department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INE Q1 2025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2026 · BCP · IMF · INE Paraguay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08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HEALTH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— 16 under-5 deaths per 1,000, steady gains but rural gaps persist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16/1K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Under-5 mortality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 · was 46 in 1990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9/1K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UNICEF 2022 · down from 12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~21K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Living with HIV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UNAIDS · 0.5% prev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mortality fell from 46 to 16/1K since 1990; stunting low at 3.2%; 91% of births attended by skilled personnel.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Neonatal deaths fell 12→9/1K; maternal mortality 58/100K; rural health access gaps remain; physician density 3.9/1K.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HIV prevalence 0.5%; new infections rising among youth; PAHO mission 2025 strengthened TB/HIV/MTCT response.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primary care in Chaco and rural departments with high maternal mortality.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housing, training and incentive packages for health workers.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Scale TelePrEP and HIV prevention among young key populations.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facilities per 100,000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MSPBS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IGME 2024 · UNICEF 2025 · UNAIDS · PAHO · WHO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09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EDUCATION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— ~95% adult literacy, but quality and completion gaps remain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Adult literacy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Above LAC average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completion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2024 · enrolment 89%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11.7%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ILO 2025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Literacy ~95% is a regional asset; youth literacy 98.6% — but secondary enrolment 79% exposes retention gaps.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Out-of-school children concentrated in rural Central, Caaguazú, Alto Paraná; UNICEF-MEC campaign targets 6 depts.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unemployment 11.7% against 62% informality — skills-to-formal-jobs is the binding constraint.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Fee support and school feeding in high out-of-school departments.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TVET pipelines for agro-industry, construction, logistics.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teacher incentives and bilingual (Spanish-Guaraní) training.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Primary net enrolment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MEC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 · UNESCO UIS · INE · UNICEF 2025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10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FOOD SECURITY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— low hunger score (GHI 5.2), but rural Chaco and indigenous areas lag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5.2%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Undernourishment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2023 · low hunger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5.2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Hunger score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2025 · rank 28/123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3.2%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Child stunting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JME 2024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score 5.2 — ranked 28th globally; produces food for ~60M people yet pockets of rural hunger persist.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Stunting 3.2% is low regionally; overweight affects &gt;50% of adults; healthy-diet cost above LAC average.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and indigenous communities face highest food insecurity; school feeding (Hambre Cero) reaches 18K+ jobs.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Hambre Cero school feeding and cash transfers to Chaco departments.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Smallholder market linkages and grain-storage support.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land and water access; nutrition-sensitive agriculture.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food-insecure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FAO/WFP 2025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GHI 2025 · FAO SOFI 2026 · WFP · UNICEF · JME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11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 · AGRICULTURE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— soy and beef export powerhouse; ~11% of GDP but over half of export earnings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+21%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 growth Q4 2025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BCP · rebound year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~11%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GDP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4th largest soy exporter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10.9M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Soybean tonnes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2025/26 forecast · USDA FAS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rebounded sharply in Q4 2025, growing +20.8% year-on-year after La Niña conditions eased.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Soy, beef and cereals account for 65% of exports; 80% of soybeans go to Argentina for crushing.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Rainfed production faces yield volatility; 2022 drought cut yields below 22 bu/acre vs 47 bu in good years.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irrigation and climate-resilient seed systems.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domestic soy crushing capacity (currently 50% utilised).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 export markets beyond Argentina/Brazil.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Cultivated cropland (% of area)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/ MAG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USDA FAS 2026 · BCP · World Bank · CAPPRO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12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 · CHACO BIOSPHERE &amp; WILDLIFE ECONOMY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Biosphere — South America's second-largest forest, under strain from ranching expansion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Protected areas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SINASIP · 100 areas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720k ha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Defensores del Chaco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national park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~50%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forest loss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Predicted by 2030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Since 2017 </a:t>
            </a:r>
            <a:r>
              <a:rPr lang="en-AE" sz="1200">
                <a:solidFill>
                  <a:srgbClr val="4A4F54"/>
                </a:solidFill>
                <a:latin typeface="Montserrat" pitchFamily="34" charset="0"/>
              </a:rPr>
              <a:t>Federación por la Autodeterminación de los Pueblos Indígenas —(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</a:rPr>
              <a:t>FAPI) has digitally mapped indigenous lands across the Chaco and Eastern Forest regions — home to 19 distinct peoples.</a:t>
            </a:r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Cattle ranching is the dominant driver — beef exports, leather, pasture expansion — but deforestation claims 1,000+ ha/day at the forest margin.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Strains: INDI acquires only 47% of entitled land; EU import limits and traceability demands squeeze earnings. The weakness is enforcement, not demand.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Forest4Life: strengthen fire management and buffer zones in key reserves.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Wildlife corridors: GPS collars, fencing, water separation for conflict zones.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Diversify: ecotourism, sustainable ranching, conservation finance.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under wildlife management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SINASIP / MADES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UNEP-WCMC 2025 · Guyra Paraguay · World Land Trust · EU Forest4Life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13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 · INFRASTRUCTURE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— hydropower surplus but rising domestic demand; grid upgrades urgent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99.5%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gaps in Chaco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Renewable share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+ Yacyretá hydro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+26%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supply 2025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Record 25,500 GWh to ANDE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Paraguay produces 100% renewable electricity from hydropower but domestic demand is rising fast, straining surplus.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Itaipú provides ~90% of electricity consumed and sets record supply to ANDE in 2025; new Brazil deal enables market sales.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ageing and 31% distribution losses require $5bn investment by 2030 to avoid blackouts.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Grid modernisation: reduce 31% distribution losses.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for remote Chaco communities.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Diversify generation mix: solar, biomass complement hydro.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Electricity access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WB Tracking SDG7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World Bank/ESMAP · ANDE · Itaipú · Energy Policy 2024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14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· WASH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— near-universal basic water but groundwater quality issues in the Chaco</a:t>
            </a:r>
            <a:endParaRPr lang="en-US" sz="17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&lt;1%</a:t>
            </a:r>
            <a:endParaRPr lang="en-US" sz="1900"/>
          </a:p>
        </p:txBody>
      </p:sp>
      <p:sp>
        <p:nvSpPr>
          <p:cNvPr id="8" name="Text 6"/>
          <p:cNvSpPr/>
          <p:nvPr/>
        </p:nvSpPr>
        <p:spPr>
          <a:xfrm>
            <a:off x="61264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61264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 region eliminated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0604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1576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~64%</a:t>
            </a:r>
            <a:endParaRPr lang="en-US" sz="1900"/>
          </a:p>
        </p:txBody>
      </p:sp>
      <p:sp>
        <p:nvSpPr>
          <p:cNvPr id="13" name="Text 11"/>
          <p:cNvSpPr/>
          <p:nvPr/>
        </p:nvSpPr>
        <p:spPr>
          <a:xfrm>
            <a:off x="271576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271576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· basic ~100%</a:t>
            </a:r>
            <a:endParaRPr lang="en-US" sz="1200"/>
          </a:p>
        </p:txBody>
      </p:sp>
      <p:sp>
        <p:nvSpPr>
          <p:cNvPr id="15" name="Shape 13"/>
          <p:cNvSpPr/>
          <p:nvPr/>
        </p:nvSpPr>
        <p:spPr>
          <a:xfrm>
            <a:off x="4709160" y="1188720"/>
            <a:ext cx="1975104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188720"/>
            <a:ext cx="1975104" cy="41148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8888" y="1261872"/>
            <a:ext cx="1755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~96%</a:t>
            </a:r>
            <a:endParaRPr lang="en-US" sz="1900"/>
          </a:p>
        </p:txBody>
      </p:sp>
      <p:sp>
        <p:nvSpPr>
          <p:cNvPr id="18" name="Text 16"/>
          <p:cNvSpPr/>
          <p:nvPr/>
        </p:nvSpPr>
        <p:spPr>
          <a:xfrm>
            <a:off x="4818888" y="160934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Basic sanitation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2024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502920" y="24323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INSIGHTS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658368" y="2688336"/>
            <a:ext cx="5989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defecation is nearly eliminated (&lt;1%) in Latin America including Paraguay; basic water coverage ~100%.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Chaco faces droughts and poor-quality groundwater affecting indigenous communities; climate risk high.</a:t>
            </a:r>
            <a:endParaRPr lang="en-US" sz="120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Safely managed water (~64%) and sanitation (~59%) still lag basic coverage; rural-urban gaps persist.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502920" y="4663440"/>
            <a:ext cx="6172200" cy="1591056"/>
          </a:xfrm>
          <a:prstGeom prst="rect">
            <a:avLst/>
          </a:prstGeom>
          <a:solidFill>
            <a:srgbClr val="F4F1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02920" y="4663440"/>
            <a:ext cx="45720" cy="159105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" y="47548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POTENTIAL INTERVENTIONS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713232" y="50292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932688" y="502920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water supply in Chaco indigenous communities.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13232" y="539496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932688" y="539496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Upgrade basic to safely managed services in rural areas.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713232" y="576072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▸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932688" y="5760720"/>
            <a:ext cx="5632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Urban utility efficiency: reduce non-revenue water.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6903720" y="1207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Without basic water (%)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6903720" y="146304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JMP WHO/UNICEF pattern (est.)</a:t>
            </a:r>
            <a:endParaRPr lang="en-US" sz="1200"/>
          </a:p>
        </p:txBody>
      </p:sp>
      <p:sp>
        <p:nvSpPr>
          <p:cNvPr id="34" name="Shape 31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WHO/UNICEF JMP 2025 · UNICEF Paraguay · World Bank</a:t>
            </a:r>
            <a:endParaRPr lang="en-US" sz="1200"/>
          </a:p>
        </p:txBody>
      </p:sp>
      <p:sp>
        <p:nvSpPr>
          <p:cNvPr id="36" name="Text 33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15 / 23</a:t>
            </a:r>
            <a:endParaRPr lang="en-US" sz="1200"/>
          </a:p>
        </p:txBody>
      </p:sp>
      <p:sp>
        <p:nvSpPr>
          <p:cNvPr id="33" name="ALTO PARAGUAY"/>
          <p:cNvSpPr/>
          <p:nvPr/>
        </p:nvSpPr>
        <p:spPr>
          <a:xfrm>
            <a:off x="7494876" y="1719071"/>
            <a:ext cx="2052568" cy="1694101"/>
          </a:xfrm>
          <a:custGeom>
            <a:avLst/>
            <a:gdLst/>
            <a:ahLst/>
            <a:cxnLst/>
            <a:rect l="l" t="t" r="r" b="b"/>
            <a:pathLst>
              <a:path w="2052568" h="1694101">
                <a:moveTo>
                  <a:pt x="1965449" y="1525066"/>
                </a:moveTo>
                <a:lnTo>
                  <a:pt x="1957479" y="1498293"/>
                </a:lnTo>
                <a:lnTo>
                  <a:pt x="1978939" y="1480475"/>
                </a:lnTo>
                <a:lnTo>
                  <a:pt x="1987355" y="1424228"/>
                </a:lnTo>
                <a:lnTo>
                  <a:pt x="2005193" y="1414440"/>
                </a:lnTo>
                <a:lnTo>
                  <a:pt x="1979132" y="1396824"/>
                </a:lnTo>
                <a:lnTo>
                  <a:pt x="2007540" y="1354199"/>
                </a:lnTo>
                <a:lnTo>
                  <a:pt x="1988541" y="1337311"/>
                </a:lnTo>
                <a:lnTo>
                  <a:pt x="2020175" y="1308280"/>
                </a:lnTo>
                <a:lnTo>
                  <a:pt x="1995343" y="1288751"/>
                </a:lnTo>
                <a:lnTo>
                  <a:pt x="2004459" y="1253436"/>
                </a:lnTo>
                <a:lnTo>
                  <a:pt x="1977988" y="1218974"/>
                </a:lnTo>
                <a:lnTo>
                  <a:pt x="2034855" y="1115239"/>
                </a:lnTo>
                <a:lnTo>
                  <a:pt x="2001191" y="1085448"/>
                </a:lnTo>
                <a:lnTo>
                  <a:pt x="2035218" y="1056341"/>
                </a:lnTo>
                <a:lnTo>
                  <a:pt x="2027691" y="957940"/>
                </a:lnTo>
                <a:lnTo>
                  <a:pt x="2052568" y="900764"/>
                </a:lnTo>
                <a:lnTo>
                  <a:pt x="2029581" y="904119"/>
                </a:lnTo>
                <a:lnTo>
                  <a:pt x="1998281" y="878835"/>
                </a:lnTo>
                <a:lnTo>
                  <a:pt x="2034662" y="842580"/>
                </a:lnTo>
                <a:lnTo>
                  <a:pt x="2013436" y="817613"/>
                </a:lnTo>
                <a:lnTo>
                  <a:pt x="1981108" y="819559"/>
                </a:lnTo>
                <a:lnTo>
                  <a:pt x="1994083" y="794651"/>
                </a:lnTo>
                <a:lnTo>
                  <a:pt x="2028438" y="795779"/>
                </a:lnTo>
                <a:lnTo>
                  <a:pt x="2026988" y="783088"/>
                </a:lnTo>
                <a:lnTo>
                  <a:pt x="2001135" y="749658"/>
                </a:lnTo>
                <a:lnTo>
                  <a:pt x="1968622" y="770072"/>
                </a:lnTo>
                <a:lnTo>
                  <a:pt x="1976904" y="738764"/>
                </a:lnTo>
                <a:lnTo>
                  <a:pt x="1955841" y="722268"/>
                </a:lnTo>
                <a:lnTo>
                  <a:pt x="1964343" y="694510"/>
                </a:lnTo>
                <a:lnTo>
                  <a:pt x="1952265" y="668313"/>
                </a:lnTo>
                <a:lnTo>
                  <a:pt x="1962486" y="624908"/>
                </a:lnTo>
                <a:lnTo>
                  <a:pt x="1918502" y="587148"/>
                </a:lnTo>
                <a:lnTo>
                  <a:pt x="1915243" y="527688"/>
                </a:lnTo>
                <a:lnTo>
                  <a:pt x="1881283" y="529220"/>
                </a:lnTo>
                <a:lnTo>
                  <a:pt x="1900978" y="492152"/>
                </a:lnTo>
                <a:lnTo>
                  <a:pt x="1877869" y="481565"/>
                </a:lnTo>
                <a:lnTo>
                  <a:pt x="1892529" y="452784"/>
                </a:lnTo>
                <a:lnTo>
                  <a:pt x="1854788" y="361873"/>
                </a:lnTo>
                <a:lnTo>
                  <a:pt x="1860890" y="312804"/>
                </a:lnTo>
                <a:lnTo>
                  <a:pt x="1879583" y="293421"/>
                </a:lnTo>
                <a:lnTo>
                  <a:pt x="1844069" y="264689"/>
                </a:lnTo>
                <a:lnTo>
                  <a:pt x="1427807" y="0"/>
                </a:lnTo>
                <a:lnTo>
                  <a:pt x="972829" y="2835"/>
                </a:lnTo>
                <a:lnTo>
                  <a:pt x="659157" y="90774"/>
                </a:lnTo>
                <a:lnTo>
                  <a:pt x="93236" y="187545"/>
                </a:lnTo>
                <a:lnTo>
                  <a:pt x="0" y="435933"/>
                </a:lnTo>
                <a:lnTo>
                  <a:pt x="101945" y="439992"/>
                </a:lnTo>
                <a:lnTo>
                  <a:pt x="151233" y="480019"/>
                </a:lnTo>
                <a:lnTo>
                  <a:pt x="1021842" y="730998"/>
                </a:lnTo>
                <a:lnTo>
                  <a:pt x="1018149" y="819068"/>
                </a:lnTo>
                <a:lnTo>
                  <a:pt x="1077459" y="952911"/>
                </a:lnTo>
                <a:lnTo>
                  <a:pt x="1078128" y="1042236"/>
                </a:lnTo>
                <a:lnTo>
                  <a:pt x="1104124" y="1121050"/>
                </a:lnTo>
                <a:lnTo>
                  <a:pt x="1025399" y="1176279"/>
                </a:lnTo>
                <a:lnTo>
                  <a:pt x="985050" y="1507394"/>
                </a:lnTo>
                <a:lnTo>
                  <a:pt x="1253507" y="1508496"/>
                </a:lnTo>
                <a:lnTo>
                  <a:pt x="1360933" y="1558293"/>
                </a:lnTo>
                <a:lnTo>
                  <a:pt x="1828473" y="1575533"/>
                </a:lnTo>
                <a:lnTo>
                  <a:pt x="1869146" y="1668188"/>
                </a:lnTo>
                <a:lnTo>
                  <a:pt x="2047191" y="1694101"/>
                </a:lnTo>
                <a:lnTo>
                  <a:pt x="2017669" y="1624777"/>
                </a:lnTo>
                <a:lnTo>
                  <a:pt x="1985085" y="1626937"/>
                </a:lnTo>
                <a:lnTo>
                  <a:pt x="1983890" y="1550490"/>
                </a:lnTo>
                <a:lnTo>
                  <a:pt x="1965449" y="152506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LTO PARANA"/>
          <p:cNvSpPr/>
          <p:nvPr/>
        </p:nvSpPr>
        <p:spPr>
          <a:xfrm>
            <a:off x="10681999" y="4546770"/>
            <a:ext cx="602651" cy="970905"/>
          </a:xfrm>
          <a:custGeom>
            <a:avLst/>
            <a:gdLst/>
            <a:ahLst/>
            <a:cxnLst/>
            <a:rect l="l" t="t" r="r" b="b"/>
            <a:pathLst>
              <a:path w="602651" h="970905">
                <a:moveTo>
                  <a:pt x="62313" y="589510"/>
                </a:moveTo>
                <a:lnTo>
                  <a:pt x="75338" y="625142"/>
                </a:lnTo>
                <a:lnTo>
                  <a:pt x="36797" y="656494"/>
                </a:lnTo>
                <a:lnTo>
                  <a:pt x="0" y="829068"/>
                </a:lnTo>
                <a:lnTo>
                  <a:pt x="70518" y="829916"/>
                </a:lnTo>
                <a:lnTo>
                  <a:pt x="79027" y="849995"/>
                </a:lnTo>
                <a:lnTo>
                  <a:pt x="101775" y="825154"/>
                </a:lnTo>
                <a:lnTo>
                  <a:pt x="122769" y="853838"/>
                </a:lnTo>
                <a:lnTo>
                  <a:pt x="147304" y="851330"/>
                </a:lnTo>
                <a:lnTo>
                  <a:pt x="150085" y="873459"/>
                </a:lnTo>
                <a:lnTo>
                  <a:pt x="125667" y="878665"/>
                </a:lnTo>
                <a:lnTo>
                  <a:pt x="114046" y="903778"/>
                </a:lnTo>
                <a:lnTo>
                  <a:pt x="160198" y="964191"/>
                </a:lnTo>
                <a:lnTo>
                  <a:pt x="203889" y="943229"/>
                </a:lnTo>
                <a:lnTo>
                  <a:pt x="241377" y="963330"/>
                </a:lnTo>
                <a:lnTo>
                  <a:pt x="256988" y="951911"/>
                </a:lnTo>
                <a:lnTo>
                  <a:pt x="300377" y="960974"/>
                </a:lnTo>
                <a:lnTo>
                  <a:pt x="299894" y="944989"/>
                </a:lnTo>
                <a:lnTo>
                  <a:pt x="317589" y="955697"/>
                </a:lnTo>
                <a:lnTo>
                  <a:pt x="319549" y="929908"/>
                </a:lnTo>
                <a:lnTo>
                  <a:pt x="326308" y="939623"/>
                </a:lnTo>
                <a:lnTo>
                  <a:pt x="338178" y="925701"/>
                </a:lnTo>
                <a:lnTo>
                  <a:pt x="412506" y="970905"/>
                </a:lnTo>
                <a:lnTo>
                  <a:pt x="418494" y="959423"/>
                </a:lnTo>
                <a:lnTo>
                  <a:pt x="426254" y="969954"/>
                </a:lnTo>
                <a:lnTo>
                  <a:pt x="422946" y="955703"/>
                </a:lnTo>
                <a:lnTo>
                  <a:pt x="439279" y="969221"/>
                </a:lnTo>
                <a:lnTo>
                  <a:pt x="463843" y="952499"/>
                </a:lnTo>
                <a:lnTo>
                  <a:pt x="439201" y="915923"/>
                </a:lnTo>
                <a:lnTo>
                  <a:pt x="453907" y="881050"/>
                </a:lnTo>
                <a:lnTo>
                  <a:pt x="435825" y="829927"/>
                </a:lnTo>
                <a:lnTo>
                  <a:pt x="470167" y="818431"/>
                </a:lnTo>
                <a:lnTo>
                  <a:pt x="464242" y="784687"/>
                </a:lnTo>
                <a:lnTo>
                  <a:pt x="481800" y="740642"/>
                </a:lnTo>
                <a:lnTo>
                  <a:pt x="446674" y="659029"/>
                </a:lnTo>
                <a:lnTo>
                  <a:pt x="484877" y="646080"/>
                </a:lnTo>
                <a:lnTo>
                  <a:pt x="465883" y="532455"/>
                </a:lnTo>
                <a:lnTo>
                  <a:pt x="567032" y="373322"/>
                </a:lnTo>
                <a:lnTo>
                  <a:pt x="547205" y="320105"/>
                </a:lnTo>
                <a:lnTo>
                  <a:pt x="576108" y="179291"/>
                </a:lnTo>
                <a:lnTo>
                  <a:pt x="602651" y="126164"/>
                </a:lnTo>
                <a:lnTo>
                  <a:pt x="568060" y="110814"/>
                </a:lnTo>
                <a:lnTo>
                  <a:pt x="549747" y="133882"/>
                </a:lnTo>
                <a:lnTo>
                  <a:pt x="495537" y="116195"/>
                </a:lnTo>
                <a:lnTo>
                  <a:pt x="447639" y="129717"/>
                </a:lnTo>
                <a:lnTo>
                  <a:pt x="447822" y="104068"/>
                </a:lnTo>
                <a:lnTo>
                  <a:pt x="425588" y="116761"/>
                </a:lnTo>
                <a:lnTo>
                  <a:pt x="389273" y="93869"/>
                </a:lnTo>
                <a:lnTo>
                  <a:pt x="355230" y="107493"/>
                </a:lnTo>
                <a:lnTo>
                  <a:pt x="325993" y="83412"/>
                </a:lnTo>
                <a:lnTo>
                  <a:pt x="318364" y="53223"/>
                </a:lnTo>
                <a:lnTo>
                  <a:pt x="223156" y="36424"/>
                </a:lnTo>
                <a:lnTo>
                  <a:pt x="208383" y="1982"/>
                </a:lnTo>
                <a:lnTo>
                  <a:pt x="198138" y="0"/>
                </a:lnTo>
                <a:lnTo>
                  <a:pt x="196009" y="28767"/>
                </a:lnTo>
                <a:lnTo>
                  <a:pt x="137682" y="28000"/>
                </a:lnTo>
                <a:lnTo>
                  <a:pt x="100317" y="202023"/>
                </a:lnTo>
                <a:lnTo>
                  <a:pt x="108976" y="268333"/>
                </a:lnTo>
                <a:lnTo>
                  <a:pt x="134759" y="306570"/>
                </a:lnTo>
                <a:lnTo>
                  <a:pt x="178756" y="308971"/>
                </a:lnTo>
                <a:lnTo>
                  <a:pt x="197151" y="340370"/>
                </a:lnTo>
                <a:lnTo>
                  <a:pt x="270546" y="391350"/>
                </a:lnTo>
                <a:lnTo>
                  <a:pt x="261204" y="408590"/>
                </a:lnTo>
                <a:lnTo>
                  <a:pt x="292867" y="421675"/>
                </a:lnTo>
                <a:lnTo>
                  <a:pt x="293214" y="458185"/>
                </a:lnTo>
                <a:lnTo>
                  <a:pt x="313819" y="485333"/>
                </a:lnTo>
                <a:lnTo>
                  <a:pt x="271220" y="496135"/>
                </a:lnTo>
                <a:lnTo>
                  <a:pt x="250082" y="457081"/>
                </a:lnTo>
                <a:lnTo>
                  <a:pt x="202894" y="462898"/>
                </a:lnTo>
                <a:lnTo>
                  <a:pt x="130439" y="422787"/>
                </a:lnTo>
                <a:lnTo>
                  <a:pt x="111133" y="468324"/>
                </a:lnTo>
                <a:lnTo>
                  <a:pt x="86135" y="482856"/>
                </a:lnTo>
                <a:lnTo>
                  <a:pt x="62313" y="5895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MAMBAY"/>
          <p:cNvSpPr/>
          <p:nvPr/>
        </p:nvSpPr>
        <p:spPr>
          <a:xfrm>
            <a:off x="10044036" y="3237437"/>
            <a:ext cx="661123" cy="956859"/>
          </a:xfrm>
          <a:custGeom>
            <a:avLst/>
            <a:gdLst/>
            <a:ahLst/>
            <a:cxnLst/>
            <a:rect l="l" t="t" r="r" b="b"/>
            <a:pathLst>
              <a:path w="661123" h="956859">
                <a:moveTo>
                  <a:pt x="256022" y="692807"/>
                </a:moveTo>
                <a:lnTo>
                  <a:pt x="331215" y="673292"/>
                </a:lnTo>
                <a:lnTo>
                  <a:pt x="328985" y="753315"/>
                </a:lnTo>
                <a:lnTo>
                  <a:pt x="345297" y="812688"/>
                </a:lnTo>
                <a:lnTo>
                  <a:pt x="356150" y="834817"/>
                </a:lnTo>
                <a:lnTo>
                  <a:pt x="382728" y="833899"/>
                </a:lnTo>
                <a:lnTo>
                  <a:pt x="388690" y="818279"/>
                </a:lnTo>
                <a:lnTo>
                  <a:pt x="423994" y="869110"/>
                </a:lnTo>
                <a:lnTo>
                  <a:pt x="426416" y="909063"/>
                </a:lnTo>
                <a:lnTo>
                  <a:pt x="404504" y="956859"/>
                </a:lnTo>
                <a:lnTo>
                  <a:pt x="465132" y="951941"/>
                </a:lnTo>
                <a:lnTo>
                  <a:pt x="554970" y="866083"/>
                </a:lnTo>
                <a:lnTo>
                  <a:pt x="613437" y="860287"/>
                </a:lnTo>
                <a:lnTo>
                  <a:pt x="641140" y="798333"/>
                </a:lnTo>
                <a:lnTo>
                  <a:pt x="632382" y="764277"/>
                </a:lnTo>
                <a:lnTo>
                  <a:pt x="661123" y="710668"/>
                </a:lnTo>
                <a:lnTo>
                  <a:pt x="635515" y="676994"/>
                </a:lnTo>
                <a:lnTo>
                  <a:pt x="651724" y="612131"/>
                </a:lnTo>
                <a:lnTo>
                  <a:pt x="642227" y="589086"/>
                </a:lnTo>
                <a:lnTo>
                  <a:pt x="615172" y="586111"/>
                </a:lnTo>
                <a:lnTo>
                  <a:pt x="580301" y="424299"/>
                </a:lnTo>
                <a:lnTo>
                  <a:pt x="604258" y="377781"/>
                </a:lnTo>
                <a:lnTo>
                  <a:pt x="606042" y="316489"/>
                </a:lnTo>
                <a:lnTo>
                  <a:pt x="544058" y="245768"/>
                </a:lnTo>
                <a:lnTo>
                  <a:pt x="539932" y="168710"/>
                </a:lnTo>
                <a:lnTo>
                  <a:pt x="518782" y="168004"/>
                </a:lnTo>
                <a:lnTo>
                  <a:pt x="486634" y="112057"/>
                </a:lnTo>
                <a:lnTo>
                  <a:pt x="308173" y="110858"/>
                </a:lnTo>
                <a:lnTo>
                  <a:pt x="230782" y="51799"/>
                </a:lnTo>
                <a:lnTo>
                  <a:pt x="216390" y="0"/>
                </a:lnTo>
                <a:lnTo>
                  <a:pt x="189040" y="1024"/>
                </a:lnTo>
                <a:lnTo>
                  <a:pt x="159314" y="11735"/>
                </a:lnTo>
                <a:lnTo>
                  <a:pt x="134752" y="66455"/>
                </a:lnTo>
                <a:lnTo>
                  <a:pt x="94656" y="102839"/>
                </a:lnTo>
                <a:lnTo>
                  <a:pt x="61290" y="77618"/>
                </a:lnTo>
                <a:lnTo>
                  <a:pt x="52815" y="103727"/>
                </a:lnTo>
                <a:lnTo>
                  <a:pt x="39522" y="87869"/>
                </a:lnTo>
                <a:lnTo>
                  <a:pt x="24695" y="101339"/>
                </a:lnTo>
                <a:lnTo>
                  <a:pt x="16392" y="91470"/>
                </a:lnTo>
                <a:lnTo>
                  <a:pt x="0" y="120648"/>
                </a:lnTo>
                <a:lnTo>
                  <a:pt x="108363" y="158462"/>
                </a:lnTo>
                <a:lnTo>
                  <a:pt x="54644" y="209371"/>
                </a:lnTo>
                <a:lnTo>
                  <a:pt x="43717" y="255710"/>
                </a:lnTo>
                <a:lnTo>
                  <a:pt x="49661" y="314493"/>
                </a:lnTo>
                <a:lnTo>
                  <a:pt x="80270" y="353357"/>
                </a:lnTo>
                <a:lnTo>
                  <a:pt x="88529" y="396540"/>
                </a:lnTo>
                <a:lnTo>
                  <a:pt x="56461" y="419098"/>
                </a:lnTo>
                <a:lnTo>
                  <a:pt x="58710" y="453226"/>
                </a:lnTo>
                <a:lnTo>
                  <a:pt x="80782" y="439691"/>
                </a:lnTo>
                <a:lnTo>
                  <a:pt x="114695" y="457315"/>
                </a:lnTo>
                <a:lnTo>
                  <a:pt x="133339" y="449719"/>
                </a:lnTo>
                <a:lnTo>
                  <a:pt x="160711" y="386216"/>
                </a:lnTo>
                <a:lnTo>
                  <a:pt x="191753" y="383425"/>
                </a:lnTo>
                <a:lnTo>
                  <a:pt x="220530" y="348321"/>
                </a:lnTo>
                <a:lnTo>
                  <a:pt x="265944" y="334206"/>
                </a:lnTo>
                <a:lnTo>
                  <a:pt x="350280" y="542310"/>
                </a:lnTo>
                <a:lnTo>
                  <a:pt x="342295" y="570560"/>
                </a:lnTo>
                <a:lnTo>
                  <a:pt x="323363" y="569111"/>
                </a:lnTo>
                <a:lnTo>
                  <a:pt x="321941" y="592028"/>
                </a:lnTo>
                <a:lnTo>
                  <a:pt x="309349" y="592704"/>
                </a:lnTo>
                <a:lnTo>
                  <a:pt x="312616" y="628034"/>
                </a:lnTo>
                <a:lnTo>
                  <a:pt x="275344" y="645193"/>
                </a:lnTo>
                <a:lnTo>
                  <a:pt x="256022" y="692807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SUNCION"/>
          <p:cNvSpPr/>
          <p:nvPr/>
        </p:nvSpPr>
        <p:spPr>
          <a:xfrm>
            <a:off x="9622566" y="4954402"/>
            <a:ext cx="69977" cy="85295"/>
          </a:xfrm>
          <a:custGeom>
            <a:avLst/>
            <a:gdLst/>
            <a:ahLst/>
            <a:cxnLst/>
            <a:rect l="l" t="t" r="r" b="b"/>
            <a:pathLst>
              <a:path w="69977" h="85295">
                <a:moveTo>
                  <a:pt x="13305" y="85295"/>
                </a:moveTo>
                <a:lnTo>
                  <a:pt x="27038" y="48296"/>
                </a:lnTo>
                <a:lnTo>
                  <a:pt x="41284" y="64061"/>
                </a:lnTo>
                <a:lnTo>
                  <a:pt x="54310" y="52327"/>
                </a:lnTo>
                <a:lnTo>
                  <a:pt x="69977" y="9822"/>
                </a:lnTo>
                <a:lnTo>
                  <a:pt x="47080" y="0"/>
                </a:lnTo>
                <a:lnTo>
                  <a:pt x="0" y="30592"/>
                </a:lnTo>
                <a:lnTo>
                  <a:pt x="13305" y="8529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QUERON"/>
          <p:cNvSpPr/>
          <p:nvPr/>
        </p:nvSpPr>
        <p:spPr>
          <a:xfrm>
            <a:off x="7133626" y="2155004"/>
            <a:ext cx="1654657" cy="2069853"/>
          </a:xfrm>
          <a:custGeom>
            <a:avLst/>
            <a:gdLst/>
            <a:ahLst/>
            <a:cxnLst/>
            <a:rect l="l" t="t" r="r" b="b"/>
            <a:pathLst>
              <a:path w="1654657" h="2069853">
                <a:moveTo>
                  <a:pt x="1639076" y="1083302"/>
                </a:moveTo>
                <a:lnTo>
                  <a:pt x="1346300" y="1071461"/>
                </a:lnTo>
                <a:lnTo>
                  <a:pt x="1386649" y="740346"/>
                </a:lnTo>
                <a:lnTo>
                  <a:pt x="1465374" y="685117"/>
                </a:lnTo>
                <a:lnTo>
                  <a:pt x="1439378" y="606303"/>
                </a:lnTo>
                <a:lnTo>
                  <a:pt x="1438709" y="516978"/>
                </a:lnTo>
                <a:lnTo>
                  <a:pt x="1379399" y="383135"/>
                </a:lnTo>
                <a:lnTo>
                  <a:pt x="1383092" y="295065"/>
                </a:lnTo>
                <a:lnTo>
                  <a:pt x="512483" y="44086"/>
                </a:lnTo>
                <a:lnTo>
                  <a:pt x="463195" y="4059"/>
                </a:lnTo>
                <a:lnTo>
                  <a:pt x="361250" y="0"/>
                </a:lnTo>
                <a:lnTo>
                  <a:pt x="188983" y="258310"/>
                </a:lnTo>
                <a:lnTo>
                  <a:pt x="191334" y="528287"/>
                </a:lnTo>
                <a:lnTo>
                  <a:pt x="0" y="1178843"/>
                </a:lnTo>
                <a:lnTo>
                  <a:pt x="2191" y="1205167"/>
                </a:lnTo>
                <a:lnTo>
                  <a:pt x="41147" y="1218608"/>
                </a:lnTo>
                <a:lnTo>
                  <a:pt x="52272" y="1245602"/>
                </a:lnTo>
                <a:lnTo>
                  <a:pt x="85146" y="1246665"/>
                </a:lnTo>
                <a:lnTo>
                  <a:pt x="133368" y="1303374"/>
                </a:lnTo>
                <a:lnTo>
                  <a:pt x="146709" y="1287810"/>
                </a:lnTo>
                <a:lnTo>
                  <a:pt x="153014" y="1303985"/>
                </a:lnTo>
                <a:lnTo>
                  <a:pt x="179271" y="1302466"/>
                </a:lnTo>
                <a:lnTo>
                  <a:pt x="174197" y="1324763"/>
                </a:lnTo>
                <a:lnTo>
                  <a:pt x="210604" y="1341186"/>
                </a:lnTo>
                <a:lnTo>
                  <a:pt x="191444" y="1370090"/>
                </a:lnTo>
                <a:lnTo>
                  <a:pt x="220981" y="1396442"/>
                </a:lnTo>
                <a:lnTo>
                  <a:pt x="218784" y="1425592"/>
                </a:lnTo>
                <a:lnTo>
                  <a:pt x="292934" y="1499386"/>
                </a:lnTo>
                <a:lnTo>
                  <a:pt x="307591" y="1546977"/>
                </a:lnTo>
                <a:lnTo>
                  <a:pt x="322607" y="1548051"/>
                </a:lnTo>
                <a:lnTo>
                  <a:pt x="318481" y="1583542"/>
                </a:lnTo>
                <a:lnTo>
                  <a:pt x="439315" y="1673558"/>
                </a:lnTo>
                <a:lnTo>
                  <a:pt x="455072" y="1718017"/>
                </a:lnTo>
                <a:lnTo>
                  <a:pt x="567540" y="1776600"/>
                </a:lnTo>
                <a:lnTo>
                  <a:pt x="559982" y="1788802"/>
                </a:lnTo>
                <a:lnTo>
                  <a:pt x="577053" y="1817586"/>
                </a:lnTo>
                <a:lnTo>
                  <a:pt x="645991" y="1830747"/>
                </a:lnTo>
                <a:lnTo>
                  <a:pt x="710857" y="1888725"/>
                </a:lnTo>
                <a:lnTo>
                  <a:pt x="730931" y="1880783"/>
                </a:lnTo>
                <a:lnTo>
                  <a:pt x="778762" y="1921611"/>
                </a:lnTo>
                <a:lnTo>
                  <a:pt x="772309" y="1945276"/>
                </a:lnTo>
                <a:lnTo>
                  <a:pt x="826654" y="2027787"/>
                </a:lnTo>
                <a:lnTo>
                  <a:pt x="855323" y="2027916"/>
                </a:lnTo>
                <a:lnTo>
                  <a:pt x="898466" y="2061563"/>
                </a:lnTo>
                <a:lnTo>
                  <a:pt x="926134" y="2057209"/>
                </a:lnTo>
                <a:lnTo>
                  <a:pt x="921108" y="2069853"/>
                </a:lnTo>
                <a:lnTo>
                  <a:pt x="942731" y="2063212"/>
                </a:lnTo>
                <a:lnTo>
                  <a:pt x="929976" y="2017158"/>
                </a:lnTo>
                <a:lnTo>
                  <a:pt x="984900" y="1972631"/>
                </a:lnTo>
                <a:lnTo>
                  <a:pt x="985091" y="1909789"/>
                </a:lnTo>
                <a:lnTo>
                  <a:pt x="1021875" y="1920052"/>
                </a:lnTo>
                <a:lnTo>
                  <a:pt x="1037050" y="1898941"/>
                </a:lnTo>
                <a:lnTo>
                  <a:pt x="1221424" y="1877440"/>
                </a:lnTo>
                <a:lnTo>
                  <a:pt x="1276439" y="1855615"/>
                </a:lnTo>
                <a:lnTo>
                  <a:pt x="1343620" y="1623626"/>
                </a:lnTo>
                <a:lnTo>
                  <a:pt x="1335284" y="1488055"/>
                </a:lnTo>
                <a:lnTo>
                  <a:pt x="1446988" y="1328190"/>
                </a:lnTo>
                <a:lnTo>
                  <a:pt x="1449283" y="1296339"/>
                </a:lnTo>
                <a:lnTo>
                  <a:pt x="1466798" y="1296354"/>
                </a:lnTo>
                <a:lnTo>
                  <a:pt x="1466981" y="1275072"/>
                </a:lnTo>
                <a:lnTo>
                  <a:pt x="1509779" y="1275073"/>
                </a:lnTo>
                <a:lnTo>
                  <a:pt x="1503224" y="1242878"/>
                </a:lnTo>
                <a:lnTo>
                  <a:pt x="1515704" y="1224871"/>
                </a:lnTo>
                <a:lnTo>
                  <a:pt x="1654657" y="1134648"/>
                </a:lnTo>
                <a:lnTo>
                  <a:pt x="1639076" y="108330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AAGUAZU"/>
          <p:cNvSpPr/>
          <p:nvPr/>
        </p:nvSpPr>
        <p:spPr>
          <a:xfrm>
            <a:off x="10029279" y="4540887"/>
            <a:ext cx="966539" cy="677629"/>
          </a:xfrm>
          <a:custGeom>
            <a:avLst/>
            <a:gdLst/>
            <a:ahLst/>
            <a:cxnLst/>
            <a:rect l="l" t="t" r="r" b="b"/>
            <a:pathLst>
              <a:path w="966539" h="677629">
                <a:moveTo>
                  <a:pt x="145600" y="289975"/>
                </a:moveTo>
                <a:lnTo>
                  <a:pt x="147003" y="381969"/>
                </a:lnTo>
                <a:lnTo>
                  <a:pt x="118315" y="382352"/>
                </a:lnTo>
                <a:lnTo>
                  <a:pt x="95751" y="437275"/>
                </a:lnTo>
                <a:lnTo>
                  <a:pt x="117984" y="466880"/>
                </a:lnTo>
                <a:lnTo>
                  <a:pt x="147161" y="458316"/>
                </a:lnTo>
                <a:lnTo>
                  <a:pt x="94302" y="515137"/>
                </a:lnTo>
                <a:lnTo>
                  <a:pt x="0" y="573584"/>
                </a:lnTo>
                <a:lnTo>
                  <a:pt x="95924" y="677629"/>
                </a:lnTo>
                <a:lnTo>
                  <a:pt x="160924" y="632348"/>
                </a:lnTo>
                <a:lnTo>
                  <a:pt x="212866" y="627357"/>
                </a:lnTo>
                <a:lnTo>
                  <a:pt x="233934" y="599835"/>
                </a:lnTo>
                <a:lnTo>
                  <a:pt x="461384" y="633385"/>
                </a:lnTo>
                <a:lnTo>
                  <a:pt x="531650" y="670195"/>
                </a:lnTo>
                <a:lnTo>
                  <a:pt x="581040" y="661355"/>
                </a:lnTo>
                <a:lnTo>
                  <a:pt x="594928" y="643453"/>
                </a:lnTo>
                <a:lnTo>
                  <a:pt x="631049" y="650214"/>
                </a:lnTo>
                <a:lnTo>
                  <a:pt x="688975" y="577023"/>
                </a:lnTo>
                <a:lnTo>
                  <a:pt x="715033" y="595393"/>
                </a:lnTo>
                <a:lnTo>
                  <a:pt x="738855" y="488739"/>
                </a:lnTo>
                <a:lnTo>
                  <a:pt x="763853" y="474207"/>
                </a:lnTo>
                <a:lnTo>
                  <a:pt x="787761" y="427304"/>
                </a:lnTo>
                <a:lnTo>
                  <a:pt x="855614" y="468781"/>
                </a:lnTo>
                <a:lnTo>
                  <a:pt x="905312" y="464286"/>
                </a:lnTo>
                <a:lnTo>
                  <a:pt x="923940" y="502018"/>
                </a:lnTo>
                <a:lnTo>
                  <a:pt x="966539" y="491216"/>
                </a:lnTo>
                <a:lnTo>
                  <a:pt x="945934" y="464068"/>
                </a:lnTo>
                <a:lnTo>
                  <a:pt x="945587" y="427558"/>
                </a:lnTo>
                <a:lnTo>
                  <a:pt x="913924" y="414473"/>
                </a:lnTo>
                <a:lnTo>
                  <a:pt x="923266" y="397233"/>
                </a:lnTo>
                <a:lnTo>
                  <a:pt x="849871" y="346253"/>
                </a:lnTo>
                <a:lnTo>
                  <a:pt x="831476" y="314854"/>
                </a:lnTo>
                <a:lnTo>
                  <a:pt x="787479" y="312453"/>
                </a:lnTo>
                <a:lnTo>
                  <a:pt x="761696" y="274216"/>
                </a:lnTo>
                <a:lnTo>
                  <a:pt x="753037" y="207906"/>
                </a:lnTo>
                <a:lnTo>
                  <a:pt x="777582" y="136579"/>
                </a:lnTo>
                <a:lnTo>
                  <a:pt x="777048" y="55461"/>
                </a:lnTo>
                <a:lnTo>
                  <a:pt x="802517" y="27093"/>
                </a:lnTo>
                <a:lnTo>
                  <a:pt x="849389" y="34277"/>
                </a:lnTo>
                <a:lnTo>
                  <a:pt x="858736" y="17079"/>
                </a:lnTo>
                <a:lnTo>
                  <a:pt x="837962" y="0"/>
                </a:lnTo>
                <a:lnTo>
                  <a:pt x="801835" y="1118"/>
                </a:lnTo>
                <a:lnTo>
                  <a:pt x="771751" y="26939"/>
                </a:lnTo>
                <a:lnTo>
                  <a:pt x="756713" y="15370"/>
                </a:lnTo>
                <a:lnTo>
                  <a:pt x="743191" y="40621"/>
                </a:lnTo>
                <a:lnTo>
                  <a:pt x="697818" y="41419"/>
                </a:lnTo>
                <a:lnTo>
                  <a:pt x="686042" y="57860"/>
                </a:lnTo>
                <a:lnTo>
                  <a:pt x="671301" y="27179"/>
                </a:lnTo>
                <a:lnTo>
                  <a:pt x="651807" y="29001"/>
                </a:lnTo>
                <a:lnTo>
                  <a:pt x="627410" y="93237"/>
                </a:lnTo>
                <a:lnTo>
                  <a:pt x="577923" y="112407"/>
                </a:lnTo>
                <a:lnTo>
                  <a:pt x="563401" y="140459"/>
                </a:lnTo>
                <a:lnTo>
                  <a:pt x="577014" y="173650"/>
                </a:lnTo>
                <a:lnTo>
                  <a:pt x="566569" y="198512"/>
                </a:lnTo>
                <a:lnTo>
                  <a:pt x="542756" y="193101"/>
                </a:lnTo>
                <a:lnTo>
                  <a:pt x="504914" y="215893"/>
                </a:lnTo>
                <a:lnTo>
                  <a:pt x="436947" y="201463"/>
                </a:lnTo>
                <a:lnTo>
                  <a:pt x="414225" y="242533"/>
                </a:lnTo>
                <a:lnTo>
                  <a:pt x="383464" y="254752"/>
                </a:lnTo>
                <a:lnTo>
                  <a:pt x="365031" y="244146"/>
                </a:lnTo>
                <a:lnTo>
                  <a:pt x="355614" y="257897"/>
                </a:lnTo>
                <a:lnTo>
                  <a:pt x="300475" y="163947"/>
                </a:lnTo>
                <a:lnTo>
                  <a:pt x="288788" y="186752"/>
                </a:lnTo>
                <a:lnTo>
                  <a:pt x="329332" y="258960"/>
                </a:lnTo>
                <a:lnTo>
                  <a:pt x="233822" y="243451"/>
                </a:lnTo>
                <a:lnTo>
                  <a:pt x="168110" y="293546"/>
                </a:lnTo>
                <a:lnTo>
                  <a:pt x="145600" y="289975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AZAPA"/>
          <p:cNvSpPr/>
          <p:nvPr/>
        </p:nvSpPr>
        <p:spPr>
          <a:xfrm>
            <a:off x="10032848" y="5117767"/>
            <a:ext cx="799981" cy="692804"/>
          </a:xfrm>
          <a:custGeom>
            <a:avLst/>
            <a:gdLst/>
            <a:ahLst/>
            <a:cxnLst/>
            <a:rect l="l" t="t" r="r" b="b"/>
            <a:pathLst>
              <a:path w="799981" h="692804">
                <a:moveTo>
                  <a:pt x="109678" y="365846"/>
                </a:moveTo>
                <a:lnTo>
                  <a:pt x="104726" y="383751"/>
                </a:lnTo>
                <a:lnTo>
                  <a:pt x="80747" y="390366"/>
                </a:lnTo>
                <a:lnTo>
                  <a:pt x="43988" y="489211"/>
                </a:lnTo>
                <a:lnTo>
                  <a:pt x="0" y="555097"/>
                </a:lnTo>
                <a:lnTo>
                  <a:pt x="20673" y="569534"/>
                </a:lnTo>
                <a:lnTo>
                  <a:pt x="21463" y="599278"/>
                </a:lnTo>
                <a:lnTo>
                  <a:pt x="106036" y="622983"/>
                </a:lnTo>
                <a:lnTo>
                  <a:pt x="93211" y="651713"/>
                </a:lnTo>
                <a:lnTo>
                  <a:pt x="103788" y="665140"/>
                </a:lnTo>
                <a:lnTo>
                  <a:pt x="178929" y="692804"/>
                </a:lnTo>
                <a:lnTo>
                  <a:pt x="294118" y="640176"/>
                </a:lnTo>
                <a:lnTo>
                  <a:pt x="336260" y="645758"/>
                </a:lnTo>
                <a:lnTo>
                  <a:pt x="333710" y="623386"/>
                </a:lnTo>
                <a:lnTo>
                  <a:pt x="365934" y="601380"/>
                </a:lnTo>
                <a:lnTo>
                  <a:pt x="374128" y="562153"/>
                </a:lnTo>
                <a:lnTo>
                  <a:pt x="396311" y="545133"/>
                </a:lnTo>
                <a:lnTo>
                  <a:pt x="409215" y="557989"/>
                </a:lnTo>
                <a:lnTo>
                  <a:pt x="417535" y="539757"/>
                </a:lnTo>
                <a:lnTo>
                  <a:pt x="468830" y="539643"/>
                </a:lnTo>
                <a:lnTo>
                  <a:pt x="521789" y="470927"/>
                </a:lnTo>
                <a:lnTo>
                  <a:pt x="582762" y="455000"/>
                </a:lnTo>
                <a:lnTo>
                  <a:pt x="626512" y="487292"/>
                </a:lnTo>
                <a:lnTo>
                  <a:pt x="642986" y="459942"/>
                </a:lnTo>
                <a:lnTo>
                  <a:pt x="675363" y="450612"/>
                </a:lnTo>
                <a:lnTo>
                  <a:pt x="670882" y="427606"/>
                </a:lnTo>
                <a:lnTo>
                  <a:pt x="728684" y="428769"/>
                </a:lnTo>
                <a:lnTo>
                  <a:pt x="744601" y="406403"/>
                </a:lnTo>
                <a:lnTo>
                  <a:pt x="753582" y="316964"/>
                </a:lnTo>
                <a:lnTo>
                  <a:pt x="799981" y="291172"/>
                </a:lnTo>
                <a:lnTo>
                  <a:pt x="750926" y="254157"/>
                </a:lnTo>
                <a:lnTo>
                  <a:pt x="728178" y="278998"/>
                </a:lnTo>
                <a:lnTo>
                  <a:pt x="719669" y="258919"/>
                </a:lnTo>
                <a:lnTo>
                  <a:pt x="649151" y="258071"/>
                </a:lnTo>
                <a:lnTo>
                  <a:pt x="685948" y="85497"/>
                </a:lnTo>
                <a:lnTo>
                  <a:pt x="724489" y="54145"/>
                </a:lnTo>
                <a:lnTo>
                  <a:pt x="710192" y="12739"/>
                </a:lnTo>
                <a:lnTo>
                  <a:pt x="685711" y="0"/>
                </a:lnTo>
                <a:lnTo>
                  <a:pt x="656179" y="53020"/>
                </a:lnTo>
                <a:lnTo>
                  <a:pt x="606484" y="69365"/>
                </a:lnTo>
                <a:lnTo>
                  <a:pt x="584926" y="119196"/>
                </a:lnTo>
                <a:lnTo>
                  <a:pt x="543323" y="105979"/>
                </a:lnTo>
                <a:lnTo>
                  <a:pt x="546152" y="137062"/>
                </a:lnTo>
                <a:lnTo>
                  <a:pt x="500583" y="151591"/>
                </a:lnTo>
                <a:lnTo>
                  <a:pt x="468222" y="192157"/>
                </a:lnTo>
                <a:lnTo>
                  <a:pt x="437287" y="179655"/>
                </a:lnTo>
                <a:lnTo>
                  <a:pt x="400147" y="200234"/>
                </a:lnTo>
                <a:lnTo>
                  <a:pt x="374687" y="270194"/>
                </a:lnTo>
                <a:lnTo>
                  <a:pt x="334126" y="294307"/>
                </a:lnTo>
                <a:lnTo>
                  <a:pt x="283847" y="246753"/>
                </a:lnTo>
                <a:lnTo>
                  <a:pt x="248160" y="274091"/>
                </a:lnTo>
                <a:lnTo>
                  <a:pt x="218850" y="272749"/>
                </a:lnTo>
                <a:lnTo>
                  <a:pt x="222959" y="335011"/>
                </a:lnTo>
                <a:lnTo>
                  <a:pt x="156949" y="324964"/>
                </a:lnTo>
                <a:lnTo>
                  <a:pt x="148658" y="361532"/>
                </a:lnTo>
                <a:lnTo>
                  <a:pt x="109678" y="36584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NINDEYU"/>
          <p:cNvSpPr/>
          <p:nvPr/>
        </p:nvSpPr>
        <p:spPr>
          <a:xfrm>
            <a:off x="10370935" y="4027231"/>
            <a:ext cx="957174" cy="687306"/>
          </a:xfrm>
          <a:custGeom>
            <a:avLst/>
            <a:gdLst/>
            <a:ahLst/>
            <a:cxnLst/>
            <a:rect l="l" t="t" r="r" b="b"/>
            <a:pathLst>
              <a:path w="957174" h="687306">
                <a:moveTo>
                  <a:pt x="235358" y="687306"/>
                </a:moveTo>
                <a:lnTo>
                  <a:pt x="221745" y="654115"/>
                </a:lnTo>
                <a:lnTo>
                  <a:pt x="236267" y="626063"/>
                </a:lnTo>
                <a:lnTo>
                  <a:pt x="285754" y="606893"/>
                </a:lnTo>
                <a:lnTo>
                  <a:pt x="310151" y="542657"/>
                </a:lnTo>
                <a:lnTo>
                  <a:pt x="329645" y="540835"/>
                </a:lnTo>
                <a:lnTo>
                  <a:pt x="344386" y="571516"/>
                </a:lnTo>
                <a:lnTo>
                  <a:pt x="460179" y="514774"/>
                </a:lnTo>
                <a:lnTo>
                  <a:pt x="519447" y="521521"/>
                </a:lnTo>
                <a:lnTo>
                  <a:pt x="539214" y="558013"/>
                </a:lnTo>
                <a:lnTo>
                  <a:pt x="629428" y="572762"/>
                </a:lnTo>
                <a:lnTo>
                  <a:pt x="637057" y="602951"/>
                </a:lnTo>
                <a:lnTo>
                  <a:pt x="666294" y="627032"/>
                </a:lnTo>
                <a:lnTo>
                  <a:pt x="700337" y="613408"/>
                </a:lnTo>
                <a:lnTo>
                  <a:pt x="736652" y="636300"/>
                </a:lnTo>
                <a:lnTo>
                  <a:pt x="758886" y="623607"/>
                </a:lnTo>
                <a:lnTo>
                  <a:pt x="758703" y="649256"/>
                </a:lnTo>
                <a:lnTo>
                  <a:pt x="806601" y="635734"/>
                </a:lnTo>
                <a:lnTo>
                  <a:pt x="860811" y="653421"/>
                </a:lnTo>
                <a:lnTo>
                  <a:pt x="879124" y="630353"/>
                </a:lnTo>
                <a:lnTo>
                  <a:pt x="913715" y="645703"/>
                </a:lnTo>
                <a:lnTo>
                  <a:pt x="928368" y="593806"/>
                </a:lnTo>
                <a:lnTo>
                  <a:pt x="919104" y="532041"/>
                </a:lnTo>
                <a:lnTo>
                  <a:pt x="957174" y="453242"/>
                </a:lnTo>
                <a:lnTo>
                  <a:pt x="913560" y="343055"/>
                </a:lnTo>
                <a:lnTo>
                  <a:pt x="955891" y="289824"/>
                </a:lnTo>
                <a:lnTo>
                  <a:pt x="894826" y="252597"/>
                </a:lnTo>
                <a:lnTo>
                  <a:pt x="866809" y="207851"/>
                </a:lnTo>
                <a:lnTo>
                  <a:pt x="751771" y="157515"/>
                </a:lnTo>
                <a:lnTo>
                  <a:pt x="733893" y="185902"/>
                </a:lnTo>
                <a:lnTo>
                  <a:pt x="641049" y="205272"/>
                </a:lnTo>
                <a:lnTo>
                  <a:pt x="615931" y="241816"/>
                </a:lnTo>
                <a:lnTo>
                  <a:pt x="587070" y="236675"/>
                </a:lnTo>
                <a:lnTo>
                  <a:pt x="555290" y="255999"/>
                </a:lnTo>
                <a:lnTo>
                  <a:pt x="532781" y="239079"/>
                </a:lnTo>
                <a:lnTo>
                  <a:pt x="471970" y="267221"/>
                </a:lnTo>
                <a:lnTo>
                  <a:pt x="434455" y="240746"/>
                </a:lnTo>
                <a:lnTo>
                  <a:pt x="415800" y="256813"/>
                </a:lnTo>
                <a:lnTo>
                  <a:pt x="385339" y="245672"/>
                </a:lnTo>
                <a:lnTo>
                  <a:pt x="363414" y="214435"/>
                </a:lnTo>
                <a:lnTo>
                  <a:pt x="359556" y="161312"/>
                </a:lnTo>
                <a:lnTo>
                  <a:pt x="371357" y="145470"/>
                </a:lnTo>
                <a:lnTo>
                  <a:pt x="365123" y="108772"/>
                </a:lnTo>
                <a:lnTo>
                  <a:pt x="380280" y="97869"/>
                </a:lnTo>
                <a:lnTo>
                  <a:pt x="353014" y="85717"/>
                </a:lnTo>
                <a:lnTo>
                  <a:pt x="352211" y="65545"/>
                </a:lnTo>
                <a:lnTo>
                  <a:pt x="317823" y="56878"/>
                </a:lnTo>
                <a:lnTo>
                  <a:pt x="326359" y="26757"/>
                </a:lnTo>
                <a:lnTo>
                  <a:pt x="314682" y="0"/>
                </a:lnTo>
                <a:lnTo>
                  <a:pt x="286501" y="70523"/>
                </a:lnTo>
                <a:lnTo>
                  <a:pt x="228071" y="76289"/>
                </a:lnTo>
                <a:lnTo>
                  <a:pt x="138233" y="162147"/>
                </a:lnTo>
                <a:lnTo>
                  <a:pt x="72684" y="163027"/>
                </a:lnTo>
                <a:lnTo>
                  <a:pt x="97747" y="275495"/>
                </a:lnTo>
                <a:lnTo>
                  <a:pt x="79329" y="271790"/>
                </a:lnTo>
                <a:lnTo>
                  <a:pt x="13583" y="322611"/>
                </a:lnTo>
                <a:lnTo>
                  <a:pt x="0" y="385855"/>
                </a:lnTo>
                <a:lnTo>
                  <a:pt x="23025" y="424117"/>
                </a:lnTo>
                <a:lnTo>
                  <a:pt x="24975" y="470173"/>
                </a:lnTo>
                <a:lnTo>
                  <a:pt x="73375" y="500275"/>
                </a:lnTo>
                <a:lnTo>
                  <a:pt x="166518" y="675262"/>
                </a:lnTo>
                <a:lnTo>
                  <a:pt x="235358" y="68730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ENTRAL"/>
          <p:cNvSpPr/>
          <p:nvPr/>
        </p:nvSpPr>
        <p:spPr>
          <a:xfrm>
            <a:off x="9543549" y="4884905"/>
            <a:ext cx="315983" cy="506291"/>
          </a:xfrm>
          <a:custGeom>
            <a:avLst/>
            <a:gdLst/>
            <a:ahLst/>
            <a:cxnLst/>
            <a:rect l="l" t="t" r="r" b="b"/>
            <a:pathLst>
              <a:path w="315983" h="506291">
                <a:moveTo>
                  <a:pt x="92322" y="154792"/>
                </a:moveTo>
                <a:lnTo>
                  <a:pt x="134230" y="190634"/>
                </a:lnTo>
                <a:lnTo>
                  <a:pt x="124903" y="255491"/>
                </a:lnTo>
                <a:lnTo>
                  <a:pt x="103858" y="283540"/>
                </a:lnTo>
                <a:lnTo>
                  <a:pt x="76117" y="273718"/>
                </a:lnTo>
                <a:lnTo>
                  <a:pt x="76133" y="306857"/>
                </a:lnTo>
                <a:lnTo>
                  <a:pt x="43175" y="301839"/>
                </a:lnTo>
                <a:lnTo>
                  <a:pt x="29782" y="327191"/>
                </a:lnTo>
                <a:lnTo>
                  <a:pt x="47515" y="341114"/>
                </a:lnTo>
                <a:lnTo>
                  <a:pt x="0" y="362315"/>
                </a:lnTo>
                <a:lnTo>
                  <a:pt x="9165" y="405355"/>
                </a:lnTo>
                <a:lnTo>
                  <a:pt x="37085" y="365673"/>
                </a:lnTo>
                <a:lnTo>
                  <a:pt x="42994" y="404124"/>
                </a:lnTo>
                <a:lnTo>
                  <a:pt x="113030" y="419825"/>
                </a:lnTo>
                <a:lnTo>
                  <a:pt x="105977" y="435582"/>
                </a:lnTo>
                <a:lnTo>
                  <a:pt x="155010" y="467607"/>
                </a:lnTo>
                <a:lnTo>
                  <a:pt x="146164" y="484690"/>
                </a:lnTo>
                <a:lnTo>
                  <a:pt x="164206" y="479873"/>
                </a:lnTo>
                <a:lnTo>
                  <a:pt x="163580" y="506291"/>
                </a:lnTo>
                <a:lnTo>
                  <a:pt x="205356" y="432219"/>
                </a:lnTo>
                <a:lnTo>
                  <a:pt x="179291" y="359653"/>
                </a:lnTo>
                <a:lnTo>
                  <a:pt x="205093" y="326051"/>
                </a:lnTo>
                <a:lnTo>
                  <a:pt x="202648" y="300175"/>
                </a:lnTo>
                <a:lnTo>
                  <a:pt x="241904" y="279762"/>
                </a:lnTo>
                <a:lnTo>
                  <a:pt x="254051" y="191211"/>
                </a:lnTo>
                <a:lnTo>
                  <a:pt x="294148" y="181509"/>
                </a:lnTo>
                <a:lnTo>
                  <a:pt x="315983" y="149015"/>
                </a:lnTo>
                <a:lnTo>
                  <a:pt x="265298" y="140128"/>
                </a:lnTo>
                <a:lnTo>
                  <a:pt x="241771" y="107703"/>
                </a:lnTo>
                <a:lnTo>
                  <a:pt x="244674" y="73977"/>
                </a:lnTo>
                <a:lnTo>
                  <a:pt x="163159" y="0"/>
                </a:lnTo>
                <a:lnTo>
                  <a:pt x="126097" y="69497"/>
                </a:lnTo>
                <a:lnTo>
                  <a:pt x="149493" y="79926"/>
                </a:lnTo>
                <a:lnTo>
                  <a:pt x="141762" y="108942"/>
                </a:lnTo>
                <a:lnTo>
                  <a:pt x="120301" y="133558"/>
                </a:lnTo>
                <a:lnTo>
                  <a:pt x="105679" y="118126"/>
                </a:lnTo>
                <a:lnTo>
                  <a:pt x="92322" y="15479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ONCEPCION"/>
          <p:cNvSpPr/>
          <p:nvPr/>
        </p:nvSpPr>
        <p:spPr>
          <a:xfrm>
            <a:off x="9460325" y="3242072"/>
            <a:ext cx="931729" cy="777635"/>
          </a:xfrm>
          <a:custGeom>
            <a:avLst/>
            <a:gdLst/>
            <a:ahLst/>
            <a:cxnLst/>
            <a:rect l="l" t="t" r="r" b="b"/>
            <a:pathLst>
              <a:path w="931729" h="777635">
                <a:moveTo>
                  <a:pt x="583711" y="116013"/>
                </a:moveTo>
                <a:lnTo>
                  <a:pt x="563106" y="112044"/>
                </a:lnTo>
                <a:lnTo>
                  <a:pt x="553449" y="88738"/>
                </a:lnTo>
                <a:lnTo>
                  <a:pt x="543940" y="99908"/>
                </a:lnTo>
                <a:lnTo>
                  <a:pt x="498504" y="75941"/>
                </a:lnTo>
                <a:lnTo>
                  <a:pt x="455403" y="91557"/>
                </a:lnTo>
                <a:lnTo>
                  <a:pt x="394310" y="68406"/>
                </a:lnTo>
                <a:lnTo>
                  <a:pt x="376612" y="90595"/>
                </a:lnTo>
                <a:lnTo>
                  <a:pt x="350725" y="73828"/>
                </a:lnTo>
                <a:lnTo>
                  <a:pt x="336489" y="88735"/>
                </a:lnTo>
                <a:lnTo>
                  <a:pt x="309484" y="81267"/>
                </a:lnTo>
                <a:lnTo>
                  <a:pt x="293145" y="62456"/>
                </a:lnTo>
                <a:lnTo>
                  <a:pt x="206485" y="50233"/>
                </a:lnTo>
                <a:lnTo>
                  <a:pt x="190830" y="6208"/>
                </a:lnTo>
                <a:lnTo>
                  <a:pt x="142926" y="4185"/>
                </a:lnTo>
                <a:lnTo>
                  <a:pt x="126874" y="28022"/>
                </a:lnTo>
                <a:lnTo>
                  <a:pt x="94550" y="37028"/>
                </a:lnTo>
                <a:lnTo>
                  <a:pt x="82514" y="20237"/>
                </a:lnTo>
                <a:lnTo>
                  <a:pt x="64885" y="29579"/>
                </a:lnTo>
                <a:lnTo>
                  <a:pt x="31521" y="20349"/>
                </a:lnTo>
                <a:lnTo>
                  <a:pt x="25734" y="0"/>
                </a:lnTo>
                <a:lnTo>
                  <a:pt x="0" y="2065"/>
                </a:lnTo>
                <a:lnTo>
                  <a:pt x="18228" y="26392"/>
                </a:lnTo>
                <a:lnTo>
                  <a:pt x="20631" y="105738"/>
                </a:lnTo>
                <a:lnTo>
                  <a:pt x="50912" y="100370"/>
                </a:lnTo>
                <a:lnTo>
                  <a:pt x="57691" y="134185"/>
                </a:lnTo>
                <a:lnTo>
                  <a:pt x="87808" y="160912"/>
                </a:lnTo>
                <a:lnTo>
                  <a:pt x="63823" y="182160"/>
                </a:lnTo>
                <a:lnTo>
                  <a:pt x="82677" y="265833"/>
                </a:lnTo>
                <a:lnTo>
                  <a:pt x="110378" y="305511"/>
                </a:lnTo>
                <a:lnTo>
                  <a:pt x="41820" y="314025"/>
                </a:lnTo>
                <a:lnTo>
                  <a:pt x="30559" y="354430"/>
                </a:lnTo>
                <a:lnTo>
                  <a:pt x="58881" y="392453"/>
                </a:lnTo>
                <a:lnTo>
                  <a:pt x="91445" y="401205"/>
                </a:lnTo>
                <a:lnTo>
                  <a:pt x="101803" y="433090"/>
                </a:lnTo>
                <a:lnTo>
                  <a:pt x="85863" y="453510"/>
                </a:lnTo>
                <a:lnTo>
                  <a:pt x="113585" y="484184"/>
                </a:lnTo>
                <a:lnTo>
                  <a:pt x="102360" y="516262"/>
                </a:lnTo>
                <a:lnTo>
                  <a:pt x="141122" y="551051"/>
                </a:lnTo>
                <a:lnTo>
                  <a:pt x="180630" y="551374"/>
                </a:lnTo>
                <a:lnTo>
                  <a:pt x="185061" y="597101"/>
                </a:lnTo>
                <a:lnTo>
                  <a:pt x="250008" y="652351"/>
                </a:lnTo>
                <a:lnTo>
                  <a:pt x="235391" y="689165"/>
                </a:lnTo>
                <a:lnTo>
                  <a:pt x="271560" y="760183"/>
                </a:lnTo>
                <a:lnTo>
                  <a:pt x="315617" y="777635"/>
                </a:lnTo>
                <a:lnTo>
                  <a:pt x="594599" y="731710"/>
                </a:lnTo>
                <a:lnTo>
                  <a:pt x="620758" y="745832"/>
                </a:lnTo>
                <a:lnTo>
                  <a:pt x="733897" y="748963"/>
                </a:lnTo>
                <a:lnTo>
                  <a:pt x="758439" y="723012"/>
                </a:lnTo>
                <a:lnTo>
                  <a:pt x="787830" y="729717"/>
                </a:lnTo>
                <a:lnTo>
                  <a:pt x="820345" y="706814"/>
                </a:lnTo>
                <a:lnTo>
                  <a:pt x="853026" y="673230"/>
                </a:lnTo>
                <a:lnTo>
                  <a:pt x="863457" y="635577"/>
                </a:lnTo>
                <a:lnTo>
                  <a:pt x="896327" y="623399"/>
                </a:lnTo>
                <a:lnTo>
                  <a:pt x="887533" y="604096"/>
                </a:lnTo>
                <a:lnTo>
                  <a:pt x="904040" y="567216"/>
                </a:lnTo>
                <a:lnTo>
                  <a:pt x="926449" y="565240"/>
                </a:lnTo>
                <a:lnTo>
                  <a:pt x="931729" y="523427"/>
                </a:lnTo>
                <a:lnTo>
                  <a:pt x="849306" y="329204"/>
                </a:lnTo>
                <a:lnTo>
                  <a:pt x="804241" y="343686"/>
                </a:lnTo>
                <a:lnTo>
                  <a:pt x="775464" y="378790"/>
                </a:lnTo>
                <a:lnTo>
                  <a:pt x="744422" y="381581"/>
                </a:lnTo>
                <a:lnTo>
                  <a:pt x="717050" y="445084"/>
                </a:lnTo>
                <a:lnTo>
                  <a:pt x="698406" y="452680"/>
                </a:lnTo>
                <a:lnTo>
                  <a:pt x="664493" y="435056"/>
                </a:lnTo>
                <a:lnTo>
                  <a:pt x="641295" y="447184"/>
                </a:lnTo>
                <a:lnTo>
                  <a:pt x="640172" y="414463"/>
                </a:lnTo>
                <a:lnTo>
                  <a:pt x="672240" y="391905"/>
                </a:lnTo>
                <a:lnTo>
                  <a:pt x="663981" y="348722"/>
                </a:lnTo>
                <a:lnTo>
                  <a:pt x="633372" y="309858"/>
                </a:lnTo>
                <a:lnTo>
                  <a:pt x="627428" y="251075"/>
                </a:lnTo>
                <a:lnTo>
                  <a:pt x="638355" y="204736"/>
                </a:lnTo>
                <a:lnTo>
                  <a:pt x="692074" y="153827"/>
                </a:lnTo>
                <a:lnTo>
                  <a:pt x="583711" y="11601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ORDILLERA"/>
          <p:cNvSpPr/>
          <p:nvPr/>
        </p:nvSpPr>
        <p:spPr>
          <a:xfrm>
            <a:off x="9717784" y="4746872"/>
            <a:ext cx="458656" cy="448903"/>
          </a:xfrm>
          <a:custGeom>
            <a:avLst/>
            <a:gdLst/>
            <a:ahLst/>
            <a:cxnLst/>
            <a:rect l="l" t="t" r="r" b="b"/>
            <a:pathLst>
              <a:path w="458656" h="448903">
                <a:moveTo>
                  <a:pt x="104658" y="44023"/>
                </a:moveTo>
                <a:lnTo>
                  <a:pt x="87056" y="48860"/>
                </a:lnTo>
                <a:lnTo>
                  <a:pt x="49233" y="120607"/>
                </a:lnTo>
                <a:lnTo>
                  <a:pt x="0" y="141974"/>
                </a:lnTo>
                <a:lnTo>
                  <a:pt x="72443" y="214822"/>
                </a:lnTo>
                <a:lnTo>
                  <a:pt x="69324" y="251051"/>
                </a:lnTo>
                <a:lnTo>
                  <a:pt x="94032" y="280310"/>
                </a:lnTo>
                <a:lnTo>
                  <a:pt x="136430" y="277735"/>
                </a:lnTo>
                <a:lnTo>
                  <a:pt x="194644" y="403036"/>
                </a:lnTo>
                <a:lnTo>
                  <a:pt x="284948" y="392760"/>
                </a:lnTo>
                <a:lnTo>
                  <a:pt x="267575" y="441384"/>
                </a:lnTo>
                <a:lnTo>
                  <a:pt x="300530" y="448903"/>
                </a:lnTo>
                <a:lnTo>
                  <a:pt x="336557" y="425517"/>
                </a:lnTo>
                <a:lnTo>
                  <a:pt x="378871" y="445749"/>
                </a:lnTo>
                <a:lnTo>
                  <a:pt x="311742" y="365828"/>
                </a:lnTo>
                <a:lnTo>
                  <a:pt x="405797" y="309152"/>
                </a:lnTo>
                <a:lnTo>
                  <a:pt x="458656" y="252331"/>
                </a:lnTo>
                <a:lnTo>
                  <a:pt x="429479" y="260895"/>
                </a:lnTo>
                <a:lnTo>
                  <a:pt x="407246" y="231290"/>
                </a:lnTo>
                <a:lnTo>
                  <a:pt x="429810" y="176367"/>
                </a:lnTo>
                <a:lnTo>
                  <a:pt x="458498" y="175984"/>
                </a:lnTo>
                <a:lnTo>
                  <a:pt x="457095" y="83990"/>
                </a:lnTo>
                <a:lnTo>
                  <a:pt x="430948" y="73446"/>
                </a:lnTo>
                <a:lnTo>
                  <a:pt x="396945" y="13906"/>
                </a:lnTo>
                <a:lnTo>
                  <a:pt x="372796" y="28529"/>
                </a:lnTo>
                <a:lnTo>
                  <a:pt x="264602" y="0"/>
                </a:lnTo>
                <a:lnTo>
                  <a:pt x="233325" y="73902"/>
                </a:lnTo>
                <a:lnTo>
                  <a:pt x="212944" y="76194"/>
                </a:lnTo>
                <a:lnTo>
                  <a:pt x="216934" y="93729"/>
                </a:lnTo>
                <a:lnTo>
                  <a:pt x="186830" y="95815"/>
                </a:lnTo>
                <a:lnTo>
                  <a:pt x="143192" y="58451"/>
                </a:lnTo>
                <a:lnTo>
                  <a:pt x="133731" y="71152"/>
                </a:lnTo>
                <a:lnTo>
                  <a:pt x="107380" y="59494"/>
                </a:lnTo>
                <a:lnTo>
                  <a:pt x="104658" y="4402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GUAIRA"/>
          <p:cNvSpPr/>
          <p:nvPr/>
        </p:nvSpPr>
        <p:spPr>
          <a:xfrm>
            <a:off x="10083242" y="5140224"/>
            <a:ext cx="557268" cy="344851"/>
          </a:xfrm>
          <a:custGeom>
            <a:avLst/>
            <a:gdLst/>
            <a:ahLst/>
            <a:cxnLst/>
            <a:rect l="l" t="t" r="r" b="b"/>
            <a:pathLst>
              <a:path w="557268" h="344851">
                <a:moveTo>
                  <a:pt x="557268" y="46610"/>
                </a:moveTo>
                <a:lnTo>
                  <a:pt x="477687" y="70858"/>
                </a:lnTo>
                <a:lnTo>
                  <a:pt x="407421" y="34048"/>
                </a:lnTo>
                <a:lnTo>
                  <a:pt x="215443" y="0"/>
                </a:lnTo>
                <a:lnTo>
                  <a:pt x="170309" y="4704"/>
                </a:lnTo>
                <a:lnTo>
                  <a:pt x="134795" y="39136"/>
                </a:lnTo>
                <a:lnTo>
                  <a:pt x="106870" y="33051"/>
                </a:lnTo>
                <a:lnTo>
                  <a:pt x="38941" y="73807"/>
                </a:lnTo>
                <a:lnTo>
                  <a:pt x="29084" y="107614"/>
                </a:lnTo>
                <a:lnTo>
                  <a:pt x="40978" y="155741"/>
                </a:lnTo>
                <a:lnTo>
                  <a:pt x="69456" y="190986"/>
                </a:lnTo>
                <a:lnTo>
                  <a:pt x="70092" y="225876"/>
                </a:lnTo>
                <a:lnTo>
                  <a:pt x="0" y="211086"/>
                </a:lnTo>
                <a:lnTo>
                  <a:pt x="22988" y="253392"/>
                </a:lnTo>
                <a:lnTo>
                  <a:pt x="18324" y="310372"/>
                </a:lnTo>
                <a:lnTo>
                  <a:pt x="60767" y="344851"/>
                </a:lnTo>
                <a:lnTo>
                  <a:pt x="72246" y="331568"/>
                </a:lnTo>
                <a:lnTo>
                  <a:pt x="98264" y="339075"/>
                </a:lnTo>
                <a:lnTo>
                  <a:pt x="106555" y="302507"/>
                </a:lnTo>
                <a:lnTo>
                  <a:pt x="172565" y="312554"/>
                </a:lnTo>
                <a:lnTo>
                  <a:pt x="168456" y="250292"/>
                </a:lnTo>
                <a:lnTo>
                  <a:pt x="197766" y="251634"/>
                </a:lnTo>
                <a:lnTo>
                  <a:pt x="233453" y="224296"/>
                </a:lnTo>
                <a:lnTo>
                  <a:pt x="287927" y="270352"/>
                </a:lnTo>
                <a:lnTo>
                  <a:pt x="324293" y="247737"/>
                </a:lnTo>
                <a:lnTo>
                  <a:pt x="349753" y="177777"/>
                </a:lnTo>
                <a:lnTo>
                  <a:pt x="386893" y="157198"/>
                </a:lnTo>
                <a:lnTo>
                  <a:pt x="417828" y="169700"/>
                </a:lnTo>
                <a:lnTo>
                  <a:pt x="450189" y="129134"/>
                </a:lnTo>
                <a:lnTo>
                  <a:pt x="495758" y="114605"/>
                </a:lnTo>
                <a:lnTo>
                  <a:pt x="492929" y="83522"/>
                </a:lnTo>
                <a:lnTo>
                  <a:pt x="534532" y="96739"/>
                </a:lnTo>
                <a:lnTo>
                  <a:pt x="557268" y="4661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TAPUA"/>
          <p:cNvSpPr/>
          <p:nvPr/>
        </p:nvSpPr>
        <p:spPr>
          <a:xfrm>
            <a:off x="10014640" y="5427989"/>
            <a:ext cx="1118774" cy="817037"/>
          </a:xfrm>
          <a:custGeom>
            <a:avLst/>
            <a:gdLst/>
            <a:ahLst/>
            <a:cxnLst/>
            <a:rect l="l" t="t" r="r" b="b"/>
            <a:pathLst>
              <a:path w="1118774" h="817037">
                <a:moveTo>
                  <a:pt x="113064" y="345452"/>
                </a:moveTo>
                <a:lnTo>
                  <a:pt x="125079" y="574467"/>
                </a:lnTo>
                <a:lnTo>
                  <a:pt x="87630" y="623240"/>
                </a:lnTo>
                <a:lnTo>
                  <a:pt x="110023" y="679209"/>
                </a:lnTo>
                <a:lnTo>
                  <a:pt x="0" y="719623"/>
                </a:lnTo>
                <a:lnTo>
                  <a:pt x="67185" y="766069"/>
                </a:lnTo>
                <a:lnTo>
                  <a:pt x="95408" y="741061"/>
                </a:lnTo>
                <a:lnTo>
                  <a:pt x="147806" y="733600"/>
                </a:lnTo>
                <a:lnTo>
                  <a:pt x="201656" y="797724"/>
                </a:lnTo>
                <a:lnTo>
                  <a:pt x="246335" y="817037"/>
                </a:lnTo>
                <a:lnTo>
                  <a:pt x="294644" y="755797"/>
                </a:lnTo>
                <a:lnTo>
                  <a:pt x="296287" y="718802"/>
                </a:lnTo>
                <a:lnTo>
                  <a:pt x="393508" y="662796"/>
                </a:lnTo>
                <a:lnTo>
                  <a:pt x="498289" y="680721"/>
                </a:lnTo>
                <a:lnTo>
                  <a:pt x="529336" y="726412"/>
                </a:lnTo>
                <a:lnTo>
                  <a:pt x="576875" y="736324"/>
                </a:lnTo>
                <a:lnTo>
                  <a:pt x="647293" y="672583"/>
                </a:lnTo>
                <a:lnTo>
                  <a:pt x="654243" y="627941"/>
                </a:lnTo>
                <a:lnTo>
                  <a:pt x="632646" y="594117"/>
                </a:lnTo>
                <a:lnTo>
                  <a:pt x="661524" y="581669"/>
                </a:lnTo>
                <a:lnTo>
                  <a:pt x="665081" y="552502"/>
                </a:lnTo>
                <a:lnTo>
                  <a:pt x="716472" y="550514"/>
                </a:lnTo>
                <a:lnTo>
                  <a:pt x="720605" y="507130"/>
                </a:lnTo>
                <a:lnTo>
                  <a:pt x="754743" y="475744"/>
                </a:lnTo>
                <a:lnTo>
                  <a:pt x="811672" y="460490"/>
                </a:lnTo>
                <a:lnTo>
                  <a:pt x="839389" y="477723"/>
                </a:lnTo>
                <a:lnTo>
                  <a:pt x="872852" y="468721"/>
                </a:lnTo>
                <a:lnTo>
                  <a:pt x="872959" y="420634"/>
                </a:lnTo>
                <a:lnTo>
                  <a:pt x="915827" y="384759"/>
                </a:lnTo>
                <a:lnTo>
                  <a:pt x="962925" y="377717"/>
                </a:lnTo>
                <a:lnTo>
                  <a:pt x="972321" y="321015"/>
                </a:lnTo>
                <a:lnTo>
                  <a:pt x="1036472" y="314407"/>
                </a:lnTo>
                <a:lnTo>
                  <a:pt x="1050949" y="284410"/>
                </a:lnTo>
                <a:lnTo>
                  <a:pt x="1043010" y="240409"/>
                </a:lnTo>
                <a:lnTo>
                  <a:pt x="1090521" y="192747"/>
                </a:lnTo>
                <a:lnTo>
                  <a:pt x="1118774" y="118396"/>
                </a:lnTo>
                <a:lnTo>
                  <a:pt x="1096454" y="73876"/>
                </a:lnTo>
                <a:lnTo>
                  <a:pt x="1093281" y="89067"/>
                </a:lnTo>
                <a:lnTo>
                  <a:pt x="1061504" y="85496"/>
                </a:lnTo>
                <a:lnTo>
                  <a:pt x="1041153" y="54890"/>
                </a:lnTo>
                <a:lnTo>
                  <a:pt x="1030712" y="65080"/>
                </a:lnTo>
                <a:lnTo>
                  <a:pt x="1005611" y="44484"/>
                </a:lnTo>
                <a:lnTo>
                  <a:pt x="993667" y="58404"/>
                </a:lnTo>
                <a:lnTo>
                  <a:pt x="986908" y="48689"/>
                </a:lnTo>
                <a:lnTo>
                  <a:pt x="984948" y="74478"/>
                </a:lnTo>
                <a:lnTo>
                  <a:pt x="967253" y="63770"/>
                </a:lnTo>
                <a:lnTo>
                  <a:pt x="967736" y="79755"/>
                </a:lnTo>
                <a:lnTo>
                  <a:pt x="924347" y="70692"/>
                </a:lnTo>
                <a:lnTo>
                  <a:pt x="908736" y="82111"/>
                </a:lnTo>
                <a:lnTo>
                  <a:pt x="872956" y="61971"/>
                </a:lnTo>
                <a:lnTo>
                  <a:pt x="811976" y="78020"/>
                </a:lnTo>
                <a:lnTo>
                  <a:pt x="781405" y="22559"/>
                </a:lnTo>
                <a:lnTo>
                  <a:pt x="784354" y="0"/>
                </a:lnTo>
                <a:lnTo>
                  <a:pt x="769014" y="13991"/>
                </a:lnTo>
                <a:lnTo>
                  <a:pt x="762809" y="96181"/>
                </a:lnTo>
                <a:lnTo>
                  <a:pt x="746892" y="118547"/>
                </a:lnTo>
                <a:lnTo>
                  <a:pt x="689090" y="117384"/>
                </a:lnTo>
                <a:lnTo>
                  <a:pt x="693571" y="140390"/>
                </a:lnTo>
                <a:lnTo>
                  <a:pt x="661194" y="149720"/>
                </a:lnTo>
                <a:lnTo>
                  <a:pt x="644720" y="177070"/>
                </a:lnTo>
                <a:lnTo>
                  <a:pt x="600970" y="144778"/>
                </a:lnTo>
                <a:lnTo>
                  <a:pt x="539997" y="160705"/>
                </a:lnTo>
                <a:lnTo>
                  <a:pt x="487038" y="229421"/>
                </a:lnTo>
                <a:lnTo>
                  <a:pt x="435743" y="229535"/>
                </a:lnTo>
                <a:lnTo>
                  <a:pt x="427423" y="247767"/>
                </a:lnTo>
                <a:lnTo>
                  <a:pt x="414519" y="234911"/>
                </a:lnTo>
                <a:lnTo>
                  <a:pt x="392336" y="251931"/>
                </a:lnTo>
                <a:lnTo>
                  <a:pt x="384142" y="291158"/>
                </a:lnTo>
                <a:lnTo>
                  <a:pt x="351918" y="313164"/>
                </a:lnTo>
                <a:lnTo>
                  <a:pt x="351654" y="337264"/>
                </a:lnTo>
                <a:lnTo>
                  <a:pt x="312403" y="329931"/>
                </a:lnTo>
                <a:lnTo>
                  <a:pt x="196988" y="382595"/>
                </a:lnTo>
                <a:lnTo>
                  <a:pt x="113064" y="345452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MISIONES"/>
          <p:cNvSpPr/>
          <p:nvPr/>
        </p:nvSpPr>
        <p:spPr>
          <a:xfrm>
            <a:off x="9585321" y="5582979"/>
            <a:ext cx="554398" cy="603569"/>
          </a:xfrm>
          <a:custGeom>
            <a:avLst/>
            <a:gdLst/>
            <a:ahLst/>
            <a:cxnLst/>
            <a:rect l="l" t="t" r="r" b="b"/>
            <a:pathLst>
              <a:path w="554398" h="603569">
                <a:moveTo>
                  <a:pt x="447582" y="89773"/>
                </a:moveTo>
                <a:lnTo>
                  <a:pt x="417209" y="46374"/>
                </a:lnTo>
                <a:lnTo>
                  <a:pt x="391785" y="57548"/>
                </a:lnTo>
                <a:lnTo>
                  <a:pt x="394074" y="39486"/>
                </a:lnTo>
                <a:lnTo>
                  <a:pt x="372368" y="19168"/>
                </a:lnTo>
                <a:lnTo>
                  <a:pt x="324610" y="0"/>
                </a:lnTo>
                <a:lnTo>
                  <a:pt x="286388" y="19281"/>
                </a:lnTo>
                <a:lnTo>
                  <a:pt x="262644" y="65908"/>
                </a:lnTo>
                <a:lnTo>
                  <a:pt x="246465" y="61093"/>
                </a:lnTo>
                <a:lnTo>
                  <a:pt x="255658" y="88318"/>
                </a:lnTo>
                <a:lnTo>
                  <a:pt x="239121" y="115045"/>
                </a:lnTo>
                <a:lnTo>
                  <a:pt x="166245" y="132321"/>
                </a:lnTo>
                <a:lnTo>
                  <a:pt x="147521" y="105864"/>
                </a:lnTo>
                <a:lnTo>
                  <a:pt x="118238" y="103509"/>
                </a:lnTo>
                <a:lnTo>
                  <a:pt x="116799" y="87919"/>
                </a:lnTo>
                <a:lnTo>
                  <a:pt x="73074" y="84839"/>
                </a:lnTo>
                <a:lnTo>
                  <a:pt x="34148" y="49852"/>
                </a:lnTo>
                <a:lnTo>
                  <a:pt x="39873" y="30195"/>
                </a:lnTo>
                <a:lnTo>
                  <a:pt x="17434" y="25813"/>
                </a:lnTo>
                <a:lnTo>
                  <a:pt x="13806" y="6323"/>
                </a:lnTo>
                <a:lnTo>
                  <a:pt x="0" y="12921"/>
                </a:lnTo>
                <a:lnTo>
                  <a:pt x="51543" y="225463"/>
                </a:lnTo>
                <a:lnTo>
                  <a:pt x="157291" y="372481"/>
                </a:lnTo>
                <a:lnTo>
                  <a:pt x="280633" y="399120"/>
                </a:lnTo>
                <a:lnTo>
                  <a:pt x="200659" y="566676"/>
                </a:lnTo>
                <a:lnTo>
                  <a:pt x="255698" y="594508"/>
                </a:lnTo>
                <a:lnTo>
                  <a:pt x="341147" y="603569"/>
                </a:lnTo>
                <a:lnTo>
                  <a:pt x="405866" y="563928"/>
                </a:lnTo>
                <a:lnTo>
                  <a:pt x="475947" y="557715"/>
                </a:lnTo>
                <a:lnTo>
                  <a:pt x="539306" y="524317"/>
                </a:lnTo>
                <a:lnTo>
                  <a:pt x="516949" y="468250"/>
                </a:lnTo>
                <a:lnTo>
                  <a:pt x="554398" y="419477"/>
                </a:lnTo>
                <a:lnTo>
                  <a:pt x="540725" y="188591"/>
                </a:lnTo>
                <a:lnTo>
                  <a:pt x="553919" y="158440"/>
                </a:lnTo>
                <a:lnTo>
                  <a:pt x="468990" y="134066"/>
                </a:lnTo>
                <a:lnTo>
                  <a:pt x="468200" y="104322"/>
                </a:lnTo>
                <a:lnTo>
                  <a:pt x="447582" y="8977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RAGUARI"/>
          <p:cNvSpPr/>
          <p:nvPr/>
        </p:nvSpPr>
        <p:spPr>
          <a:xfrm>
            <a:off x="9582201" y="5051362"/>
            <a:ext cx="571133" cy="663938"/>
          </a:xfrm>
          <a:custGeom>
            <a:avLst/>
            <a:gdLst/>
            <a:ahLst/>
            <a:cxnLst/>
            <a:rect l="l" t="t" r="r" b="b"/>
            <a:pathLst>
              <a:path w="571133" h="663938">
                <a:moveTo>
                  <a:pt x="277286" y="0"/>
                </a:moveTo>
                <a:lnTo>
                  <a:pt x="215399" y="24754"/>
                </a:lnTo>
                <a:lnTo>
                  <a:pt x="203252" y="113305"/>
                </a:lnTo>
                <a:lnTo>
                  <a:pt x="168104" y="127161"/>
                </a:lnTo>
                <a:lnTo>
                  <a:pt x="166441" y="159594"/>
                </a:lnTo>
                <a:lnTo>
                  <a:pt x="140639" y="193196"/>
                </a:lnTo>
                <a:lnTo>
                  <a:pt x="167197" y="262694"/>
                </a:lnTo>
                <a:lnTo>
                  <a:pt x="124928" y="339834"/>
                </a:lnTo>
                <a:lnTo>
                  <a:pt x="135909" y="416355"/>
                </a:lnTo>
                <a:lnTo>
                  <a:pt x="126197" y="407276"/>
                </a:lnTo>
                <a:lnTo>
                  <a:pt x="84194" y="427283"/>
                </a:lnTo>
                <a:lnTo>
                  <a:pt x="34624" y="493294"/>
                </a:lnTo>
                <a:lnTo>
                  <a:pt x="26303" y="530930"/>
                </a:lnTo>
                <a:lnTo>
                  <a:pt x="12905" y="519312"/>
                </a:lnTo>
                <a:lnTo>
                  <a:pt x="0" y="534408"/>
                </a:lnTo>
                <a:lnTo>
                  <a:pt x="42993" y="561812"/>
                </a:lnTo>
                <a:lnTo>
                  <a:pt x="37268" y="581469"/>
                </a:lnTo>
                <a:lnTo>
                  <a:pt x="76194" y="616456"/>
                </a:lnTo>
                <a:lnTo>
                  <a:pt x="119919" y="619536"/>
                </a:lnTo>
                <a:lnTo>
                  <a:pt x="121358" y="635126"/>
                </a:lnTo>
                <a:lnTo>
                  <a:pt x="150641" y="637481"/>
                </a:lnTo>
                <a:lnTo>
                  <a:pt x="169365" y="663938"/>
                </a:lnTo>
                <a:lnTo>
                  <a:pt x="242241" y="646662"/>
                </a:lnTo>
                <a:lnTo>
                  <a:pt x="258778" y="619935"/>
                </a:lnTo>
                <a:lnTo>
                  <a:pt x="249585" y="592710"/>
                </a:lnTo>
                <a:lnTo>
                  <a:pt x="265764" y="597525"/>
                </a:lnTo>
                <a:lnTo>
                  <a:pt x="289508" y="550898"/>
                </a:lnTo>
                <a:lnTo>
                  <a:pt x="327730" y="531617"/>
                </a:lnTo>
                <a:lnTo>
                  <a:pt x="375488" y="550785"/>
                </a:lnTo>
                <a:lnTo>
                  <a:pt x="397194" y="571103"/>
                </a:lnTo>
                <a:lnTo>
                  <a:pt x="394905" y="589165"/>
                </a:lnTo>
                <a:lnTo>
                  <a:pt x="420329" y="577991"/>
                </a:lnTo>
                <a:lnTo>
                  <a:pt x="450955" y="621330"/>
                </a:lnTo>
                <a:lnTo>
                  <a:pt x="494635" y="555616"/>
                </a:lnTo>
                <a:lnTo>
                  <a:pt x="531394" y="456771"/>
                </a:lnTo>
                <a:lnTo>
                  <a:pt x="560477" y="434791"/>
                </a:lnTo>
                <a:lnTo>
                  <a:pt x="519365" y="399234"/>
                </a:lnTo>
                <a:lnTo>
                  <a:pt x="524029" y="342254"/>
                </a:lnTo>
                <a:lnTo>
                  <a:pt x="501041" y="299948"/>
                </a:lnTo>
                <a:lnTo>
                  <a:pt x="571133" y="314738"/>
                </a:lnTo>
                <a:lnTo>
                  <a:pt x="570497" y="279848"/>
                </a:lnTo>
                <a:lnTo>
                  <a:pt x="542019" y="244603"/>
                </a:lnTo>
                <a:lnTo>
                  <a:pt x="530125" y="196476"/>
                </a:lnTo>
                <a:lnTo>
                  <a:pt x="539982" y="162669"/>
                </a:lnTo>
                <a:lnTo>
                  <a:pt x="472140" y="121027"/>
                </a:lnTo>
                <a:lnTo>
                  <a:pt x="436113" y="144413"/>
                </a:lnTo>
                <a:lnTo>
                  <a:pt x="403158" y="136894"/>
                </a:lnTo>
                <a:lnTo>
                  <a:pt x="420531" y="88270"/>
                </a:lnTo>
                <a:lnTo>
                  <a:pt x="330227" y="98546"/>
                </a:lnTo>
                <a:lnTo>
                  <a:pt x="309709" y="68169"/>
                </a:lnTo>
                <a:lnTo>
                  <a:pt x="308917" y="29390"/>
                </a:lnTo>
                <a:lnTo>
                  <a:pt x="277286" y="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RESIDENTE HAYES"/>
          <p:cNvSpPr/>
          <p:nvPr/>
        </p:nvSpPr>
        <p:spPr>
          <a:xfrm>
            <a:off x="8063602" y="3238306"/>
            <a:ext cx="1818751" cy="1786611"/>
          </a:xfrm>
          <a:custGeom>
            <a:avLst/>
            <a:gdLst/>
            <a:ahLst/>
            <a:cxnLst/>
            <a:rect l="l" t="t" r="r" b="b"/>
            <a:pathLst>
              <a:path w="1818751" h="1786611">
                <a:moveTo>
                  <a:pt x="1606044" y="1716096"/>
                </a:moveTo>
                <a:lnTo>
                  <a:pt x="1635697" y="1648733"/>
                </a:lnTo>
                <a:lnTo>
                  <a:pt x="1703415" y="1629173"/>
                </a:lnTo>
                <a:lnTo>
                  <a:pt x="1745478" y="1552653"/>
                </a:lnTo>
                <a:lnTo>
                  <a:pt x="1783723" y="1554020"/>
                </a:lnTo>
                <a:lnTo>
                  <a:pt x="1743309" y="1505300"/>
                </a:lnTo>
                <a:lnTo>
                  <a:pt x="1777356" y="1461414"/>
                </a:lnTo>
                <a:lnTo>
                  <a:pt x="1778216" y="1429972"/>
                </a:lnTo>
                <a:lnTo>
                  <a:pt x="1808621" y="1424797"/>
                </a:lnTo>
                <a:lnTo>
                  <a:pt x="1814683" y="1385886"/>
                </a:lnTo>
                <a:lnTo>
                  <a:pt x="1795997" y="1359113"/>
                </a:lnTo>
                <a:lnTo>
                  <a:pt x="1812633" y="1336834"/>
                </a:lnTo>
                <a:lnTo>
                  <a:pt x="1796186" y="1313060"/>
                </a:lnTo>
                <a:lnTo>
                  <a:pt x="1818751" y="1293599"/>
                </a:lnTo>
                <a:lnTo>
                  <a:pt x="1790261" y="1174673"/>
                </a:lnTo>
                <a:lnTo>
                  <a:pt x="1753457" y="1127133"/>
                </a:lnTo>
                <a:lnTo>
                  <a:pt x="1789637" y="1095504"/>
                </a:lnTo>
                <a:lnTo>
                  <a:pt x="1761344" y="1071547"/>
                </a:lnTo>
                <a:lnTo>
                  <a:pt x="1787728" y="1051299"/>
                </a:lnTo>
                <a:lnTo>
                  <a:pt x="1772970" y="1040085"/>
                </a:lnTo>
                <a:lnTo>
                  <a:pt x="1778508" y="1022518"/>
                </a:lnTo>
                <a:lnTo>
                  <a:pt x="1741279" y="998551"/>
                </a:lnTo>
                <a:lnTo>
                  <a:pt x="1766614" y="980779"/>
                </a:lnTo>
                <a:lnTo>
                  <a:pt x="1755333" y="963260"/>
                </a:lnTo>
                <a:lnTo>
                  <a:pt x="1767023" y="932742"/>
                </a:lnTo>
                <a:lnTo>
                  <a:pt x="1754359" y="924294"/>
                </a:lnTo>
                <a:lnTo>
                  <a:pt x="1765054" y="904872"/>
                </a:lnTo>
                <a:lnTo>
                  <a:pt x="1683804" y="860043"/>
                </a:lnTo>
                <a:lnTo>
                  <a:pt x="1656583" y="795961"/>
                </a:lnTo>
                <a:lnTo>
                  <a:pt x="1667956" y="747222"/>
                </a:lnTo>
                <a:lnTo>
                  <a:pt x="1632114" y="692931"/>
                </a:lnTo>
                <a:lnTo>
                  <a:pt x="1646731" y="656117"/>
                </a:lnTo>
                <a:lnTo>
                  <a:pt x="1581784" y="600867"/>
                </a:lnTo>
                <a:lnTo>
                  <a:pt x="1577353" y="555140"/>
                </a:lnTo>
                <a:lnTo>
                  <a:pt x="1537845" y="554817"/>
                </a:lnTo>
                <a:lnTo>
                  <a:pt x="1499083" y="520028"/>
                </a:lnTo>
                <a:lnTo>
                  <a:pt x="1510308" y="487950"/>
                </a:lnTo>
                <a:lnTo>
                  <a:pt x="1482586" y="457276"/>
                </a:lnTo>
                <a:lnTo>
                  <a:pt x="1498526" y="436856"/>
                </a:lnTo>
                <a:lnTo>
                  <a:pt x="1488168" y="404971"/>
                </a:lnTo>
                <a:lnTo>
                  <a:pt x="1455604" y="396219"/>
                </a:lnTo>
                <a:lnTo>
                  <a:pt x="1424182" y="348972"/>
                </a:lnTo>
                <a:lnTo>
                  <a:pt x="1438543" y="317791"/>
                </a:lnTo>
                <a:lnTo>
                  <a:pt x="1507143" y="315076"/>
                </a:lnTo>
                <a:lnTo>
                  <a:pt x="1479400" y="269599"/>
                </a:lnTo>
                <a:lnTo>
                  <a:pt x="1465402" y="175272"/>
                </a:lnTo>
                <a:lnTo>
                  <a:pt x="1300420" y="148953"/>
                </a:lnTo>
                <a:lnTo>
                  <a:pt x="1259747" y="56298"/>
                </a:lnTo>
                <a:lnTo>
                  <a:pt x="792207" y="39058"/>
                </a:lnTo>
                <a:lnTo>
                  <a:pt x="709100" y="0"/>
                </a:lnTo>
                <a:lnTo>
                  <a:pt x="724681" y="51346"/>
                </a:lnTo>
                <a:lnTo>
                  <a:pt x="585728" y="141569"/>
                </a:lnTo>
                <a:lnTo>
                  <a:pt x="573248" y="159576"/>
                </a:lnTo>
                <a:lnTo>
                  <a:pt x="579803" y="191771"/>
                </a:lnTo>
                <a:lnTo>
                  <a:pt x="537005" y="191770"/>
                </a:lnTo>
                <a:lnTo>
                  <a:pt x="536822" y="213052"/>
                </a:lnTo>
                <a:lnTo>
                  <a:pt x="519307" y="213037"/>
                </a:lnTo>
                <a:lnTo>
                  <a:pt x="517012" y="244888"/>
                </a:lnTo>
                <a:lnTo>
                  <a:pt x="405308" y="404753"/>
                </a:lnTo>
                <a:lnTo>
                  <a:pt x="413644" y="540324"/>
                </a:lnTo>
                <a:lnTo>
                  <a:pt x="346463" y="772313"/>
                </a:lnTo>
                <a:lnTo>
                  <a:pt x="291448" y="794138"/>
                </a:lnTo>
                <a:lnTo>
                  <a:pt x="107074" y="815639"/>
                </a:lnTo>
                <a:lnTo>
                  <a:pt x="91899" y="836750"/>
                </a:lnTo>
                <a:lnTo>
                  <a:pt x="55115" y="826487"/>
                </a:lnTo>
                <a:lnTo>
                  <a:pt x="56933" y="884080"/>
                </a:lnTo>
                <a:lnTo>
                  <a:pt x="0" y="933856"/>
                </a:lnTo>
                <a:lnTo>
                  <a:pt x="6038" y="967177"/>
                </a:lnTo>
                <a:lnTo>
                  <a:pt x="46425" y="996065"/>
                </a:lnTo>
                <a:lnTo>
                  <a:pt x="98130" y="1002797"/>
                </a:lnTo>
                <a:lnTo>
                  <a:pt x="99747" y="1025068"/>
                </a:lnTo>
                <a:lnTo>
                  <a:pt x="171941" y="1035531"/>
                </a:lnTo>
                <a:lnTo>
                  <a:pt x="208393" y="1067160"/>
                </a:lnTo>
                <a:lnTo>
                  <a:pt x="262077" y="1075705"/>
                </a:lnTo>
                <a:lnTo>
                  <a:pt x="359087" y="1053738"/>
                </a:lnTo>
                <a:lnTo>
                  <a:pt x="393638" y="1066060"/>
                </a:lnTo>
                <a:lnTo>
                  <a:pt x="655331" y="1230397"/>
                </a:lnTo>
                <a:lnTo>
                  <a:pt x="682536" y="1271924"/>
                </a:lnTo>
                <a:lnTo>
                  <a:pt x="706422" y="1279429"/>
                </a:lnTo>
                <a:lnTo>
                  <a:pt x="717639" y="1312122"/>
                </a:lnTo>
                <a:lnTo>
                  <a:pt x="828990" y="1385740"/>
                </a:lnTo>
                <a:lnTo>
                  <a:pt x="906714" y="1409911"/>
                </a:lnTo>
                <a:lnTo>
                  <a:pt x="989251" y="1469953"/>
                </a:lnTo>
                <a:lnTo>
                  <a:pt x="1029717" y="1470973"/>
                </a:lnTo>
                <a:lnTo>
                  <a:pt x="1056451" y="1502171"/>
                </a:lnTo>
                <a:lnTo>
                  <a:pt x="1106288" y="1496517"/>
                </a:lnTo>
                <a:lnTo>
                  <a:pt x="1156178" y="1518196"/>
                </a:lnTo>
                <a:lnTo>
                  <a:pt x="1226349" y="1594073"/>
                </a:lnTo>
                <a:lnTo>
                  <a:pt x="1280711" y="1554165"/>
                </a:lnTo>
                <a:lnTo>
                  <a:pt x="1358827" y="1618780"/>
                </a:lnTo>
                <a:lnTo>
                  <a:pt x="1390267" y="1613058"/>
                </a:lnTo>
                <a:lnTo>
                  <a:pt x="1397814" y="1638585"/>
                </a:lnTo>
                <a:lnTo>
                  <a:pt x="1462588" y="1638400"/>
                </a:lnTo>
                <a:lnTo>
                  <a:pt x="1474882" y="1665702"/>
                </a:lnTo>
                <a:lnTo>
                  <a:pt x="1516685" y="1690400"/>
                </a:lnTo>
                <a:lnTo>
                  <a:pt x="1513676" y="1713944"/>
                </a:lnTo>
                <a:lnTo>
                  <a:pt x="1558134" y="1786611"/>
                </a:lnTo>
                <a:lnTo>
                  <a:pt x="1558964" y="1746688"/>
                </a:lnTo>
                <a:lnTo>
                  <a:pt x="1606044" y="1716096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SAN PEDRO"/>
          <p:cNvSpPr/>
          <p:nvPr/>
        </p:nvSpPr>
        <p:spPr>
          <a:xfrm>
            <a:off x="9720185" y="3910528"/>
            <a:ext cx="886108" cy="932159"/>
          </a:xfrm>
          <a:custGeom>
            <a:avLst/>
            <a:gdLst/>
            <a:ahLst/>
            <a:cxnLst/>
            <a:rect l="l" t="t" r="r" b="b"/>
            <a:pathLst>
              <a:path w="886108" h="932159">
                <a:moveTo>
                  <a:pt x="13248" y="91783"/>
                </a:moveTo>
                <a:lnTo>
                  <a:pt x="0" y="123739"/>
                </a:lnTo>
                <a:lnTo>
                  <a:pt x="27221" y="187821"/>
                </a:lnTo>
                <a:lnTo>
                  <a:pt x="108471" y="232650"/>
                </a:lnTo>
                <a:lnTo>
                  <a:pt x="97776" y="252072"/>
                </a:lnTo>
                <a:lnTo>
                  <a:pt x="110440" y="260520"/>
                </a:lnTo>
                <a:lnTo>
                  <a:pt x="98750" y="291038"/>
                </a:lnTo>
                <a:lnTo>
                  <a:pt x="110031" y="308557"/>
                </a:lnTo>
                <a:lnTo>
                  <a:pt x="84696" y="326329"/>
                </a:lnTo>
                <a:lnTo>
                  <a:pt x="121925" y="350296"/>
                </a:lnTo>
                <a:lnTo>
                  <a:pt x="116387" y="367863"/>
                </a:lnTo>
                <a:lnTo>
                  <a:pt x="131145" y="379077"/>
                </a:lnTo>
                <a:lnTo>
                  <a:pt x="104761" y="399325"/>
                </a:lnTo>
                <a:lnTo>
                  <a:pt x="133054" y="423282"/>
                </a:lnTo>
                <a:lnTo>
                  <a:pt x="96874" y="454911"/>
                </a:lnTo>
                <a:lnTo>
                  <a:pt x="133678" y="502451"/>
                </a:lnTo>
                <a:lnTo>
                  <a:pt x="162168" y="621377"/>
                </a:lnTo>
                <a:lnTo>
                  <a:pt x="139603" y="640838"/>
                </a:lnTo>
                <a:lnTo>
                  <a:pt x="156050" y="664612"/>
                </a:lnTo>
                <a:lnTo>
                  <a:pt x="139414" y="686891"/>
                </a:lnTo>
                <a:lnTo>
                  <a:pt x="158100" y="713664"/>
                </a:lnTo>
                <a:lnTo>
                  <a:pt x="152038" y="752575"/>
                </a:lnTo>
                <a:lnTo>
                  <a:pt x="121633" y="757750"/>
                </a:lnTo>
                <a:lnTo>
                  <a:pt x="120773" y="789192"/>
                </a:lnTo>
                <a:lnTo>
                  <a:pt x="86726" y="833078"/>
                </a:lnTo>
                <a:lnTo>
                  <a:pt x="128397" y="873307"/>
                </a:lnTo>
                <a:lnTo>
                  <a:pt x="122471" y="886547"/>
                </a:lnTo>
                <a:lnTo>
                  <a:pt x="102257" y="880367"/>
                </a:lnTo>
                <a:lnTo>
                  <a:pt x="104979" y="895838"/>
                </a:lnTo>
                <a:lnTo>
                  <a:pt x="131330" y="907496"/>
                </a:lnTo>
                <a:lnTo>
                  <a:pt x="140543" y="894701"/>
                </a:lnTo>
                <a:lnTo>
                  <a:pt x="184429" y="932159"/>
                </a:lnTo>
                <a:lnTo>
                  <a:pt x="215054" y="929950"/>
                </a:lnTo>
                <a:lnTo>
                  <a:pt x="210543" y="912538"/>
                </a:lnTo>
                <a:lnTo>
                  <a:pt x="230924" y="910246"/>
                </a:lnTo>
                <a:lnTo>
                  <a:pt x="262201" y="836344"/>
                </a:lnTo>
                <a:lnTo>
                  <a:pt x="370395" y="864873"/>
                </a:lnTo>
                <a:lnTo>
                  <a:pt x="394544" y="850250"/>
                </a:lnTo>
                <a:lnTo>
                  <a:pt x="429125" y="910340"/>
                </a:lnTo>
                <a:lnTo>
                  <a:pt x="477204" y="923905"/>
                </a:lnTo>
                <a:lnTo>
                  <a:pt x="542916" y="873810"/>
                </a:lnTo>
                <a:lnTo>
                  <a:pt x="638426" y="889319"/>
                </a:lnTo>
                <a:lnTo>
                  <a:pt x="597882" y="817111"/>
                </a:lnTo>
                <a:lnTo>
                  <a:pt x="609569" y="794306"/>
                </a:lnTo>
                <a:lnTo>
                  <a:pt x="664708" y="888256"/>
                </a:lnTo>
                <a:lnTo>
                  <a:pt x="674125" y="874505"/>
                </a:lnTo>
                <a:lnTo>
                  <a:pt x="692558" y="885111"/>
                </a:lnTo>
                <a:lnTo>
                  <a:pt x="723319" y="872892"/>
                </a:lnTo>
                <a:lnTo>
                  <a:pt x="746041" y="831822"/>
                </a:lnTo>
                <a:lnTo>
                  <a:pt x="814008" y="846252"/>
                </a:lnTo>
                <a:lnTo>
                  <a:pt x="851850" y="823460"/>
                </a:lnTo>
                <a:lnTo>
                  <a:pt x="878679" y="826997"/>
                </a:lnTo>
                <a:lnTo>
                  <a:pt x="886108" y="804009"/>
                </a:lnTo>
                <a:lnTo>
                  <a:pt x="817268" y="791965"/>
                </a:lnTo>
                <a:lnTo>
                  <a:pt x="724125" y="616978"/>
                </a:lnTo>
                <a:lnTo>
                  <a:pt x="675725" y="586876"/>
                </a:lnTo>
                <a:lnTo>
                  <a:pt x="673775" y="540820"/>
                </a:lnTo>
                <a:lnTo>
                  <a:pt x="651150" y="509625"/>
                </a:lnTo>
                <a:lnTo>
                  <a:pt x="664333" y="439314"/>
                </a:lnTo>
                <a:lnTo>
                  <a:pt x="730079" y="388493"/>
                </a:lnTo>
                <a:lnTo>
                  <a:pt x="748497" y="392198"/>
                </a:lnTo>
                <a:lnTo>
                  <a:pt x="723146" y="279028"/>
                </a:lnTo>
                <a:lnTo>
                  <a:pt x="750312" y="235178"/>
                </a:lnTo>
                <a:lnTo>
                  <a:pt x="726254" y="158011"/>
                </a:lnTo>
                <a:lnTo>
                  <a:pt x="712541" y="145188"/>
                </a:lnTo>
                <a:lnTo>
                  <a:pt x="706579" y="160808"/>
                </a:lnTo>
                <a:lnTo>
                  <a:pt x="680001" y="161726"/>
                </a:lnTo>
                <a:lnTo>
                  <a:pt x="669148" y="139597"/>
                </a:lnTo>
                <a:lnTo>
                  <a:pt x="652836" y="80224"/>
                </a:lnTo>
                <a:lnTo>
                  <a:pt x="654909" y="0"/>
                </a:lnTo>
                <a:lnTo>
                  <a:pt x="590811" y="10907"/>
                </a:lnTo>
                <a:lnTo>
                  <a:pt x="528297" y="61095"/>
                </a:lnTo>
                <a:lnTo>
                  <a:pt x="505406" y="51548"/>
                </a:lnTo>
                <a:lnTo>
                  <a:pt x="474037" y="80507"/>
                </a:lnTo>
                <a:lnTo>
                  <a:pt x="360898" y="77376"/>
                </a:lnTo>
                <a:lnTo>
                  <a:pt x="334739" y="63254"/>
                </a:lnTo>
                <a:lnTo>
                  <a:pt x="55757" y="109179"/>
                </a:lnTo>
                <a:lnTo>
                  <a:pt x="13248" y="91783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ÑEEMBUCU"/>
          <p:cNvSpPr/>
          <p:nvPr/>
        </p:nvSpPr>
        <p:spPr>
          <a:xfrm>
            <a:off x="9126048" y="5250570"/>
            <a:ext cx="739906" cy="913905"/>
          </a:xfrm>
          <a:custGeom>
            <a:avLst/>
            <a:gdLst/>
            <a:ahLst/>
            <a:cxnLst/>
            <a:rect l="l" t="t" r="r" b="b"/>
            <a:pathLst>
              <a:path w="739906" h="913905">
                <a:moveTo>
                  <a:pt x="459273" y="345330"/>
                </a:moveTo>
                <a:lnTo>
                  <a:pt x="463700" y="321805"/>
                </a:lnTo>
                <a:lnTo>
                  <a:pt x="479227" y="332431"/>
                </a:lnTo>
                <a:lnTo>
                  <a:pt x="491097" y="319885"/>
                </a:lnTo>
                <a:lnTo>
                  <a:pt x="490777" y="294086"/>
                </a:lnTo>
                <a:lnTo>
                  <a:pt x="540347" y="228075"/>
                </a:lnTo>
                <a:lnTo>
                  <a:pt x="582350" y="208068"/>
                </a:lnTo>
                <a:lnTo>
                  <a:pt x="590091" y="219439"/>
                </a:lnTo>
                <a:lnTo>
                  <a:pt x="585850" y="190448"/>
                </a:lnTo>
                <a:lnTo>
                  <a:pt x="596829" y="188740"/>
                </a:lnTo>
                <a:lnTo>
                  <a:pt x="582064" y="114679"/>
                </a:lnTo>
                <a:lnTo>
                  <a:pt x="563766" y="119437"/>
                </a:lnTo>
                <a:lnTo>
                  <a:pt x="572511" y="101942"/>
                </a:lnTo>
                <a:lnTo>
                  <a:pt x="528034" y="75344"/>
                </a:lnTo>
                <a:lnTo>
                  <a:pt x="530531" y="54160"/>
                </a:lnTo>
                <a:lnTo>
                  <a:pt x="457429" y="35923"/>
                </a:lnTo>
                <a:lnTo>
                  <a:pt x="454507" y="0"/>
                </a:lnTo>
                <a:lnTo>
                  <a:pt x="434100" y="16259"/>
                </a:lnTo>
                <a:lnTo>
                  <a:pt x="435987" y="36344"/>
                </a:lnTo>
                <a:lnTo>
                  <a:pt x="399042" y="53056"/>
                </a:lnTo>
                <a:lnTo>
                  <a:pt x="410490" y="78740"/>
                </a:lnTo>
                <a:lnTo>
                  <a:pt x="383473" y="104344"/>
                </a:lnTo>
                <a:lnTo>
                  <a:pt x="403372" y="129761"/>
                </a:lnTo>
                <a:lnTo>
                  <a:pt x="322264" y="183558"/>
                </a:lnTo>
                <a:lnTo>
                  <a:pt x="286021" y="189671"/>
                </a:lnTo>
                <a:lnTo>
                  <a:pt x="272913" y="227385"/>
                </a:lnTo>
                <a:lnTo>
                  <a:pt x="251152" y="225948"/>
                </a:lnTo>
                <a:lnTo>
                  <a:pt x="278431" y="252028"/>
                </a:lnTo>
                <a:lnTo>
                  <a:pt x="248856" y="271410"/>
                </a:lnTo>
                <a:lnTo>
                  <a:pt x="251046" y="315072"/>
                </a:lnTo>
                <a:lnTo>
                  <a:pt x="219898" y="343849"/>
                </a:lnTo>
                <a:lnTo>
                  <a:pt x="240578" y="374537"/>
                </a:lnTo>
                <a:lnTo>
                  <a:pt x="215229" y="383234"/>
                </a:lnTo>
                <a:lnTo>
                  <a:pt x="235191" y="478639"/>
                </a:lnTo>
                <a:lnTo>
                  <a:pt x="201106" y="479103"/>
                </a:lnTo>
                <a:lnTo>
                  <a:pt x="206458" y="537199"/>
                </a:lnTo>
                <a:lnTo>
                  <a:pt x="151893" y="571892"/>
                </a:lnTo>
                <a:lnTo>
                  <a:pt x="169445" y="599773"/>
                </a:lnTo>
                <a:lnTo>
                  <a:pt x="81494" y="631162"/>
                </a:lnTo>
                <a:lnTo>
                  <a:pt x="96342" y="667011"/>
                </a:lnTo>
                <a:lnTo>
                  <a:pt x="71667" y="673781"/>
                </a:lnTo>
                <a:lnTo>
                  <a:pt x="76202" y="706189"/>
                </a:lnTo>
                <a:lnTo>
                  <a:pt x="54194" y="691338"/>
                </a:lnTo>
                <a:lnTo>
                  <a:pt x="52907" y="730237"/>
                </a:lnTo>
                <a:lnTo>
                  <a:pt x="6060" y="742797"/>
                </a:lnTo>
                <a:lnTo>
                  <a:pt x="0" y="772739"/>
                </a:lnTo>
                <a:lnTo>
                  <a:pt x="32551" y="795375"/>
                </a:lnTo>
                <a:lnTo>
                  <a:pt x="25578" y="839068"/>
                </a:lnTo>
                <a:lnTo>
                  <a:pt x="198519" y="811597"/>
                </a:lnTo>
                <a:lnTo>
                  <a:pt x="244659" y="823199"/>
                </a:lnTo>
                <a:lnTo>
                  <a:pt x="317866" y="812831"/>
                </a:lnTo>
                <a:lnTo>
                  <a:pt x="376291" y="835020"/>
                </a:lnTo>
                <a:lnTo>
                  <a:pt x="395159" y="823290"/>
                </a:lnTo>
                <a:lnTo>
                  <a:pt x="419923" y="852561"/>
                </a:lnTo>
                <a:lnTo>
                  <a:pt x="490052" y="858114"/>
                </a:lnTo>
                <a:lnTo>
                  <a:pt x="582199" y="913905"/>
                </a:lnTo>
                <a:lnTo>
                  <a:pt x="659932" y="899085"/>
                </a:lnTo>
                <a:lnTo>
                  <a:pt x="739906" y="731529"/>
                </a:lnTo>
                <a:lnTo>
                  <a:pt x="616564" y="704890"/>
                </a:lnTo>
                <a:lnTo>
                  <a:pt x="510816" y="557872"/>
                </a:lnTo>
                <a:lnTo>
                  <a:pt x="459273" y="345330"/>
                </a:lnTo>
                <a:close/>
              </a:path>
            </a:pathLst>
          </a:custGeom>
          <a:solidFill>
            <a:srgbClr val="AD833B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03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UAE Projects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F6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8FDE93-3139-4B5E-6C97-DED8A97D1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FE15531-A006-E4BE-7A1F-430DF7BEBF30}"/>
              </a:ext>
            </a:extLst>
          </p:cNvPr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SECTION 04</a:t>
            </a:r>
            <a:endParaRPr lang="en-US" sz="13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B5878B8-E13E-A69E-5159-66C0A3132745}"/>
              </a:ext>
            </a:extLst>
          </p:cNvPr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Proposed Projects</a:t>
            </a:r>
            <a:endParaRPr lang="en-US" sz="36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4D8822E-EBE4-8EBF-A4B6-186F631FF3FB}"/>
              </a:ext>
            </a:extLst>
          </p:cNvPr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08DA23-00CF-3982-1D92-9A9CC45FD12A}"/>
              </a:ext>
            </a:extLst>
          </p:cNvPr>
          <p:cNvSpPr/>
          <p:nvPr/>
        </p:nvSpPr>
        <p:spPr>
          <a:xfrm>
            <a:off x="502920" y="3931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three-tier programme menu — hydropower &amp; climate resilience · human capital &amp; health systems · agri-export growth</a:t>
            </a:r>
            <a:endParaRPr lang="en-US" sz="1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3BE412-26D4-57C3-A104-73178465EA81}"/>
              </a:ext>
            </a:extLst>
          </p:cNvPr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70DF17E-5AB2-0ADC-AB9E-BBFC86AD215F}"/>
              </a:ext>
            </a:extLst>
          </p:cNvPr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B68A9C7-3CCD-19CE-4BC7-2644A2800479}"/>
              </a:ext>
            </a:extLst>
          </p:cNvPr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16 / 23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976498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120640" y="11887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7223760" y="11887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8503920" y="118872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9738360" y="1188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502920" y="1444752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153619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50292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1097280" y="19202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Climate-Resilient Food Systems &amp; Livelihoods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Social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7223760" y="19202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7" name="Text 15"/>
          <p:cNvSpPr/>
          <p:nvPr/>
        </p:nvSpPr>
        <p:spPr>
          <a:xfrm>
            <a:off x="8503920" y="19202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8" name="Text 16"/>
          <p:cNvSpPr/>
          <p:nvPr/>
        </p:nvSpPr>
        <p:spPr>
          <a:xfrm>
            <a:off x="9738360" y="192024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WFP · FAO · IDB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502920" y="230428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23408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1097280" y="23408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WASH &amp; Sanitation Acceleration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5120640" y="23408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· Health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7223760" y="234086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8503920" y="234086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yrs</a:t>
            </a:r>
            <a:endParaRPr lang="en-US" sz="1200"/>
          </a:p>
        </p:txBody>
      </p:sp>
      <p:sp>
        <p:nvSpPr>
          <p:cNvPr id="25" name="Text 23"/>
          <p:cNvSpPr/>
          <p:nvPr/>
        </p:nvSpPr>
        <p:spPr>
          <a:xfrm>
            <a:off x="9738360" y="234086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· UNICEF · IDB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502920" y="27249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02920" y="276148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0080" y="276148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502920" y="31455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109728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Maternal-Neonatal Care &amp; Health Workforce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120640" y="31455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7223760" y="31455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503920" y="314553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34" name="Text 32"/>
          <p:cNvSpPr/>
          <p:nvPr/>
        </p:nvSpPr>
        <p:spPr>
          <a:xfrm>
            <a:off x="9738360" y="31455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PAHO · UNICEF · IDB</a:t>
            </a:r>
            <a:endParaRPr lang="en-US" sz="1200"/>
          </a:p>
        </p:txBody>
      </p:sp>
      <p:sp>
        <p:nvSpPr>
          <p:cNvPr id="35" name="Shape 33"/>
          <p:cNvSpPr/>
          <p:nvPr/>
        </p:nvSpPr>
        <p:spPr>
          <a:xfrm>
            <a:off x="502920" y="35295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02920" y="3566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200"/>
          </a:p>
        </p:txBody>
      </p:sp>
      <p:sp>
        <p:nvSpPr>
          <p:cNvPr id="37" name="Text 35"/>
          <p:cNvSpPr/>
          <p:nvPr/>
        </p:nvSpPr>
        <p:spPr>
          <a:xfrm>
            <a:off x="1097280" y="3566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512064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7223760" y="35661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8503920" y="356616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41" name="Text 39"/>
          <p:cNvSpPr/>
          <p:nvPr/>
        </p:nvSpPr>
        <p:spPr>
          <a:xfrm>
            <a:off x="9738360" y="356616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UNESCO · IDB · ILO</a:t>
            </a:r>
            <a:endParaRPr lang="en-US" sz="1200"/>
          </a:p>
        </p:txBody>
      </p:sp>
      <p:sp>
        <p:nvSpPr>
          <p:cNvPr id="42" name="Shape 40"/>
          <p:cNvSpPr/>
          <p:nvPr/>
        </p:nvSpPr>
        <p:spPr>
          <a:xfrm>
            <a:off x="502920" y="395020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02920" y="39867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200"/>
          </a:p>
        </p:txBody>
      </p:sp>
      <p:sp>
        <p:nvSpPr>
          <p:cNvPr id="44" name="Text 42"/>
          <p:cNvSpPr/>
          <p:nvPr/>
        </p:nvSpPr>
        <p:spPr>
          <a:xfrm>
            <a:off x="1097280" y="39867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Agro-Processing &amp; Soy Value Chain Upgrade</a:t>
            </a:r>
            <a:endParaRPr lang="en-US" sz="1200"/>
          </a:p>
        </p:txBody>
      </p:sp>
      <p:sp>
        <p:nvSpPr>
          <p:cNvPr id="45" name="Text 43"/>
          <p:cNvSpPr/>
          <p:nvPr/>
        </p:nvSpPr>
        <p:spPr>
          <a:xfrm>
            <a:off x="5120640" y="39867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industry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7223760" y="398678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8503920" y="3986784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9738360" y="3986784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· IFAD · IDB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502920" y="43708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02920" y="4407408"/>
            <a:ext cx="11183112" cy="310896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40080" y="440740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52" name="Text 50"/>
          <p:cNvSpPr/>
          <p:nvPr/>
        </p:nvSpPr>
        <p:spPr>
          <a:xfrm>
            <a:off x="502920" y="47914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200"/>
          </a:p>
        </p:txBody>
      </p:sp>
      <p:sp>
        <p:nvSpPr>
          <p:cNvPr id="53" name="Text 51"/>
          <p:cNvSpPr/>
          <p:nvPr/>
        </p:nvSpPr>
        <p:spPr>
          <a:xfrm>
            <a:off x="1097280" y="47914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&amp; Clean Cooking for Chaco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5120640" y="47914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WASH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7223760" y="47914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~$20-40M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8503920" y="4791456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57" name="Text 55"/>
          <p:cNvSpPr/>
          <p:nvPr/>
        </p:nvSpPr>
        <p:spPr>
          <a:xfrm>
            <a:off x="9738360" y="479145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UNDP · IDB · ANDE</a:t>
            </a:r>
            <a:endParaRPr lang="en-US" sz="1200"/>
          </a:p>
        </p:txBody>
      </p:sp>
      <p:sp>
        <p:nvSpPr>
          <p:cNvPr id="58" name="Shape 56"/>
          <p:cNvSpPr/>
          <p:nvPr/>
        </p:nvSpPr>
        <p:spPr>
          <a:xfrm>
            <a:off x="502920" y="51755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02920" y="5212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200"/>
          </a:p>
        </p:txBody>
      </p:sp>
      <p:sp>
        <p:nvSpPr>
          <p:cNvPr id="60" name="Text 58"/>
          <p:cNvSpPr/>
          <p:nvPr/>
        </p:nvSpPr>
        <p:spPr>
          <a:xfrm>
            <a:off x="109728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Conservation &amp; Indigenous Livelihoods</a:t>
            </a:r>
            <a:endParaRPr lang="en-US" sz="1200"/>
          </a:p>
        </p:txBody>
      </p:sp>
      <p:sp>
        <p:nvSpPr>
          <p:cNvPr id="61" name="Text 59"/>
          <p:cNvSpPr/>
          <p:nvPr/>
        </p:nvSpPr>
        <p:spPr>
          <a:xfrm>
            <a:off x="5120640" y="52120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 · rural dev.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7223760" y="5212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~$8-15M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8503920" y="521208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9738360" y="521208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Guyra · WWF · UNEP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502920" y="559612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Indicative cost bands for scoping; all figures subject to design studies and co-financing.</a:t>
            </a:r>
            <a:endParaRPr lang="en-US" sz="1200"/>
          </a:p>
        </p:txBody>
      </p:sp>
      <p:sp>
        <p:nvSpPr>
          <p:cNvPr id="68" name="Text 66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17 / 23</a:t>
            </a:r>
            <a:endParaRPr lang="en-US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(1/3)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Protects the drought-vulnerable Chaco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1 · RESILIENCE &amp; CRISIS RESPONSE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P1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Climate-Resilient Food Systems &amp; Livelihoods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· BOQUERÓN &amp; ALTO PARAGUAY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Water harvesting, resilient seed systems &amp; inputs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social protection with climate triggers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livelihood support (50% women)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 the arid Chaco &amp; indigenous communities; cut recurring drought emergency cycles. Benchmark: FAO appeal $7.1M, 2023.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P2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WASH &amp; Sanitation Acceleration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 / HEALTH · CHACO + RURAL EASTERN REGION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Climate-proof wells &amp; solar-pumped systems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Sanitation &amp; hygiene with health extension teams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 rural service provider networks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rural safe-water gap (64% safely managed); reach 200,000+ underserved. Align w/ SIASAR platform.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FAO 2023 · JMP 2024 · UNICEF · IDB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18 / 23</a:t>
            </a:r>
            <a:endParaRPr lang="en-US" sz="12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(2/3)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Defends the human-capital edge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2 · HUMAN CAPITAL &amp; SYSTEMS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P3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Maternal-Neonatal Care &amp; Health Workforce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 · CHACO &amp; RURAL DEPARTMENTS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Equip district maternal-newborn units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retention: allowances, housing, training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Integrate indigenous maternal health practices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Reduce MMR (71/100k in 2020); Paraguay is a PAHO priority country for maternal mortality reduction.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~$15-25M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2291029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307738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07738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47233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P4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4472330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Skills &amp; TVET for Growth Sectors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4472330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 &amp; JOBS · NATIONAL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563770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Employer-linked TVET: agribusiness, logistics, energy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Digital skills with women's targets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 graduates to MSME finance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4472330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 the skills-to-jobs gap behind 13.4% youth unemployment (ILO 2024).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4307738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72330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~$12-20M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6095848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3-4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8112557" y="1444752"/>
            <a:ext cx="357621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112557" y="1444752"/>
            <a:ext cx="357621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7149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P5</a:t>
            </a:r>
            <a:endParaRPr lang="en-US" sz="1500"/>
          </a:p>
        </p:txBody>
      </p:sp>
      <p:sp>
        <p:nvSpPr>
          <p:cNvPr id="30" name="Text 28"/>
          <p:cNvSpPr/>
          <p:nvPr/>
        </p:nvSpPr>
        <p:spPr>
          <a:xfrm>
            <a:off x="8277149" y="192024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Agro-Processing &amp; Soy Value Chain Upgrade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8277149" y="26334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AGRICULTURE · EASTERN &amp; CHACO REGIONS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8368589" y="2962656"/>
            <a:ext cx="311901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domestic crush capacity (4.7 MMT potential)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processing: soy, rice, livestock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Climate-resilient inputs &amp; logistics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277149" y="4517136"/>
            <a:ext cx="324703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Raise value-add from 3rd-largest soy exporter; soy exports $4.4B in 2024 under NDP 2030.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8112557" y="5486400"/>
            <a:ext cx="357621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7149" y="5486400"/>
            <a:ext cx="20624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~$30-50M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9900666" y="5486400"/>
            <a:ext cx="162351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yrs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USDA GAIN 2025-26 · FAO · IDB 2025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19 / 23</a:t>
            </a:r>
            <a:endParaRPr lang="en-US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· PROPOSED PROGRAMS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Menu (3/3)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949440" y="530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i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Unlocks the other tiers</a:t>
            </a:r>
            <a:endParaRPr lang="en-US" sz="130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 3 · GROWTH UNLOCKS</a:t>
            </a:r>
            <a:endParaRPr lang="en-US" sz="1200"/>
          </a:p>
        </p:txBody>
      </p:sp>
      <p:sp>
        <p:nvSpPr>
          <p:cNvPr id="7" name="Shape 5"/>
          <p:cNvSpPr/>
          <p:nvPr/>
        </p:nvSpPr>
        <p:spPr>
          <a:xfrm>
            <a:off x="502920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P6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67512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Solar &amp; Clean Cooking for Chaco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67512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ENERGY · SCATTERED RURAL &amp; CHACO</a:t>
            </a:r>
            <a:endParaRPr lang="en-US" sz="1200"/>
          </a:p>
        </p:txBody>
      </p:sp>
      <p:sp>
        <p:nvSpPr>
          <p:cNvPr id="12" name="Text 10"/>
          <p:cNvSpPr/>
          <p:nvPr/>
        </p:nvSpPr>
        <p:spPr>
          <a:xfrm>
            <a:off x="758952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Solarise clinics, schools, boreholes &amp; farms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Off-grid &amp; mini-grid solutions for remote areas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 cooking access (71% current coverage)</a:t>
            </a:r>
            <a:endParaRPr lang="en-US" sz="1200"/>
          </a:p>
        </p:txBody>
      </p:sp>
      <p:sp>
        <p:nvSpPr>
          <p:cNvPr id="13" name="Text 11"/>
          <p:cNvSpPr/>
          <p:nvPr/>
        </p:nvSpPr>
        <p:spPr>
          <a:xfrm>
            <a:off x="667512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Complete last-mile electrification where access ~99.8% but remote Chaco gaps persist. Policy 2050 target.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502920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~$20-40M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3242234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4-5 yrs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210148" y="1444752"/>
            <a:ext cx="5478628" cy="4681728"/>
          </a:xfrm>
          <a:prstGeom prst="rect">
            <a:avLst/>
          </a:prstGeom>
          <a:solidFill>
            <a:srgbClr val="F4F1EA"/>
          </a:solidFill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148" y="1444752"/>
            <a:ext cx="5478628" cy="45720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74740" y="15727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P7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6374740" y="1920240"/>
            <a:ext cx="5149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Gran Chaco Conservation &amp; Indigenous Livelihoods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74740" y="2633472"/>
            <a:ext cx="5149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2F58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 / RURAL DEV. · CHACO BIOSPHERE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6466180" y="2962656"/>
            <a:ext cx="5021428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REDD+ &amp; sustainable ranching incentives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territorial management &amp; co-benefits</a:t>
            </a:r>
            <a:endParaRPr lang="en-US" sz="1200"/>
          </a:p>
          <a:p>
            <a:pPr marL="127000" indent="-127000">
              <a:spcAft>
                <a:spcPts val="600"/>
              </a:spcAft>
              <a:buSzPct val="100000"/>
              <a:buChar char="•"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Ecotourism &amp; wildlife economy diversification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6374740" y="4517136"/>
            <a:ext cx="514944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 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Slow highest deforestation rate in Gran Chaco (2.4M ha lost 2010-19); protect 688 bird &amp; 150 mammal spp.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6210148" y="5486400"/>
            <a:ext cx="5478628" cy="640080"/>
          </a:xfrm>
          <a:prstGeom prst="rect">
            <a:avLst/>
          </a:prstGeom>
          <a:solidFill>
            <a:srgbClr val="333F6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74740" y="5486400"/>
            <a:ext cx="30136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 </a:t>
            </a:r>
            <a:r>
              <a:rPr lang="en-US" sz="1300" b="1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~$8-15M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8949461" y="5486400"/>
            <a:ext cx="257472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DURATION  </a:t>
            </a:r>
            <a:r>
              <a:rPr lang="en-US" sz="13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yrs</a:t>
            </a:r>
            <a:endParaRPr lang="en-US" sz="1200"/>
          </a:p>
        </p:txBody>
      </p:sp>
      <p:sp>
        <p:nvSpPr>
          <p:cNvPr id="27" name="Shape 25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Guyra Paraguay · WLT · Pew 2024 · Verra</a:t>
            </a:r>
            <a:endParaRPr lang="en-US" sz="1200"/>
          </a:p>
        </p:txBody>
      </p:sp>
      <p:sp>
        <p:nvSpPr>
          <p:cNvPr id="29" name="Text 27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20 / 23</a:t>
            </a:r>
            <a:endParaRPr lang="en-US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33F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606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>
                <a:solidFill>
                  <a:srgbClr val="C7A8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APPENDIX</a:t>
            </a:r>
            <a:endParaRPr lang="en-US" sz="1300"/>
          </a:p>
        </p:txBody>
      </p:sp>
      <p:sp>
        <p:nvSpPr>
          <p:cNvPr id="3" name="Text 1"/>
          <p:cNvSpPr/>
          <p:nvPr/>
        </p:nvSpPr>
        <p:spPr>
          <a:xfrm>
            <a:off x="475488" y="2926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Supporting Analysis</a:t>
            </a:r>
            <a:endParaRPr lang="en-US" sz="3600"/>
          </a:p>
        </p:txBody>
      </p:sp>
      <p:sp>
        <p:nvSpPr>
          <p:cNvPr id="4" name="Shape 2"/>
          <p:cNvSpPr/>
          <p:nvPr/>
        </p:nvSpPr>
        <p:spPr>
          <a:xfrm>
            <a:off x="512064" y="3767328"/>
            <a:ext cx="64008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5B6A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E7E2D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21 / 23</a:t>
            </a:r>
            <a:endParaRPr lang="en-US" sz="12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SEVERITY / TRIAGE · GPS MATRIX · 2026-07-19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111831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of 11 sectors in the red band (GPS ≥ 15)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12064" y="1005840"/>
            <a:ext cx="502920" cy="0"/>
          </a:xfrm>
          <a:prstGeom prst="line">
            <a:avLst/>
          </a:prstGeom>
          <a:noFill/>
          <a:ln w="31750">
            <a:solidFill>
              <a:srgbClr val="AD83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607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= Need Severity × (6 − Coverage Adequacy). Range 1-25. NP reported, never multiplied in.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443484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507492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</a:t>
            </a:r>
            <a:endParaRPr lang="en-US" sz="1200"/>
          </a:p>
        </p:txBody>
      </p:sp>
      <p:sp>
        <p:nvSpPr>
          <p:cNvPr id="9" name="Text 7"/>
          <p:cNvSpPr/>
          <p:nvPr/>
        </p:nvSpPr>
        <p:spPr>
          <a:xfrm>
            <a:off x="5715000" y="1389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6355080" y="138988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7360920" y="1389888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FLAGS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502920" y="1645920"/>
            <a:ext cx="11183112" cy="0"/>
          </a:xfrm>
          <a:prstGeom prst="line">
            <a:avLst/>
          </a:prstGeom>
          <a:noFill/>
          <a:ln w="12700">
            <a:solidFill>
              <a:srgbClr val="1D25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Humanitarian &amp; Protection</a:t>
            </a:r>
            <a:endParaRPr lang="en-US" sz="1200"/>
          </a:p>
        </p:txBody>
      </p:sp>
      <p:sp>
        <p:nvSpPr>
          <p:cNvPr id="14" name="Text 12"/>
          <p:cNvSpPr/>
          <p:nvPr/>
        </p:nvSpPr>
        <p:spPr>
          <a:xfrm>
            <a:off x="443484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507492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571500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178765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7360920" y="17373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floods/drought cycles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502920" y="210312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1351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</a:t>
            </a:r>
            <a:endParaRPr lang="en-US" sz="1200"/>
          </a:p>
        </p:txBody>
      </p:sp>
      <p:sp>
        <p:nvSpPr>
          <p:cNvPr id="22" name="Text 20"/>
          <p:cNvSpPr/>
          <p:nvPr/>
        </p:nvSpPr>
        <p:spPr>
          <a:xfrm>
            <a:off x="443484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07492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24" name="Text 22"/>
          <p:cNvSpPr/>
          <p:nvPr/>
        </p:nvSpPr>
        <p:spPr>
          <a:xfrm>
            <a:off x="5715000" y="21351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25" name="Shape 23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355080" y="218541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27" name="Text 25"/>
          <p:cNvSpPr/>
          <p:nvPr/>
        </p:nvSpPr>
        <p:spPr>
          <a:xfrm>
            <a:off x="7360920" y="21351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70% uninsured; PHC gaps</a:t>
            </a:r>
            <a:endParaRPr lang="en-US" sz="1200"/>
          </a:p>
        </p:txBody>
      </p:sp>
      <p:sp>
        <p:nvSpPr>
          <p:cNvPr id="28" name="Shape 26"/>
          <p:cNvSpPr/>
          <p:nvPr/>
        </p:nvSpPr>
        <p:spPr>
          <a:xfrm>
            <a:off x="502920" y="250088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2532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443484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1" name="Text 29"/>
          <p:cNvSpPr/>
          <p:nvPr/>
        </p:nvSpPr>
        <p:spPr>
          <a:xfrm>
            <a:off x="507492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32" name="Text 30"/>
          <p:cNvSpPr/>
          <p:nvPr/>
        </p:nvSpPr>
        <p:spPr>
          <a:xfrm>
            <a:off x="5715000" y="2532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3" name="Shape 31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55080" y="258318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35" name="Text 33"/>
          <p:cNvSpPr/>
          <p:nvPr/>
        </p:nvSpPr>
        <p:spPr>
          <a:xfrm>
            <a:off x="7360920" y="25328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learning outcomes lag enrolment</a:t>
            </a:r>
            <a:endParaRPr lang="en-US" sz="1200"/>
          </a:p>
        </p:txBody>
      </p:sp>
      <p:sp>
        <p:nvSpPr>
          <p:cNvPr id="36" name="Shape 34"/>
          <p:cNvSpPr/>
          <p:nvPr/>
        </p:nvSpPr>
        <p:spPr>
          <a:xfrm>
            <a:off x="502920" y="289864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293065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WASH</a:t>
            </a:r>
            <a:endParaRPr lang="en-US" sz="1200"/>
          </a:p>
        </p:txBody>
      </p:sp>
      <p:sp>
        <p:nvSpPr>
          <p:cNvPr id="38" name="Text 36"/>
          <p:cNvSpPr/>
          <p:nvPr/>
        </p:nvSpPr>
        <p:spPr>
          <a:xfrm>
            <a:off x="443484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507492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40" name="Text 38"/>
          <p:cNvSpPr/>
          <p:nvPr/>
        </p:nvSpPr>
        <p:spPr>
          <a:xfrm>
            <a:off x="5715000" y="29306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1" name="Shape 39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55080" y="298094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200"/>
          </a:p>
        </p:txBody>
      </p:sp>
      <p:sp>
        <p:nvSpPr>
          <p:cNvPr id="43" name="Text 41"/>
          <p:cNvSpPr/>
          <p:nvPr/>
        </p:nvSpPr>
        <p:spPr>
          <a:xfrm>
            <a:off x="7360920" y="29306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rural sanitation deficit</a:t>
            </a:r>
            <a:endParaRPr lang="en-US" sz="1200"/>
          </a:p>
        </p:txBody>
      </p:sp>
      <p:sp>
        <p:nvSpPr>
          <p:cNvPr id="44" name="Shape 42"/>
          <p:cNvSpPr/>
          <p:nvPr/>
        </p:nvSpPr>
        <p:spPr>
          <a:xfrm>
            <a:off x="502920" y="329641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02920" y="332841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Infrastructure &amp; Energy</a:t>
            </a:r>
            <a:endParaRPr lang="en-US" sz="1200"/>
          </a:p>
        </p:txBody>
      </p:sp>
      <p:sp>
        <p:nvSpPr>
          <p:cNvPr id="46" name="Text 44"/>
          <p:cNvSpPr/>
          <p:nvPr/>
        </p:nvSpPr>
        <p:spPr>
          <a:xfrm>
            <a:off x="443484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47" name="Text 45"/>
          <p:cNvSpPr/>
          <p:nvPr/>
        </p:nvSpPr>
        <p:spPr>
          <a:xfrm>
            <a:off x="507492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8" name="Text 46"/>
          <p:cNvSpPr/>
          <p:nvPr/>
        </p:nvSpPr>
        <p:spPr>
          <a:xfrm>
            <a:off x="571500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49" name="Shape 47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355080" y="337870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1" name="Text 49"/>
          <p:cNvSpPr/>
          <p:nvPr/>
        </p:nvSpPr>
        <p:spPr>
          <a:xfrm>
            <a:off x="7360920" y="33284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99.8% electrification</a:t>
            </a:r>
            <a:endParaRPr lang="en-US" sz="1200"/>
          </a:p>
        </p:txBody>
      </p:sp>
      <p:sp>
        <p:nvSpPr>
          <p:cNvPr id="52" name="Shape 50"/>
          <p:cNvSpPr/>
          <p:nvPr/>
        </p:nvSpPr>
        <p:spPr>
          <a:xfrm>
            <a:off x="502920" y="369417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02920" y="37261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Protection</a:t>
            </a:r>
            <a:endParaRPr lang="en-US" sz="1200"/>
          </a:p>
        </p:txBody>
      </p:sp>
      <p:sp>
        <p:nvSpPr>
          <p:cNvPr id="54" name="Text 52"/>
          <p:cNvSpPr/>
          <p:nvPr/>
        </p:nvSpPr>
        <p:spPr>
          <a:xfrm>
            <a:off x="443484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5" name="Text 53"/>
          <p:cNvSpPr/>
          <p:nvPr/>
        </p:nvSpPr>
        <p:spPr>
          <a:xfrm>
            <a:off x="507492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56" name="Text 54"/>
          <p:cNvSpPr/>
          <p:nvPr/>
        </p:nvSpPr>
        <p:spPr>
          <a:xfrm>
            <a:off x="5715000" y="37261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57" name="Shape 55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355080" y="377647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200"/>
          </a:p>
        </p:txBody>
      </p:sp>
      <p:sp>
        <p:nvSpPr>
          <p:cNvPr id="59" name="Text 57"/>
          <p:cNvSpPr/>
          <p:nvPr/>
        </p:nvSpPr>
        <p:spPr>
          <a:xfrm>
            <a:off x="7360920" y="37261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Tekoporã 200k families; gaps remain</a:t>
            </a:r>
            <a:endParaRPr lang="en-US" sz="1200"/>
          </a:p>
        </p:txBody>
      </p:sp>
      <p:sp>
        <p:nvSpPr>
          <p:cNvPr id="60" name="Shape 58"/>
          <p:cNvSpPr/>
          <p:nvPr/>
        </p:nvSpPr>
        <p:spPr>
          <a:xfrm>
            <a:off x="502920" y="4091940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2920" y="41239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Climate &amp; disaster risk reduction</a:t>
            </a:r>
            <a:endParaRPr lang="en-US" sz="1200"/>
          </a:p>
        </p:txBody>
      </p:sp>
      <p:sp>
        <p:nvSpPr>
          <p:cNvPr id="62" name="Text 60"/>
          <p:cNvSpPr/>
          <p:nvPr/>
        </p:nvSpPr>
        <p:spPr>
          <a:xfrm>
            <a:off x="443484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63" name="Text 61"/>
          <p:cNvSpPr/>
          <p:nvPr/>
        </p:nvSpPr>
        <p:spPr>
          <a:xfrm>
            <a:off x="507492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571500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65" name="Shape 63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solidFill>
            <a:srgbClr val="9B12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355080" y="4174236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200"/>
          </a:p>
        </p:txBody>
      </p:sp>
      <p:sp>
        <p:nvSpPr>
          <p:cNvPr id="67" name="Text 65"/>
          <p:cNvSpPr/>
          <p:nvPr/>
        </p:nvSpPr>
        <p:spPr>
          <a:xfrm>
            <a:off x="7360920" y="41239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Chaco drought; El Niño floods</a:t>
            </a:r>
            <a:endParaRPr lang="en-US" sz="1200"/>
          </a:p>
        </p:txBody>
      </p:sp>
      <p:sp>
        <p:nvSpPr>
          <p:cNvPr id="68" name="Shape 66"/>
          <p:cNvSpPr/>
          <p:nvPr/>
        </p:nvSpPr>
        <p:spPr>
          <a:xfrm>
            <a:off x="502920" y="4489704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45217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&amp; Inclusion</a:t>
            </a:r>
            <a:endParaRPr lang="en-US" sz="1200"/>
          </a:p>
        </p:txBody>
      </p:sp>
      <p:sp>
        <p:nvSpPr>
          <p:cNvPr id="70" name="Text 68"/>
          <p:cNvSpPr/>
          <p:nvPr/>
        </p:nvSpPr>
        <p:spPr>
          <a:xfrm>
            <a:off x="443484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1" name="Text 69"/>
          <p:cNvSpPr/>
          <p:nvPr/>
        </p:nvSpPr>
        <p:spPr>
          <a:xfrm>
            <a:off x="507492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2" name="Text 70"/>
          <p:cNvSpPr/>
          <p:nvPr/>
        </p:nvSpPr>
        <p:spPr>
          <a:xfrm>
            <a:off x="5715000" y="45217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3" name="Shape 71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355080" y="4572000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75" name="Text 73"/>
          <p:cNvSpPr/>
          <p:nvPr/>
        </p:nvSpPr>
        <p:spPr>
          <a:xfrm>
            <a:off x="7360920" y="45217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indigenous marginalisation</a:t>
            </a:r>
            <a:endParaRPr lang="en-US" sz="1200"/>
          </a:p>
        </p:txBody>
      </p:sp>
      <p:sp>
        <p:nvSpPr>
          <p:cNvPr id="76" name="Shape 74"/>
          <p:cNvSpPr/>
          <p:nvPr/>
        </p:nvSpPr>
        <p:spPr>
          <a:xfrm>
            <a:off x="502920" y="4887468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029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Food Security &amp; Agriculture</a:t>
            </a:r>
            <a:endParaRPr lang="en-US" sz="1200"/>
          </a:p>
        </p:txBody>
      </p:sp>
      <p:sp>
        <p:nvSpPr>
          <p:cNvPr id="78" name="Text 76"/>
          <p:cNvSpPr/>
          <p:nvPr/>
        </p:nvSpPr>
        <p:spPr>
          <a:xfrm>
            <a:off x="443484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79" name="Text 77"/>
          <p:cNvSpPr/>
          <p:nvPr/>
        </p:nvSpPr>
        <p:spPr>
          <a:xfrm>
            <a:off x="507492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0" name="Text 78"/>
          <p:cNvSpPr/>
          <p:nvPr/>
        </p:nvSpPr>
        <p:spPr>
          <a:xfrm>
            <a:off x="571500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81" name="Shape 79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6355080" y="4969764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83" name="Text 81"/>
          <p:cNvSpPr/>
          <p:nvPr/>
        </p:nvSpPr>
        <p:spPr>
          <a:xfrm>
            <a:off x="7360920" y="49194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agro-export boom; rural poor lag</a:t>
            </a:r>
            <a:endParaRPr lang="en-US" sz="1200"/>
          </a:p>
        </p:txBody>
      </p:sp>
      <p:sp>
        <p:nvSpPr>
          <p:cNvPr id="84" name="Shape 82"/>
          <p:cNvSpPr/>
          <p:nvPr/>
        </p:nvSpPr>
        <p:spPr>
          <a:xfrm>
            <a:off x="502920" y="5285232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02920" y="53172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Economy &amp; Jobs</a:t>
            </a:r>
            <a:endParaRPr lang="en-US" sz="1200"/>
          </a:p>
        </p:txBody>
      </p:sp>
      <p:sp>
        <p:nvSpPr>
          <p:cNvPr id="86" name="Text 84"/>
          <p:cNvSpPr/>
          <p:nvPr/>
        </p:nvSpPr>
        <p:spPr>
          <a:xfrm>
            <a:off x="443484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/>
          </a:p>
        </p:txBody>
      </p:sp>
      <p:sp>
        <p:nvSpPr>
          <p:cNvPr id="87" name="Text 85"/>
          <p:cNvSpPr/>
          <p:nvPr/>
        </p:nvSpPr>
        <p:spPr>
          <a:xfrm>
            <a:off x="507492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/>
          </a:p>
        </p:txBody>
      </p:sp>
      <p:sp>
        <p:nvSpPr>
          <p:cNvPr id="88" name="Text 86"/>
          <p:cNvSpPr/>
          <p:nvPr/>
        </p:nvSpPr>
        <p:spPr>
          <a:xfrm>
            <a:off x="5715000" y="531723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89" name="Shape 87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solidFill>
            <a:srgbClr val="1F8A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6355080" y="5367528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1" name="Text 89"/>
          <p:cNvSpPr/>
          <p:nvPr/>
        </p:nvSpPr>
        <p:spPr>
          <a:xfrm>
            <a:off x="7360920" y="531723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6.6% GDP growth 2025</a:t>
            </a:r>
            <a:endParaRPr lang="en-US" sz="1200"/>
          </a:p>
        </p:txBody>
      </p:sp>
      <p:sp>
        <p:nvSpPr>
          <p:cNvPr id="92" name="Shape 90"/>
          <p:cNvSpPr/>
          <p:nvPr/>
        </p:nvSpPr>
        <p:spPr>
          <a:xfrm>
            <a:off x="502920" y="5682996"/>
            <a:ext cx="11183112" cy="0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502920" y="5715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Governance &amp; public financial mgmt</a:t>
            </a:r>
            <a:endParaRPr lang="en-US" sz="1200"/>
          </a:p>
        </p:txBody>
      </p:sp>
      <p:sp>
        <p:nvSpPr>
          <p:cNvPr id="94" name="Text 92"/>
          <p:cNvSpPr/>
          <p:nvPr/>
        </p:nvSpPr>
        <p:spPr>
          <a:xfrm>
            <a:off x="443484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95" name="Text 93"/>
          <p:cNvSpPr/>
          <p:nvPr/>
        </p:nvSpPr>
        <p:spPr>
          <a:xfrm>
            <a:off x="507492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/>
          </a:p>
        </p:txBody>
      </p:sp>
      <p:sp>
        <p:nvSpPr>
          <p:cNvPr id="96" name="Text 94"/>
          <p:cNvSpPr/>
          <p:nvPr/>
        </p:nvSpPr>
        <p:spPr>
          <a:xfrm>
            <a:off x="5715000" y="5715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/>
          </a:p>
        </p:txBody>
      </p:sp>
      <p:sp>
        <p:nvSpPr>
          <p:cNvPr id="97" name="Shape 95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solidFill>
            <a:srgbClr val="AD83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8" name="Text 96"/>
          <p:cNvSpPr/>
          <p:nvPr/>
        </p:nvSpPr>
        <p:spPr>
          <a:xfrm>
            <a:off x="6355080" y="5765292"/>
            <a:ext cx="5669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200"/>
          </a:p>
        </p:txBody>
      </p:sp>
      <p:sp>
        <p:nvSpPr>
          <p:cNvPr id="99" name="Text 97"/>
          <p:cNvSpPr/>
          <p:nvPr/>
        </p:nvSpPr>
        <p:spPr>
          <a:xfrm>
            <a:off x="7360920" y="5715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fiscal consolidation on track</a:t>
            </a:r>
            <a:endParaRPr lang="en-US" sz="1200"/>
          </a:p>
        </p:txBody>
      </p:sp>
      <p:sp>
        <p:nvSpPr>
          <p:cNvPr id="100" name="Text 98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D252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BAND   </a:t>
            </a:r>
            <a:r>
              <a:rPr lang="en-US" sz="1200" b="1">
                <a:solidFill>
                  <a:srgbClr val="9B120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 ≥ 15   </a:t>
            </a: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Amber 8-14   </a:t>
            </a:r>
            <a:r>
              <a:rPr lang="en-US" sz="1200" b="1">
                <a:solidFill>
                  <a:srgbClr val="1F8A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Green &lt; 8    </a:t>
            </a: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defines severity tiers, not a rank order.</a:t>
            </a:r>
            <a:endParaRPr lang="en-US" sz="1200"/>
          </a:p>
        </p:txBody>
      </p:sp>
      <p:sp>
        <p:nvSpPr>
          <p:cNvPr id="101" name="Shape 99"/>
          <p:cNvSpPr/>
          <p:nvPr/>
        </p:nvSpPr>
        <p:spPr>
          <a:xfrm>
            <a:off x="502920" y="6400800"/>
            <a:ext cx="11185855" cy="0"/>
          </a:xfrm>
          <a:prstGeom prst="line">
            <a:avLst/>
          </a:prstGeom>
          <a:noFill/>
          <a:ln w="9525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Text 100"/>
          <p:cNvSpPr/>
          <p:nvPr/>
        </p:nvSpPr>
        <p:spPr>
          <a:xfrm>
            <a:off x="502920" y="64465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8896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GPS gap register · 2026-07-19 · NS Need Severity · NP National Priority · CA Coverage Adequacy</a:t>
            </a:r>
            <a:endParaRPr lang="en-US" sz="1200"/>
          </a:p>
        </p:txBody>
      </p:sp>
      <p:sp>
        <p:nvSpPr>
          <p:cNvPr id="103" name="Text 101"/>
          <p:cNvSpPr/>
          <p:nvPr/>
        </p:nvSpPr>
        <p:spPr>
          <a:xfrm>
            <a:off x="9905695" y="64465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>
                <a:solidFill>
                  <a:srgbClr val="AD83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ODA</a:t>
            </a:r>
            <a:r>
              <a:rPr lang="en-US" sz="1200">
                <a:solidFill>
                  <a:srgbClr val="4A4F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22 / 23</a:t>
            </a:r>
            <a:endParaRPr lang="en-US" sz="120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a942ccf-187d-4c88-bacb-f803a5159e6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63100411E23E4EA8344A8067BC8AA8" ma:contentTypeVersion="10" ma:contentTypeDescription="Create a new document." ma:contentTypeScope="" ma:versionID="c89281db285ef74b3fbfc86e7e4fabde">
  <xsd:schema xmlns:xsd="http://www.w3.org/2001/XMLSchema" xmlns:xs="http://www.w3.org/2001/XMLSchema" xmlns:p="http://schemas.microsoft.com/office/2006/metadata/properties" xmlns:ns3="0a942ccf-187d-4c88-bacb-f803a5159e60" targetNamespace="http://schemas.microsoft.com/office/2006/metadata/properties" ma:root="true" ma:fieldsID="b1b375f5a45618f407a4b76cb8f6a0d7" ns3:_="">
    <xsd:import namespace="0a942ccf-187d-4c88-bacb-f803a5159e6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942ccf-187d-4c88-bacb-f803a5159e6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644149-B529-4CC7-ABFB-435B59ECF1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4A2442-C96E-4AE5-A9DD-E1E34DDF6CE9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0a942ccf-187d-4c88-bacb-f803a5159e60"/>
    <ds:schemaRef ds:uri="http://schemas.microsoft.com/office/2006/metadata/properties"/>
    <ds:schemaRef ds:uri="http://www.w3.org/XML/1998/namespace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262083E6-6377-4EF4-9E58-4E3A6C999F1A}">
  <ds:schemaRefs>
    <ds:schemaRef ds:uri="0a942ccf-187d-4c88-bacb-f803a5159e6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3705</Words>
  <Application>Microsoft Office PowerPoint</Application>
  <PresentationFormat>Widescreen</PresentationFormat>
  <Paragraphs>679</Paragraphs>
  <Slides>23</Slides>
  <Notes>23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Montserrat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Mariam Humaid Al Mansoori</cp:lastModifiedBy>
  <cp:revision>2</cp:revision>
  <dcterms:created xsi:type="dcterms:W3CDTF">2026-07-19T14:08:28Z</dcterms:created>
  <dcterms:modified xsi:type="dcterms:W3CDTF">2026-07-22T11:21:47Z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0x0101005363100411E23E4EA8344A8067BC8AA8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2026-07-19T14:11:19Z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f7bcb941-c8da-42e2-94a9-466a193787d3</vt:lpwstr>
  </property>
  <property fmtid="{D5CDD505-2E9C-101B-9397-08002B2CF9AE}" pid="8" name="MSIP_Label_defa4170-0d19-0005-0004-bc88714345d2_ActionId">
    <vt:lpwstr>2c368b54-4cbe-4011-b3f9-cd6705aa2a3c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</Properties>
</file>